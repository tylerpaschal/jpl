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9.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0.xml" ContentType="application/vnd.openxmlformats-officedocument.presentationml.notesSlide+xml"/>
  <Override PartName="/ppt/charts/chart5.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handoutMasterIdLst>
    <p:handoutMasterId r:id="rId28"/>
  </p:handoutMasterIdLst>
  <p:sldIdLst>
    <p:sldId id="257" r:id="rId2"/>
    <p:sldId id="270" r:id="rId3"/>
    <p:sldId id="258" r:id="rId4"/>
    <p:sldId id="288" r:id="rId5"/>
    <p:sldId id="298" r:id="rId6"/>
    <p:sldId id="287" r:id="rId7"/>
    <p:sldId id="259" r:id="rId8"/>
    <p:sldId id="260" r:id="rId9"/>
    <p:sldId id="272" r:id="rId10"/>
    <p:sldId id="274" r:id="rId11"/>
    <p:sldId id="276" r:id="rId12"/>
    <p:sldId id="284" r:id="rId13"/>
    <p:sldId id="262" r:id="rId14"/>
    <p:sldId id="263" r:id="rId15"/>
    <p:sldId id="268" r:id="rId16"/>
    <p:sldId id="300" r:id="rId17"/>
    <p:sldId id="301" r:id="rId18"/>
    <p:sldId id="295" r:id="rId19"/>
    <p:sldId id="296" r:id="rId20"/>
    <p:sldId id="299" r:id="rId21"/>
    <p:sldId id="281" r:id="rId22"/>
    <p:sldId id="266" r:id="rId23"/>
    <p:sldId id="289" r:id="rId24"/>
    <p:sldId id="290" r:id="rId25"/>
    <p:sldId id="291"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3" autoAdjust="0"/>
    <p:restoredTop sz="94660"/>
  </p:normalViewPr>
  <p:slideViewPr>
    <p:cSldViewPr snapToGrid="0">
      <p:cViewPr varScale="1">
        <p:scale>
          <a:sx n="114" d="100"/>
          <a:sy n="114" d="100"/>
        </p:scale>
        <p:origin x="1395"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yler Paschal" userId="87597ff42605d192" providerId="LiveId" clId="{F3365FF3-03A3-4445-9327-AF52741AA37F}"/>
    <pc:docChg chg="modNotesMaster modHandout">
      <pc:chgData name="Tyler Paschal" userId="87597ff42605d192" providerId="LiveId" clId="{F3365FF3-03A3-4445-9327-AF52741AA37F}" dt="2018-02-07T16:44:55.581" v="1"/>
      <pc:docMkLst>
        <pc:docMk/>
      </pc:docMkLst>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wfirst-pipeline\IMPipeline\pyIMPipeline\models\thermal\PM50000_Temps_oc5l2_50000.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wfirst-pipeline\IMPipeline\pyIMPipeline\models\thermal\SM50000_TEMPSoc5l2_50000.xls"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wfirst-pipeline\IMPipeline\pyIMPipeline\models\thermal\N50000_VV_TEMPS_oc5l2_50000.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wfirst-pipeline\IMPipeline\pyIMPipeline\models\thermal\N50000_VV_TEMPS_oc5l2_50000.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1" Type="http://schemas.openxmlformats.org/officeDocument/2006/relationships/oleObject" Target="file:///C:\Users\Win8_ASL2\Desktop\WFIRST\Model%20Runtime%20Trade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PM</a:t>
            </a:r>
            <a:r>
              <a:rPr lang="en-US" baseline="0" dirty="0"/>
              <a:t> TEMPERATURE STABILITY 50,000 MONTE CARLO RAYS</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smoothMarker"/>
        <c:varyColors val="0"/>
        <c:ser>
          <c:idx val="0"/>
          <c:order val="0"/>
          <c:tx>
            <c:strRef>
              <c:f>PM50000_Temps_oc5l2_50000!$BBC$1</c:f>
              <c:strCache>
                <c:ptCount val="1"/>
                <c:pt idx="0">
                  <c:v>TELE_PM_INTERIOR.1</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PM50000_Temps_oc5l2_50000!$BBC$2:$BBC$536</c:f>
              <c:numCache>
                <c:formatCode>General</c:formatCode>
                <c:ptCount val="533"/>
                <c:pt idx="0">
                  <c:v>0</c:v>
                </c:pt>
                <c:pt idx="1">
                  <c:v>1.4100000000041746E-2</c:v>
                </c:pt>
                <c:pt idx="2">
                  <c:v>3.5500000000013188E-2</c:v>
                </c:pt>
                <c:pt idx="3">
                  <c:v>5.6000000000040018E-2</c:v>
                </c:pt>
                <c:pt idx="4">
                  <c:v>7.4300000000050659E-2</c:v>
                </c:pt>
                <c:pt idx="5">
                  <c:v>9.030000000001337E-2</c:v>
                </c:pt>
                <c:pt idx="6">
                  <c:v>0.10430000000002337</c:v>
                </c:pt>
                <c:pt idx="7">
                  <c:v>0.11650000000003047</c:v>
                </c:pt>
                <c:pt idx="8">
                  <c:v>0.12720000000001619</c:v>
                </c:pt>
                <c:pt idx="9">
                  <c:v>0.13680000000005066</c:v>
                </c:pt>
                <c:pt idx="10">
                  <c:v>0.14530000000002019</c:v>
                </c:pt>
                <c:pt idx="11">
                  <c:v>0.15300000000002001</c:v>
                </c:pt>
                <c:pt idx="12">
                  <c:v>0.15990000000005011</c:v>
                </c:pt>
                <c:pt idx="13">
                  <c:v>0.16620000000000346</c:v>
                </c:pt>
                <c:pt idx="14">
                  <c:v>0.17190000000005057</c:v>
                </c:pt>
                <c:pt idx="15">
                  <c:v>0.17710000000005266</c:v>
                </c:pt>
                <c:pt idx="16">
                  <c:v>0.18190000000004147</c:v>
                </c:pt>
                <c:pt idx="17">
                  <c:v>0.18620000000004211</c:v>
                </c:pt>
                <c:pt idx="18">
                  <c:v>0.19020000000000437</c:v>
                </c:pt>
                <c:pt idx="19">
                  <c:v>0.19390000000004193</c:v>
                </c:pt>
                <c:pt idx="20">
                  <c:v>0.19720000000000937</c:v>
                </c:pt>
                <c:pt idx="21">
                  <c:v>0.20020000000005211</c:v>
                </c:pt>
                <c:pt idx="22">
                  <c:v>0.20300000000003138</c:v>
                </c:pt>
                <c:pt idx="23">
                  <c:v>0.205600000000004</c:v>
                </c:pt>
                <c:pt idx="24">
                  <c:v>0.20790000000005193</c:v>
                </c:pt>
                <c:pt idx="25">
                  <c:v>0.21000000000003638</c:v>
                </c:pt>
                <c:pt idx="26">
                  <c:v>0.21210000000002083</c:v>
                </c:pt>
                <c:pt idx="27">
                  <c:v>0.21480000000002519</c:v>
                </c:pt>
                <c:pt idx="28">
                  <c:v>0.21800000000001774</c:v>
                </c:pt>
                <c:pt idx="29">
                  <c:v>0.22120000000001028</c:v>
                </c:pt>
                <c:pt idx="30">
                  <c:v>0.22410000000002128</c:v>
                </c:pt>
                <c:pt idx="31">
                  <c:v>0.22670000000005075</c:v>
                </c:pt>
                <c:pt idx="32">
                  <c:v>0.22910000000001673</c:v>
                </c:pt>
                <c:pt idx="33">
                  <c:v>0.23120000000000118</c:v>
                </c:pt>
                <c:pt idx="34">
                  <c:v>0.23310000000003583</c:v>
                </c:pt>
                <c:pt idx="35">
                  <c:v>0.23490000000003874</c:v>
                </c:pt>
                <c:pt idx="36">
                  <c:v>0.23650000000003502</c:v>
                </c:pt>
                <c:pt idx="37">
                  <c:v>0.23799999999999955</c:v>
                </c:pt>
                <c:pt idx="38">
                  <c:v>0.23930000000001428</c:v>
                </c:pt>
                <c:pt idx="39">
                  <c:v>0.24060000000002901</c:v>
                </c:pt>
                <c:pt idx="40">
                  <c:v>0.24170000000003711</c:v>
                </c:pt>
                <c:pt idx="41">
                  <c:v>0.2428000000000452</c:v>
                </c:pt>
                <c:pt idx="42">
                  <c:v>0.24380000000002156</c:v>
                </c:pt>
                <c:pt idx="43">
                  <c:v>0.24470000000002301</c:v>
                </c:pt>
                <c:pt idx="44">
                  <c:v>0.24550000000004957</c:v>
                </c:pt>
                <c:pt idx="45">
                  <c:v>0.24630000000001928</c:v>
                </c:pt>
                <c:pt idx="46">
                  <c:v>0.2470000000000141</c:v>
                </c:pt>
                <c:pt idx="47">
                  <c:v>0.24770000000000891</c:v>
                </c:pt>
                <c:pt idx="48">
                  <c:v>0.24830000000002883</c:v>
                </c:pt>
                <c:pt idx="49">
                  <c:v>0.24890000000004875</c:v>
                </c:pt>
                <c:pt idx="50">
                  <c:v>0.24940000000003693</c:v>
                </c:pt>
                <c:pt idx="51">
                  <c:v>0.2499000000000251</c:v>
                </c:pt>
                <c:pt idx="52">
                  <c:v>0.25040000000001328</c:v>
                </c:pt>
                <c:pt idx="53">
                  <c:v>0.25080000000002656</c:v>
                </c:pt>
                <c:pt idx="54">
                  <c:v>0.25120000000003984</c:v>
                </c:pt>
                <c:pt idx="55">
                  <c:v>0.25160000000005311</c:v>
                </c:pt>
                <c:pt idx="56">
                  <c:v>0.25190000000003465</c:v>
                </c:pt>
                <c:pt idx="57">
                  <c:v>0.25180000000000291</c:v>
                </c:pt>
                <c:pt idx="58">
                  <c:v>0.25110000000000809</c:v>
                </c:pt>
                <c:pt idx="59">
                  <c:v>0.25010000000003174</c:v>
                </c:pt>
                <c:pt idx="60">
                  <c:v>0.24920000000003029</c:v>
                </c:pt>
                <c:pt idx="61">
                  <c:v>0.24830000000002883</c:v>
                </c:pt>
                <c:pt idx="62">
                  <c:v>0.24760000000003402</c:v>
                </c:pt>
                <c:pt idx="63">
                  <c:v>0.2469000000000392</c:v>
                </c:pt>
                <c:pt idx="64">
                  <c:v>0.24640000000005102</c:v>
                </c:pt>
                <c:pt idx="65">
                  <c:v>0.245900000000006</c:v>
                </c:pt>
                <c:pt idx="66">
                  <c:v>0.24540000000001783</c:v>
                </c:pt>
                <c:pt idx="67">
                  <c:v>0.24500000000000455</c:v>
                </c:pt>
                <c:pt idx="68">
                  <c:v>0.24470000000002301</c:v>
                </c:pt>
                <c:pt idx="69">
                  <c:v>0.24440000000004147</c:v>
                </c:pt>
                <c:pt idx="70">
                  <c:v>0.24410000000000309</c:v>
                </c:pt>
                <c:pt idx="71">
                  <c:v>0.24380000000002156</c:v>
                </c:pt>
                <c:pt idx="72">
                  <c:v>0.24360000000001492</c:v>
                </c:pt>
                <c:pt idx="73">
                  <c:v>0.24330000000003338</c:v>
                </c:pt>
                <c:pt idx="74">
                  <c:v>0.24310000000002674</c:v>
                </c:pt>
                <c:pt idx="75">
                  <c:v>0.2429000000000201</c:v>
                </c:pt>
                <c:pt idx="76">
                  <c:v>0.2428000000000452</c:v>
                </c:pt>
                <c:pt idx="77">
                  <c:v>0.24260000000003856</c:v>
                </c:pt>
                <c:pt idx="78">
                  <c:v>0.24240000000003192</c:v>
                </c:pt>
                <c:pt idx="79">
                  <c:v>0.24230000000000018</c:v>
                </c:pt>
                <c:pt idx="80">
                  <c:v>0.24220000000002528</c:v>
                </c:pt>
                <c:pt idx="81">
                  <c:v>0.24210000000005039</c:v>
                </c:pt>
                <c:pt idx="82">
                  <c:v>0.24190000000004375</c:v>
                </c:pt>
                <c:pt idx="83">
                  <c:v>0.24180000000001201</c:v>
                </c:pt>
                <c:pt idx="84">
                  <c:v>0.24170000000003711</c:v>
                </c:pt>
                <c:pt idx="85">
                  <c:v>0.24170000000003711</c:v>
                </c:pt>
                <c:pt idx="86">
                  <c:v>0.24160000000000537</c:v>
                </c:pt>
                <c:pt idx="87">
                  <c:v>0.24150000000003047</c:v>
                </c:pt>
                <c:pt idx="88">
                  <c:v>0.24139999999999873</c:v>
                </c:pt>
                <c:pt idx="89">
                  <c:v>0.24139999999999873</c:v>
                </c:pt>
                <c:pt idx="90">
                  <c:v>0.24130000000002383</c:v>
                </c:pt>
                <c:pt idx="91">
                  <c:v>0.24130000000002383</c:v>
                </c:pt>
                <c:pt idx="92">
                  <c:v>0.24120000000004893</c:v>
                </c:pt>
                <c:pt idx="93">
                  <c:v>0.24120000000004893</c:v>
                </c:pt>
                <c:pt idx="94">
                  <c:v>0.24110000000001719</c:v>
                </c:pt>
                <c:pt idx="95">
                  <c:v>0.24110000000001719</c:v>
                </c:pt>
                <c:pt idx="96">
                  <c:v>0.24110000000001719</c:v>
                </c:pt>
                <c:pt idx="97">
                  <c:v>0.24100000000004229</c:v>
                </c:pt>
                <c:pt idx="98">
                  <c:v>0.24100000000004229</c:v>
                </c:pt>
                <c:pt idx="99">
                  <c:v>0.24100000000004229</c:v>
                </c:pt>
                <c:pt idx="100">
                  <c:v>0.24090000000001055</c:v>
                </c:pt>
                <c:pt idx="101">
                  <c:v>0.24090000000001055</c:v>
                </c:pt>
                <c:pt idx="102">
                  <c:v>0.24090000000001055</c:v>
                </c:pt>
                <c:pt idx="103">
                  <c:v>0.24090000000001055</c:v>
                </c:pt>
                <c:pt idx="104">
                  <c:v>0.24080000000003565</c:v>
                </c:pt>
                <c:pt idx="105">
                  <c:v>0.24080000000003565</c:v>
                </c:pt>
                <c:pt idx="106">
                  <c:v>0.24080000000003565</c:v>
                </c:pt>
                <c:pt idx="107">
                  <c:v>0.24080000000003565</c:v>
                </c:pt>
                <c:pt idx="108">
                  <c:v>0.24080000000003565</c:v>
                </c:pt>
                <c:pt idx="109">
                  <c:v>0.24090000000001055</c:v>
                </c:pt>
                <c:pt idx="110">
                  <c:v>0.24100000000004229</c:v>
                </c:pt>
                <c:pt idx="111">
                  <c:v>0.24110000000001719</c:v>
                </c:pt>
                <c:pt idx="112">
                  <c:v>0.24110000000001719</c:v>
                </c:pt>
                <c:pt idx="113">
                  <c:v>0.24120000000004893</c:v>
                </c:pt>
                <c:pt idx="114">
                  <c:v>0.24130000000002383</c:v>
                </c:pt>
                <c:pt idx="115">
                  <c:v>0.24130000000002383</c:v>
                </c:pt>
                <c:pt idx="116">
                  <c:v>0.24139999999999873</c:v>
                </c:pt>
                <c:pt idx="117">
                  <c:v>0.24139999999999873</c:v>
                </c:pt>
                <c:pt idx="118">
                  <c:v>0.24150000000003047</c:v>
                </c:pt>
                <c:pt idx="119">
                  <c:v>0.24150000000003047</c:v>
                </c:pt>
                <c:pt idx="120">
                  <c:v>0.24160000000000537</c:v>
                </c:pt>
                <c:pt idx="121">
                  <c:v>0.24160000000000537</c:v>
                </c:pt>
                <c:pt idx="122">
                  <c:v>0.24160000000000537</c:v>
                </c:pt>
                <c:pt idx="123">
                  <c:v>0.24170000000003711</c:v>
                </c:pt>
                <c:pt idx="124">
                  <c:v>0.24170000000003711</c:v>
                </c:pt>
                <c:pt idx="125">
                  <c:v>0.24170000000003711</c:v>
                </c:pt>
                <c:pt idx="126">
                  <c:v>0.24180000000001201</c:v>
                </c:pt>
                <c:pt idx="127">
                  <c:v>0.24180000000001201</c:v>
                </c:pt>
                <c:pt idx="128">
                  <c:v>0.24180000000001201</c:v>
                </c:pt>
                <c:pt idx="129">
                  <c:v>0.24190000000004375</c:v>
                </c:pt>
                <c:pt idx="130">
                  <c:v>0.24190000000004375</c:v>
                </c:pt>
                <c:pt idx="131">
                  <c:v>0.24190000000004375</c:v>
                </c:pt>
                <c:pt idx="132">
                  <c:v>0.24190000000004375</c:v>
                </c:pt>
                <c:pt idx="133">
                  <c:v>0.24200000000001864</c:v>
                </c:pt>
                <c:pt idx="134">
                  <c:v>0.24200000000001864</c:v>
                </c:pt>
                <c:pt idx="135">
                  <c:v>0.24200000000001864</c:v>
                </c:pt>
                <c:pt idx="136">
                  <c:v>0.24200000000001864</c:v>
                </c:pt>
                <c:pt idx="137">
                  <c:v>0.24200000000001864</c:v>
                </c:pt>
                <c:pt idx="138">
                  <c:v>0.24200000000001864</c:v>
                </c:pt>
                <c:pt idx="139">
                  <c:v>0.24210000000005039</c:v>
                </c:pt>
                <c:pt idx="140">
                  <c:v>0.24210000000005039</c:v>
                </c:pt>
                <c:pt idx="141">
                  <c:v>0.24210000000005039</c:v>
                </c:pt>
                <c:pt idx="142">
                  <c:v>0.24210000000005039</c:v>
                </c:pt>
                <c:pt idx="143">
                  <c:v>0.24210000000005039</c:v>
                </c:pt>
                <c:pt idx="144">
                  <c:v>0.24210000000005039</c:v>
                </c:pt>
                <c:pt idx="145">
                  <c:v>0.24210000000005039</c:v>
                </c:pt>
                <c:pt idx="146">
                  <c:v>0.24210000000005039</c:v>
                </c:pt>
                <c:pt idx="147">
                  <c:v>0.24220000000002528</c:v>
                </c:pt>
                <c:pt idx="148">
                  <c:v>0.24220000000002528</c:v>
                </c:pt>
                <c:pt idx="149">
                  <c:v>0.24220000000002528</c:v>
                </c:pt>
                <c:pt idx="150">
                  <c:v>0.24220000000002528</c:v>
                </c:pt>
                <c:pt idx="151">
                  <c:v>0.24220000000002528</c:v>
                </c:pt>
                <c:pt idx="152">
                  <c:v>0.24220000000002528</c:v>
                </c:pt>
                <c:pt idx="153">
                  <c:v>0.24220000000002528</c:v>
                </c:pt>
                <c:pt idx="154">
                  <c:v>0.24220000000002528</c:v>
                </c:pt>
                <c:pt idx="155">
                  <c:v>0.24220000000002528</c:v>
                </c:pt>
                <c:pt idx="156">
                  <c:v>0.24220000000002528</c:v>
                </c:pt>
                <c:pt idx="157">
                  <c:v>0.24220000000002528</c:v>
                </c:pt>
                <c:pt idx="158">
                  <c:v>0.24210000000005039</c:v>
                </c:pt>
                <c:pt idx="159">
                  <c:v>0.24160000000000537</c:v>
                </c:pt>
                <c:pt idx="160">
                  <c:v>0.24110000000001719</c:v>
                </c:pt>
                <c:pt idx="161">
                  <c:v>0.24060000000002901</c:v>
                </c:pt>
                <c:pt idx="162">
                  <c:v>0.24010000000004084</c:v>
                </c:pt>
                <c:pt idx="163">
                  <c:v>0.23970000000002756</c:v>
                </c:pt>
                <c:pt idx="164">
                  <c:v>0.23930000000001428</c:v>
                </c:pt>
                <c:pt idx="165">
                  <c:v>0.238900000000001</c:v>
                </c:pt>
                <c:pt idx="166">
                  <c:v>0.23860000000001946</c:v>
                </c:pt>
                <c:pt idx="167">
                  <c:v>0.23830000000003793</c:v>
                </c:pt>
                <c:pt idx="168">
                  <c:v>0.23799999999999955</c:v>
                </c:pt>
                <c:pt idx="169">
                  <c:v>0.23780000000004975</c:v>
                </c:pt>
                <c:pt idx="170">
                  <c:v>0.23750000000001137</c:v>
                </c:pt>
                <c:pt idx="171">
                  <c:v>0.23730000000000473</c:v>
                </c:pt>
                <c:pt idx="172">
                  <c:v>0.23709999999999809</c:v>
                </c:pt>
                <c:pt idx="173">
                  <c:v>0.23690000000004829</c:v>
                </c:pt>
                <c:pt idx="174">
                  <c:v>0.23670000000004165</c:v>
                </c:pt>
                <c:pt idx="175">
                  <c:v>0.23650000000003502</c:v>
                </c:pt>
                <c:pt idx="176">
                  <c:v>0.23630000000002838</c:v>
                </c:pt>
                <c:pt idx="177">
                  <c:v>0.23610000000002174</c:v>
                </c:pt>
                <c:pt idx="178">
                  <c:v>0.2359000000000151</c:v>
                </c:pt>
                <c:pt idx="179">
                  <c:v>0.2358000000000402</c:v>
                </c:pt>
                <c:pt idx="180">
                  <c:v>0.23560000000003356</c:v>
                </c:pt>
                <c:pt idx="181">
                  <c:v>0.23550000000000182</c:v>
                </c:pt>
                <c:pt idx="182">
                  <c:v>0.23540000000002692</c:v>
                </c:pt>
                <c:pt idx="183">
                  <c:v>0.23550000000000182</c:v>
                </c:pt>
                <c:pt idx="184">
                  <c:v>0.23640000000000327</c:v>
                </c:pt>
                <c:pt idx="185">
                  <c:v>0.23790000000002465</c:v>
                </c:pt>
                <c:pt idx="186">
                  <c:v>0.23950000000002092</c:v>
                </c:pt>
                <c:pt idx="187">
                  <c:v>0.24090000000001055</c:v>
                </c:pt>
                <c:pt idx="188">
                  <c:v>0.24210000000005039</c:v>
                </c:pt>
                <c:pt idx="189">
                  <c:v>0.24320000000000164</c:v>
                </c:pt>
                <c:pt idx="190">
                  <c:v>0.24420000000003483</c:v>
                </c:pt>
                <c:pt idx="191">
                  <c:v>0.24510000000003629</c:v>
                </c:pt>
                <c:pt idx="192">
                  <c:v>0.2458000000000311</c:v>
                </c:pt>
                <c:pt idx="193">
                  <c:v>0.24660000000000082</c:v>
                </c:pt>
                <c:pt idx="194">
                  <c:v>0.24720000000002074</c:v>
                </c:pt>
                <c:pt idx="195">
                  <c:v>0.24780000000004065</c:v>
                </c:pt>
                <c:pt idx="196">
                  <c:v>0.24840000000000373</c:v>
                </c:pt>
                <c:pt idx="197">
                  <c:v>0.24890000000004875</c:v>
                </c:pt>
                <c:pt idx="198">
                  <c:v>0.24940000000003693</c:v>
                </c:pt>
                <c:pt idx="199">
                  <c:v>0.2499000000000251</c:v>
                </c:pt>
                <c:pt idx="200">
                  <c:v>0.25030000000003838</c:v>
                </c:pt>
                <c:pt idx="201">
                  <c:v>0.25070000000005166</c:v>
                </c:pt>
                <c:pt idx="202">
                  <c:v>0.25110000000000809</c:v>
                </c:pt>
                <c:pt idx="203">
                  <c:v>0.25140000000004648</c:v>
                </c:pt>
                <c:pt idx="204">
                  <c:v>0.25170000000002801</c:v>
                </c:pt>
                <c:pt idx="205">
                  <c:v>0.25200000000000955</c:v>
                </c:pt>
                <c:pt idx="206">
                  <c:v>0.25230000000004793</c:v>
                </c:pt>
                <c:pt idx="207">
                  <c:v>0.25260000000002947</c:v>
                </c:pt>
                <c:pt idx="208">
                  <c:v>0.25280000000003611</c:v>
                </c:pt>
                <c:pt idx="209">
                  <c:v>0.25300000000004275</c:v>
                </c:pt>
                <c:pt idx="210">
                  <c:v>0.25330000000002428</c:v>
                </c:pt>
                <c:pt idx="211">
                  <c:v>0.25350000000003092</c:v>
                </c:pt>
                <c:pt idx="212">
                  <c:v>0.25370000000003756</c:v>
                </c:pt>
                <c:pt idx="213">
                  <c:v>0.25380000000001246</c:v>
                </c:pt>
                <c:pt idx="214">
                  <c:v>0.25350000000003092</c:v>
                </c:pt>
                <c:pt idx="215">
                  <c:v>0.25260000000002947</c:v>
                </c:pt>
                <c:pt idx="216">
                  <c:v>0.25150000000002137</c:v>
                </c:pt>
                <c:pt idx="217">
                  <c:v>0.25040000000001328</c:v>
                </c:pt>
                <c:pt idx="218">
                  <c:v>0.24950000000001182</c:v>
                </c:pt>
                <c:pt idx="219">
                  <c:v>0.24860000000001037</c:v>
                </c:pt>
                <c:pt idx="220">
                  <c:v>0.24790000000001555</c:v>
                </c:pt>
                <c:pt idx="221">
                  <c:v>0.24730000000005248</c:v>
                </c:pt>
                <c:pt idx="222">
                  <c:v>0.24670000000003256</c:v>
                </c:pt>
                <c:pt idx="223">
                  <c:v>0.24620000000004438</c:v>
                </c:pt>
                <c:pt idx="224">
                  <c:v>0.2458000000000311</c:v>
                </c:pt>
                <c:pt idx="225">
                  <c:v>0.24540000000001783</c:v>
                </c:pt>
                <c:pt idx="226">
                  <c:v>0.24500000000000455</c:v>
                </c:pt>
                <c:pt idx="227">
                  <c:v>0.24470000000002301</c:v>
                </c:pt>
                <c:pt idx="228">
                  <c:v>0.24440000000004147</c:v>
                </c:pt>
                <c:pt idx="229">
                  <c:v>0.24410000000000309</c:v>
                </c:pt>
                <c:pt idx="230">
                  <c:v>0.24380000000002156</c:v>
                </c:pt>
                <c:pt idx="231">
                  <c:v>0.24360000000001492</c:v>
                </c:pt>
                <c:pt idx="232">
                  <c:v>0.24330000000003338</c:v>
                </c:pt>
                <c:pt idx="233">
                  <c:v>0.24310000000002674</c:v>
                </c:pt>
                <c:pt idx="234">
                  <c:v>0.2429000000000201</c:v>
                </c:pt>
                <c:pt idx="235">
                  <c:v>0.2428000000000452</c:v>
                </c:pt>
                <c:pt idx="236">
                  <c:v>0.24260000000003856</c:v>
                </c:pt>
                <c:pt idx="237">
                  <c:v>0.24240000000003192</c:v>
                </c:pt>
                <c:pt idx="238">
                  <c:v>0.24230000000000018</c:v>
                </c:pt>
                <c:pt idx="239">
                  <c:v>0.24220000000002528</c:v>
                </c:pt>
                <c:pt idx="240">
                  <c:v>0.24210000000005039</c:v>
                </c:pt>
                <c:pt idx="241">
                  <c:v>0.24200000000001864</c:v>
                </c:pt>
                <c:pt idx="242">
                  <c:v>0.24190000000004375</c:v>
                </c:pt>
                <c:pt idx="243">
                  <c:v>0.24180000000001201</c:v>
                </c:pt>
                <c:pt idx="244">
                  <c:v>0.24170000000003711</c:v>
                </c:pt>
                <c:pt idx="245">
                  <c:v>0.24160000000000537</c:v>
                </c:pt>
                <c:pt idx="246">
                  <c:v>0.24150000000003047</c:v>
                </c:pt>
                <c:pt idx="247">
                  <c:v>0.24150000000003047</c:v>
                </c:pt>
                <c:pt idx="248">
                  <c:v>0.24139999999999873</c:v>
                </c:pt>
                <c:pt idx="249">
                  <c:v>0.24130000000002383</c:v>
                </c:pt>
                <c:pt idx="250">
                  <c:v>0.24130000000002383</c:v>
                </c:pt>
                <c:pt idx="251">
                  <c:v>0.24120000000004893</c:v>
                </c:pt>
                <c:pt idx="252">
                  <c:v>0.24120000000004893</c:v>
                </c:pt>
                <c:pt idx="253">
                  <c:v>0.24110000000001719</c:v>
                </c:pt>
                <c:pt idx="254">
                  <c:v>0.24110000000001719</c:v>
                </c:pt>
                <c:pt idx="255">
                  <c:v>0.24110000000001719</c:v>
                </c:pt>
                <c:pt idx="256">
                  <c:v>0.24100000000004229</c:v>
                </c:pt>
                <c:pt idx="257">
                  <c:v>0.24100000000004229</c:v>
                </c:pt>
                <c:pt idx="258">
                  <c:v>0.24100000000004229</c:v>
                </c:pt>
                <c:pt idx="259">
                  <c:v>0.24090000000001055</c:v>
                </c:pt>
                <c:pt idx="260">
                  <c:v>0.24090000000001055</c:v>
                </c:pt>
                <c:pt idx="261">
                  <c:v>0.24090000000001055</c:v>
                </c:pt>
                <c:pt idx="262">
                  <c:v>0.24090000000001055</c:v>
                </c:pt>
                <c:pt idx="263">
                  <c:v>0.24080000000003565</c:v>
                </c:pt>
                <c:pt idx="264">
                  <c:v>0.24080000000003565</c:v>
                </c:pt>
                <c:pt idx="265">
                  <c:v>0.24090000000001055</c:v>
                </c:pt>
                <c:pt idx="266">
                  <c:v>0.24100000000004229</c:v>
                </c:pt>
                <c:pt idx="267">
                  <c:v>0.24110000000001719</c:v>
                </c:pt>
                <c:pt idx="268">
                  <c:v>0.24110000000001719</c:v>
                </c:pt>
                <c:pt idx="269">
                  <c:v>0.24120000000004893</c:v>
                </c:pt>
                <c:pt idx="270">
                  <c:v>0.24130000000002383</c:v>
                </c:pt>
                <c:pt idx="271">
                  <c:v>0.24130000000002383</c:v>
                </c:pt>
                <c:pt idx="272">
                  <c:v>0.24139999999999873</c:v>
                </c:pt>
                <c:pt idx="273">
                  <c:v>0.24139999999999873</c:v>
                </c:pt>
                <c:pt idx="274">
                  <c:v>0.24150000000003047</c:v>
                </c:pt>
                <c:pt idx="275">
                  <c:v>0.24150000000003047</c:v>
                </c:pt>
                <c:pt idx="276">
                  <c:v>0.24150000000003047</c:v>
                </c:pt>
                <c:pt idx="277">
                  <c:v>0.24160000000000537</c:v>
                </c:pt>
                <c:pt idx="278">
                  <c:v>0.24160000000000537</c:v>
                </c:pt>
                <c:pt idx="279">
                  <c:v>0.24170000000003711</c:v>
                </c:pt>
                <c:pt idx="280">
                  <c:v>0.24170000000003711</c:v>
                </c:pt>
                <c:pt idx="281">
                  <c:v>0.24170000000003711</c:v>
                </c:pt>
                <c:pt idx="282">
                  <c:v>0.24180000000001201</c:v>
                </c:pt>
                <c:pt idx="283">
                  <c:v>0.24180000000001201</c:v>
                </c:pt>
                <c:pt idx="284">
                  <c:v>0.24180000000001201</c:v>
                </c:pt>
                <c:pt idx="285">
                  <c:v>0.24190000000004375</c:v>
                </c:pt>
                <c:pt idx="286">
                  <c:v>0.24190000000004375</c:v>
                </c:pt>
                <c:pt idx="287">
                  <c:v>0.24190000000004375</c:v>
                </c:pt>
                <c:pt idx="288">
                  <c:v>0.24190000000004375</c:v>
                </c:pt>
                <c:pt idx="289">
                  <c:v>0.24200000000001864</c:v>
                </c:pt>
                <c:pt idx="290">
                  <c:v>0.24200000000001864</c:v>
                </c:pt>
                <c:pt idx="291">
                  <c:v>0.24200000000001864</c:v>
                </c:pt>
                <c:pt idx="292">
                  <c:v>0.24200000000001864</c:v>
                </c:pt>
                <c:pt idx="293">
                  <c:v>0.24200000000001864</c:v>
                </c:pt>
                <c:pt idx="294">
                  <c:v>0.24200000000001864</c:v>
                </c:pt>
                <c:pt idx="295">
                  <c:v>0.24210000000005039</c:v>
                </c:pt>
                <c:pt idx="296">
                  <c:v>0.24210000000005039</c:v>
                </c:pt>
                <c:pt idx="297">
                  <c:v>0.24210000000005039</c:v>
                </c:pt>
                <c:pt idx="298">
                  <c:v>0.24210000000005039</c:v>
                </c:pt>
                <c:pt idx="299">
                  <c:v>0.24210000000005039</c:v>
                </c:pt>
                <c:pt idx="300">
                  <c:v>0.24210000000005039</c:v>
                </c:pt>
                <c:pt idx="301">
                  <c:v>0.24210000000005039</c:v>
                </c:pt>
                <c:pt idx="302">
                  <c:v>0.24210000000005039</c:v>
                </c:pt>
                <c:pt idx="303">
                  <c:v>0.24220000000002528</c:v>
                </c:pt>
                <c:pt idx="304">
                  <c:v>0.24220000000002528</c:v>
                </c:pt>
                <c:pt idx="305">
                  <c:v>0.24220000000002528</c:v>
                </c:pt>
                <c:pt idx="306">
                  <c:v>0.24220000000002528</c:v>
                </c:pt>
                <c:pt idx="307">
                  <c:v>0.24220000000002528</c:v>
                </c:pt>
                <c:pt idx="308">
                  <c:v>0.24220000000002528</c:v>
                </c:pt>
                <c:pt idx="309">
                  <c:v>0.24220000000002528</c:v>
                </c:pt>
                <c:pt idx="310">
                  <c:v>0.24220000000002528</c:v>
                </c:pt>
                <c:pt idx="311">
                  <c:v>0.24220000000002528</c:v>
                </c:pt>
                <c:pt idx="312">
                  <c:v>0.24220000000002528</c:v>
                </c:pt>
                <c:pt idx="313">
                  <c:v>0.24220000000002528</c:v>
                </c:pt>
                <c:pt idx="314">
                  <c:v>0.24220000000002528</c:v>
                </c:pt>
                <c:pt idx="315">
                  <c:v>0.24200000000001864</c:v>
                </c:pt>
                <c:pt idx="316">
                  <c:v>0.24160000000000537</c:v>
                </c:pt>
                <c:pt idx="317">
                  <c:v>0.24110000000001719</c:v>
                </c:pt>
                <c:pt idx="318">
                  <c:v>0.24049999999999727</c:v>
                </c:pt>
                <c:pt idx="319">
                  <c:v>0.24010000000004084</c:v>
                </c:pt>
                <c:pt idx="320">
                  <c:v>0.23960000000005266</c:v>
                </c:pt>
                <c:pt idx="321">
                  <c:v>0.23930000000001428</c:v>
                </c:pt>
                <c:pt idx="322">
                  <c:v>0.238900000000001</c:v>
                </c:pt>
                <c:pt idx="323">
                  <c:v>0.23860000000001946</c:v>
                </c:pt>
                <c:pt idx="324">
                  <c:v>0.23830000000003793</c:v>
                </c:pt>
                <c:pt idx="325">
                  <c:v>0.23799999999999955</c:v>
                </c:pt>
                <c:pt idx="326">
                  <c:v>0.23770000000001801</c:v>
                </c:pt>
                <c:pt idx="327">
                  <c:v>0.23750000000001137</c:v>
                </c:pt>
                <c:pt idx="328">
                  <c:v>0.23730000000000473</c:v>
                </c:pt>
                <c:pt idx="329">
                  <c:v>0.23700000000002319</c:v>
                </c:pt>
                <c:pt idx="330">
                  <c:v>0.23680000000001655</c:v>
                </c:pt>
                <c:pt idx="331">
                  <c:v>0.23660000000000991</c:v>
                </c:pt>
                <c:pt idx="332">
                  <c:v>0.23640000000000327</c:v>
                </c:pt>
                <c:pt idx="333">
                  <c:v>0.23630000000002838</c:v>
                </c:pt>
                <c:pt idx="334">
                  <c:v>0.23610000000002174</c:v>
                </c:pt>
                <c:pt idx="335">
                  <c:v>0.2359000000000151</c:v>
                </c:pt>
                <c:pt idx="336">
                  <c:v>0.2358000000000402</c:v>
                </c:pt>
                <c:pt idx="337">
                  <c:v>0.23560000000003356</c:v>
                </c:pt>
                <c:pt idx="338">
                  <c:v>0.23550000000000182</c:v>
                </c:pt>
                <c:pt idx="339">
                  <c:v>0.23540000000002692</c:v>
                </c:pt>
                <c:pt idx="340">
                  <c:v>0.23550000000000182</c:v>
                </c:pt>
                <c:pt idx="341">
                  <c:v>0.23660000000000991</c:v>
                </c:pt>
                <c:pt idx="342">
                  <c:v>0.23810000000003129</c:v>
                </c:pt>
                <c:pt idx="343">
                  <c:v>0.23960000000005266</c:v>
                </c:pt>
                <c:pt idx="344">
                  <c:v>0.24100000000004229</c:v>
                </c:pt>
                <c:pt idx="345">
                  <c:v>0.24230000000000018</c:v>
                </c:pt>
                <c:pt idx="346">
                  <c:v>0.24340000000000828</c:v>
                </c:pt>
                <c:pt idx="347">
                  <c:v>0.24430000000000973</c:v>
                </c:pt>
                <c:pt idx="348">
                  <c:v>0.24520000000001119</c:v>
                </c:pt>
                <c:pt idx="349">
                  <c:v>0.245900000000006</c:v>
                </c:pt>
                <c:pt idx="350">
                  <c:v>0.24670000000003256</c:v>
                </c:pt>
                <c:pt idx="351">
                  <c:v>0.24730000000005248</c:v>
                </c:pt>
                <c:pt idx="352">
                  <c:v>0.24790000000001555</c:v>
                </c:pt>
                <c:pt idx="353">
                  <c:v>0.24850000000003547</c:v>
                </c:pt>
                <c:pt idx="354">
                  <c:v>0.24900000000002365</c:v>
                </c:pt>
                <c:pt idx="355">
                  <c:v>0.24950000000001182</c:v>
                </c:pt>
                <c:pt idx="356">
                  <c:v>0.2499000000000251</c:v>
                </c:pt>
                <c:pt idx="357">
                  <c:v>0.25030000000003838</c:v>
                </c:pt>
                <c:pt idx="358">
                  <c:v>0.25070000000005166</c:v>
                </c:pt>
                <c:pt idx="359">
                  <c:v>0.25110000000000809</c:v>
                </c:pt>
                <c:pt idx="360">
                  <c:v>0.25140000000004648</c:v>
                </c:pt>
                <c:pt idx="361">
                  <c:v>0.25140000000004648</c:v>
                </c:pt>
                <c:pt idx="362">
                  <c:v>0.25180000000000291</c:v>
                </c:pt>
                <c:pt idx="363">
                  <c:v>0.25210000000004129</c:v>
                </c:pt>
                <c:pt idx="364">
                  <c:v>0.25230000000004793</c:v>
                </c:pt>
                <c:pt idx="365">
                  <c:v>0.25260000000002947</c:v>
                </c:pt>
                <c:pt idx="366">
                  <c:v>0.252900000000011</c:v>
                </c:pt>
                <c:pt idx="367">
                  <c:v>0.25310000000001764</c:v>
                </c:pt>
                <c:pt idx="368">
                  <c:v>0.25330000000002428</c:v>
                </c:pt>
                <c:pt idx="369">
                  <c:v>0.25350000000003092</c:v>
                </c:pt>
                <c:pt idx="370">
                  <c:v>0.25370000000003756</c:v>
                </c:pt>
                <c:pt idx="371">
                  <c:v>0.25380000000001246</c:v>
                </c:pt>
                <c:pt idx="372">
                  <c:v>0.25339999999999918</c:v>
                </c:pt>
                <c:pt idx="373">
                  <c:v>0.25240000000002283</c:v>
                </c:pt>
                <c:pt idx="374">
                  <c:v>0.25130000000001473</c:v>
                </c:pt>
                <c:pt idx="375">
                  <c:v>0.25030000000003838</c:v>
                </c:pt>
                <c:pt idx="376">
                  <c:v>0.24930000000000518</c:v>
                </c:pt>
                <c:pt idx="377">
                  <c:v>0.24850000000003547</c:v>
                </c:pt>
                <c:pt idx="378">
                  <c:v>0.24780000000004065</c:v>
                </c:pt>
                <c:pt idx="379">
                  <c:v>0.24720000000002074</c:v>
                </c:pt>
                <c:pt idx="380">
                  <c:v>0.24660000000000082</c:v>
                </c:pt>
                <c:pt idx="381">
                  <c:v>0.24620000000004438</c:v>
                </c:pt>
                <c:pt idx="382">
                  <c:v>0.24569999999999936</c:v>
                </c:pt>
                <c:pt idx="383">
                  <c:v>0.24530000000004293</c:v>
                </c:pt>
                <c:pt idx="384">
                  <c:v>0.24500000000000455</c:v>
                </c:pt>
                <c:pt idx="385">
                  <c:v>0.24460000000004811</c:v>
                </c:pt>
                <c:pt idx="386">
                  <c:v>0.24430000000000973</c:v>
                </c:pt>
                <c:pt idx="387">
                  <c:v>0.24400000000002819</c:v>
                </c:pt>
                <c:pt idx="388">
                  <c:v>0.24380000000002156</c:v>
                </c:pt>
                <c:pt idx="389">
                  <c:v>0.24350000000004002</c:v>
                </c:pt>
                <c:pt idx="390">
                  <c:v>0.24330000000003338</c:v>
                </c:pt>
                <c:pt idx="391">
                  <c:v>0.24310000000002674</c:v>
                </c:pt>
                <c:pt idx="392">
                  <c:v>0.2429000000000201</c:v>
                </c:pt>
                <c:pt idx="393">
                  <c:v>0.24270000000001346</c:v>
                </c:pt>
                <c:pt idx="394">
                  <c:v>0.24260000000003856</c:v>
                </c:pt>
                <c:pt idx="395">
                  <c:v>0.24240000000003192</c:v>
                </c:pt>
                <c:pt idx="396">
                  <c:v>0.24230000000000018</c:v>
                </c:pt>
                <c:pt idx="397">
                  <c:v>0.24220000000002528</c:v>
                </c:pt>
                <c:pt idx="398">
                  <c:v>0.24200000000001864</c:v>
                </c:pt>
                <c:pt idx="399">
                  <c:v>0.24190000000004375</c:v>
                </c:pt>
                <c:pt idx="400">
                  <c:v>0.24180000000001201</c:v>
                </c:pt>
                <c:pt idx="401">
                  <c:v>0.24170000000003711</c:v>
                </c:pt>
                <c:pt idx="402">
                  <c:v>0.24170000000003711</c:v>
                </c:pt>
                <c:pt idx="403">
                  <c:v>0.24160000000000537</c:v>
                </c:pt>
                <c:pt idx="404">
                  <c:v>0.24150000000003047</c:v>
                </c:pt>
                <c:pt idx="405">
                  <c:v>0.24139999999999873</c:v>
                </c:pt>
                <c:pt idx="406">
                  <c:v>0.24139999999999873</c:v>
                </c:pt>
                <c:pt idx="407">
                  <c:v>0.24130000000002383</c:v>
                </c:pt>
                <c:pt idx="408">
                  <c:v>0.24130000000002383</c:v>
                </c:pt>
                <c:pt idx="409">
                  <c:v>0.24120000000004893</c:v>
                </c:pt>
                <c:pt idx="410">
                  <c:v>0.24120000000004893</c:v>
                </c:pt>
                <c:pt idx="411">
                  <c:v>0.24110000000001719</c:v>
                </c:pt>
                <c:pt idx="412">
                  <c:v>0.24110000000001719</c:v>
                </c:pt>
                <c:pt idx="413">
                  <c:v>0.24110000000001719</c:v>
                </c:pt>
                <c:pt idx="414">
                  <c:v>0.24100000000004229</c:v>
                </c:pt>
                <c:pt idx="415">
                  <c:v>0.24100000000004229</c:v>
                </c:pt>
                <c:pt idx="416">
                  <c:v>0.24100000000004229</c:v>
                </c:pt>
                <c:pt idx="417">
                  <c:v>0.24090000000001055</c:v>
                </c:pt>
                <c:pt idx="418">
                  <c:v>0.24090000000001055</c:v>
                </c:pt>
                <c:pt idx="419">
                  <c:v>0.24090000000001055</c:v>
                </c:pt>
                <c:pt idx="420">
                  <c:v>0.24090000000001055</c:v>
                </c:pt>
                <c:pt idx="421">
                  <c:v>0.24080000000003565</c:v>
                </c:pt>
                <c:pt idx="422">
                  <c:v>0.24080000000003565</c:v>
                </c:pt>
                <c:pt idx="423">
                  <c:v>0.24090000000001055</c:v>
                </c:pt>
                <c:pt idx="424">
                  <c:v>0.24100000000004229</c:v>
                </c:pt>
                <c:pt idx="425">
                  <c:v>0.24110000000001719</c:v>
                </c:pt>
                <c:pt idx="426">
                  <c:v>0.24110000000001719</c:v>
                </c:pt>
                <c:pt idx="427">
                  <c:v>0.24120000000004893</c:v>
                </c:pt>
                <c:pt idx="428">
                  <c:v>0.24130000000002383</c:v>
                </c:pt>
                <c:pt idx="429">
                  <c:v>0.24130000000002383</c:v>
                </c:pt>
                <c:pt idx="430">
                  <c:v>0.24139999999999873</c:v>
                </c:pt>
                <c:pt idx="431">
                  <c:v>0.24139999999999873</c:v>
                </c:pt>
                <c:pt idx="432">
                  <c:v>0.24150000000003047</c:v>
                </c:pt>
                <c:pt idx="433">
                  <c:v>0.24150000000003047</c:v>
                </c:pt>
                <c:pt idx="434">
                  <c:v>0.24160000000000537</c:v>
                </c:pt>
                <c:pt idx="435">
                  <c:v>0.24160000000000537</c:v>
                </c:pt>
                <c:pt idx="436">
                  <c:v>0.24160000000000537</c:v>
                </c:pt>
                <c:pt idx="437">
                  <c:v>0.24170000000003711</c:v>
                </c:pt>
                <c:pt idx="438">
                  <c:v>0.24170000000003711</c:v>
                </c:pt>
                <c:pt idx="439">
                  <c:v>0.24170000000003711</c:v>
                </c:pt>
                <c:pt idx="440">
                  <c:v>0.24180000000001201</c:v>
                </c:pt>
                <c:pt idx="441">
                  <c:v>0.24180000000001201</c:v>
                </c:pt>
                <c:pt idx="442">
                  <c:v>0.24180000000001201</c:v>
                </c:pt>
                <c:pt idx="443">
                  <c:v>0.24190000000004375</c:v>
                </c:pt>
                <c:pt idx="444">
                  <c:v>0.24190000000004375</c:v>
                </c:pt>
                <c:pt idx="445">
                  <c:v>0.24190000000004375</c:v>
                </c:pt>
                <c:pt idx="446">
                  <c:v>0.24190000000004375</c:v>
                </c:pt>
                <c:pt idx="447">
                  <c:v>0.24200000000001864</c:v>
                </c:pt>
                <c:pt idx="448">
                  <c:v>0.24200000000001864</c:v>
                </c:pt>
                <c:pt idx="449">
                  <c:v>0.24200000000001864</c:v>
                </c:pt>
                <c:pt idx="450">
                  <c:v>0.24200000000001864</c:v>
                </c:pt>
                <c:pt idx="451">
                  <c:v>0.24200000000001864</c:v>
                </c:pt>
                <c:pt idx="452">
                  <c:v>0.24200000000001864</c:v>
                </c:pt>
                <c:pt idx="453">
                  <c:v>0.24200000000001864</c:v>
                </c:pt>
                <c:pt idx="454">
                  <c:v>0.24210000000005039</c:v>
                </c:pt>
                <c:pt idx="455">
                  <c:v>0.24210000000005039</c:v>
                </c:pt>
                <c:pt idx="456">
                  <c:v>0.24210000000005039</c:v>
                </c:pt>
                <c:pt idx="457">
                  <c:v>0.24210000000005039</c:v>
                </c:pt>
                <c:pt idx="458">
                  <c:v>0.24210000000005039</c:v>
                </c:pt>
                <c:pt idx="459">
                  <c:v>0.24210000000005039</c:v>
                </c:pt>
                <c:pt idx="460">
                  <c:v>0.24210000000005039</c:v>
                </c:pt>
                <c:pt idx="461">
                  <c:v>0.24220000000002528</c:v>
                </c:pt>
                <c:pt idx="462">
                  <c:v>0.24220000000002528</c:v>
                </c:pt>
                <c:pt idx="463">
                  <c:v>0.24220000000002528</c:v>
                </c:pt>
                <c:pt idx="464">
                  <c:v>0.24220000000002528</c:v>
                </c:pt>
                <c:pt idx="465">
                  <c:v>0.24220000000002528</c:v>
                </c:pt>
                <c:pt idx="466">
                  <c:v>0.24220000000002528</c:v>
                </c:pt>
                <c:pt idx="467">
                  <c:v>0.24220000000002528</c:v>
                </c:pt>
                <c:pt idx="468">
                  <c:v>0.24220000000002528</c:v>
                </c:pt>
                <c:pt idx="469">
                  <c:v>0.24220000000002528</c:v>
                </c:pt>
                <c:pt idx="470">
                  <c:v>0.24220000000002528</c:v>
                </c:pt>
                <c:pt idx="471">
                  <c:v>0.24220000000002528</c:v>
                </c:pt>
                <c:pt idx="472">
                  <c:v>0.24220000000002528</c:v>
                </c:pt>
                <c:pt idx="473">
                  <c:v>0.24220000000002528</c:v>
                </c:pt>
                <c:pt idx="474">
                  <c:v>0.24200000000001864</c:v>
                </c:pt>
                <c:pt idx="475">
                  <c:v>0.24150000000003047</c:v>
                </c:pt>
                <c:pt idx="476">
                  <c:v>0.24100000000004229</c:v>
                </c:pt>
                <c:pt idx="477">
                  <c:v>0.24049999999999727</c:v>
                </c:pt>
                <c:pt idx="478">
                  <c:v>0.24000000000000909</c:v>
                </c:pt>
                <c:pt idx="479">
                  <c:v>0.23960000000005266</c:v>
                </c:pt>
                <c:pt idx="480">
                  <c:v>0.23920000000003938</c:v>
                </c:pt>
                <c:pt idx="481">
                  <c:v>0.238900000000001</c:v>
                </c:pt>
                <c:pt idx="482">
                  <c:v>0.23850000000004457</c:v>
                </c:pt>
                <c:pt idx="483">
                  <c:v>0.23820000000000618</c:v>
                </c:pt>
                <c:pt idx="484">
                  <c:v>0.23799999999999955</c:v>
                </c:pt>
                <c:pt idx="485">
                  <c:v>0.23770000000001801</c:v>
                </c:pt>
                <c:pt idx="486">
                  <c:v>0.23750000000001137</c:v>
                </c:pt>
                <c:pt idx="487">
                  <c:v>0.23720000000002983</c:v>
                </c:pt>
                <c:pt idx="488">
                  <c:v>0.23700000000002319</c:v>
                </c:pt>
                <c:pt idx="489">
                  <c:v>0.23680000000001655</c:v>
                </c:pt>
                <c:pt idx="490">
                  <c:v>0.23660000000000991</c:v>
                </c:pt>
                <c:pt idx="491">
                  <c:v>0.23640000000000327</c:v>
                </c:pt>
                <c:pt idx="492">
                  <c:v>0.23619999999999663</c:v>
                </c:pt>
                <c:pt idx="493">
                  <c:v>0.23610000000002174</c:v>
                </c:pt>
                <c:pt idx="494">
                  <c:v>0.2359000000000151</c:v>
                </c:pt>
                <c:pt idx="495">
                  <c:v>0.2358000000000402</c:v>
                </c:pt>
                <c:pt idx="496">
                  <c:v>0.23560000000003356</c:v>
                </c:pt>
                <c:pt idx="497">
                  <c:v>0.23550000000000182</c:v>
                </c:pt>
                <c:pt idx="498">
                  <c:v>0.23540000000002692</c:v>
                </c:pt>
                <c:pt idx="499">
                  <c:v>0.23570000000000846</c:v>
                </c:pt>
                <c:pt idx="500">
                  <c:v>0.23690000000004829</c:v>
                </c:pt>
                <c:pt idx="501">
                  <c:v>0.23840000000001282</c:v>
                </c:pt>
                <c:pt idx="502">
                  <c:v>0.2399000000000342</c:v>
                </c:pt>
                <c:pt idx="503">
                  <c:v>0.24130000000002383</c:v>
                </c:pt>
                <c:pt idx="504">
                  <c:v>0.24250000000000682</c:v>
                </c:pt>
                <c:pt idx="505">
                  <c:v>0.24350000000004002</c:v>
                </c:pt>
                <c:pt idx="506">
                  <c:v>0.24450000000001637</c:v>
                </c:pt>
                <c:pt idx="507">
                  <c:v>0.24530000000004293</c:v>
                </c:pt>
                <c:pt idx="508">
                  <c:v>0.24610000000001264</c:v>
                </c:pt>
                <c:pt idx="509">
                  <c:v>0.24680000000000746</c:v>
                </c:pt>
                <c:pt idx="510">
                  <c:v>0.24740000000002738</c:v>
                </c:pt>
                <c:pt idx="511">
                  <c:v>0.24800000000004729</c:v>
                </c:pt>
                <c:pt idx="512">
                  <c:v>0.24860000000001037</c:v>
                </c:pt>
                <c:pt idx="513">
                  <c:v>0.24909999999999854</c:v>
                </c:pt>
                <c:pt idx="514">
                  <c:v>0.24950000000001182</c:v>
                </c:pt>
                <c:pt idx="515">
                  <c:v>0.25</c:v>
                </c:pt>
                <c:pt idx="516">
                  <c:v>0.25040000000001328</c:v>
                </c:pt>
                <c:pt idx="517">
                  <c:v>0.25080000000002656</c:v>
                </c:pt>
                <c:pt idx="518">
                  <c:v>0.25120000000003984</c:v>
                </c:pt>
                <c:pt idx="519">
                  <c:v>0.25150000000002137</c:v>
                </c:pt>
                <c:pt idx="520">
                  <c:v>0.25180000000000291</c:v>
                </c:pt>
                <c:pt idx="521">
                  <c:v>0.25210000000004129</c:v>
                </c:pt>
                <c:pt idx="522">
                  <c:v>0.25240000000002283</c:v>
                </c:pt>
                <c:pt idx="523">
                  <c:v>0.25270000000000437</c:v>
                </c:pt>
                <c:pt idx="524">
                  <c:v>0.252900000000011</c:v>
                </c:pt>
                <c:pt idx="525">
                  <c:v>0.25310000000001764</c:v>
                </c:pt>
                <c:pt idx="526">
                  <c:v>0.25330000000002428</c:v>
                </c:pt>
                <c:pt idx="527">
                  <c:v>0.25350000000003092</c:v>
                </c:pt>
                <c:pt idx="528">
                  <c:v>0.25370000000003756</c:v>
                </c:pt>
                <c:pt idx="529">
                  <c:v>0.25380000000001246</c:v>
                </c:pt>
                <c:pt idx="530">
                  <c:v>0.25330000000002428</c:v>
                </c:pt>
                <c:pt idx="531">
                  <c:v>0.25230000000004793</c:v>
                </c:pt>
                <c:pt idx="532">
                  <c:v>0.25120000000003984</c:v>
                </c:pt>
              </c:numCache>
            </c:numRef>
          </c:yVal>
          <c:smooth val="1"/>
          <c:extLst>
            <c:ext xmlns:c16="http://schemas.microsoft.com/office/drawing/2014/chart" uri="{C3380CC4-5D6E-409C-BE32-E72D297353CC}">
              <c16:uniqueId val="{00000000-4233-4E9D-9D6D-D06060CC9530}"/>
            </c:ext>
          </c:extLst>
        </c:ser>
        <c:ser>
          <c:idx val="1"/>
          <c:order val="1"/>
          <c:tx>
            <c:strRef>
              <c:f>PM50000_Temps_oc5l2_50000!$BBD$1</c:f>
              <c:strCache>
                <c:ptCount val="1"/>
                <c:pt idx="0">
                  <c:v>TELE_PM_INTERIOR.2</c:v>
                </c:pt>
              </c:strCache>
            </c:strRef>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PM50000_Temps_oc5l2_50000!$BBD$2:$BBD$536</c:f>
              <c:numCache>
                <c:formatCode>General</c:formatCode>
                <c:ptCount val="533"/>
                <c:pt idx="0">
                  <c:v>0</c:v>
                </c:pt>
                <c:pt idx="1">
                  <c:v>1.2299999999981992E-2</c:v>
                </c:pt>
                <c:pt idx="2">
                  <c:v>3.1599999999968986E-2</c:v>
                </c:pt>
                <c:pt idx="3">
                  <c:v>5.0599999999974443E-2</c:v>
                </c:pt>
                <c:pt idx="4">
                  <c:v>6.8099999999958527E-2</c:v>
                </c:pt>
                <c:pt idx="5">
                  <c:v>8.3599999999989905E-2</c:v>
                </c:pt>
                <c:pt idx="6">
                  <c:v>9.7299999999961528E-2</c:v>
                </c:pt>
                <c:pt idx="7">
                  <c:v>0.10949999999996862</c:v>
                </c:pt>
                <c:pt idx="8">
                  <c:v>0.12029999999998608</c:v>
                </c:pt>
                <c:pt idx="9">
                  <c:v>0.12999999999999545</c:v>
                </c:pt>
                <c:pt idx="10">
                  <c:v>0.13869999999997162</c:v>
                </c:pt>
                <c:pt idx="11">
                  <c:v>0.14659999999997808</c:v>
                </c:pt>
                <c:pt idx="12">
                  <c:v>0.15369999999995798</c:v>
                </c:pt>
                <c:pt idx="13">
                  <c:v>0.16019999999997481</c:v>
                </c:pt>
                <c:pt idx="14">
                  <c:v>0.16609999999997171</c:v>
                </c:pt>
                <c:pt idx="15">
                  <c:v>0.17149999999998045</c:v>
                </c:pt>
                <c:pt idx="16">
                  <c:v>0.1764999999999759</c:v>
                </c:pt>
                <c:pt idx="17">
                  <c:v>0.18099999999998317</c:v>
                </c:pt>
                <c:pt idx="18">
                  <c:v>0.18519999999995207</c:v>
                </c:pt>
                <c:pt idx="19">
                  <c:v>0.18899999999996453</c:v>
                </c:pt>
                <c:pt idx="20">
                  <c:v>0.19249999999999545</c:v>
                </c:pt>
                <c:pt idx="21">
                  <c:v>0.19559999999995625</c:v>
                </c:pt>
                <c:pt idx="22">
                  <c:v>0.19849999999996726</c:v>
                </c:pt>
                <c:pt idx="23">
                  <c:v>0.20119999999997162</c:v>
                </c:pt>
                <c:pt idx="24">
                  <c:v>0.20359999999999445</c:v>
                </c:pt>
                <c:pt idx="25">
                  <c:v>0.20589999999998554</c:v>
                </c:pt>
                <c:pt idx="26">
                  <c:v>0.20810000000000173</c:v>
                </c:pt>
                <c:pt idx="27">
                  <c:v>0.21089999999998099</c:v>
                </c:pt>
                <c:pt idx="28">
                  <c:v>0.21409999999997353</c:v>
                </c:pt>
                <c:pt idx="29">
                  <c:v>0.21729999999996608</c:v>
                </c:pt>
                <c:pt idx="30">
                  <c:v>0.22019999999997708</c:v>
                </c:pt>
                <c:pt idx="31">
                  <c:v>0.22289999999998145</c:v>
                </c:pt>
                <c:pt idx="32">
                  <c:v>0.22530000000000427</c:v>
                </c:pt>
                <c:pt idx="33">
                  <c:v>0.22749999999996362</c:v>
                </c:pt>
                <c:pt idx="34">
                  <c:v>0.22949999999997317</c:v>
                </c:pt>
                <c:pt idx="35">
                  <c:v>0.23129999999997608</c:v>
                </c:pt>
                <c:pt idx="36">
                  <c:v>0.23289999999997235</c:v>
                </c:pt>
                <c:pt idx="37">
                  <c:v>0.23449999999996862</c:v>
                </c:pt>
                <c:pt idx="38">
                  <c:v>0.23589999999995825</c:v>
                </c:pt>
                <c:pt idx="39">
                  <c:v>0.23719999999997299</c:v>
                </c:pt>
                <c:pt idx="40">
                  <c:v>0.23839999999995598</c:v>
                </c:pt>
                <c:pt idx="41">
                  <c:v>0.23949999999996407</c:v>
                </c:pt>
                <c:pt idx="42">
                  <c:v>0.24049999999999727</c:v>
                </c:pt>
                <c:pt idx="43">
                  <c:v>0.24149999999997362</c:v>
                </c:pt>
                <c:pt idx="44">
                  <c:v>0.24230000000000018</c:v>
                </c:pt>
                <c:pt idx="45">
                  <c:v>0.24320000000000164</c:v>
                </c:pt>
                <c:pt idx="46">
                  <c:v>0.24389999999999645</c:v>
                </c:pt>
                <c:pt idx="47">
                  <c:v>0.24459999999999127</c:v>
                </c:pt>
                <c:pt idx="48">
                  <c:v>0.24529999999998608</c:v>
                </c:pt>
                <c:pt idx="49">
                  <c:v>0.245900000000006</c:v>
                </c:pt>
                <c:pt idx="50">
                  <c:v>0.24639999999999418</c:v>
                </c:pt>
                <c:pt idx="51">
                  <c:v>0.24689999999998236</c:v>
                </c:pt>
                <c:pt idx="52">
                  <c:v>0.24739999999997053</c:v>
                </c:pt>
                <c:pt idx="53">
                  <c:v>0.24779999999998381</c:v>
                </c:pt>
                <c:pt idx="54">
                  <c:v>0.24829999999997199</c:v>
                </c:pt>
                <c:pt idx="55">
                  <c:v>0.24859999999995352</c:v>
                </c:pt>
                <c:pt idx="56">
                  <c:v>0.2489999999999668</c:v>
                </c:pt>
                <c:pt idx="57">
                  <c:v>0.24889999999999191</c:v>
                </c:pt>
                <c:pt idx="58">
                  <c:v>0.24819999999999709</c:v>
                </c:pt>
                <c:pt idx="59">
                  <c:v>0.24729999999999563</c:v>
                </c:pt>
                <c:pt idx="60">
                  <c:v>0.24639999999999418</c:v>
                </c:pt>
                <c:pt idx="61">
                  <c:v>0.24549999999999272</c:v>
                </c:pt>
                <c:pt idx="62">
                  <c:v>0.24479999999999791</c:v>
                </c:pt>
                <c:pt idx="63">
                  <c:v>0.24419999999997799</c:v>
                </c:pt>
                <c:pt idx="64">
                  <c:v>0.24359999999995807</c:v>
                </c:pt>
                <c:pt idx="65">
                  <c:v>0.2430999999999699</c:v>
                </c:pt>
                <c:pt idx="66">
                  <c:v>0.24269999999995662</c:v>
                </c:pt>
                <c:pt idx="67">
                  <c:v>0.24230000000000018</c:v>
                </c:pt>
                <c:pt idx="68">
                  <c:v>0.2418999999999869</c:v>
                </c:pt>
                <c:pt idx="69">
                  <c:v>0.24160000000000537</c:v>
                </c:pt>
                <c:pt idx="70">
                  <c:v>0.24129999999996699</c:v>
                </c:pt>
                <c:pt idx="71">
                  <c:v>0.24099999999998545</c:v>
                </c:pt>
                <c:pt idx="72">
                  <c:v>0.24070000000000391</c:v>
                </c:pt>
                <c:pt idx="73">
                  <c:v>0.24049999999999727</c:v>
                </c:pt>
                <c:pt idx="74">
                  <c:v>0.24029999999999063</c:v>
                </c:pt>
                <c:pt idx="75">
                  <c:v>0.24009999999998399</c:v>
                </c:pt>
                <c:pt idx="76">
                  <c:v>0.23989999999997735</c:v>
                </c:pt>
                <c:pt idx="77">
                  <c:v>0.23969999999997071</c:v>
                </c:pt>
                <c:pt idx="78">
                  <c:v>0.23949999999996407</c:v>
                </c:pt>
                <c:pt idx="79">
                  <c:v>0.23939999999998918</c:v>
                </c:pt>
                <c:pt idx="80">
                  <c:v>0.23929999999995744</c:v>
                </c:pt>
                <c:pt idx="81">
                  <c:v>0.23910000000000764</c:v>
                </c:pt>
                <c:pt idx="82">
                  <c:v>0.2389999999999759</c:v>
                </c:pt>
                <c:pt idx="83">
                  <c:v>0.238900000000001</c:v>
                </c:pt>
                <c:pt idx="84">
                  <c:v>0.23879999999996926</c:v>
                </c:pt>
                <c:pt idx="85">
                  <c:v>0.23869999999999436</c:v>
                </c:pt>
                <c:pt idx="86">
                  <c:v>0.23859999999996262</c:v>
                </c:pt>
                <c:pt idx="87">
                  <c:v>0.23859999999996262</c:v>
                </c:pt>
                <c:pt idx="88">
                  <c:v>0.23849999999998772</c:v>
                </c:pt>
                <c:pt idx="89">
                  <c:v>0.23839999999995598</c:v>
                </c:pt>
                <c:pt idx="90">
                  <c:v>0.23839999999995598</c:v>
                </c:pt>
                <c:pt idx="91">
                  <c:v>0.23829999999998108</c:v>
                </c:pt>
                <c:pt idx="92">
                  <c:v>0.23820000000000618</c:v>
                </c:pt>
                <c:pt idx="93">
                  <c:v>0.23820000000000618</c:v>
                </c:pt>
                <c:pt idx="94">
                  <c:v>0.23820000000000618</c:v>
                </c:pt>
                <c:pt idx="95">
                  <c:v>0.23809999999997444</c:v>
                </c:pt>
                <c:pt idx="96">
                  <c:v>0.23809999999997444</c:v>
                </c:pt>
                <c:pt idx="97">
                  <c:v>0.23799999999999955</c:v>
                </c:pt>
                <c:pt idx="98">
                  <c:v>0.23799999999999955</c:v>
                </c:pt>
                <c:pt idx="99">
                  <c:v>0.23799999999999955</c:v>
                </c:pt>
                <c:pt idx="100">
                  <c:v>0.2378999999999678</c:v>
                </c:pt>
                <c:pt idx="101">
                  <c:v>0.2378999999999678</c:v>
                </c:pt>
                <c:pt idx="102">
                  <c:v>0.2378999999999678</c:v>
                </c:pt>
                <c:pt idx="103">
                  <c:v>0.2378999999999678</c:v>
                </c:pt>
                <c:pt idx="104">
                  <c:v>0.23779999999999291</c:v>
                </c:pt>
                <c:pt idx="105">
                  <c:v>0.23779999999999291</c:v>
                </c:pt>
                <c:pt idx="106">
                  <c:v>0.23779999999999291</c:v>
                </c:pt>
                <c:pt idx="107">
                  <c:v>0.23779999999999291</c:v>
                </c:pt>
                <c:pt idx="108">
                  <c:v>0.23779999999999291</c:v>
                </c:pt>
                <c:pt idx="109">
                  <c:v>0.2378999999999678</c:v>
                </c:pt>
                <c:pt idx="110">
                  <c:v>0.23799999999999955</c:v>
                </c:pt>
                <c:pt idx="111">
                  <c:v>0.23809999999997444</c:v>
                </c:pt>
                <c:pt idx="112">
                  <c:v>0.23809999999997444</c:v>
                </c:pt>
                <c:pt idx="113">
                  <c:v>0.23820000000000618</c:v>
                </c:pt>
                <c:pt idx="114">
                  <c:v>0.23829999999998108</c:v>
                </c:pt>
                <c:pt idx="115">
                  <c:v>0.23829999999998108</c:v>
                </c:pt>
                <c:pt idx="116">
                  <c:v>0.23839999999995598</c:v>
                </c:pt>
                <c:pt idx="117">
                  <c:v>0.23839999999995598</c:v>
                </c:pt>
                <c:pt idx="118">
                  <c:v>0.23839999999995598</c:v>
                </c:pt>
                <c:pt idx="119">
                  <c:v>0.23849999999998772</c:v>
                </c:pt>
                <c:pt idx="120">
                  <c:v>0.23849999999998772</c:v>
                </c:pt>
                <c:pt idx="121">
                  <c:v>0.23859999999996262</c:v>
                </c:pt>
                <c:pt idx="122">
                  <c:v>0.23859999999996262</c:v>
                </c:pt>
                <c:pt idx="123">
                  <c:v>0.23859999999996262</c:v>
                </c:pt>
                <c:pt idx="124">
                  <c:v>0.23869999999999436</c:v>
                </c:pt>
                <c:pt idx="125">
                  <c:v>0.23869999999999436</c:v>
                </c:pt>
                <c:pt idx="126">
                  <c:v>0.23869999999999436</c:v>
                </c:pt>
                <c:pt idx="127">
                  <c:v>0.23879999999996926</c:v>
                </c:pt>
                <c:pt idx="128">
                  <c:v>0.23879999999996926</c:v>
                </c:pt>
                <c:pt idx="129">
                  <c:v>0.23879999999996926</c:v>
                </c:pt>
                <c:pt idx="130">
                  <c:v>0.238900000000001</c:v>
                </c:pt>
                <c:pt idx="131">
                  <c:v>0.238900000000001</c:v>
                </c:pt>
                <c:pt idx="132">
                  <c:v>0.238900000000001</c:v>
                </c:pt>
                <c:pt idx="133">
                  <c:v>0.238900000000001</c:v>
                </c:pt>
                <c:pt idx="134">
                  <c:v>0.238900000000001</c:v>
                </c:pt>
                <c:pt idx="135">
                  <c:v>0.2389999999999759</c:v>
                </c:pt>
                <c:pt idx="136">
                  <c:v>0.2389999999999759</c:v>
                </c:pt>
                <c:pt idx="137">
                  <c:v>0.2389999999999759</c:v>
                </c:pt>
                <c:pt idx="138">
                  <c:v>0.2389999999999759</c:v>
                </c:pt>
                <c:pt idx="139">
                  <c:v>0.2389999999999759</c:v>
                </c:pt>
                <c:pt idx="140">
                  <c:v>0.2389999999999759</c:v>
                </c:pt>
                <c:pt idx="141">
                  <c:v>0.23910000000000764</c:v>
                </c:pt>
                <c:pt idx="142">
                  <c:v>0.23910000000000764</c:v>
                </c:pt>
                <c:pt idx="143">
                  <c:v>0.23910000000000764</c:v>
                </c:pt>
                <c:pt idx="144">
                  <c:v>0.23910000000000764</c:v>
                </c:pt>
                <c:pt idx="145">
                  <c:v>0.23910000000000764</c:v>
                </c:pt>
                <c:pt idx="146">
                  <c:v>0.23910000000000764</c:v>
                </c:pt>
                <c:pt idx="147">
                  <c:v>0.23910000000000764</c:v>
                </c:pt>
                <c:pt idx="148">
                  <c:v>0.23910000000000764</c:v>
                </c:pt>
                <c:pt idx="149">
                  <c:v>0.23910000000000764</c:v>
                </c:pt>
                <c:pt idx="150">
                  <c:v>0.23919999999998254</c:v>
                </c:pt>
                <c:pt idx="151">
                  <c:v>0.23919999999998254</c:v>
                </c:pt>
                <c:pt idx="152">
                  <c:v>0.23919999999998254</c:v>
                </c:pt>
                <c:pt idx="153">
                  <c:v>0.23919999999998254</c:v>
                </c:pt>
                <c:pt idx="154">
                  <c:v>0.23919999999998254</c:v>
                </c:pt>
                <c:pt idx="155">
                  <c:v>0.23919999999998254</c:v>
                </c:pt>
                <c:pt idx="156">
                  <c:v>0.23919999999998254</c:v>
                </c:pt>
                <c:pt idx="157">
                  <c:v>0.23919999999998254</c:v>
                </c:pt>
                <c:pt idx="158">
                  <c:v>0.2389999999999759</c:v>
                </c:pt>
                <c:pt idx="159">
                  <c:v>0.23859999999996262</c:v>
                </c:pt>
                <c:pt idx="160">
                  <c:v>0.23809999999997444</c:v>
                </c:pt>
                <c:pt idx="161">
                  <c:v>0.23759999999998627</c:v>
                </c:pt>
                <c:pt idx="162">
                  <c:v>0.23709999999999809</c:v>
                </c:pt>
                <c:pt idx="163">
                  <c:v>0.23669999999998481</c:v>
                </c:pt>
                <c:pt idx="164">
                  <c:v>0.23629999999997153</c:v>
                </c:pt>
                <c:pt idx="165">
                  <c:v>0.23599999999999</c:v>
                </c:pt>
                <c:pt idx="166">
                  <c:v>0.23559999999997672</c:v>
                </c:pt>
                <c:pt idx="167">
                  <c:v>0.23529999999999518</c:v>
                </c:pt>
                <c:pt idx="168">
                  <c:v>0.2349999999999568</c:v>
                </c:pt>
                <c:pt idx="169">
                  <c:v>0.234800000000007</c:v>
                </c:pt>
                <c:pt idx="170">
                  <c:v>0.23449999999996862</c:v>
                </c:pt>
                <c:pt idx="171">
                  <c:v>0.23429999999996198</c:v>
                </c:pt>
                <c:pt idx="172">
                  <c:v>0.23399999999998045</c:v>
                </c:pt>
                <c:pt idx="173">
                  <c:v>0.23379999999997381</c:v>
                </c:pt>
                <c:pt idx="174">
                  <c:v>0.23359999999996717</c:v>
                </c:pt>
                <c:pt idx="175">
                  <c:v>0.23339999999996053</c:v>
                </c:pt>
                <c:pt idx="176">
                  <c:v>0.23319999999995389</c:v>
                </c:pt>
                <c:pt idx="177">
                  <c:v>0.23309999999997899</c:v>
                </c:pt>
                <c:pt idx="178">
                  <c:v>0.23289999999997235</c:v>
                </c:pt>
                <c:pt idx="179">
                  <c:v>0.23269999999996571</c:v>
                </c:pt>
                <c:pt idx="180">
                  <c:v>0.23259999999999081</c:v>
                </c:pt>
                <c:pt idx="181">
                  <c:v>0.23239999999998417</c:v>
                </c:pt>
                <c:pt idx="182">
                  <c:v>0.23229999999995243</c:v>
                </c:pt>
                <c:pt idx="183">
                  <c:v>0.23249999999995907</c:v>
                </c:pt>
                <c:pt idx="184">
                  <c:v>0.23339999999996053</c:v>
                </c:pt>
                <c:pt idx="185">
                  <c:v>0.234800000000007</c:v>
                </c:pt>
                <c:pt idx="186">
                  <c:v>0.23629999999997153</c:v>
                </c:pt>
                <c:pt idx="187">
                  <c:v>0.23769999999996116</c:v>
                </c:pt>
                <c:pt idx="188">
                  <c:v>0.238900000000001</c:v>
                </c:pt>
                <c:pt idx="189">
                  <c:v>0.23999999999995225</c:v>
                </c:pt>
                <c:pt idx="190">
                  <c:v>0.24099999999998545</c:v>
                </c:pt>
                <c:pt idx="191">
                  <c:v>0.2418999999999869</c:v>
                </c:pt>
                <c:pt idx="192">
                  <c:v>0.24269999999995662</c:v>
                </c:pt>
                <c:pt idx="193">
                  <c:v>0.24340000000000828</c:v>
                </c:pt>
                <c:pt idx="194">
                  <c:v>0.24410000000000309</c:v>
                </c:pt>
                <c:pt idx="195">
                  <c:v>0.24469999999996617</c:v>
                </c:pt>
                <c:pt idx="196">
                  <c:v>0.24529999999998608</c:v>
                </c:pt>
                <c:pt idx="197">
                  <c:v>0.245900000000006</c:v>
                </c:pt>
                <c:pt idx="198">
                  <c:v>0.24639999999999418</c:v>
                </c:pt>
                <c:pt idx="199">
                  <c:v>0.24680000000000746</c:v>
                </c:pt>
                <c:pt idx="200">
                  <c:v>0.24729999999999563</c:v>
                </c:pt>
                <c:pt idx="201">
                  <c:v>0.24769999999995207</c:v>
                </c:pt>
                <c:pt idx="202">
                  <c:v>0.24809999999996535</c:v>
                </c:pt>
                <c:pt idx="203">
                  <c:v>0.24849999999997863</c:v>
                </c:pt>
                <c:pt idx="204">
                  <c:v>0.24879999999996016</c:v>
                </c:pt>
                <c:pt idx="205">
                  <c:v>0.24909999999999854</c:v>
                </c:pt>
                <c:pt idx="206">
                  <c:v>0.24939999999998008</c:v>
                </c:pt>
                <c:pt idx="207">
                  <c:v>0.24969999999996162</c:v>
                </c:pt>
                <c:pt idx="208">
                  <c:v>0.24989999999996826</c:v>
                </c:pt>
                <c:pt idx="209">
                  <c:v>0.25020000000000664</c:v>
                </c:pt>
                <c:pt idx="210">
                  <c:v>0.25039999999995644</c:v>
                </c:pt>
                <c:pt idx="211">
                  <c:v>0.25059999999996307</c:v>
                </c:pt>
                <c:pt idx="212">
                  <c:v>0.25079999999996971</c:v>
                </c:pt>
                <c:pt idx="213">
                  <c:v>0.25099999999997635</c:v>
                </c:pt>
                <c:pt idx="214">
                  <c:v>0.25059999999996307</c:v>
                </c:pt>
                <c:pt idx="215">
                  <c:v>0.24979999999999336</c:v>
                </c:pt>
                <c:pt idx="216">
                  <c:v>0.24869999999998527</c:v>
                </c:pt>
                <c:pt idx="217">
                  <c:v>0.24769999999995207</c:v>
                </c:pt>
                <c:pt idx="218">
                  <c:v>0.24680000000000746</c:v>
                </c:pt>
                <c:pt idx="219">
                  <c:v>0.245900000000006</c:v>
                </c:pt>
                <c:pt idx="220">
                  <c:v>0.24519999999995434</c:v>
                </c:pt>
                <c:pt idx="221">
                  <c:v>0.24459999999999127</c:v>
                </c:pt>
                <c:pt idx="222">
                  <c:v>0.24399999999997135</c:v>
                </c:pt>
                <c:pt idx="223">
                  <c:v>0.24349999999998317</c:v>
                </c:pt>
                <c:pt idx="224">
                  <c:v>0.242999999999995</c:v>
                </c:pt>
                <c:pt idx="225">
                  <c:v>0.24259999999998172</c:v>
                </c:pt>
                <c:pt idx="226">
                  <c:v>0.24219999999996844</c:v>
                </c:pt>
                <c:pt idx="227">
                  <c:v>0.2418999999999869</c:v>
                </c:pt>
                <c:pt idx="228">
                  <c:v>0.24149999999997362</c:v>
                </c:pt>
                <c:pt idx="229">
                  <c:v>0.24119999999999209</c:v>
                </c:pt>
                <c:pt idx="230">
                  <c:v>0.24099999999998545</c:v>
                </c:pt>
                <c:pt idx="231">
                  <c:v>0.24070000000000391</c:v>
                </c:pt>
                <c:pt idx="232">
                  <c:v>0.24049999999999727</c:v>
                </c:pt>
                <c:pt idx="233">
                  <c:v>0.24029999999999063</c:v>
                </c:pt>
                <c:pt idx="234">
                  <c:v>0.24009999999998399</c:v>
                </c:pt>
                <c:pt idx="235">
                  <c:v>0.23989999999997735</c:v>
                </c:pt>
                <c:pt idx="236">
                  <c:v>0.23969999999997071</c:v>
                </c:pt>
                <c:pt idx="237">
                  <c:v>0.23949999999996407</c:v>
                </c:pt>
                <c:pt idx="238">
                  <c:v>0.23939999999998918</c:v>
                </c:pt>
                <c:pt idx="239">
                  <c:v>0.23929999999995744</c:v>
                </c:pt>
                <c:pt idx="240">
                  <c:v>0.23910000000000764</c:v>
                </c:pt>
                <c:pt idx="241">
                  <c:v>0.2389999999999759</c:v>
                </c:pt>
                <c:pt idx="242">
                  <c:v>0.238900000000001</c:v>
                </c:pt>
                <c:pt idx="243">
                  <c:v>0.23879999999996926</c:v>
                </c:pt>
                <c:pt idx="244">
                  <c:v>0.23869999999999436</c:v>
                </c:pt>
                <c:pt idx="245">
                  <c:v>0.23859999999996262</c:v>
                </c:pt>
                <c:pt idx="246">
                  <c:v>0.23859999999996262</c:v>
                </c:pt>
                <c:pt idx="247">
                  <c:v>0.23849999999998772</c:v>
                </c:pt>
                <c:pt idx="248">
                  <c:v>0.23839999999995598</c:v>
                </c:pt>
                <c:pt idx="249">
                  <c:v>0.23839999999995598</c:v>
                </c:pt>
                <c:pt idx="250">
                  <c:v>0.23829999999998108</c:v>
                </c:pt>
                <c:pt idx="251">
                  <c:v>0.23829999999998108</c:v>
                </c:pt>
                <c:pt idx="252">
                  <c:v>0.23820000000000618</c:v>
                </c:pt>
                <c:pt idx="253">
                  <c:v>0.23820000000000618</c:v>
                </c:pt>
                <c:pt idx="254">
                  <c:v>0.23809999999997444</c:v>
                </c:pt>
                <c:pt idx="255">
                  <c:v>0.23809999999997444</c:v>
                </c:pt>
                <c:pt idx="256">
                  <c:v>0.23799999999999955</c:v>
                </c:pt>
                <c:pt idx="257">
                  <c:v>0.23799999999999955</c:v>
                </c:pt>
                <c:pt idx="258">
                  <c:v>0.23799999999999955</c:v>
                </c:pt>
                <c:pt idx="259">
                  <c:v>0.2378999999999678</c:v>
                </c:pt>
                <c:pt idx="260">
                  <c:v>0.2378999999999678</c:v>
                </c:pt>
                <c:pt idx="261">
                  <c:v>0.2378999999999678</c:v>
                </c:pt>
                <c:pt idx="262">
                  <c:v>0.2378999999999678</c:v>
                </c:pt>
                <c:pt idx="263">
                  <c:v>0.2378999999999678</c:v>
                </c:pt>
                <c:pt idx="264">
                  <c:v>0.23779999999999291</c:v>
                </c:pt>
                <c:pt idx="265">
                  <c:v>0.2378999999999678</c:v>
                </c:pt>
                <c:pt idx="266">
                  <c:v>0.23799999999999955</c:v>
                </c:pt>
                <c:pt idx="267">
                  <c:v>0.23799999999999955</c:v>
                </c:pt>
                <c:pt idx="268">
                  <c:v>0.23809999999997444</c:v>
                </c:pt>
                <c:pt idx="269">
                  <c:v>0.23820000000000618</c:v>
                </c:pt>
                <c:pt idx="270">
                  <c:v>0.23820000000000618</c:v>
                </c:pt>
                <c:pt idx="271">
                  <c:v>0.23829999999998108</c:v>
                </c:pt>
                <c:pt idx="272">
                  <c:v>0.23829999999998108</c:v>
                </c:pt>
                <c:pt idx="273">
                  <c:v>0.23839999999995598</c:v>
                </c:pt>
                <c:pt idx="274">
                  <c:v>0.23839999999995598</c:v>
                </c:pt>
                <c:pt idx="275">
                  <c:v>0.23849999999998772</c:v>
                </c:pt>
                <c:pt idx="276">
                  <c:v>0.23849999999998772</c:v>
                </c:pt>
                <c:pt idx="277">
                  <c:v>0.23859999999996262</c:v>
                </c:pt>
                <c:pt idx="278">
                  <c:v>0.23859999999996262</c:v>
                </c:pt>
                <c:pt idx="279">
                  <c:v>0.23859999999996262</c:v>
                </c:pt>
                <c:pt idx="280">
                  <c:v>0.23869999999999436</c:v>
                </c:pt>
                <c:pt idx="281">
                  <c:v>0.23869999999999436</c:v>
                </c:pt>
                <c:pt idx="282">
                  <c:v>0.23869999999999436</c:v>
                </c:pt>
                <c:pt idx="283">
                  <c:v>0.23879999999996926</c:v>
                </c:pt>
                <c:pt idx="284">
                  <c:v>0.23879999999996926</c:v>
                </c:pt>
                <c:pt idx="285">
                  <c:v>0.23879999999996926</c:v>
                </c:pt>
                <c:pt idx="286">
                  <c:v>0.23879999999996926</c:v>
                </c:pt>
                <c:pt idx="287">
                  <c:v>0.238900000000001</c:v>
                </c:pt>
                <c:pt idx="288">
                  <c:v>0.238900000000001</c:v>
                </c:pt>
                <c:pt idx="289">
                  <c:v>0.238900000000001</c:v>
                </c:pt>
                <c:pt idx="290">
                  <c:v>0.238900000000001</c:v>
                </c:pt>
                <c:pt idx="291">
                  <c:v>0.2389999999999759</c:v>
                </c:pt>
                <c:pt idx="292">
                  <c:v>0.2389999999999759</c:v>
                </c:pt>
                <c:pt idx="293">
                  <c:v>0.2389999999999759</c:v>
                </c:pt>
                <c:pt idx="294">
                  <c:v>0.2389999999999759</c:v>
                </c:pt>
                <c:pt idx="295">
                  <c:v>0.2389999999999759</c:v>
                </c:pt>
                <c:pt idx="296">
                  <c:v>0.2389999999999759</c:v>
                </c:pt>
                <c:pt idx="297">
                  <c:v>0.23910000000000764</c:v>
                </c:pt>
                <c:pt idx="298">
                  <c:v>0.23910000000000764</c:v>
                </c:pt>
                <c:pt idx="299">
                  <c:v>0.23910000000000764</c:v>
                </c:pt>
                <c:pt idx="300">
                  <c:v>0.23910000000000764</c:v>
                </c:pt>
                <c:pt idx="301">
                  <c:v>0.23910000000000764</c:v>
                </c:pt>
                <c:pt idx="302">
                  <c:v>0.23910000000000764</c:v>
                </c:pt>
                <c:pt idx="303">
                  <c:v>0.23910000000000764</c:v>
                </c:pt>
                <c:pt idx="304">
                  <c:v>0.23910000000000764</c:v>
                </c:pt>
                <c:pt idx="305">
                  <c:v>0.23910000000000764</c:v>
                </c:pt>
                <c:pt idx="306">
                  <c:v>0.23919999999998254</c:v>
                </c:pt>
                <c:pt idx="307">
                  <c:v>0.23919999999998254</c:v>
                </c:pt>
                <c:pt idx="308">
                  <c:v>0.23919999999998254</c:v>
                </c:pt>
                <c:pt idx="309">
                  <c:v>0.23919999999998254</c:v>
                </c:pt>
                <c:pt idx="310">
                  <c:v>0.23919999999998254</c:v>
                </c:pt>
                <c:pt idx="311">
                  <c:v>0.23919999999998254</c:v>
                </c:pt>
                <c:pt idx="312">
                  <c:v>0.23919999999998254</c:v>
                </c:pt>
                <c:pt idx="313">
                  <c:v>0.23919999999998254</c:v>
                </c:pt>
                <c:pt idx="314">
                  <c:v>0.23919999999998254</c:v>
                </c:pt>
                <c:pt idx="315">
                  <c:v>0.2389999999999759</c:v>
                </c:pt>
                <c:pt idx="316">
                  <c:v>0.23849999999998772</c:v>
                </c:pt>
                <c:pt idx="317">
                  <c:v>0.23799999999999955</c:v>
                </c:pt>
                <c:pt idx="318">
                  <c:v>0.23749999999995453</c:v>
                </c:pt>
                <c:pt idx="319">
                  <c:v>0.23709999999999809</c:v>
                </c:pt>
                <c:pt idx="320">
                  <c:v>0.23669999999998481</c:v>
                </c:pt>
                <c:pt idx="321">
                  <c:v>0.23629999999997153</c:v>
                </c:pt>
                <c:pt idx="322">
                  <c:v>0.23589999999995825</c:v>
                </c:pt>
                <c:pt idx="323">
                  <c:v>0.23559999999997672</c:v>
                </c:pt>
                <c:pt idx="324">
                  <c:v>0.23529999999999518</c:v>
                </c:pt>
                <c:pt idx="325">
                  <c:v>0.2349999999999568</c:v>
                </c:pt>
                <c:pt idx="326">
                  <c:v>0.23469999999997526</c:v>
                </c:pt>
                <c:pt idx="327">
                  <c:v>0.23449999999996862</c:v>
                </c:pt>
                <c:pt idx="328">
                  <c:v>0.23419999999998709</c:v>
                </c:pt>
                <c:pt idx="329">
                  <c:v>0.23399999999998045</c:v>
                </c:pt>
                <c:pt idx="330">
                  <c:v>0.23379999999997381</c:v>
                </c:pt>
                <c:pt idx="331">
                  <c:v>0.23359999999996717</c:v>
                </c:pt>
                <c:pt idx="332">
                  <c:v>0.23339999999996053</c:v>
                </c:pt>
                <c:pt idx="333">
                  <c:v>0.23319999999995389</c:v>
                </c:pt>
                <c:pt idx="334">
                  <c:v>0.23300000000000409</c:v>
                </c:pt>
                <c:pt idx="335">
                  <c:v>0.23289999999997235</c:v>
                </c:pt>
                <c:pt idx="336">
                  <c:v>0.23269999999996571</c:v>
                </c:pt>
                <c:pt idx="337">
                  <c:v>0.23259999999999081</c:v>
                </c:pt>
                <c:pt idx="338">
                  <c:v>0.23239999999998417</c:v>
                </c:pt>
                <c:pt idx="339">
                  <c:v>0.23229999999995243</c:v>
                </c:pt>
                <c:pt idx="340">
                  <c:v>0.23259999999999081</c:v>
                </c:pt>
                <c:pt idx="341">
                  <c:v>0.23359999999996717</c:v>
                </c:pt>
                <c:pt idx="342">
                  <c:v>0.2349999999999568</c:v>
                </c:pt>
                <c:pt idx="343">
                  <c:v>0.23649999999997817</c:v>
                </c:pt>
                <c:pt idx="344">
                  <c:v>0.23779999999999291</c:v>
                </c:pt>
                <c:pt idx="345">
                  <c:v>0.23910000000000764</c:v>
                </c:pt>
                <c:pt idx="346">
                  <c:v>0.24019999999995889</c:v>
                </c:pt>
                <c:pt idx="347">
                  <c:v>0.24109999999996035</c:v>
                </c:pt>
                <c:pt idx="348">
                  <c:v>0.2419999999999618</c:v>
                </c:pt>
                <c:pt idx="349">
                  <c:v>0.24279999999998836</c:v>
                </c:pt>
                <c:pt idx="350">
                  <c:v>0.24349999999998317</c:v>
                </c:pt>
                <c:pt idx="351">
                  <c:v>0.24419999999997799</c:v>
                </c:pt>
                <c:pt idx="352">
                  <c:v>0.24479999999999791</c:v>
                </c:pt>
                <c:pt idx="353">
                  <c:v>0.24539999999996098</c:v>
                </c:pt>
                <c:pt idx="354">
                  <c:v>0.245900000000006</c:v>
                </c:pt>
                <c:pt idx="355">
                  <c:v>0.24639999999999418</c:v>
                </c:pt>
                <c:pt idx="356">
                  <c:v>0.24689999999998236</c:v>
                </c:pt>
                <c:pt idx="357">
                  <c:v>0.24729999999999563</c:v>
                </c:pt>
                <c:pt idx="358">
                  <c:v>0.24779999999998381</c:v>
                </c:pt>
                <c:pt idx="359">
                  <c:v>0.24809999999996535</c:v>
                </c:pt>
                <c:pt idx="360">
                  <c:v>0.24849999999997863</c:v>
                </c:pt>
                <c:pt idx="361">
                  <c:v>0.24849999999997863</c:v>
                </c:pt>
                <c:pt idx="362">
                  <c:v>0.24879999999996016</c:v>
                </c:pt>
                <c:pt idx="363">
                  <c:v>0.24909999999999854</c:v>
                </c:pt>
                <c:pt idx="364">
                  <c:v>0.24939999999998008</c:v>
                </c:pt>
                <c:pt idx="365">
                  <c:v>0.24969999999996162</c:v>
                </c:pt>
                <c:pt idx="366">
                  <c:v>0.25</c:v>
                </c:pt>
                <c:pt idx="367">
                  <c:v>0.25020000000000664</c:v>
                </c:pt>
                <c:pt idx="368">
                  <c:v>0.25039999999995644</c:v>
                </c:pt>
                <c:pt idx="369">
                  <c:v>0.25059999999996307</c:v>
                </c:pt>
                <c:pt idx="370">
                  <c:v>0.25079999999996971</c:v>
                </c:pt>
                <c:pt idx="371">
                  <c:v>0.25090000000000146</c:v>
                </c:pt>
                <c:pt idx="372">
                  <c:v>0.25049999999998818</c:v>
                </c:pt>
                <c:pt idx="373">
                  <c:v>0.24959999999998672</c:v>
                </c:pt>
                <c:pt idx="374">
                  <c:v>0.24849999999997863</c:v>
                </c:pt>
                <c:pt idx="375">
                  <c:v>0.24750000000000227</c:v>
                </c:pt>
                <c:pt idx="376">
                  <c:v>0.24660000000000082</c:v>
                </c:pt>
                <c:pt idx="377">
                  <c:v>0.24579999999997426</c:v>
                </c:pt>
                <c:pt idx="378">
                  <c:v>0.24509999999997945</c:v>
                </c:pt>
                <c:pt idx="379">
                  <c:v>0.24449999999995953</c:v>
                </c:pt>
                <c:pt idx="380">
                  <c:v>0.24389999999999645</c:v>
                </c:pt>
                <c:pt idx="381">
                  <c:v>0.24340000000000828</c:v>
                </c:pt>
                <c:pt idx="382">
                  <c:v>0.242999999999995</c:v>
                </c:pt>
                <c:pt idx="383">
                  <c:v>0.24250000000000682</c:v>
                </c:pt>
                <c:pt idx="384">
                  <c:v>0.24219999999996844</c:v>
                </c:pt>
                <c:pt idx="385">
                  <c:v>0.24179999999995516</c:v>
                </c:pt>
                <c:pt idx="386">
                  <c:v>0.24149999999997362</c:v>
                </c:pt>
                <c:pt idx="387">
                  <c:v>0.24119999999999209</c:v>
                </c:pt>
                <c:pt idx="388">
                  <c:v>0.24089999999995371</c:v>
                </c:pt>
                <c:pt idx="389">
                  <c:v>0.24070000000000391</c:v>
                </c:pt>
                <c:pt idx="390">
                  <c:v>0.24039999999996553</c:v>
                </c:pt>
                <c:pt idx="391">
                  <c:v>0.24019999999995889</c:v>
                </c:pt>
                <c:pt idx="392">
                  <c:v>0.23999999999995225</c:v>
                </c:pt>
                <c:pt idx="393">
                  <c:v>0.23980000000000246</c:v>
                </c:pt>
                <c:pt idx="394">
                  <c:v>0.23969999999997071</c:v>
                </c:pt>
                <c:pt idx="395">
                  <c:v>0.23949999999996407</c:v>
                </c:pt>
                <c:pt idx="396">
                  <c:v>0.23939999999998918</c:v>
                </c:pt>
                <c:pt idx="397">
                  <c:v>0.23919999999998254</c:v>
                </c:pt>
                <c:pt idx="398">
                  <c:v>0.23910000000000764</c:v>
                </c:pt>
                <c:pt idx="399">
                  <c:v>0.2389999999999759</c:v>
                </c:pt>
                <c:pt idx="400">
                  <c:v>0.238900000000001</c:v>
                </c:pt>
                <c:pt idx="401">
                  <c:v>0.23879999999996926</c:v>
                </c:pt>
                <c:pt idx="402">
                  <c:v>0.23869999999999436</c:v>
                </c:pt>
                <c:pt idx="403">
                  <c:v>0.23859999999996262</c:v>
                </c:pt>
                <c:pt idx="404">
                  <c:v>0.23859999999996262</c:v>
                </c:pt>
                <c:pt idx="405">
                  <c:v>0.23849999999998772</c:v>
                </c:pt>
                <c:pt idx="406">
                  <c:v>0.23839999999995598</c:v>
                </c:pt>
                <c:pt idx="407">
                  <c:v>0.23839999999995598</c:v>
                </c:pt>
                <c:pt idx="408">
                  <c:v>0.23829999999998108</c:v>
                </c:pt>
                <c:pt idx="409">
                  <c:v>0.23820000000000618</c:v>
                </c:pt>
                <c:pt idx="410">
                  <c:v>0.23820000000000618</c:v>
                </c:pt>
                <c:pt idx="411">
                  <c:v>0.23820000000000618</c:v>
                </c:pt>
                <c:pt idx="412">
                  <c:v>0.23809999999997444</c:v>
                </c:pt>
                <c:pt idx="413">
                  <c:v>0.23809999999997444</c:v>
                </c:pt>
                <c:pt idx="414">
                  <c:v>0.23799999999999955</c:v>
                </c:pt>
                <c:pt idx="415">
                  <c:v>0.23799999999999955</c:v>
                </c:pt>
                <c:pt idx="416">
                  <c:v>0.23799999999999955</c:v>
                </c:pt>
                <c:pt idx="417">
                  <c:v>0.2378999999999678</c:v>
                </c:pt>
                <c:pt idx="418">
                  <c:v>0.2378999999999678</c:v>
                </c:pt>
                <c:pt idx="419">
                  <c:v>0.2378999999999678</c:v>
                </c:pt>
                <c:pt idx="420">
                  <c:v>0.2378999999999678</c:v>
                </c:pt>
                <c:pt idx="421">
                  <c:v>0.23779999999999291</c:v>
                </c:pt>
                <c:pt idx="422">
                  <c:v>0.23779999999999291</c:v>
                </c:pt>
                <c:pt idx="423">
                  <c:v>0.2378999999999678</c:v>
                </c:pt>
                <c:pt idx="424">
                  <c:v>0.23799999999999955</c:v>
                </c:pt>
                <c:pt idx="425">
                  <c:v>0.23799999999999955</c:v>
                </c:pt>
                <c:pt idx="426">
                  <c:v>0.23809999999997444</c:v>
                </c:pt>
                <c:pt idx="427">
                  <c:v>0.23820000000000618</c:v>
                </c:pt>
                <c:pt idx="428">
                  <c:v>0.23820000000000618</c:v>
                </c:pt>
                <c:pt idx="429">
                  <c:v>0.23829999999998108</c:v>
                </c:pt>
                <c:pt idx="430">
                  <c:v>0.23829999999998108</c:v>
                </c:pt>
                <c:pt idx="431">
                  <c:v>0.23839999999995598</c:v>
                </c:pt>
                <c:pt idx="432">
                  <c:v>0.23839999999995598</c:v>
                </c:pt>
                <c:pt idx="433">
                  <c:v>0.23849999999998772</c:v>
                </c:pt>
                <c:pt idx="434">
                  <c:v>0.23849999999998772</c:v>
                </c:pt>
                <c:pt idx="435">
                  <c:v>0.23859999999996262</c:v>
                </c:pt>
                <c:pt idx="436">
                  <c:v>0.23859999999996262</c:v>
                </c:pt>
                <c:pt idx="437">
                  <c:v>0.23859999999996262</c:v>
                </c:pt>
                <c:pt idx="438">
                  <c:v>0.23869999999999436</c:v>
                </c:pt>
                <c:pt idx="439">
                  <c:v>0.23869999999999436</c:v>
                </c:pt>
                <c:pt idx="440">
                  <c:v>0.23869999999999436</c:v>
                </c:pt>
                <c:pt idx="441">
                  <c:v>0.23879999999996926</c:v>
                </c:pt>
                <c:pt idx="442">
                  <c:v>0.23879999999996926</c:v>
                </c:pt>
                <c:pt idx="443">
                  <c:v>0.23879999999996926</c:v>
                </c:pt>
                <c:pt idx="444">
                  <c:v>0.238900000000001</c:v>
                </c:pt>
                <c:pt idx="445">
                  <c:v>0.238900000000001</c:v>
                </c:pt>
                <c:pt idx="446">
                  <c:v>0.238900000000001</c:v>
                </c:pt>
                <c:pt idx="447">
                  <c:v>0.238900000000001</c:v>
                </c:pt>
                <c:pt idx="448">
                  <c:v>0.238900000000001</c:v>
                </c:pt>
                <c:pt idx="449">
                  <c:v>0.2389999999999759</c:v>
                </c:pt>
                <c:pt idx="450">
                  <c:v>0.2389999999999759</c:v>
                </c:pt>
                <c:pt idx="451">
                  <c:v>0.2389999999999759</c:v>
                </c:pt>
                <c:pt idx="452">
                  <c:v>0.2389999999999759</c:v>
                </c:pt>
                <c:pt idx="453">
                  <c:v>0.2389999999999759</c:v>
                </c:pt>
                <c:pt idx="454">
                  <c:v>0.2389999999999759</c:v>
                </c:pt>
                <c:pt idx="455">
                  <c:v>0.2389999999999759</c:v>
                </c:pt>
                <c:pt idx="456">
                  <c:v>0.23910000000000764</c:v>
                </c:pt>
                <c:pt idx="457">
                  <c:v>0.23910000000000764</c:v>
                </c:pt>
                <c:pt idx="458">
                  <c:v>0.23910000000000764</c:v>
                </c:pt>
                <c:pt idx="459">
                  <c:v>0.23910000000000764</c:v>
                </c:pt>
                <c:pt idx="460">
                  <c:v>0.23910000000000764</c:v>
                </c:pt>
                <c:pt idx="461">
                  <c:v>0.23910000000000764</c:v>
                </c:pt>
                <c:pt idx="462">
                  <c:v>0.23910000000000764</c:v>
                </c:pt>
                <c:pt idx="463">
                  <c:v>0.23910000000000764</c:v>
                </c:pt>
                <c:pt idx="464">
                  <c:v>0.23910000000000764</c:v>
                </c:pt>
                <c:pt idx="465">
                  <c:v>0.23919999999998254</c:v>
                </c:pt>
                <c:pt idx="466">
                  <c:v>0.23919999999998254</c:v>
                </c:pt>
                <c:pt idx="467">
                  <c:v>0.23919999999998254</c:v>
                </c:pt>
                <c:pt idx="468">
                  <c:v>0.23919999999998254</c:v>
                </c:pt>
                <c:pt idx="469">
                  <c:v>0.23919999999998254</c:v>
                </c:pt>
                <c:pt idx="470">
                  <c:v>0.23919999999998254</c:v>
                </c:pt>
                <c:pt idx="471">
                  <c:v>0.23919999999998254</c:v>
                </c:pt>
                <c:pt idx="472">
                  <c:v>0.23919999999998254</c:v>
                </c:pt>
                <c:pt idx="473">
                  <c:v>0.23919999999998254</c:v>
                </c:pt>
                <c:pt idx="474">
                  <c:v>0.238900000000001</c:v>
                </c:pt>
                <c:pt idx="475">
                  <c:v>0.23849999999998772</c:v>
                </c:pt>
                <c:pt idx="476">
                  <c:v>0.2378999999999678</c:v>
                </c:pt>
                <c:pt idx="477">
                  <c:v>0.23749999999995453</c:v>
                </c:pt>
                <c:pt idx="478">
                  <c:v>0.23699999999996635</c:v>
                </c:pt>
                <c:pt idx="479">
                  <c:v>0.23659999999995307</c:v>
                </c:pt>
                <c:pt idx="480">
                  <c:v>0.23619999999999663</c:v>
                </c:pt>
                <c:pt idx="481">
                  <c:v>0.23589999999995825</c:v>
                </c:pt>
                <c:pt idx="482">
                  <c:v>0.23550000000000182</c:v>
                </c:pt>
                <c:pt idx="483">
                  <c:v>0.23519999999996344</c:v>
                </c:pt>
                <c:pt idx="484">
                  <c:v>0.2349999999999568</c:v>
                </c:pt>
                <c:pt idx="485">
                  <c:v>0.23469999999997526</c:v>
                </c:pt>
                <c:pt idx="486">
                  <c:v>0.23439999999999372</c:v>
                </c:pt>
                <c:pt idx="487">
                  <c:v>0.23419999999998709</c:v>
                </c:pt>
                <c:pt idx="488">
                  <c:v>0.23399999999998045</c:v>
                </c:pt>
                <c:pt idx="489">
                  <c:v>0.23379999999997381</c:v>
                </c:pt>
                <c:pt idx="490">
                  <c:v>0.23359999999996717</c:v>
                </c:pt>
                <c:pt idx="491">
                  <c:v>0.23339999999996053</c:v>
                </c:pt>
                <c:pt idx="492">
                  <c:v>0.23319999999995389</c:v>
                </c:pt>
                <c:pt idx="493">
                  <c:v>0.23300000000000409</c:v>
                </c:pt>
                <c:pt idx="494">
                  <c:v>0.23289999999997235</c:v>
                </c:pt>
                <c:pt idx="495">
                  <c:v>0.23269999999996571</c:v>
                </c:pt>
                <c:pt idx="496">
                  <c:v>0.23249999999995907</c:v>
                </c:pt>
                <c:pt idx="497">
                  <c:v>0.23239999999998417</c:v>
                </c:pt>
                <c:pt idx="498">
                  <c:v>0.23229999999995243</c:v>
                </c:pt>
                <c:pt idx="499">
                  <c:v>0.23269999999996571</c:v>
                </c:pt>
                <c:pt idx="500">
                  <c:v>0.23379999999997381</c:v>
                </c:pt>
                <c:pt idx="501">
                  <c:v>0.23529999999999518</c:v>
                </c:pt>
                <c:pt idx="502">
                  <c:v>0.23669999999998481</c:v>
                </c:pt>
                <c:pt idx="503">
                  <c:v>0.23809999999997444</c:v>
                </c:pt>
                <c:pt idx="504">
                  <c:v>0.23929999999995744</c:v>
                </c:pt>
                <c:pt idx="505">
                  <c:v>0.24029999999999063</c:v>
                </c:pt>
                <c:pt idx="506">
                  <c:v>0.24129999999996699</c:v>
                </c:pt>
                <c:pt idx="507">
                  <c:v>0.24209999999999354</c:v>
                </c:pt>
                <c:pt idx="508">
                  <c:v>0.24289999999996326</c:v>
                </c:pt>
                <c:pt idx="509">
                  <c:v>0.24359999999995807</c:v>
                </c:pt>
                <c:pt idx="510">
                  <c:v>0.24429999999995289</c:v>
                </c:pt>
                <c:pt idx="511">
                  <c:v>0.24489999999997281</c:v>
                </c:pt>
                <c:pt idx="512">
                  <c:v>0.24549999999999272</c:v>
                </c:pt>
                <c:pt idx="513">
                  <c:v>0.2459999999999809</c:v>
                </c:pt>
                <c:pt idx="514">
                  <c:v>0.24649999999996908</c:v>
                </c:pt>
                <c:pt idx="515">
                  <c:v>0.24699999999995725</c:v>
                </c:pt>
                <c:pt idx="516">
                  <c:v>0.24739999999997053</c:v>
                </c:pt>
                <c:pt idx="517">
                  <c:v>0.24779999999998381</c:v>
                </c:pt>
                <c:pt idx="518">
                  <c:v>0.24819999999999709</c:v>
                </c:pt>
                <c:pt idx="519">
                  <c:v>0.24859999999995352</c:v>
                </c:pt>
                <c:pt idx="520">
                  <c:v>0.24889999999999191</c:v>
                </c:pt>
                <c:pt idx="521">
                  <c:v>0.24919999999997344</c:v>
                </c:pt>
                <c:pt idx="522">
                  <c:v>0.24949999999995498</c:v>
                </c:pt>
                <c:pt idx="523">
                  <c:v>0.24979999999999336</c:v>
                </c:pt>
                <c:pt idx="524">
                  <c:v>0.25</c:v>
                </c:pt>
                <c:pt idx="525">
                  <c:v>0.25029999999998154</c:v>
                </c:pt>
                <c:pt idx="526">
                  <c:v>0.25049999999998818</c:v>
                </c:pt>
                <c:pt idx="527">
                  <c:v>0.25069999999999482</c:v>
                </c:pt>
                <c:pt idx="528">
                  <c:v>0.25090000000000146</c:v>
                </c:pt>
                <c:pt idx="529">
                  <c:v>0.25090000000000146</c:v>
                </c:pt>
                <c:pt idx="530">
                  <c:v>0.25039999999995644</c:v>
                </c:pt>
                <c:pt idx="531">
                  <c:v>0.24949999999995498</c:v>
                </c:pt>
                <c:pt idx="532">
                  <c:v>0.24840000000000373</c:v>
                </c:pt>
              </c:numCache>
            </c:numRef>
          </c:yVal>
          <c:smooth val="1"/>
          <c:extLst>
            <c:ext xmlns:c16="http://schemas.microsoft.com/office/drawing/2014/chart" uri="{C3380CC4-5D6E-409C-BE32-E72D297353CC}">
              <c16:uniqueId val="{00000001-4233-4E9D-9D6D-D06060CC9530}"/>
            </c:ext>
          </c:extLst>
        </c:ser>
        <c:ser>
          <c:idx val="2"/>
          <c:order val="2"/>
          <c:tx>
            <c:strRef>
              <c:f>PM50000_Temps_oc5l2_50000!$BBE$1</c:f>
              <c:strCache>
                <c:ptCount val="1"/>
                <c:pt idx="0">
                  <c:v>TELE_PM_INTERIOR.3</c:v>
                </c:pt>
              </c:strCache>
            </c:strRef>
          </c:tx>
          <c:spPr>
            <a:ln w="19050" cap="rnd">
              <a:solidFill>
                <a:schemeClr val="accent3"/>
              </a:solidFill>
              <a:round/>
            </a:ln>
            <a:effectLst/>
          </c:spPr>
          <c:marker>
            <c:symbol val="circle"/>
            <c:size val="5"/>
            <c:spPr>
              <a:solidFill>
                <a:schemeClr val="accent3"/>
              </a:solidFill>
              <a:ln w="9525">
                <a:solidFill>
                  <a:schemeClr val="accent3"/>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PM50000_Temps_oc5l2_50000!$BBE$2:$BBE$536</c:f>
              <c:numCache>
                <c:formatCode>General</c:formatCode>
                <c:ptCount val="533"/>
                <c:pt idx="0">
                  <c:v>0</c:v>
                </c:pt>
                <c:pt idx="1">
                  <c:v>1.6300000000001091E-2</c:v>
                </c:pt>
                <c:pt idx="2">
                  <c:v>3.9400000000000546E-2</c:v>
                </c:pt>
                <c:pt idx="3">
                  <c:v>6.0599999999965348E-2</c:v>
                </c:pt>
                <c:pt idx="4">
                  <c:v>7.9099999999982629E-2</c:v>
                </c:pt>
                <c:pt idx="5">
                  <c:v>9.4999999999970441E-2</c:v>
                </c:pt>
                <c:pt idx="6">
                  <c:v>0.10879999999997381</c:v>
                </c:pt>
                <c:pt idx="7">
                  <c:v>0.12069999999999936</c:v>
                </c:pt>
                <c:pt idx="8">
                  <c:v>0.13110000000000355</c:v>
                </c:pt>
                <c:pt idx="9">
                  <c:v>0.14039999999999964</c:v>
                </c:pt>
                <c:pt idx="10">
                  <c:v>0.14869999999996253</c:v>
                </c:pt>
                <c:pt idx="11">
                  <c:v>0.15609999999998081</c:v>
                </c:pt>
                <c:pt idx="12">
                  <c:v>0.16280000000000427</c:v>
                </c:pt>
                <c:pt idx="13">
                  <c:v>0.16890000000000782</c:v>
                </c:pt>
                <c:pt idx="14">
                  <c:v>0.17449999999996635</c:v>
                </c:pt>
                <c:pt idx="15">
                  <c:v>0.1794999999999618</c:v>
                </c:pt>
                <c:pt idx="16">
                  <c:v>0.18419999999997572</c:v>
                </c:pt>
                <c:pt idx="17">
                  <c:v>0.18840000000000146</c:v>
                </c:pt>
                <c:pt idx="18">
                  <c:v>0.19219999999995707</c:v>
                </c:pt>
                <c:pt idx="19">
                  <c:v>0.19569999999998799</c:v>
                </c:pt>
                <c:pt idx="20">
                  <c:v>0.19899999999995543</c:v>
                </c:pt>
                <c:pt idx="21">
                  <c:v>0.20189999999996644</c:v>
                </c:pt>
                <c:pt idx="22">
                  <c:v>0.20459999999997081</c:v>
                </c:pt>
                <c:pt idx="23">
                  <c:v>0.20709999999996853</c:v>
                </c:pt>
                <c:pt idx="24">
                  <c:v>0.20929999999998472</c:v>
                </c:pt>
                <c:pt idx="25">
                  <c:v>0.21139999999996917</c:v>
                </c:pt>
                <c:pt idx="26">
                  <c:v>0.21339999999997872</c:v>
                </c:pt>
                <c:pt idx="27">
                  <c:v>0.21619999999995798</c:v>
                </c:pt>
                <c:pt idx="28">
                  <c:v>0.21940000000000737</c:v>
                </c:pt>
                <c:pt idx="29">
                  <c:v>0.22259999999999991</c:v>
                </c:pt>
                <c:pt idx="30">
                  <c:v>0.22550000000001091</c:v>
                </c:pt>
                <c:pt idx="31">
                  <c:v>0.22809999999998354</c:v>
                </c:pt>
                <c:pt idx="32">
                  <c:v>0.23039999999997463</c:v>
                </c:pt>
                <c:pt idx="33">
                  <c:v>0.23249999999995907</c:v>
                </c:pt>
                <c:pt idx="34">
                  <c:v>0.23439999999999372</c:v>
                </c:pt>
                <c:pt idx="35">
                  <c:v>0.23609999999996489</c:v>
                </c:pt>
                <c:pt idx="36">
                  <c:v>0.23769999999996116</c:v>
                </c:pt>
                <c:pt idx="37">
                  <c:v>0.23910000000000764</c:v>
                </c:pt>
                <c:pt idx="38">
                  <c:v>0.24049999999999727</c:v>
                </c:pt>
                <c:pt idx="39">
                  <c:v>0.24169999999998026</c:v>
                </c:pt>
                <c:pt idx="40">
                  <c:v>0.24279999999998836</c:v>
                </c:pt>
                <c:pt idx="41">
                  <c:v>0.24379999999996471</c:v>
                </c:pt>
                <c:pt idx="42">
                  <c:v>0.24479999999999791</c:v>
                </c:pt>
                <c:pt idx="43">
                  <c:v>0.24569999999999936</c:v>
                </c:pt>
                <c:pt idx="44">
                  <c:v>0.24649999999996908</c:v>
                </c:pt>
                <c:pt idx="45">
                  <c:v>0.24729999999999563</c:v>
                </c:pt>
                <c:pt idx="46">
                  <c:v>0.24799999999999045</c:v>
                </c:pt>
                <c:pt idx="47">
                  <c:v>0.24869999999998527</c:v>
                </c:pt>
                <c:pt idx="48">
                  <c:v>0.24930000000000518</c:v>
                </c:pt>
                <c:pt idx="49">
                  <c:v>0.24979999999999336</c:v>
                </c:pt>
                <c:pt idx="50">
                  <c:v>0.25029999999998154</c:v>
                </c:pt>
                <c:pt idx="51">
                  <c:v>0.25079999999996971</c:v>
                </c:pt>
                <c:pt idx="52">
                  <c:v>0.25129999999995789</c:v>
                </c:pt>
                <c:pt idx="53">
                  <c:v>0.25169999999997117</c:v>
                </c:pt>
                <c:pt idx="54">
                  <c:v>0.25209999999998445</c:v>
                </c:pt>
                <c:pt idx="55">
                  <c:v>0.25239999999996598</c:v>
                </c:pt>
                <c:pt idx="56">
                  <c:v>0.25279999999997926</c:v>
                </c:pt>
                <c:pt idx="57">
                  <c:v>0.25259999999997262</c:v>
                </c:pt>
                <c:pt idx="58">
                  <c:v>0.25180000000000291</c:v>
                </c:pt>
                <c:pt idx="59">
                  <c:v>0.25079999999996971</c:v>
                </c:pt>
                <c:pt idx="60">
                  <c:v>0.24969999999996162</c:v>
                </c:pt>
                <c:pt idx="61">
                  <c:v>0.24889999999999191</c:v>
                </c:pt>
                <c:pt idx="62">
                  <c:v>0.24809999999996535</c:v>
                </c:pt>
                <c:pt idx="63">
                  <c:v>0.24739999999997053</c:v>
                </c:pt>
                <c:pt idx="64">
                  <c:v>0.24689999999998236</c:v>
                </c:pt>
                <c:pt idx="65">
                  <c:v>0.24639999999999418</c:v>
                </c:pt>
                <c:pt idx="66">
                  <c:v>0.2459999999999809</c:v>
                </c:pt>
                <c:pt idx="67">
                  <c:v>0.24559999999996762</c:v>
                </c:pt>
                <c:pt idx="68">
                  <c:v>0.24520000000001119</c:v>
                </c:pt>
                <c:pt idx="69">
                  <c:v>0.24489999999997281</c:v>
                </c:pt>
                <c:pt idx="70">
                  <c:v>0.24459999999999127</c:v>
                </c:pt>
                <c:pt idx="71">
                  <c:v>0.24430000000000973</c:v>
                </c:pt>
                <c:pt idx="72">
                  <c:v>0.24410000000000309</c:v>
                </c:pt>
                <c:pt idx="73">
                  <c:v>0.24389999999999645</c:v>
                </c:pt>
                <c:pt idx="74">
                  <c:v>0.24369999999998981</c:v>
                </c:pt>
                <c:pt idx="75">
                  <c:v>0.24349999999998317</c:v>
                </c:pt>
                <c:pt idx="76">
                  <c:v>0.24329999999997654</c:v>
                </c:pt>
                <c:pt idx="77">
                  <c:v>0.2430999999999699</c:v>
                </c:pt>
                <c:pt idx="78">
                  <c:v>0.242999999999995</c:v>
                </c:pt>
                <c:pt idx="79">
                  <c:v>0.24279999999998836</c:v>
                </c:pt>
                <c:pt idx="80">
                  <c:v>0.24269999999995662</c:v>
                </c:pt>
                <c:pt idx="81">
                  <c:v>0.24259999999998172</c:v>
                </c:pt>
                <c:pt idx="82">
                  <c:v>0.24250000000000682</c:v>
                </c:pt>
                <c:pt idx="83">
                  <c:v>0.24239999999997508</c:v>
                </c:pt>
                <c:pt idx="84">
                  <c:v>0.24230000000000018</c:v>
                </c:pt>
                <c:pt idx="85">
                  <c:v>0.24219999999996844</c:v>
                </c:pt>
                <c:pt idx="86">
                  <c:v>0.24209999999999354</c:v>
                </c:pt>
                <c:pt idx="87">
                  <c:v>0.24209999999999354</c:v>
                </c:pt>
                <c:pt idx="88">
                  <c:v>0.2419999999999618</c:v>
                </c:pt>
                <c:pt idx="89">
                  <c:v>0.2418999999999869</c:v>
                </c:pt>
                <c:pt idx="90">
                  <c:v>0.2418999999999869</c:v>
                </c:pt>
                <c:pt idx="91">
                  <c:v>0.24179999999995516</c:v>
                </c:pt>
                <c:pt idx="92">
                  <c:v>0.24179999999995516</c:v>
                </c:pt>
                <c:pt idx="93">
                  <c:v>0.24169999999998026</c:v>
                </c:pt>
                <c:pt idx="94">
                  <c:v>0.24169999999998026</c:v>
                </c:pt>
                <c:pt idx="95">
                  <c:v>0.24160000000000537</c:v>
                </c:pt>
                <c:pt idx="96">
                  <c:v>0.24160000000000537</c:v>
                </c:pt>
                <c:pt idx="97">
                  <c:v>0.24160000000000537</c:v>
                </c:pt>
                <c:pt idx="98">
                  <c:v>0.24149999999997362</c:v>
                </c:pt>
                <c:pt idx="99">
                  <c:v>0.24149999999997362</c:v>
                </c:pt>
                <c:pt idx="100">
                  <c:v>0.24149999999997362</c:v>
                </c:pt>
                <c:pt idx="101">
                  <c:v>0.24149999999997362</c:v>
                </c:pt>
                <c:pt idx="102">
                  <c:v>0.24139999999999873</c:v>
                </c:pt>
                <c:pt idx="103">
                  <c:v>0.24139999999999873</c:v>
                </c:pt>
                <c:pt idx="104">
                  <c:v>0.24139999999999873</c:v>
                </c:pt>
                <c:pt idx="105">
                  <c:v>0.24139999999999873</c:v>
                </c:pt>
                <c:pt idx="106">
                  <c:v>0.24139999999999873</c:v>
                </c:pt>
                <c:pt idx="107">
                  <c:v>0.24129999999996699</c:v>
                </c:pt>
                <c:pt idx="108">
                  <c:v>0.24139999999999873</c:v>
                </c:pt>
                <c:pt idx="109">
                  <c:v>0.24149999999997362</c:v>
                </c:pt>
                <c:pt idx="110">
                  <c:v>0.24160000000000537</c:v>
                </c:pt>
                <c:pt idx="111">
                  <c:v>0.24160000000000537</c:v>
                </c:pt>
                <c:pt idx="112">
                  <c:v>0.24169999999998026</c:v>
                </c:pt>
                <c:pt idx="113">
                  <c:v>0.24179999999995516</c:v>
                </c:pt>
                <c:pt idx="114">
                  <c:v>0.24179999999995516</c:v>
                </c:pt>
                <c:pt idx="115">
                  <c:v>0.2418999999999869</c:v>
                </c:pt>
                <c:pt idx="116">
                  <c:v>0.2418999999999869</c:v>
                </c:pt>
                <c:pt idx="117">
                  <c:v>0.2419999999999618</c:v>
                </c:pt>
                <c:pt idx="118">
                  <c:v>0.2419999999999618</c:v>
                </c:pt>
                <c:pt idx="119">
                  <c:v>0.24209999999999354</c:v>
                </c:pt>
                <c:pt idx="120">
                  <c:v>0.24209999999999354</c:v>
                </c:pt>
                <c:pt idx="121">
                  <c:v>0.24209999999999354</c:v>
                </c:pt>
                <c:pt idx="122">
                  <c:v>0.24219999999996844</c:v>
                </c:pt>
                <c:pt idx="123">
                  <c:v>0.24219999999996844</c:v>
                </c:pt>
                <c:pt idx="124">
                  <c:v>0.24219999999996844</c:v>
                </c:pt>
                <c:pt idx="125">
                  <c:v>0.24230000000000018</c:v>
                </c:pt>
                <c:pt idx="126">
                  <c:v>0.24230000000000018</c:v>
                </c:pt>
                <c:pt idx="127">
                  <c:v>0.24230000000000018</c:v>
                </c:pt>
                <c:pt idx="128">
                  <c:v>0.24239999999997508</c:v>
                </c:pt>
                <c:pt idx="129">
                  <c:v>0.24239999999997508</c:v>
                </c:pt>
                <c:pt idx="130">
                  <c:v>0.24239999999997508</c:v>
                </c:pt>
                <c:pt idx="131">
                  <c:v>0.24239999999997508</c:v>
                </c:pt>
                <c:pt idx="132">
                  <c:v>0.24250000000000682</c:v>
                </c:pt>
                <c:pt idx="133">
                  <c:v>0.24250000000000682</c:v>
                </c:pt>
                <c:pt idx="134">
                  <c:v>0.24250000000000682</c:v>
                </c:pt>
                <c:pt idx="135">
                  <c:v>0.24250000000000682</c:v>
                </c:pt>
                <c:pt idx="136">
                  <c:v>0.24250000000000682</c:v>
                </c:pt>
                <c:pt idx="137">
                  <c:v>0.24250000000000682</c:v>
                </c:pt>
                <c:pt idx="138">
                  <c:v>0.24259999999998172</c:v>
                </c:pt>
                <c:pt idx="139">
                  <c:v>0.24259999999998172</c:v>
                </c:pt>
                <c:pt idx="140">
                  <c:v>0.24259999999998172</c:v>
                </c:pt>
                <c:pt idx="141">
                  <c:v>0.24259999999998172</c:v>
                </c:pt>
                <c:pt idx="142">
                  <c:v>0.24259999999998172</c:v>
                </c:pt>
                <c:pt idx="143">
                  <c:v>0.24259999999998172</c:v>
                </c:pt>
                <c:pt idx="144">
                  <c:v>0.24259999999998172</c:v>
                </c:pt>
                <c:pt idx="145">
                  <c:v>0.24259999999998172</c:v>
                </c:pt>
                <c:pt idx="146">
                  <c:v>0.24269999999995662</c:v>
                </c:pt>
                <c:pt idx="147">
                  <c:v>0.24269999999995662</c:v>
                </c:pt>
                <c:pt idx="148">
                  <c:v>0.24269999999995662</c:v>
                </c:pt>
                <c:pt idx="149">
                  <c:v>0.24269999999995662</c:v>
                </c:pt>
                <c:pt idx="150">
                  <c:v>0.24269999999995662</c:v>
                </c:pt>
                <c:pt idx="151">
                  <c:v>0.24269999999995662</c:v>
                </c:pt>
                <c:pt idx="152">
                  <c:v>0.24269999999995662</c:v>
                </c:pt>
                <c:pt idx="153">
                  <c:v>0.24269999999995662</c:v>
                </c:pt>
                <c:pt idx="154">
                  <c:v>0.24269999999995662</c:v>
                </c:pt>
                <c:pt idx="155">
                  <c:v>0.24269999999995662</c:v>
                </c:pt>
                <c:pt idx="156">
                  <c:v>0.24269999999995662</c:v>
                </c:pt>
                <c:pt idx="157">
                  <c:v>0.24269999999995662</c:v>
                </c:pt>
                <c:pt idx="158">
                  <c:v>0.24250000000000682</c:v>
                </c:pt>
                <c:pt idx="159">
                  <c:v>0.24209999999999354</c:v>
                </c:pt>
                <c:pt idx="160">
                  <c:v>0.24149999999997362</c:v>
                </c:pt>
                <c:pt idx="161">
                  <c:v>0.24099999999998545</c:v>
                </c:pt>
                <c:pt idx="162">
                  <c:v>0.24049999999999727</c:v>
                </c:pt>
                <c:pt idx="163">
                  <c:v>0.24009999999998399</c:v>
                </c:pt>
                <c:pt idx="164">
                  <c:v>0.23969999999997071</c:v>
                </c:pt>
                <c:pt idx="165">
                  <c:v>0.23929999999995744</c:v>
                </c:pt>
                <c:pt idx="166">
                  <c:v>0.2389999999999759</c:v>
                </c:pt>
                <c:pt idx="167">
                  <c:v>0.23869999999999436</c:v>
                </c:pt>
                <c:pt idx="168">
                  <c:v>0.23839999999995598</c:v>
                </c:pt>
                <c:pt idx="169">
                  <c:v>0.23820000000000618</c:v>
                </c:pt>
                <c:pt idx="170">
                  <c:v>0.2378999999999678</c:v>
                </c:pt>
                <c:pt idx="171">
                  <c:v>0.23769999999996116</c:v>
                </c:pt>
                <c:pt idx="172">
                  <c:v>0.23750000000001137</c:v>
                </c:pt>
                <c:pt idx="173">
                  <c:v>0.23730000000000473</c:v>
                </c:pt>
                <c:pt idx="174">
                  <c:v>0.23709999999999809</c:v>
                </c:pt>
                <c:pt idx="175">
                  <c:v>0.23689999999999145</c:v>
                </c:pt>
                <c:pt idx="176">
                  <c:v>0.23669999999998481</c:v>
                </c:pt>
                <c:pt idx="177">
                  <c:v>0.23649999999997817</c:v>
                </c:pt>
                <c:pt idx="178">
                  <c:v>0.23640000000000327</c:v>
                </c:pt>
                <c:pt idx="179">
                  <c:v>0.23619999999999663</c:v>
                </c:pt>
                <c:pt idx="180">
                  <c:v>0.23609999999996489</c:v>
                </c:pt>
                <c:pt idx="181">
                  <c:v>0.23589999999995825</c:v>
                </c:pt>
                <c:pt idx="182">
                  <c:v>0.23579999999998336</c:v>
                </c:pt>
                <c:pt idx="183">
                  <c:v>0.23589999999995825</c:v>
                </c:pt>
                <c:pt idx="184">
                  <c:v>0.23699999999996635</c:v>
                </c:pt>
                <c:pt idx="185">
                  <c:v>0.23859999999996262</c:v>
                </c:pt>
                <c:pt idx="186">
                  <c:v>0.24019999999995889</c:v>
                </c:pt>
                <c:pt idx="187">
                  <c:v>0.24169999999998026</c:v>
                </c:pt>
                <c:pt idx="188">
                  <c:v>0.24289999999996326</c:v>
                </c:pt>
                <c:pt idx="189">
                  <c:v>0.24399999999997135</c:v>
                </c:pt>
                <c:pt idx="190">
                  <c:v>0.24500000000000455</c:v>
                </c:pt>
                <c:pt idx="191">
                  <c:v>0.245900000000006</c:v>
                </c:pt>
                <c:pt idx="192">
                  <c:v>0.24669999999997572</c:v>
                </c:pt>
                <c:pt idx="193">
                  <c:v>0.24739999999997053</c:v>
                </c:pt>
                <c:pt idx="194">
                  <c:v>0.24799999999999045</c:v>
                </c:pt>
                <c:pt idx="195">
                  <c:v>0.24860000000001037</c:v>
                </c:pt>
                <c:pt idx="196">
                  <c:v>0.24919999999997344</c:v>
                </c:pt>
                <c:pt idx="197">
                  <c:v>0.24969999999996162</c:v>
                </c:pt>
                <c:pt idx="198">
                  <c:v>0.25020000000000664</c:v>
                </c:pt>
                <c:pt idx="199">
                  <c:v>0.25069999999999482</c:v>
                </c:pt>
                <c:pt idx="200">
                  <c:v>0.25110000000000809</c:v>
                </c:pt>
                <c:pt idx="201">
                  <c:v>0.25149999999996453</c:v>
                </c:pt>
                <c:pt idx="202">
                  <c:v>0.25189999999997781</c:v>
                </c:pt>
                <c:pt idx="203">
                  <c:v>0.25219999999995935</c:v>
                </c:pt>
                <c:pt idx="204">
                  <c:v>0.25249999999999773</c:v>
                </c:pt>
                <c:pt idx="205">
                  <c:v>0.25279999999997926</c:v>
                </c:pt>
                <c:pt idx="206">
                  <c:v>0.2530999999999608</c:v>
                </c:pt>
                <c:pt idx="207">
                  <c:v>0.25339999999999918</c:v>
                </c:pt>
                <c:pt idx="208">
                  <c:v>0.25360000000000582</c:v>
                </c:pt>
                <c:pt idx="209">
                  <c:v>0.25379999999995562</c:v>
                </c:pt>
                <c:pt idx="210">
                  <c:v>0.254099999999994</c:v>
                </c:pt>
                <c:pt idx="211">
                  <c:v>0.25430000000000064</c:v>
                </c:pt>
                <c:pt idx="212">
                  <c:v>0.25439999999997553</c:v>
                </c:pt>
                <c:pt idx="213">
                  <c:v>0.25459999999998217</c:v>
                </c:pt>
                <c:pt idx="214">
                  <c:v>0.2541999999999689</c:v>
                </c:pt>
                <c:pt idx="215">
                  <c:v>0.25319999999999254</c:v>
                </c:pt>
                <c:pt idx="216">
                  <c:v>0.25200000000000955</c:v>
                </c:pt>
                <c:pt idx="217">
                  <c:v>0.25090000000000146</c:v>
                </c:pt>
                <c:pt idx="218">
                  <c:v>0.24989999999996826</c:v>
                </c:pt>
                <c:pt idx="219">
                  <c:v>0.24909999999999854</c:v>
                </c:pt>
                <c:pt idx="220">
                  <c:v>0.24840000000000373</c:v>
                </c:pt>
                <c:pt idx="221">
                  <c:v>0.24779999999998381</c:v>
                </c:pt>
                <c:pt idx="222">
                  <c:v>0.24719999999996389</c:v>
                </c:pt>
                <c:pt idx="223">
                  <c:v>0.24669999999997572</c:v>
                </c:pt>
                <c:pt idx="224">
                  <c:v>0.24629999999996244</c:v>
                </c:pt>
                <c:pt idx="225">
                  <c:v>0.245900000000006</c:v>
                </c:pt>
                <c:pt idx="226">
                  <c:v>0.24549999999999272</c:v>
                </c:pt>
                <c:pt idx="227">
                  <c:v>0.24520000000001119</c:v>
                </c:pt>
                <c:pt idx="228">
                  <c:v>0.24489999999997281</c:v>
                </c:pt>
                <c:pt idx="229">
                  <c:v>0.24459999999999127</c:v>
                </c:pt>
                <c:pt idx="230">
                  <c:v>0.24430000000000973</c:v>
                </c:pt>
                <c:pt idx="231">
                  <c:v>0.24410000000000309</c:v>
                </c:pt>
                <c:pt idx="232">
                  <c:v>0.24389999999999645</c:v>
                </c:pt>
                <c:pt idx="233">
                  <c:v>0.24359999999995807</c:v>
                </c:pt>
                <c:pt idx="234">
                  <c:v>0.24349999999998317</c:v>
                </c:pt>
                <c:pt idx="235">
                  <c:v>0.24329999999997654</c:v>
                </c:pt>
                <c:pt idx="236">
                  <c:v>0.2430999999999699</c:v>
                </c:pt>
                <c:pt idx="237">
                  <c:v>0.242999999999995</c:v>
                </c:pt>
                <c:pt idx="238">
                  <c:v>0.24279999999998836</c:v>
                </c:pt>
                <c:pt idx="239">
                  <c:v>0.24269999999995662</c:v>
                </c:pt>
                <c:pt idx="240">
                  <c:v>0.24259999999998172</c:v>
                </c:pt>
                <c:pt idx="241">
                  <c:v>0.24250000000000682</c:v>
                </c:pt>
                <c:pt idx="242">
                  <c:v>0.24239999999997508</c:v>
                </c:pt>
                <c:pt idx="243">
                  <c:v>0.24230000000000018</c:v>
                </c:pt>
                <c:pt idx="244">
                  <c:v>0.24219999999996844</c:v>
                </c:pt>
                <c:pt idx="245">
                  <c:v>0.24209999999999354</c:v>
                </c:pt>
                <c:pt idx="246">
                  <c:v>0.24209999999999354</c:v>
                </c:pt>
                <c:pt idx="247">
                  <c:v>0.2419999999999618</c:v>
                </c:pt>
                <c:pt idx="248">
                  <c:v>0.2418999999999869</c:v>
                </c:pt>
                <c:pt idx="249">
                  <c:v>0.2418999999999869</c:v>
                </c:pt>
                <c:pt idx="250">
                  <c:v>0.24179999999995516</c:v>
                </c:pt>
                <c:pt idx="251">
                  <c:v>0.24179999999995516</c:v>
                </c:pt>
                <c:pt idx="252">
                  <c:v>0.24169999999998026</c:v>
                </c:pt>
                <c:pt idx="253">
                  <c:v>0.24169999999998026</c:v>
                </c:pt>
                <c:pt idx="254">
                  <c:v>0.24160000000000537</c:v>
                </c:pt>
                <c:pt idx="255">
                  <c:v>0.24160000000000537</c:v>
                </c:pt>
                <c:pt idx="256">
                  <c:v>0.24160000000000537</c:v>
                </c:pt>
                <c:pt idx="257">
                  <c:v>0.24149999999997362</c:v>
                </c:pt>
                <c:pt idx="258">
                  <c:v>0.24149999999997362</c:v>
                </c:pt>
                <c:pt idx="259">
                  <c:v>0.24149999999997362</c:v>
                </c:pt>
                <c:pt idx="260">
                  <c:v>0.24149999999997362</c:v>
                </c:pt>
                <c:pt idx="261">
                  <c:v>0.24139999999999873</c:v>
                </c:pt>
                <c:pt idx="262">
                  <c:v>0.24139999999999873</c:v>
                </c:pt>
                <c:pt idx="263">
                  <c:v>0.24139999999999873</c:v>
                </c:pt>
                <c:pt idx="264">
                  <c:v>0.24139999999999873</c:v>
                </c:pt>
                <c:pt idx="265">
                  <c:v>0.24139999999999873</c:v>
                </c:pt>
                <c:pt idx="266">
                  <c:v>0.24149999999997362</c:v>
                </c:pt>
                <c:pt idx="267">
                  <c:v>0.24160000000000537</c:v>
                </c:pt>
                <c:pt idx="268">
                  <c:v>0.24169999999998026</c:v>
                </c:pt>
                <c:pt idx="269">
                  <c:v>0.24169999999998026</c:v>
                </c:pt>
                <c:pt idx="270">
                  <c:v>0.24179999999995516</c:v>
                </c:pt>
                <c:pt idx="271">
                  <c:v>0.2418999999999869</c:v>
                </c:pt>
                <c:pt idx="272">
                  <c:v>0.2418999999999869</c:v>
                </c:pt>
                <c:pt idx="273">
                  <c:v>0.2419999999999618</c:v>
                </c:pt>
                <c:pt idx="274">
                  <c:v>0.2419999999999618</c:v>
                </c:pt>
                <c:pt idx="275">
                  <c:v>0.2419999999999618</c:v>
                </c:pt>
                <c:pt idx="276">
                  <c:v>0.24209999999999354</c:v>
                </c:pt>
                <c:pt idx="277">
                  <c:v>0.24209999999999354</c:v>
                </c:pt>
                <c:pt idx="278">
                  <c:v>0.24219999999996844</c:v>
                </c:pt>
                <c:pt idx="279">
                  <c:v>0.24219999999996844</c:v>
                </c:pt>
                <c:pt idx="280">
                  <c:v>0.24219999999996844</c:v>
                </c:pt>
                <c:pt idx="281">
                  <c:v>0.24230000000000018</c:v>
                </c:pt>
                <c:pt idx="282">
                  <c:v>0.24230000000000018</c:v>
                </c:pt>
                <c:pt idx="283">
                  <c:v>0.24230000000000018</c:v>
                </c:pt>
                <c:pt idx="284">
                  <c:v>0.24230000000000018</c:v>
                </c:pt>
                <c:pt idx="285">
                  <c:v>0.24239999999997508</c:v>
                </c:pt>
                <c:pt idx="286">
                  <c:v>0.24239999999997508</c:v>
                </c:pt>
                <c:pt idx="287">
                  <c:v>0.24239999999997508</c:v>
                </c:pt>
                <c:pt idx="288">
                  <c:v>0.24239999999997508</c:v>
                </c:pt>
                <c:pt idx="289">
                  <c:v>0.24250000000000682</c:v>
                </c:pt>
                <c:pt idx="290">
                  <c:v>0.24250000000000682</c:v>
                </c:pt>
                <c:pt idx="291">
                  <c:v>0.24250000000000682</c:v>
                </c:pt>
                <c:pt idx="292">
                  <c:v>0.24250000000000682</c:v>
                </c:pt>
                <c:pt idx="293">
                  <c:v>0.24250000000000682</c:v>
                </c:pt>
                <c:pt idx="294">
                  <c:v>0.24259999999998172</c:v>
                </c:pt>
                <c:pt idx="295">
                  <c:v>0.24259999999998172</c:v>
                </c:pt>
                <c:pt idx="296">
                  <c:v>0.24259999999998172</c:v>
                </c:pt>
                <c:pt idx="297">
                  <c:v>0.24259999999998172</c:v>
                </c:pt>
                <c:pt idx="298">
                  <c:v>0.24259999999998172</c:v>
                </c:pt>
                <c:pt idx="299">
                  <c:v>0.24259999999998172</c:v>
                </c:pt>
                <c:pt idx="300">
                  <c:v>0.24259999999998172</c:v>
                </c:pt>
                <c:pt idx="301">
                  <c:v>0.24259999999998172</c:v>
                </c:pt>
                <c:pt idx="302">
                  <c:v>0.24269999999995662</c:v>
                </c:pt>
                <c:pt idx="303">
                  <c:v>0.24269999999995662</c:v>
                </c:pt>
                <c:pt idx="304">
                  <c:v>0.24269999999995662</c:v>
                </c:pt>
                <c:pt idx="305">
                  <c:v>0.24269999999995662</c:v>
                </c:pt>
                <c:pt idx="306">
                  <c:v>0.24269999999995662</c:v>
                </c:pt>
                <c:pt idx="307">
                  <c:v>0.24269999999995662</c:v>
                </c:pt>
                <c:pt idx="308">
                  <c:v>0.24269999999995662</c:v>
                </c:pt>
                <c:pt idx="309">
                  <c:v>0.24269999999995662</c:v>
                </c:pt>
                <c:pt idx="310">
                  <c:v>0.24269999999995662</c:v>
                </c:pt>
                <c:pt idx="311">
                  <c:v>0.24269999999995662</c:v>
                </c:pt>
                <c:pt idx="312">
                  <c:v>0.24269999999995662</c:v>
                </c:pt>
                <c:pt idx="313">
                  <c:v>0.24269999999995662</c:v>
                </c:pt>
                <c:pt idx="314">
                  <c:v>0.24269999999995662</c:v>
                </c:pt>
                <c:pt idx="315">
                  <c:v>0.24250000000000682</c:v>
                </c:pt>
                <c:pt idx="316">
                  <c:v>0.2419999999999618</c:v>
                </c:pt>
                <c:pt idx="317">
                  <c:v>0.24149999999997362</c:v>
                </c:pt>
                <c:pt idx="318">
                  <c:v>0.24090000000001055</c:v>
                </c:pt>
                <c:pt idx="319">
                  <c:v>0.24049999999999727</c:v>
                </c:pt>
                <c:pt idx="320">
                  <c:v>0.24000000000000909</c:v>
                </c:pt>
                <c:pt idx="321">
                  <c:v>0.23969999999997071</c:v>
                </c:pt>
                <c:pt idx="322">
                  <c:v>0.23929999999995744</c:v>
                </c:pt>
                <c:pt idx="323">
                  <c:v>0.2389999999999759</c:v>
                </c:pt>
                <c:pt idx="324">
                  <c:v>0.23869999999999436</c:v>
                </c:pt>
                <c:pt idx="325">
                  <c:v>0.23839999999995598</c:v>
                </c:pt>
                <c:pt idx="326">
                  <c:v>0.23820000000000618</c:v>
                </c:pt>
                <c:pt idx="327">
                  <c:v>0.2378999999999678</c:v>
                </c:pt>
                <c:pt idx="328">
                  <c:v>0.23769999999996116</c:v>
                </c:pt>
                <c:pt idx="329">
                  <c:v>0.23750000000001137</c:v>
                </c:pt>
                <c:pt idx="330">
                  <c:v>0.23719999999997299</c:v>
                </c:pt>
                <c:pt idx="331">
                  <c:v>0.23699999999996635</c:v>
                </c:pt>
                <c:pt idx="332">
                  <c:v>0.23689999999999145</c:v>
                </c:pt>
                <c:pt idx="333">
                  <c:v>0.23669999999998481</c:v>
                </c:pt>
                <c:pt idx="334">
                  <c:v>0.23649999999997817</c:v>
                </c:pt>
                <c:pt idx="335">
                  <c:v>0.23640000000000327</c:v>
                </c:pt>
                <c:pt idx="336">
                  <c:v>0.23619999999999663</c:v>
                </c:pt>
                <c:pt idx="337">
                  <c:v>0.23609999999996489</c:v>
                </c:pt>
                <c:pt idx="338">
                  <c:v>0.23589999999995825</c:v>
                </c:pt>
                <c:pt idx="339">
                  <c:v>0.23579999999998336</c:v>
                </c:pt>
                <c:pt idx="340">
                  <c:v>0.23599999999999</c:v>
                </c:pt>
                <c:pt idx="341">
                  <c:v>0.23719999999997299</c:v>
                </c:pt>
                <c:pt idx="342">
                  <c:v>0.23879999999996926</c:v>
                </c:pt>
                <c:pt idx="343">
                  <c:v>0.24039999999996553</c:v>
                </c:pt>
                <c:pt idx="344">
                  <c:v>0.24179999999995516</c:v>
                </c:pt>
                <c:pt idx="345">
                  <c:v>0.2430999999999699</c:v>
                </c:pt>
                <c:pt idx="346">
                  <c:v>0.24419999999997799</c:v>
                </c:pt>
                <c:pt idx="347">
                  <c:v>0.24509999999997945</c:v>
                </c:pt>
                <c:pt idx="348">
                  <c:v>0.2459999999999809</c:v>
                </c:pt>
                <c:pt idx="349">
                  <c:v>0.24680000000000746</c:v>
                </c:pt>
                <c:pt idx="350">
                  <c:v>0.24750000000000227</c:v>
                </c:pt>
                <c:pt idx="351">
                  <c:v>0.24809999999996535</c:v>
                </c:pt>
                <c:pt idx="352">
                  <c:v>0.24869999999998527</c:v>
                </c:pt>
                <c:pt idx="353">
                  <c:v>0.24930000000000518</c:v>
                </c:pt>
                <c:pt idx="354">
                  <c:v>0.24979999999999336</c:v>
                </c:pt>
                <c:pt idx="355">
                  <c:v>0.25029999999998154</c:v>
                </c:pt>
                <c:pt idx="356">
                  <c:v>0.25069999999999482</c:v>
                </c:pt>
                <c:pt idx="357">
                  <c:v>0.25110000000000809</c:v>
                </c:pt>
                <c:pt idx="358">
                  <c:v>0.25149999999996453</c:v>
                </c:pt>
                <c:pt idx="359">
                  <c:v>0.25189999999997781</c:v>
                </c:pt>
                <c:pt idx="360">
                  <c:v>0.25219999999995935</c:v>
                </c:pt>
                <c:pt idx="361">
                  <c:v>0.25219999999995935</c:v>
                </c:pt>
                <c:pt idx="362">
                  <c:v>0.25259999999997262</c:v>
                </c:pt>
                <c:pt idx="363">
                  <c:v>0.252900000000011</c:v>
                </c:pt>
                <c:pt idx="364">
                  <c:v>0.2530999999999608</c:v>
                </c:pt>
                <c:pt idx="365">
                  <c:v>0.25339999999999918</c:v>
                </c:pt>
                <c:pt idx="366">
                  <c:v>0.25360000000000582</c:v>
                </c:pt>
                <c:pt idx="367">
                  <c:v>0.25389999999998736</c:v>
                </c:pt>
                <c:pt idx="368">
                  <c:v>0.254099999999994</c:v>
                </c:pt>
                <c:pt idx="369">
                  <c:v>0.25430000000000064</c:v>
                </c:pt>
                <c:pt idx="370">
                  <c:v>0.25450000000000728</c:v>
                </c:pt>
                <c:pt idx="371">
                  <c:v>0.25459999999998217</c:v>
                </c:pt>
                <c:pt idx="372">
                  <c:v>0.254099999999994</c:v>
                </c:pt>
                <c:pt idx="373">
                  <c:v>0.2529999999999859</c:v>
                </c:pt>
                <c:pt idx="374">
                  <c:v>0.25180000000000291</c:v>
                </c:pt>
                <c:pt idx="375">
                  <c:v>0.25079999999996971</c:v>
                </c:pt>
                <c:pt idx="376">
                  <c:v>0.24979999999999336</c:v>
                </c:pt>
                <c:pt idx="377">
                  <c:v>0.2489999999999668</c:v>
                </c:pt>
                <c:pt idx="378">
                  <c:v>0.24829999999997199</c:v>
                </c:pt>
                <c:pt idx="379">
                  <c:v>0.24770000000000891</c:v>
                </c:pt>
                <c:pt idx="380">
                  <c:v>0.247099999999989</c:v>
                </c:pt>
                <c:pt idx="381">
                  <c:v>0.24660000000000082</c:v>
                </c:pt>
                <c:pt idx="382">
                  <c:v>0.24619999999998754</c:v>
                </c:pt>
                <c:pt idx="383">
                  <c:v>0.24579999999997426</c:v>
                </c:pt>
                <c:pt idx="384">
                  <c:v>0.24549999999999272</c:v>
                </c:pt>
                <c:pt idx="385">
                  <c:v>0.24509999999997945</c:v>
                </c:pt>
                <c:pt idx="386">
                  <c:v>0.24479999999999791</c:v>
                </c:pt>
                <c:pt idx="387">
                  <c:v>0.24449999999995953</c:v>
                </c:pt>
                <c:pt idx="388">
                  <c:v>0.24430000000000973</c:v>
                </c:pt>
                <c:pt idx="389">
                  <c:v>0.24399999999997135</c:v>
                </c:pt>
                <c:pt idx="390">
                  <c:v>0.24379999999996471</c:v>
                </c:pt>
                <c:pt idx="391">
                  <c:v>0.24359999999995807</c:v>
                </c:pt>
                <c:pt idx="392">
                  <c:v>0.24340000000000828</c:v>
                </c:pt>
                <c:pt idx="393">
                  <c:v>0.24329999999997654</c:v>
                </c:pt>
                <c:pt idx="394">
                  <c:v>0.2430999999999699</c:v>
                </c:pt>
                <c:pt idx="395">
                  <c:v>0.242999999999995</c:v>
                </c:pt>
                <c:pt idx="396">
                  <c:v>0.24279999999998836</c:v>
                </c:pt>
                <c:pt idx="397">
                  <c:v>0.24269999999995662</c:v>
                </c:pt>
                <c:pt idx="398">
                  <c:v>0.24259999999998172</c:v>
                </c:pt>
                <c:pt idx="399">
                  <c:v>0.24250000000000682</c:v>
                </c:pt>
                <c:pt idx="400">
                  <c:v>0.24239999999997508</c:v>
                </c:pt>
                <c:pt idx="401">
                  <c:v>0.24230000000000018</c:v>
                </c:pt>
                <c:pt idx="402">
                  <c:v>0.24219999999996844</c:v>
                </c:pt>
                <c:pt idx="403">
                  <c:v>0.24209999999999354</c:v>
                </c:pt>
                <c:pt idx="404">
                  <c:v>0.2419999999999618</c:v>
                </c:pt>
                <c:pt idx="405">
                  <c:v>0.2419999999999618</c:v>
                </c:pt>
                <c:pt idx="406">
                  <c:v>0.2418999999999869</c:v>
                </c:pt>
                <c:pt idx="407">
                  <c:v>0.2418999999999869</c:v>
                </c:pt>
                <c:pt idx="408">
                  <c:v>0.24179999999995516</c:v>
                </c:pt>
                <c:pt idx="409">
                  <c:v>0.24179999999995516</c:v>
                </c:pt>
                <c:pt idx="410">
                  <c:v>0.24169999999998026</c:v>
                </c:pt>
                <c:pt idx="411">
                  <c:v>0.24169999999998026</c:v>
                </c:pt>
                <c:pt idx="412">
                  <c:v>0.24160000000000537</c:v>
                </c:pt>
                <c:pt idx="413">
                  <c:v>0.24160000000000537</c:v>
                </c:pt>
                <c:pt idx="414">
                  <c:v>0.24160000000000537</c:v>
                </c:pt>
                <c:pt idx="415">
                  <c:v>0.24149999999997362</c:v>
                </c:pt>
                <c:pt idx="416">
                  <c:v>0.24149999999997362</c:v>
                </c:pt>
                <c:pt idx="417">
                  <c:v>0.24149999999997362</c:v>
                </c:pt>
                <c:pt idx="418">
                  <c:v>0.24149999999997362</c:v>
                </c:pt>
                <c:pt idx="419">
                  <c:v>0.24139999999999873</c:v>
                </c:pt>
                <c:pt idx="420">
                  <c:v>0.24139999999999873</c:v>
                </c:pt>
                <c:pt idx="421">
                  <c:v>0.24139999999999873</c:v>
                </c:pt>
                <c:pt idx="422">
                  <c:v>0.24139999999999873</c:v>
                </c:pt>
                <c:pt idx="423">
                  <c:v>0.24139999999999873</c:v>
                </c:pt>
                <c:pt idx="424">
                  <c:v>0.24149999999997362</c:v>
                </c:pt>
                <c:pt idx="425">
                  <c:v>0.24160000000000537</c:v>
                </c:pt>
                <c:pt idx="426">
                  <c:v>0.24169999999998026</c:v>
                </c:pt>
                <c:pt idx="427">
                  <c:v>0.24179999999995516</c:v>
                </c:pt>
                <c:pt idx="428">
                  <c:v>0.24179999999995516</c:v>
                </c:pt>
                <c:pt idx="429">
                  <c:v>0.2418999999999869</c:v>
                </c:pt>
                <c:pt idx="430">
                  <c:v>0.2418999999999869</c:v>
                </c:pt>
                <c:pt idx="431">
                  <c:v>0.2419999999999618</c:v>
                </c:pt>
                <c:pt idx="432">
                  <c:v>0.2419999999999618</c:v>
                </c:pt>
                <c:pt idx="433">
                  <c:v>0.2419999999999618</c:v>
                </c:pt>
                <c:pt idx="434">
                  <c:v>0.24209999999999354</c:v>
                </c:pt>
                <c:pt idx="435">
                  <c:v>0.24209999999999354</c:v>
                </c:pt>
                <c:pt idx="436">
                  <c:v>0.24219999999996844</c:v>
                </c:pt>
                <c:pt idx="437">
                  <c:v>0.24219999999996844</c:v>
                </c:pt>
                <c:pt idx="438">
                  <c:v>0.24219999999996844</c:v>
                </c:pt>
                <c:pt idx="439">
                  <c:v>0.24230000000000018</c:v>
                </c:pt>
                <c:pt idx="440">
                  <c:v>0.24230000000000018</c:v>
                </c:pt>
                <c:pt idx="441">
                  <c:v>0.24230000000000018</c:v>
                </c:pt>
                <c:pt idx="442">
                  <c:v>0.24239999999997508</c:v>
                </c:pt>
                <c:pt idx="443">
                  <c:v>0.24239999999997508</c:v>
                </c:pt>
                <c:pt idx="444">
                  <c:v>0.24239999999997508</c:v>
                </c:pt>
                <c:pt idx="445">
                  <c:v>0.24239999999997508</c:v>
                </c:pt>
                <c:pt idx="446">
                  <c:v>0.24239999999997508</c:v>
                </c:pt>
                <c:pt idx="447">
                  <c:v>0.24250000000000682</c:v>
                </c:pt>
                <c:pt idx="448">
                  <c:v>0.24250000000000682</c:v>
                </c:pt>
                <c:pt idx="449">
                  <c:v>0.24250000000000682</c:v>
                </c:pt>
                <c:pt idx="450">
                  <c:v>0.24250000000000682</c:v>
                </c:pt>
                <c:pt idx="451">
                  <c:v>0.24250000000000682</c:v>
                </c:pt>
                <c:pt idx="452">
                  <c:v>0.24250000000000682</c:v>
                </c:pt>
                <c:pt idx="453">
                  <c:v>0.24259999999998172</c:v>
                </c:pt>
                <c:pt idx="454">
                  <c:v>0.24259999999998172</c:v>
                </c:pt>
                <c:pt idx="455">
                  <c:v>0.24259999999998172</c:v>
                </c:pt>
                <c:pt idx="456">
                  <c:v>0.24259999999998172</c:v>
                </c:pt>
                <c:pt idx="457">
                  <c:v>0.24259999999998172</c:v>
                </c:pt>
                <c:pt idx="458">
                  <c:v>0.24259999999998172</c:v>
                </c:pt>
                <c:pt idx="459">
                  <c:v>0.24259999999998172</c:v>
                </c:pt>
                <c:pt idx="460">
                  <c:v>0.24259999999998172</c:v>
                </c:pt>
                <c:pt idx="461">
                  <c:v>0.24269999999995662</c:v>
                </c:pt>
                <c:pt idx="462">
                  <c:v>0.24269999999995662</c:v>
                </c:pt>
                <c:pt idx="463">
                  <c:v>0.24269999999995662</c:v>
                </c:pt>
                <c:pt idx="464">
                  <c:v>0.24269999999995662</c:v>
                </c:pt>
                <c:pt idx="465">
                  <c:v>0.24269999999995662</c:v>
                </c:pt>
                <c:pt idx="466">
                  <c:v>0.24269999999995662</c:v>
                </c:pt>
                <c:pt idx="467">
                  <c:v>0.24269999999995662</c:v>
                </c:pt>
                <c:pt idx="468">
                  <c:v>0.24269999999995662</c:v>
                </c:pt>
                <c:pt idx="469">
                  <c:v>0.24269999999995662</c:v>
                </c:pt>
                <c:pt idx="470">
                  <c:v>0.24269999999995662</c:v>
                </c:pt>
                <c:pt idx="471">
                  <c:v>0.24269999999995662</c:v>
                </c:pt>
                <c:pt idx="472">
                  <c:v>0.24269999999995662</c:v>
                </c:pt>
                <c:pt idx="473">
                  <c:v>0.24269999999995662</c:v>
                </c:pt>
                <c:pt idx="474">
                  <c:v>0.24239999999997508</c:v>
                </c:pt>
                <c:pt idx="475">
                  <c:v>0.2418999999999869</c:v>
                </c:pt>
                <c:pt idx="476">
                  <c:v>0.24139999999999873</c:v>
                </c:pt>
                <c:pt idx="477">
                  <c:v>0.24090000000001055</c:v>
                </c:pt>
                <c:pt idx="478">
                  <c:v>0.24039999999996553</c:v>
                </c:pt>
                <c:pt idx="479">
                  <c:v>0.24000000000000909</c:v>
                </c:pt>
                <c:pt idx="480">
                  <c:v>0.23959999999999582</c:v>
                </c:pt>
                <c:pt idx="481">
                  <c:v>0.23929999999995744</c:v>
                </c:pt>
                <c:pt idx="482">
                  <c:v>0.238900000000001</c:v>
                </c:pt>
                <c:pt idx="483">
                  <c:v>0.23859999999996262</c:v>
                </c:pt>
                <c:pt idx="484">
                  <c:v>0.23839999999995598</c:v>
                </c:pt>
                <c:pt idx="485">
                  <c:v>0.23809999999997444</c:v>
                </c:pt>
                <c:pt idx="486">
                  <c:v>0.2378999999999678</c:v>
                </c:pt>
                <c:pt idx="487">
                  <c:v>0.23759999999998627</c:v>
                </c:pt>
                <c:pt idx="488">
                  <c:v>0.23739999999997963</c:v>
                </c:pt>
                <c:pt idx="489">
                  <c:v>0.23719999999997299</c:v>
                </c:pt>
                <c:pt idx="490">
                  <c:v>0.23699999999996635</c:v>
                </c:pt>
                <c:pt idx="491">
                  <c:v>0.23679999999995971</c:v>
                </c:pt>
                <c:pt idx="492">
                  <c:v>0.23669999999998481</c:v>
                </c:pt>
                <c:pt idx="493">
                  <c:v>0.23649999999997817</c:v>
                </c:pt>
                <c:pt idx="494">
                  <c:v>0.23629999999997153</c:v>
                </c:pt>
                <c:pt idx="495">
                  <c:v>0.23619999999999663</c:v>
                </c:pt>
                <c:pt idx="496">
                  <c:v>0.23599999999999</c:v>
                </c:pt>
                <c:pt idx="497">
                  <c:v>0.23589999999995825</c:v>
                </c:pt>
                <c:pt idx="498">
                  <c:v>0.23579999999998336</c:v>
                </c:pt>
                <c:pt idx="499">
                  <c:v>0.23619999999999663</c:v>
                </c:pt>
                <c:pt idx="500">
                  <c:v>0.23750000000001137</c:v>
                </c:pt>
                <c:pt idx="501">
                  <c:v>0.23910000000000764</c:v>
                </c:pt>
                <c:pt idx="502">
                  <c:v>0.24070000000000391</c:v>
                </c:pt>
                <c:pt idx="503">
                  <c:v>0.24209999999999354</c:v>
                </c:pt>
                <c:pt idx="504">
                  <c:v>0.24329999999997654</c:v>
                </c:pt>
                <c:pt idx="505">
                  <c:v>0.24439999999998463</c:v>
                </c:pt>
                <c:pt idx="506">
                  <c:v>0.24529999999998608</c:v>
                </c:pt>
                <c:pt idx="507">
                  <c:v>0.2460999999999558</c:v>
                </c:pt>
                <c:pt idx="508">
                  <c:v>0.24689999999998236</c:v>
                </c:pt>
                <c:pt idx="509">
                  <c:v>0.24759999999997717</c:v>
                </c:pt>
                <c:pt idx="510">
                  <c:v>0.24819999999999709</c:v>
                </c:pt>
                <c:pt idx="511">
                  <c:v>0.24879999999996016</c:v>
                </c:pt>
                <c:pt idx="512">
                  <c:v>0.24939999999998008</c:v>
                </c:pt>
                <c:pt idx="513">
                  <c:v>0.24989999999996826</c:v>
                </c:pt>
                <c:pt idx="514">
                  <c:v>0.25039999999995644</c:v>
                </c:pt>
                <c:pt idx="515">
                  <c:v>0.25079999999996971</c:v>
                </c:pt>
                <c:pt idx="516">
                  <c:v>0.25119999999998299</c:v>
                </c:pt>
                <c:pt idx="517">
                  <c:v>0.25159999999999627</c:v>
                </c:pt>
                <c:pt idx="518">
                  <c:v>0.25200000000000955</c:v>
                </c:pt>
                <c:pt idx="519">
                  <c:v>0.25229999999999109</c:v>
                </c:pt>
                <c:pt idx="520">
                  <c:v>0.25259999999997262</c:v>
                </c:pt>
                <c:pt idx="521">
                  <c:v>0.252900000000011</c:v>
                </c:pt>
                <c:pt idx="522">
                  <c:v>0.25319999999999254</c:v>
                </c:pt>
                <c:pt idx="523">
                  <c:v>0.25339999999999918</c:v>
                </c:pt>
                <c:pt idx="524">
                  <c:v>0.25369999999998072</c:v>
                </c:pt>
                <c:pt idx="525">
                  <c:v>0.25389999999998736</c:v>
                </c:pt>
                <c:pt idx="526">
                  <c:v>0.254099999999994</c:v>
                </c:pt>
                <c:pt idx="527">
                  <c:v>0.25430000000000064</c:v>
                </c:pt>
                <c:pt idx="528">
                  <c:v>0.25450000000000728</c:v>
                </c:pt>
                <c:pt idx="529">
                  <c:v>0.25459999999998217</c:v>
                </c:pt>
                <c:pt idx="530">
                  <c:v>0.25389999999998736</c:v>
                </c:pt>
                <c:pt idx="531">
                  <c:v>0.25279999999997926</c:v>
                </c:pt>
                <c:pt idx="532">
                  <c:v>0.25169999999997117</c:v>
                </c:pt>
              </c:numCache>
            </c:numRef>
          </c:yVal>
          <c:smooth val="1"/>
          <c:extLst>
            <c:ext xmlns:c16="http://schemas.microsoft.com/office/drawing/2014/chart" uri="{C3380CC4-5D6E-409C-BE32-E72D297353CC}">
              <c16:uniqueId val="{00000002-4233-4E9D-9D6D-D06060CC9530}"/>
            </c:ext>
          </c:extLst>
        </c:ser>
        <c:ser>
          <c:idx val="3"/>
          <c:order val="3"/>
          <c:tx>
            <c:strRef>
              <c:f>PM50000_Temps_oc5l2_50000!$BBF$1</c:f>
              <c:strCache>
                <c:ptCount val="1"/>
                <c:pt idx="0">
                  <c:v>TELE_PM_INTERIOR.4</c:v>
                </c:pt>
              </c:strCache>
            </c:strRef>
          </c:tx>
          <c:spPr>
            <a:ln w="19050" cap="rnd">
              <a:solidFill>
                <a:schemeClr val="accent4"/>
              </a:solidFill>
              <a:round/>
            </a:ln>
            <a:effectLst/>
          </c:spPr>
          <c:marker>
            <c:symbol val="circle"/>
            <c:size val="5"/>
            <c:spPr>
              <a:solidFill>
                <a:schemeClr val="accent4"/>
              </a:solidFill>
              <a:ln w="9525">
                <a:solidFill>
                  <a:schemeClr val="accent4"/>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PM50000_Temps_oc5l2_50000!$BBF$2:$BBF$536</c:f>
              <c:numCache>
                <c:formatCode>General</c:formatCode>
                <c:ptCount val="533"/>
                <c:pt idx="0">
                  <c:v>0</c:v>
                </c:pt>
                <c:pt idx="1">
                  <c:v>1.7800000000022465E-2</c:v>
                </c:pt>
                <c:pt idx="2">
                  <c:v>4.2399999999986449E-2</c:v>
                </c:pt>
                <c:pt idx="3">
                  <c:v>6.4700000000016189E-2</c:v>
                </c:pt>
                <c:pt idx="4">
                  <c:v>8.4000000000003183E-2</c:v>
                </c:pt>
                <c:pt idx="5">
                  <c:v>0.10050000000001091</c:v>
                </c:pt>
                <c:pt idx="6">
                  <c:v>0.11459999999999582</c:v>
                </c:pt>
                <c:pt idx="7">
                  <c:v>0.12670000000002801</c:v>
                </c:pt>
                <c:pt idx="8">
                  <c:v>0.13740000000001373</c:v>
                </c:pt>
                <c:pt idx="9">
                  <c:v>0.14670000000000982</c:v>
                </c:pt>
                <c:pt idx="10">
                  <c:v>0.15510000000000446</c:v>
                </c:pt>
                <c:pt idx="11">
                  <c:v>0.16250000000002274</c:v>
                </c:pt>
                <c:pt idx="12">
                  <c:v>0.1693000000000211</c:v>
                </c:pt>
                <c:pt idx="13">
                  <c:v>0.17540000000002465</c:v>
                </c:pt>
                <c:pt idx="14">
                  <c:v>0.18090000000000828</c:v>
                </c:pt>
                <c:pt idx="15">
                  <c:v>0.18590000000000373</c:v>
                </c:pt>
                <c:pt idx="16">
                  <c:v>0.1904999999999859</c:v>
                </c:pt>
                <c:pt idx="17">
                  <c:v>0.19470000000001164</c:v>
                </c:pt>
                <c:pt idx="18">
                  <c:v>0.1985000000000241</c:v>
                </c:pt>
                <c:pt idx="19">
                  <c:v>0.20190000000002328</c:v>
                </c:pt>
                <c:pt idx="20">
                  <c:v>0.20510000000001583</c:v>
                </c:pt>
                <c:pt idx="21">
                  <c:v>0.20800000000002683</c:v>
                </c:pt>
                <c:pt idx="22">
                  <c:v>0.2107000000000312</c:v>
                </c:pt>
                <c:pt idx="23">
                  <c:v>0.21309999999999718</c:v>
                </c:pt>
                <c:pt idx="24">
                  <c:v>0.21530000000001337</c:v>
                </c:pt>
                <c:pt idx="25">
                  <c:v>0.21730000000002292</c:v>
                </c:pt>
                <c:pt idx="26">
                  <c:v>0.21930000000003247</c:v>
                </c:pt>
                <c:pt idx="27">
                  <c:v>0.22199999999997999</c:v>
                </c:pt>
                <c:pt idx="28">
                  <c:v>0.22520000000002938</c:v>
                </c:pt>
                <c:pt idx="29">
                  <c:v>0.22820000000001528</c:v>
                </c:pt>
                <c:pt idx="30">
                  <c:v>0.23099999999999454</c:v>
                </c:pt>
                <c:pt idx="31">
                  <c:v>0.23349999999999227</c:v>
                </c:pt>
                <c:pt idx="32">
                  <c:v>0.23579999999998336</c:v>
                </c:pt>
                <c:pt idx="33">
                  <c:v>0.23779999999999291</c:v>
                </c:pt>
                <c:pt idx="34">
                  <c:v>0.23959999999999582</c:v>
                </c:pt>
                <c:pt idx="35">
                  <c:v>0.24130000000002383</c:v>
                </c:pt>
                <c:pt idx="36">
                  <c:v>0.24279999999998836</c:v>
                </c:pt>
                <c:pt idx="37">
                  <c:v>0.24420000000003483</c:v>
                </c:pt>
                <c:pt idx="38">
                  <c:v>0.24540000000001783</c:v>
                </c:pt>
                <c:pt idx="39">
                  <c:v>0.24660000000000082</c:v>
                </c:pt>
                <c:pt idx="40">
                  <c:v>0.24770000000000891</c:v>
                </c:pt>
                <c:pt idx="41">
                  <c:v>0.24869999999998527</c:v>
                </c:pt>
                <c:pt idx="42">
                  <c:v>0.24959999999998672</c:v>
                </c:pt>
                <c:pt idx="43">
                  <c:v>0.25049999999998818</c:v>
                </c:pt>
                <c:pt idx="44">
                  <c:v>0.25130000000001473</c:v>
                </c:pt>
                <c:pt idx="45">
                  <c:v>0.25200000000000955</c:v>
                </c:pt>
                <c:pt idx="46">
                  <c:v>0.25270000000000437</c:v>
                </c:pt>
                <c:pt idx="47">
                  <c:v>0.25339999999999918</c:v>
                </c:pt>
                <c:pt idx="48">
                  <c:v>0.25389999999998736</c:v>
                </c:pt>
                <c:pt idx="49">
                  <c:v>0.25450000000000728</c:v>
                </c:pt>
                <c:pt idx="50">
                  <c:v>0.25499999999999545</c:v>
                </c:pt>
                <c:pt idx="51">
                  <c:v>0.25540000000000873</c:v>
                </c:pt>
                <c:pt idx="52">
                  <c:v>0.25589999999999691</c:v>
                </c:pt>
                <c:pt idx="53">
                  <c:v>0.25630000000001019</c:v>
                </c:pt>
                <c:pt idx="54">
                  <c:v>0.25659999999999172</c:v>
                </c:pt>
                <c:pt idx="55">
                  <c:v>0.257000000000005</c:v>
                </c:pt>
                <c:pt idx="56">
                  <c:v>0.25729999999998654</c:v>
                </c:pt>
                <c:pt idx="57">
                  <c:v>0.25720000000001164</c:v>
                </c:pt>
                <c:pt idx="58">
                  <c:v>0.25639999999998508</c:v>
                </c:pt>
                <c:pt idx="59">
                  <c:v>0.25540000000000873</c:v>
                </c:pt>
                <c:pt idx="60">
                  <c:v>0.25440000000003238</c:v>
                </c:pt>
                <c:pt idx="61">
                  <c:v>0.25360000000000582</c:v>
                </c:pt>
                <c:pt idx="62">
                  <c:v>0.25279999999997926</c:v>
                </c:pt>
                <c:pt idx="63">
                  <c:v>0.25220000000001619</c:v>
                </c:pt>
                <c:pt idx="64">
                  <c:v>0.25170000000002801</c:v>
                </c:pt>
                <c:pt idx="65">
                  <c:v>0.25119999999998299</c:v>
                </c:pt>
                <c:pt idx="66">
                  <c:v>0.25080000000002656</c:v>
                </c:pt>
                <c:pt idx="67">
                  <c:v>0.25040000000001328</c:v>
                </c:pt>
                <c:pt idx="68">
                  <c:v>0.25010000000003174</c:v>
                </c:pt>
                <c:pt idx="69">
                  <c:v>0.24979999999999336</c:v>
                </c:pt>
                <c:pt idx="70">
                  <c:v>0.24950000000001182</c:v>
                </c:pt>
                <c:pt idx="71">
                  <c:v>0.24930000000000518</c:v>
                </c:pt>
                <c:pt idx="72">
                  <c:v>0.24900000000002365</c:v>
                </c:pt>
                <c:pt idx="73">
                  <c:v>0.24880000000001701</c:v>
                </c:pt>
                <c:pt idx="74">
                  <c:v>0.24860000000001037</c:v>
                </c:pt>
                <c:pt idx="75">
                  <c:v>0.24840000000000373</c:v>
                </c:pt>
                <c:pt idx="76">
                  <c:v>0.24830000000002883</c:v>
                </c:pt>
                <c:pt idx="77">
                  <c:v>0.24810000000002219</c:v>
                </c:pt>
                <c:pt idx="78">
                  <c:v>0.24799999999999045</c:v>
                </c:pt>
                <c:pt idx="79">
                  <c:v>0.24779999999998381</c:v>
                </c:pt>
                <c:pt idx="80">
                  <c:v>0.24770000000000891</c:v>
                </c:pt>
                <c:pt idx="81">
                  <c:v>0.24760000000003402</c:v>
                </c:pt>
                <c:pt idx="82">
                  <c:v>0.24750000000000227</c:v>
                </c:pt>
                <c:pt idx="83">
                  <c:v>0.24740000000002738</c:v>
                </c:pt>
                <c:pt idx="84">
                  <c:v>0.24729999999999563</c:v>
                </c:pt>
                <c:pt idx="85">
                  <c:v>0.24720000000002074</c:v>
                </c:pt>
                <c:pt idx="86">
                  <c:v>0.24720000000002074</c:v>
                </c:pt>
                <c:pt idx="87">
                  <c:v>0.247099999999989</c:v>
                </c:pt>
                <c:pt idx="88">
                  <c:v>0.2470000000000141</c:v>
                </c:pt>
                <c:pt idx="89">
                  <c:v>0.2470000000000141</c:v>
                </c:pt>
                <c:pt idx="90">
                  <c:v>0.24689999999998236</c:v>
                </c:pt>
                <c:pt idx="91">
                  <c:v>0.24689999999998236</c:v>
                </c:pt>
                <c:pt idx="92">
                  <c:v>0.24680000000000746</c:v>
                </c:pt>
                <c:pt idx="93">
                  <c:v>0.24680000000000746</c:v>
                </c:pt>
                <c:pt idx="94">
                  <c:v>0.24670000000003256</c:v>
                </c:pt>
                <c:pt idx="95">
                  <c:v>0.24670000000003256</c:v>
                </c:pt>
                <c:pt idx="96">
                  <c:v>0.24670000000003256</c:v>
                </c:pt>
                <c:pt idx="97">
                  <c:v>0.24660000000000082</c:v>
                </c:pt>
                <c:pt idx="98">
                  <c:v>0.24660000000000082</c:v>
                </c:pt>
                <c:pt idx="99">
                  <c:v>0.24660000000000082</c:v>
                </c:pt>
                <c:pt idx="100">
                  <c:v>0.24660000000000082</c:v>
                </c:pt>
                <c:pt idx="101">
                  <c:v>0.24650000000002592</c:v>
                </c:pt>
                <c:pt idx="102">
                  <c:v>0.24650000000002592</c:v>
                </c:pt>
                <c:pt idx="103">
                  <c:v>0.24650000000002592</c:v>
                </c:pt>
                <c:pt idx="104">
                  <c:v>0.24650000000002592</c:v>
                </c:pt>
                <c:pt idx="105">
                  <c:v>0.24639999999999418</c:v>
                </c:pt>
                <c:pt idx="106">
                  <c:v>0.24639999999999418</c:v>
                </c:pt>
                <c:pt idx="107">
                  <c:v>0.24639999999999418</c:v>
                </c:pt>
                <c:pt idx="108">
                  <c:v>0.24650000000002592</c:v>
                </c:pt>
                <c:pt idx="109">
                  <c:v>0.24650000000002592</c:v>
                </c:pt>
                <c:pt idx="110">
                  <c:v>0.24660000000000082</c:v>
                </c:pt>
                <c:pt idx="111">
                  <c:v>0.24670000000003256</c:v>
                </c:pt>
                <c:pt idx="112">
                  <c:v>0.24680000000000746</c:v>
                </c:pt>
                <c:pt idx="113">
                  <c:v>0.24689999999998236</c:v>
                </c:pt>
                <c:pt idx="114">
                  <c:v>0.24689999999998236</c:v>
                </c:pt>
                <c:pt idx="115">
                  <c:v>0.2470000000000141</c:v>
                </c:pt>
                <c:pt idx="116">
                  <c:v>0.2470000000000141</c:v>
                </c:pt>
                <c:pt idx="117">
                  <c:v>0.247099999999989</c:v>
                </c:pt>
                <c:pt idx="118">
                  <c:v>0.247099999999989</c:v>
                </c:pt>
                <c:pt idx="119">
                  <c:v>0.247099999999989</c:v>
                </c:pt>
                <c:pt idx="120">
                  <c:v>0.24720000000002074</c:v>
                </c:pt>
                <c:pt idx="121">
                  <c:v>0.24720000000002074</c:v>
                </c:pt>
                <c:pt idx="122">
                  <c:v>0.24729999999999563</c:v>
                </c:pt>
                <c:pt idx="123">
                  <c:v>0.24729999999999563</c:v>
                </c:pt>
                <c:pt idx="124">
                  <c:v>0.24729999999999563</c:v>
                </c:pt>
                <c:pt idx="125">
                  <c:v>0.24740000000002738</c:v>
                </c:pt>
                <c:pt idx="126">
                  <c:v>0.24740000000002738</c:v>
                </c:pt>
                <c:pt idx="127">
                  <c:v>0.24740000000002738</c:v>
                </c:pt>
                <c:pt idx="128">
                  <c:v>0.24740000000002738</c:v>
                </c:pt>
                <c:pt idx="129">
                  <c:v>0.24750000000000227</c:v>
                </c:pt>
                <c:pt idx="130">
                  <c:v>0.24750000000000227</c:v>
                </c:pt>
                <c:pt idx="131">
                  <c:v>0.24750000000000227</c:v>
                </c:pt>
                <c:pt idx="132">
                  <c:v>0.24750000000000227</c:v>
                </c:pt>
                <c:pt idx="133">
                  <c:v>0.24760000000003402</c:v>
                </c:pt>
                <c:pt idx="134">
                  <c:v>0.24760000000003402</c:v>
                </c:pt>
                <c:pt idx="135">
                  <c:v>0.24760000000003402</c:v>
                </c:pt>
                <c:pt idx="136">
                  <c:v>0.24760000000003402</c:v>
                </c:pt>
                <c:pt idx="137">
                  <c:v>0.24760000000003402</c:v>
                </c:pt>
                <c:pt idx="138">
                  <c:v>0.24770000000000891</c:v>
                </c:pt>
                <c:pt idx="139">
                  <c:v>0.24770000000000891</c:v>
                </c:pt>
                <c:pt idx="140">
                  <c:v>0.24770000000000891</c:v>
                </c:pt>
                <c:pt idx="141">
                  <c:v>0.24770000000000891</c:v>
                </c:pt>
                <c:pt idx="142">
                  <c:v>0.24770000000000891</c:v>
                </c:pt>
                <c:pt idx="143">
                  <c:v>0.24770000000000891</c:v>
                </c:pt>
                <c:pt idx="144">
                  <c:v>0.24770000000000891</c:v>
                </c:pt>
                <c:pt idx="145">
                  <c:v>0.24770000000000891</c:v>
                </c:pt>
                <c:pt idx="146">
                  <c:v>0.24770000000000891</c:v>
                </c:pt>
                <c:pt idx="147">
                  <c:v>0.24779999999998381</c:v>
                </c:pt>
                <c:pt idx="148">
                  <c:v>0.24779999999998381</c:v>
                </c:pt>
                <c:pt idx="149">
                  <c:v>0.24779999999998381</c:v>
                </c:pt>
                <c:pt idx="150">
                  <c:v>0.24779999999998381</c:v>
                </c:pt>
                <c:pt idx="151">
                  <c:v>0.24779999999998381</c:v>
                </c:pt>
                <c:pt idx="152">
                  <c:v>0.24779999999998381</c:v>
                </c:pt>
                <c:pt idx="153">
                  <c:v>0.24779999999998381</c:v>
                </c:pt>
                <c:pt idx="154">
                  <c:v>0.24779999999998381</c:v>
                </c:pt>
                <c:pt idx="155">
                  <c:v>0.24779999999998381</c:v>
                </c:pt>
                <c:pt idx="156">
                  <c:v>0.24779999999998381</c:v>
                </c:pt>
                <c:pt idx="157">
                  <c:v>0.24779999999998381</c:v>
                </c:pt>
                <c:pt idx="158">
                  <c:v>0.24760000000003402</c:v>
                </c:pt>
                <c:pt idx="159">
                  <c:v>0.24720000000002074</c:v>
                </c:pt>
                <c:pt idx="160">
                  <c:v>0.24670000000003256</c:v>
                </c:pt>
                <c:pt idx="161">
                  <c:v>0.24619999999998754</c:v>
                </c:pt>
                <c:pt idx="162">
                  <c:v>0.24569999999999936</c:v>
                </c:pt>
                <c:pt idx="163">
                  <c:v>0.24529999999998608</c:v>
                </c:pt>
                <c:pt idx="164">
                  <c:v>0.24490000000002965</c:v>
                </c:pt>
                <c:pt idx="165">
                  <c:v>0.24459999999999127</c:v>
                </c:pt>
                <c:pt idx="166">
                  <c:v>0.24430000000000973</c:v>
                </c:pt>
                <c:pt idx="167">
                  <c:v>0.24400000000002819</c:v>
                </c:pt>
                <c:pt idx="168">
                  <c:v>0.24369999999998981</c:v>
                </c:pt>
                <c:pt idx="169">
                  <c:v>0.24340000000000828</c:v>
                </c:pt>
                <c:pt idx="170">
                  <c:v>0.24320000000000164</c:v>
                </c:pt>
                <c:pt idx="171">
                  <c:v>0.242999999999995</c:v>
                </c:pt>
                <c:pt idx="172">
                  <c:v>0.24279999999998836</c:v>
                </c:pt>
                <c:pt idx="173">
                  <c:v>0.24259999999998172</c:v>
                </c:pt>
                <c:pt idx="174">
                  <c:v>0.24240000000003192</c:v>
                </c:pt>
                <c:pt idx="175">
                  <c:v>0.24220000000002528</c:v>
                </c:pt>
                <c:pt idx="176">
                  <c:v>0.24200000000001864</c:v>
                </c:pt>
                <c:pt idx="177">
                  <c:v>0.2418999999999869</c:v>
                </c:pt>
                <c:pt idx="178">
                  <c:v>0.24169999999998026</c:v>
                </c:pt>
                <c:pt idx="179">
                  <c:v>0.24160000000000537</c:v>
                </c:pt>
                <c:pt idx="180">
                  <c:v>0.24139999999999873</c:v>
                </c:pt>
                <c:pt idx="181">
                  <c:v>0.24130000000002383</c:v>
                </c:pt>
                <c:pt idx="182">
                  <c:v>0.24119999999999209</c:v>
                </c:pt>
                <c:pt idx="183">
                  <c:v>0.24130000000002383</c:v>
                </c:pt>
                <c:pt idx="184">
                  <c:v>0.24240000000003192</c:v>
                </c:pt>
                <c:pt idx="185">
                  <c:v>0.24389999999999645</c:v>
                </c:pt>
                <c:pt idx="186">
                  <c:v>0.24540000000001783</c:v>
                </c:pt>
                <c:pt idx="187">
                  <c:v>0.24680000000000746</c:v>
                </c:pt>
                <c:pt idx="188">
                  <c:v>0.24799999999999045</c:v>
                </c:pt>
                <c:pt idx="189">
                  <c:v>0.24909999999999854</c:v>
                </c:pt>
                <c:pt idx="190">
                  <c:v>0.25</c:v>
                </c:pt>
                <c:pt idx="191">
                  <c:v>0.25080000000002656</c:v>
                </c:pt>
                <c:pt idx="192">
                  <c:v>0.25159999999999627</c:v>
                </c:pt>
                <c:pt idx="193">
                  <c:v>0.25220000000001619</c:v>
                </c:pt>
                <c:pt idx="194">
                  <c:v>0.252900000000011</c:v>
                </c:pt>
                <c:pt idx="195">
                  <c:v>0.25339999999999918</c:v>
                </c:pt>
                <c:pt idx="196">
                  <c:v>0.2540000000000191</c:v>
                </c:pt>
                <c:pt idx="197">
                  <c:v>0.25450000000000728</c:v>
                </c:pt>
                <c:pt idx="198">
                  <c:v>0.25490000000002055</c:v>
                </c:pt>
                <c:pt idx="199">
                  <c:v>0.25540000000000873</c:v>
                </c:pt>
                <c:pt idx="200">
                  <c:v>0.25580000000002201</c:v>
                </c:pt>
                <c:pt idx="201">
                  <c:v>0.25610000000000355</c:v>
                </c:pt>
                <c:pt idx="202">
                  <c:v>0.25650000000001683</c:v>
                </c:pt>
                <c:pt idx="203">
                  <c:v>0.25679999999999836</c:v>
                </c:pt>
                <c:pt idx="204">
                  <c:v>0.2570999999999799</c:v>
                </c:pt>
                <c:pt idx="205">
                  <c:v>0.25740000000001828</c:v>
                </c:pt>
                <c:pt idx="206">
                  <c:v>0.25769999999999982</c:v>
                </c:pt>
                <c:pt idx="207">
                  <c:v>0.25790000000000646</c:v>
                </c:pt>
                <c:pt idx="208">
                  <c:v>0.25819999999998799</c:v>
                </c:pt>
                <c:pt idx="209">
                  <c:v>0.25839999999999463</c:v>
                </c:pt>
                <c:pt idx="210">
                  <c:v>0.25860000000000127</c:v>
                </c:pt>
                <c:pt idx="211">
                  <c:v>0.25880000000000791</c:v>
                </c:pt>
                <c:pt idx="212">
                  <c:v>0.25900000000001455</c:v>
                </c:pt>
                <c:pt idx="213">
                  <c:v>0.25909999999998945</c:v>
                </c:pt>
                <c:pt idx="214">
                  <c:v>0.25870000000003301</c:v>
                </c:pt>
                <c:pt idx="215">
                  <c:v>0.25769999999999982</c:v>
                </c:pt>
                <c:pt idx="216">
                  <c:v>0.25659999999999172</c:v>
                </c:pt>
                <c:pt idx="217">
                  <c:v>0.25560000000001537</c:v>
                </c:pt>
                <c:pt idx="218">
                  <c:v>0.25459999999998217</c:v>
                </c:pt>
                <c:pt idx="219">
                  <c:v>0.25380000000001246</c:v>
                </c:pt>
                <c:pt idx="220">
                  <c:v>0.25310000000001764</c:v>
                </c:pt>
                <c:pt idx="221">
                  <c:v>0.25260000000002947</c:v>
                </c:pt>
                <c:pt idx="222">
                  <c:v>0.25200000000000955</c:v>
                </c:pt>
                <c:pt idx="223">
                  <c:v>0.25159999999999627</c:v>
                </c:pt>
                <c:pt idx="224">
                  <c:v>0.25110000000000809</c:v>
                </c:pt>
                <c:pt idx="225">
                  <c:v>0.25069999999999482</c:v>
                </c:pt>
                <c:pt idx="226">
                  <c:v>0.25040000000001328</c:v>
                </c:pt>
                <c:pt idx="227">
                  <c:v>0.25010000000003174</c:v>
                </c:pt>
                <c:pt idx="228">
                  <c:v>0.24979999999999336</c:v>
                </c:pt>
                <c:pt idx="229">
                  <c:v>0.24950000000001182</c:v>
                </c:pt>
                <c:pt idx="230">
                  <c:v>0.24930000000000518</c:v>
                </c:pt>
                <c:pt idx="231">
                  <c:v>0.24900000000002365</c:v>
                </c:pt>
                <c:pt idx="232">
                  <c:v>0.24880000000001701</c:v>
                </c:pt>
                <c:pt idx="233">
                  <c:v>0.24860000000001037</c:v>
                </c:pt>
                <c:pt idx="234">
                  <c:v>0.24840000000000373</c:v>
                </c:pt>
                <c:pt idx="235">
                  <c:v>0.24830000000002883</c:v>
                </c:pt>
                <c:pt idx="236">
                  <c:v>0.24810000000002219</c:v>
                </c:pt>
                <c:pt idx="237">
                  <c:v>0.24799999999999045</c:v>
                </c:pt>
                <c:pt idx="238">
                  <c:v>0.24779999999998381</c:v>
                </c:pt>
                <c:pt idx="239">
                  <c:v>0.24770000000000891</c:v>
                </c:pt>
                <c:pt idx="240">
                  <c:v>0.24760000000003402</c:v>
                </c:pt>
                <c:pt idx="241">
                  <c:v>0.24750000000000227</c:v>
                </c:pt>
                <c:pt idx="242">
                  <c:v>0.24740000000002738</c:v>
                </c:pt>
                <c:pt idx="243">
                  <c:v>0.24729999999999563</c:v>
                </c:pt>
                <c:pt idx="244">
                  <c:v>0.24729999999999563</c:v>
                </c:pt>
                <c:pt idx="245">
                  <c:v>0.24720000000002074</c:v>
                </c:pt>
                <c:pt idx="246">
                  <c:v>0.247099999999989</c:v>
                </c:pt>
                <c:pt idx="247">
                  <c:v>0.2470000000000141</c:v>
                </c:pt>
                <c:pt idx="248">
                  <c:v>0.2470000000000141</c:v>
                </c:pt>
                <c:pt idx="249">
                  <c:v>0.24689999999998236</c:v>
                </c:pt>
                <c:pt idx="250">
                  <c:v>0.24689999999998236</c:v>
                </c:pt>
                <c:pt idx="251">
                  <c:v>0.24680000000000746</c:v>
                </c:pt>
                <c:pt idx="252">
                  <c:v>0.24680000000000746</c:v>
                </c:pt>
                <c:pt idx="253">
                  <c:v>0.24670000000003256</c:v>
                </c:pt>
                <c:pt idx="254">
                  <c:v>0.24670000000003256</c:v>
                </c:pt>
                <c:pt idx="255">
                  <c:v>0.24670000000003256</c:v>
                </c:pt>
                <c:pt idx="256">
                  <c:v>0.24660000000000082</c:v>
                </c:pt>
                <c:pt idx="257">
                  <c:v>0.24660000000000082</c:v>
                </c:pt>
                <c:pt idx="258">
                  <c:v>0.24660000000000082</c:v>
                </c:pt>
                <c:pt idx="259">
                  <c:v>0.24660000000000082</c:v>
                </c:pt>
                <c:pt idx="260">
                  <c:v>0.24650000000002592</c:v>
                </c:pt>
                <c:pt idx="261">
                  <c:v>0.24650000000002592</c:v>
                </c:pt>
                <c:pt idx="262">
                  <c:v>0.24650000000002592</c:v>
                </c:pt>
                <c:pt idx="263">
                  <c:v>0.24650000000002592</c:v>
                </c:pt>
                <c:pt idx="264">
                  <c:v>0.24650000000002592</c:v>
                </c:pt>
                <c:pt idx="265">
                  <c:v>0.24650000000002592</c:v>
                </c:pt>
                <c:pt idx="266">
                  <c:v>0.24660000000000082</c:v>
                </c:pt>
                <c:pt idx="267">
                  <c:v>0.24670000000003256</c:v>
                </c:pt>
                <c:pt idx="268">
                  <c:v>0.24680000000000746</c:v>
                </c:pt>
                <c:pt idx="269">
                  <c:v>0.24680000000000746</c:v>
                </c:pt>
                <c:pt idx="270">
                  <c:v>0.24689999999998236</c:v>
                </c:pt>
                <c:pt idx="271">
                  <c:v>0.2470000000000141</c:v>
                </c:pt>
                <c:pt idx="272">
                  <c:v>0.2470000000000141</c:v>
                </c:pt>
                <c:pt idx="273">
                  <c:v>0.2470000000000141</c:v>
                </c:pt>
                <c:pt idx="274">
                  <c:v>0.247099999999989</c:v>
                </c:pt>
                <c:pt idx="275">
                  <c:v>0.247099999999989</c:v>
                </c:pt>
                <c:pt idx="276">
                  <c:v>0.24720000000002074</c:v>
                </c:pt>
                <c:pt idx="277">
                  <c:v>0.24720000000002074</c:v>
                </c:pt>
                <c:pt idx="278">
                  <c:v>0.24720000000002074</c:v>
                </c:pt>
                <c:pt idx="279">
                  <c:v>0.24729999999999563</c:v>
                </c:pt>
                <c:pt idx="280">
                  <c:v>0.24729999999999563</c:v>
                </c:pt>
                <c:pt idx="281">
                  <c:v>0.24740000000002738</c:v>
                </c:pt>
                <c:pt idx="282">
                  <c:v>0.24740000000002738</c:v>
                </c:pt>
                <c:pt idx="283">
                  <c:v>0.24740000000002738</c:v>
                </c:pt>
                <c:pt idx="284">
                  <c:v>0.24740000000002738</c:v>
                </c:pt>
                <c:pt idx="285">
                  <c:v>0.24750000000000227</c:v>
                </c:pt>
                <c:pt idx="286">
                  <c:v>0.24750000000000227</c:v>
                </c:pt>
                <c:pt idx="287">
                  <c:v>0.24750000000000227</c:v>
                </c:pt>
                <c:pt idx="288">
                  <c:v>0.24750000000000227</c:v>
                </c:pt>
                <c:pt idx="289">
                  <c:v>0.24760000000003402</c:v>
                </c:pt>
                <c:pt idx="290">
                  <c:v>0.24760000000003402</c:v>
                </c:pt>
                <c:pt idx="291">
                  <c:v>0.24760000000003402</c:v>
                </c:pt>
                <c:pt idx="292">
                  <c:v>0.24760000000003402</c:v>
                </c:pt>
                <c:pt idx="293">
                  <c:v>0.24760000000003402</c:v>
                </c:pt>
                <c:pt idx="294">
                  <c:v>0.24760000000003402</c:v>
                </c:pt>
                <c:pt idx="295">
                  <c:v>0.24770000000000891</c:v>
                </c:pt>
                <c:pt idx="296">
                  <c:v>0.24770000000000891</c:v>
                </c:pt>
                <c:pt idx="297">
                  <c:v>0.24770000000000891</c:v>
                </c:pt>
                <c:pt idx="298">
                  <c:v>0.24770000000000891</c:v>
                </c:pt>
                <c:pt idx="299">
                  <c:v>0.24770000000000891</c:v>
                </c:pt>
                <c:pt idx="300">
                  <c:v>0.24770000000000891</c:v>
                </c:pt>
                <c:pt idx="301">
                  <c:v>0.24770000000000891</c:v>
                </c:pt>
                <c:pt idx="302">
                  <c:v>0.24770000000000891</c:v>
                </c:pt>
                <c:pt idx="303">
                  <c:v>0.24779999999998381</c:v>
                </c:pt>
                <c:pt idx="304">
                  <c:v>0.24779999999998381</c:v>
                </c:pt>
                <c:pt idx="305">
                  <c:v>0.24779999999998381</c:v>
                </c:pt>
                <c:pt idx="306">
                  <c:v>0.24779999999998381</c:v>
                </c:pt>
                <c:pt idx="307">
                  <c:v>0.24779999999998381</c:v>
                </c:pt>
                <c:pt idx="308">
                  <c:v>0.24779999999998381</c:v>
                </c:pt>
                <c:pt idx="309">
                  <c:v>0.24779999999998381</c:v>
                </c:pt>
                <c:pt idx="310">
                  <c:v>0.24779999999998381</c:v>
                </c:pt>
                <c:pt idx="311">
                  <c:v>0.24779999999998381</c:v>
                </c:pt>
                <c:pt idx="312">
                  <c:v>0.24779999999998381</c:v>
                </c:pt>
                <c:pt idx="313">
                  <c:v>0.24779999999998381</c:v>
                </c:pt>
                <c:pt idx="314">
                  <c:v>0.24779999999998381</c:v>
                </c:pt>
                <c:pt idx="315">
                  <c:v>0.24760000000003402</c:v>
                </c:pt>
                <c:pt idx="316">
                  <c:v>0.247099999999989</c:v>
                </c:pt>
                <c:pt idx="317">
                  <c:v>0.24660000000000082</c:v>
                </c:pt>
                <c:pt idx="318">
                  <c:v>0.24610000000001264</c:v>
                </c:pt>
                <c:pt idx="319">
                  <c:v>0.24560000000002447</c:v>
                </c:pt>
                <c:pt idx="320">
                  <c:v>0.24520000000001119</c:v>
                </c:pt>
                <c:pt idx="321">
                  <c:v>0.24490000000002965</c:v>
                </c:pt>
                <c:pt idx="322">
                  <c:v>0.24450000000001637</c:v>
                </c:pt>
                <c:pt idx="323">
                  <c:v>0.24420000000003483</c:v>
                </c:pt>
                <c:pt idx="324">
                  <c:v>0.24389999999999645</c:v>
                </c:pt>
                <c:pt idx="325">
                  <c:v>0.24369999999998981</c:v>
                </c:pt>
                <c:pt idx="326">
                  <c:v>0.24340000000000828</c:v>
                </c:pt>
                <c:pt idx="327">
                  <c:v>0.24320000000000164</c:v>
                </c:pt>
                <c:pt idx="328">
                  <c:v>0.242999999999995</c:v>
                </c:pt>
                <c:pt idx="329">
                  <c:v>0.24279999999998836</c:v>
                </c:pt>
                <c:pt idx="330">
                  <c:v>0.24259999999998172</c:v>
                </c:pt>
                <c:pt idx="331">
                  <c:v>0.24240000000003192</c:v>
                </c:pt>
                <c:pt idx="332">
                  <c:v>0.24220000000002528</c:v>
                </c:pt>
                <c:pt idx="333">
                  <c:v>0.24200000000001864</c:v>
                </c:pt>
                <c:pt idx="334">
                  <c:v>0.2418999999999869</c:v>
                </c:pt>
                <c:pt idx="335">
                  <c:v>0.24169999999998026</c:v>
                </c:pt>
                <c:pt idx="336">
                  <c:v>0.24160000000000537</c:v>
                </c:pt>
                <c:pt idx="337">
                  <c:v>0.24139999999999873</c:v>
                </c:pt>
                <c:pt idx="338">
                  <c:v>0.24130000000002383</c:v>
                </c:pt>
                <c:pt idx="339">
                  <c:v>0.24119999999999209</c:v>
                </c:pt>
                <c:pt idx="340">
                  <c:v>0.24139999999999873</c:v>
                </c:pt>
                <c:pt idx="341">
                  <c:v>0.24259999999998172</c:v>
                </c:pt>
                <c:pt idx="342">
                  <c:v>0.24410000000000309</c:v>
                </c:pt>
                <c:pt idx="343">
                  <c:v>0.24560000000002447</c:v>
                </c:pt>
                <c:pt idx="344">
                  <c:v>0.2470000000000141</c:v>
                </c:pt>
                <c:pt idx="345">
                  <c:v>0.24819999999999709</c:v>
                </c:pt>
                <c:pt idx="346">
                  <c:v>0.24920000000003029</c:v>
                </c:pt>
                <c:pt idx="347">
                  <c:v>0.25010000000003174</c:v>
                </c:pt>
                <c:pt idx="348">
                  <c:v>0.25090000000000146</c:v>
                </c:pt>
                <c:pt idx="349">
                  <c:v>0.25170000000002801</c:v>
                </c:pt>
                <c:pt idx="350">
                  <c:v>0.25229999999999109</c:v>
                </c:pt>
                <c:pt idx="351">
                  <c:v>0.252900000000011</c:v>
                </c:pt>
                <c:pt idx="352">
                  <c:v>0.25350000000003092</c:v>
                </c:pt>
                <c:pt idx="353">
                  <c:v>0.2540000000000191</c:v>
                </c:pt>
                <c:pt idx="354">
                  <c:v>0.25450000000000728</c:v>
                </c:pt>
                <c:pt idx="355">
                  <c:v>0.25499999999999545</c:v>
                </c:pt>
                <c:pt idx="356">
                  <c:v>0.25540000000000873</c:v>
                </c:pt>
                <c:pt idx="357">
                  <c:v>0.25580000000002201</c:v>
                </c:pt>
                <c:pt idx="358">
                  <c:v>0.25620000000003529</c:v>
                </c:pt>
                <c:pt idx="359">
                  <c:v>0.25650000000001683</c:v>
                </c:pt>
                <c:pt idx="360">
                  <c:v>0.2569000000000301</c:v>
                </c:pt>
                <c:pt idx="361">
                  <c:v>0.2569000000000301</c:v>
                </c:pt>
                <c:pt idx="362">
                  <c:v>0.25720000000001164</c:v>
                </c:pt>
                <c:pt idx="363">
                  <c:v>0.25749999999999318</c:v>
                </c:pt>
                <c:pt idx="364">
                  <c:v>0.25769999999999982</c:v>
                </c:pt>
                <c:pt idx="365">
                  <c:v>0.25799999999998136</c:v>
                </c:pt>
                <c:pt idx="366">
                  <c:v>0.25819999999998799</c:v>
                </c:pt>
                <c:pt idx="367">
                  <c:v>0.25839999999999463</c:v>
                </c:pt>
                <c:pt idx="368">
                  <c:v>0.25860000000000127</c:v>
                </c:pt>
                <c:pt idx="369">
                  <c:v>0.25880000000000791</c:v>
                </c:pt>
                <c:pt idx="370">
                  <c:v>0.25900000000001455</c:v>
                </c:pt>
                <c:pt idx="371">
                  <c:v>0.25909999999998945</c:v>
                </c:pt>
                <c:pt idx="372">
                  <c:v>0.25860000000000127</c:v>
                </c:pt>
                <c:pt idx="373">
                  <c:v>0.25760000000002492</c:v>
                </c:pt>
                <c:pt idx="374">
                  <c:v>0.25639999999998508</c:v>
                </c:pt>
                <c:pt idx="375">
                  <c:v>0.25540000000000873</c:v>
                </c:pt>
                <c:pt idx="376">
                  <c:v>0.25450000000000728</c:v>
                </c:pt>
                <c:pt idx="377">
                  <c:v>0.25369999999998072</c:v>
                </c:pt>
                <c:pt idx="378">
                  <c:v>0.25310000000001764</c:v>
                </c:pt>
                <c:pt idx="379">
                  <c:v>0.25249999999999773</c:v>
                </c:pt>
                <c:pt idx="380">
                  <c:v>0.25190000000003465</c:v>
                </c:pt>
                <c:pt idx="381">
                  <c:v>0.25150000000002137</c:v>
                </c:pt>
                <c:pt idx="382">
                  <c:v>0.25110000000000809</c:v>
                </c:pt>
                <c:pt idx="383">
                  <c:v>0.25069999999999482</c:v>
                </c:pt>
                <c:pt idx="384">
                  <c:v>0.25029999999998154</c:v>
                </c:pt>
                <c:pt idx="385">
                  <c:v>0.25</c:v>
                </c:pt>
                <c:pt idx="386">
                  <c:v>0.24970000000001846</c:v>
                </c:pt>
                <c:pt idx="387">
                  <c:v>0.24950000000001182</c:v>
                </c:pt>
                <c:pt idx="388">
                  <c:v>0.24920000000003029</c:v>
                </c:pt>
                <c:pt idx="389">
                  <c:v>0.24900000000002365</c:v>
                </c:pt>
                <c:pt idx="390">
                  <c:v>0.24880000000001701</c:v>
                </c:pt>
                <c:pt idx="391">
                  <c:v>0.24860000000001037</c:v>
                </c:pt>
                <c:pt idx="392">
                  <c:v>0.24840000000000373</c:v>
                </c:pt>
                <c:pt idx="393">
                  <c:v>0.24830000000002883</c:v>
                </c:pt>
                <c:pt idx="394">
                  <c:v>0.24810000000002219</c:v>
                </c:pt>
                <c:pt idx="395">
                  <c:v>0.24799999999999045</c:v>
                </c:pt>
                <c:pt idx="396">
                  <c:v>0.24779999999998381</c:v>
                </c:pt>
                <c:pt idx="397">
                  <c:v>0.24770000000000891</c:v>
                </c:pt>
                <c:pt idx="398">
                  <c:v>0.24760000000003402</c:v>
                </c:pt>
                <c:pt idx="399">
                  <c:v>0.24750000000000227</c:v>
                </c:pt>
                <c:pt idx="400">
                  <c:v>0.24740000000002738</c:v>
                </c:pt>
                <c:pt idx="401">
                  <c:v>0.24729999999999563</c:v>
                </c:pt>
                <c:pt idx="402">
                  <c:v>0.24720000000002074</c:v>
                </c:pt>
                <c:pt idx="403">
                  <c:v>0.24720000000002074</c:v>
                </c:pt>
                <c:pt idx="404">
                  <c:v>0.247099999999989</c:v>
                </c:pt>
                <c:pt idx="405">
                  <c:v>0.2470000000000141</c:v>
                </c:pt>
                <c:pt idx="406">
                  <c:v>0.2470000000000141</c:v>
                </c:pt>
                <c:pt idx="407">
                  <c:v>0.24689999999998236</c:v>
                </c:pt>
                <c:pt idx="408">
                  <c:v>0.24689999999998236</c:v>
                </c:pt>
                <c:pt idx="409">
                  <c:v>0.24680000000000746</c:v>
                </c:pt>
                <c:pt idx="410">
                  <c:v>0.24680000000000746</c:v>
                </c:pt>
                <c:pt idx="411">
                  <c:v>0.24670000000003256</c:v>
                </c:pt>
                <c:pt idx="412">
                  <c:v>0.24670000000003256</c:v>
                </c:pt>
                <c:pt idx="413">
                  <c:v>0.24670000000003256</c:v>
                </c:pt>
                <c:pt idx="414">
                  <c:v>0.24660000000000082</c:v>
                </c:pt>
                <c:pt idx="415">
                  <c:v>0.24660000000000082</c:v>
                </c:pt>
                <c:pt idx="416">
                  <c:v>0.24660000000000082</c:v>
                </c:pt>
                <c:pt idx="417">
                  <c:v>0.24660000000000082</c:v>
                </c:pt>
                <c:pt idx="418">
                  <c:v>0.24650000000002592</c:v>
                </c:pt>
                <c:pt idx="419">
                  <c:v>0.24650000000002592</c:v>
                </c:pt>
                <c:pt idx="420">
                  <c:v>0.24650000000002592</c:v>
                </c:pt>
                <c:pt idx="421">
                  <c:v>0.24650000000002592</c:v>
                </c:pt>
                <c:pt idx="422">
                  <c:v>0.24650000000002592</c:v>
                </c:pt>
                <c:pt idx="423">
                  <c:v>0.24650000000002592</c:v>
                </c:pt>
                <c:pt idx="424">
                  <c:v>0.24660000000000082</c:v>
                </c:pt>
                <c:pt idx="425">
                  <c:v>0.24670000000003256</c:v>
                </c:pt>
                <c:pt idx="426">
                  <c:v>0.24680000000000746</c:v>
                </c:pt>
                <c:pt idx="427">
                  <c:v>0.24680000000000746</c:v>
                </c:pt>
                <c:pt idx="428">
                  <c:v>0.24689999999998236</c:v>
                </c:pt>
                <c:pt idx="429">
                  <c:v>0.2470000000000141</c:v>
                </c:pt>
                <c:pt idx="430">
                  <c:v>0.2470000000000141</c:v>
                </c:pt>
                <c:pt idx="431">
                  <c:v>0.247099999999989</c:v>
                </c:pt>
                <c:pt idx="432">
                  <c:v>0.247099999999989</c:v>
                </c:pt>
                <c:pt idx="433">
                  <c:v>0.247099999999989</c:v>
                </c:pt>
                <c:pt idx="434">
                  <c:v>0.24720000000002074</c:v>
                </c:pt>
                <c:pt idx="435">
                  <c:v>0.24720000000002074</c:v>
                </c:pt>
                <c:pt idx="436">
                  <c:v>0.24729999999999563</c:v>
                </c:pt>
                <c:pt idx="437">
                  <c:v>0.24729999999999563</c:v>
                </c:pt>
                <c:pt idx="438">
                  <c:v>0.24729999999999563</c:v>
                </c:pt>
                <c:pt idx="439">
                  <c:v>0.24740000000002738</c:v>
                </c:pt>
                <c:pt idx="440">
                  <c:v>0.24740000000002738</c:v>
                </c:pt>
                <c:pt idx="441">
                  <c:v>0.24740000000002738</c:v>
                </c:pt>
                <c:pt idx="442">
                  <c:v>0.24740000000002738</c:v>
                </c:pt>
                <c:pt idx="443">
                  <c:v>0.24750000000000227</c:v>
                </c:pt>
                <c:pt idx="444">
                  <c:v>0.24750000000000227</c:v>
                </c:pt>
                <c:pt idx="445">
                  <c:v>0.24750000000000227</c:v>
                </c:pt>
                <c:pt idx="446">
                  <c:v>0.24750000000000227</c:v>
                </c:pt>
                <c:pt idx="447">
                  <c:v>0.24760000000003402</c:v>
                </c:pt>
                <c:pt idx="448">
                  <c:v>0.24760000000003402</c:v>
                </c:pt>
                <c:pt idx="449">
                  <c:v>0.24760000000003402</c:v>
                </c:pt>
                <c:pt idx="450">
                  <c:v>0.24760000000003402</c:v>
                </c:pt>
                <c:pt idx="451">
                  <c:v>0.24760000000003402</c:v>
                </c:pt>
                <c:pt idx="452">
                  <c:v>0.24760000000003402</c:v>
                </c:pt>
                <c:pt idx="453">
                  <c:v>0.24770000000000891</c:v>
                </c:pt>
                <c:pt idx="454">
                  <c:v>0.24770000000000891</c:v>
                </c:pt>
                <c:pt idx="455">
                  <c:v>0.24770000000000891</c:v>
                </c:pt>
                <c:pt idx="456">
                  <c:v>0.24770000000000891</c:v>
                </c:pt>
                <c:pt idx="457">
                  <c:v>0.24770000000000891</c:v>
                </c:pt>
                <c:pt idx="458">
                  <c:v>0.24770000000000891</c:v>
                </c:pt>
                <c:pt idx="459">
                  <c:v>0.24770000000000891</c:v>
                </c:pt>
                <c:pt idx="460">
                  <c:v>0.24770000000000891</c:v>
                </c:pt>
                <c:pt idx="461">
                  <c:v>0.24770000000000891</c:v>
                </c:pt>
                <c:pt idx="462">
                  <c:v>0.24779999999998381</c:v>
                </c:pt>
                <c:pt idx="463">
                  <c:v>0.24779999999998381</c:v>
                </c:pt>
                <c:pt idx="464">
                  <c:v>0.24779999999998381</c:v>
                </c:pt>
                <c:pt idx="465">
                  <c:v>0.24779999999998381</c:v>
                </c:pt>
                <c:pt idx="466">
                  <c:v>0.24779999999998381</c:v>
                </c:pt>
                <c:pt idx="467">
                  <c:v>0.24779999999998381</c:v>
                </c:pt>
                <c:pt idx="468">
                  <c:v>0.24779999999998381</c:v>
                </c:pt>
                <c:pt idx="469">
                  <c:v>0.24779999999998381</c:v>
                </c:pt>
                <c:pt idx="470">
                  <c:v>0.24779999999998381</c:v>
                </c:pt>
                <c:pt idx="471">
                  <c:v>0.24779999999998381</c:v>
                </c:pt>
                <c:pt idx="472">
                  <c:v>0.24779999999998381</c:v>
                </c:pt>
                <c:pt idx="473">
                  <c:v>0.24779999999998381</c:v>
                </c:pt>
                <c:pt idx="474">
                  <c:v>0.24750000000000227</c:v>
                </c:pt>
                <c:pt idx="475">
                  <c:v>0.2470000000000141</c:v>
                </c:pt>
                <c:pt idx="476">
                  <c:v>0.24650000000002592</c:v>
                </c:pt>
                <c:pt idx="477">
                  <c:v>0.2459999999999809</c:v>
                </c:pt>
                <c:pt idx="478">
                  <c:v>0.24560000000002447</c:v>
                </c:pt>
                <c:pt idx="479">
                  <c:v>0.24520000000001119</c:v>
                </c:pt>
                <c:pt idx="480">
                  <c:v>0.24479999999999791</c:v>
                </c:pt>
                <c:pt idx="481">
                  <c:v>0.24450000000001637</c:v>
                </c:pt>
                <c:pt idx="482">
                  <c:v>0.24420000000003483</c:v>
                </c:pt>
                <c:pt idx="483">
                  <c:v>0.24389999999999645</c:v>
                </c:pt>
                <c:pt idx="484">
                  <c:v>0.24360000000001492</c:v>
                </c:pt>
                <c:pt idx="485">
                  <c:v>0.24340000000000828</c:v>
                </c:pt>
                <c:pt idx="486">
                  <c:v>0.24310000000002674</c:v>
                </c:pt>
                <c:pt idx="487">
                  <c:v>0.2429000000000201</c:v>
                </c:pt>
                <c:pt idx="488">
                  <c:v>0.24270000000001346</c:v>
                </c:pt>
                <c:pt idx="489">
                  <c:v>0.24250000000000682</c:v>
                </c:pt>
                <c:pt idx="490">
                  <c:v>0.24230000000000018</c:v>
                </c:pt>
                <c:pt idx="491">
                  <c:v>0.24220000000002528</c:v>
                </c:pt>
                <c:pt idx="492">
                  <c:v>0.24200000000001864</c:v>
                </c:pt>
                <c:pt idx="493">
                  <c:v>0.24180000000001201</c:v>
                </c:pt>
                <c:pt idx="494">
                  <c:v>0.24169999999998026</c:v>
                </c:pt>
                <c:pt idx="495">
                  <c:v>0.24150000000003047</c:v>
                </c:pt>
                <c:pt idx="496">
                  <c:v>0.24139999999999873</c:v>
                </c:pt>
                <c:pt idx="497">
                  <c:v>0.24130000000002383</c:v>
                </c:pt>
                <c:pt idx="498">
                  <c:v>0.24119999999999209</c:v>
                </c:pt>
                <c:pt idx="499">
                  <c:v>0.24160000000000537</c:v>
                </c:pt>
                <c:pt idx="500">
                  <c:v>0.24279999999998836</c:v>
                </c:pt>
                <c:pt idx="501">
                  <c:v>0.24439999999998463</c:v>
                </c:pt>
                <c:pt idx="502">
                  <c:v>0.245900000000006</c:v>
                </c:pt>
                <c:pt idx="503">
                  <c:v>0.24720000000002074</c:v>
                </c:pt>
                <c:pt idx="504">
                  <c:v>0.24840000000000373</c:v>
                </c:pt>
                <c:pt idx="505">
                  <c:v>0.24939999999998008</c:v>
                </c:pt>
                <c:pt idx="506">
                  <c:v>0.25029999999998154</c:v>
                </c:pt>
                <c:pt idx="507">
                  <c:v>0.25110000000000809</c:v>
                </c:pt>
                <c:pt idx="508">
                  <c:v>0.25180000000000291</c:v>
                </c:pt>
                <c:pt idx="509">
                  <c:v>0.25240000000002283</c:v>
                </c:pt>
                <c:pt idx="510">
                  <c:v>0.2529999999999859</c:v>
                </c:pt>
                <c:pt idx="511">
                  <c:v>0.25360000000000582</c:v>
                </c:pt>
                <c:pt idx="512">
                  <c:v>0.254099999999994</c:v>
                </c:pt>
                <c:pt idx="513">
                  <c:v>0.25459999999998217</c:v>
                </c:pt>
                <c:pt idx="514">
                  <c:v>0.25510000000002719</c:v>
                </c:pt>
                <c:pt idx="515">
                  <c:v>0.25549999999998363</c:v>
                </c:pt>
                <c:pt idx="516">
                  <c:v>0.25589999999999691</c:v>
                </c:pt>
                <c:pt idx="517">
                  <c:v>0.25630000000001019</c:v>
                </c:pt>
                <c:pt idx="518">
                  <c:v>0.25659999999999172</c:v>
                </c:pt>
                <c:pt idx="519">
                  <c:v>0.2569000000000301</c:v>
                </c:pt>
                <c:pt idx="520">
                  <c:v>0.25720000000001164</c:v>
                </c:pt>
                <c:pt idx="521">
                  <c:v>0.25749999999999318</c:v>
                </c:pt>
                <c:pt idx="522">
                  <c:v>0.25780000000003156</c:v>
                </c:pt>
                <c:pt idx="523">
                  <c:v>0.25799999999998136</c:v>
                </c:pt>
                <c:pt idx="524">
                  <c:v>0.25819999999998799</c:v>
                </c:pt>
                <c:pt idx="525">
                  <c:v>0.25850000000002638</c:v>
                </c:pt>
                <c:pt idx="526">
                  <c:v>0.25870000000003301</c:v>
                </c:pt>
                <c:pt idx="527">
                  <c:v>0.25880000000000791</c:v>
                </c:pt>
                <c:pt idx="528">
                  <c:v>0.25900000000001455</c:v>
                </c:pt>
                <c:pt idx="529">
                  <c:v>0.25909999999998945</c:v>
                </c:pt>
                <c:pt idx="530">
                  <c:v>0.25850000000002638</c:v>
                </c:pt>
                <c:pt idx="531">
                  <c:v>0.25740000000001828</c:v>
                </c:pt>
                <c:pt idx="532">
                  <c:v>0.25630000000001019</c:v>
                </c:pt>
              </c:numCache>
            </c:numRef>
          </c:yVal>
          <c:smooth val="1"/>
          <c:extLst>
            <c:ext xmlns:c16="http://schemas.microsoft.com/office/drawing/2014/chart" uri="{C3380CC4-5D6E-409C-BE32-E72D297353CC}">
              <c16:uniqueId val="{00000003-4233-4E9D-9D6D-D06060CC9530}"/>
            </c:ext>
          </c:extLst>
        </c:ser>
        <c:ser>
          <c:idx val="4"/>
          <c:order val="4"/>
          <c:tx>
            <c:strRef>
              <c:f>PM50000_Temps_oc5l2_50000!$BBG$1</c:f>
              <c:strCache>
                <c:ptCount val="1"/>
                <c:pt idx="0">
                  <c:v>TELE_PM_INTERIOR.5</c:v>
                </c:pt>
              </c:strCache>
            </c:strRef>
          </c:tx>
          <c:spPr>
            <a:ln w="19050" cap="rnd">
              <a:solidFill>
                <a:schemeClr val="accent5"/>
              </a:solidFill>
              <a:round/>
            </a:ln>
            <a:effectLst/>
          </c:spPr>
          <c:marker>
            <c:symbol val="circle"/>
            <c:size val="5"/>
            <c:spPr>
              <a:solidFill>
                <a:schemeClr val="accent5"/>
              </a:solidFill>
              <a:ln w="9525">
                <a:solidFill>
                  <a:schemeClr val="accent5"/>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PM50000_Temps_oc5l2_50000!$BBG$2:$BBG$536</c:f>
              <c:numCache>
                <c:formatCode>General</c:formatCode>
                <c:ptCount val="533"/>
                <c:pt idx="0">
                  <c:v>0</c:v>
                </c:pt>
                <c:pt idx="1">
                  <c:v>1.5299999999967895E-2</c:v>
                </c:pt>
                <c:pt idx="2">
                  <c:v>3.819999999996071E-2</c:v>
                </c:pt>
                <c:pt idx="3">
                  <c:v>5.9699999999963893E-2</c:v>
                </c:pt>
                <c:pt idx="4">
                  <c:v>7.869999999996935E-2</c:v>
                </c:pt>
                <c:pt idx="5">
                  <c:v>9.5199999999977081E-2</c:v>
                </c:pt>
                <c:pt idx="6">
                  <c:v>0.10939999999999372</c:v>
                </c:pt>
                <c:pt idx="7">
                  <c:v>0.12180000000000746</c:v>
                </c:pt>
                <c:pt idx="8">
                  <c:v>0.13269999999999982</c:v>
                </c:pt>
                <c:pt idx="9">
                  <c:v>0.14229999999997744</c:v>
                </c:pt>
                <c:pt idx="10">
                  <c:v>0.15089999999997872</c:v>
                </c:pt>
                <c:pt idx="11">
                  <c:v>0.15859999999997854</c:v>
                </c:pt>
                <c:pt idx="12">
                  <c:v>0.16559999999998354</c:v>
                </c:pt>
                <c:pt idx="13">
                  <c:v>0.17189999999999372</c:v>
                </c:pt>
                <c:pt idx="14">
                  <c:v>0.17759999999998399</c:v>
                </c:pt>
                <c:pt idx="15">
                  <c:v>0.18289999999996098</c:v>
                </c:pt>
                <c:pt idx="16">
                  <c:v>0.1875999999999749</c:v>
                </c:pt>
                <c:pt idx="17">
                  <c:v>0.19200000000000728</c:v>
                </c:pt>
                <c:pt idx="18">
                  <c:v>0.19599999999996953</c:v>
                </c:pt>
                <c:pt idx="19">
                  <c:v>0.19959999999997535</c:v>
                </c:pt>
                <c:pt idx="20">
                  <c:v>0.20289999999999964</c:v>
                </c:pt>
                <c:pt idx="21">
                  <c:v>0.20599999999996044</c:v>
                </c:pt>
                <c:pt idx="22">
                  <c:v>0.2086999999999648</c:v>
                </c:pt>
                <c:pt idx="23">
                  <c:v>0.21129999999999427</c:v>
                </c:pt>
                <c:pt idx="24">
                  <c:v>0.21359999999998536</c:v>
                </c:pt>
                <c:pt idx="25">
                  <c:v>0.2156999999999698</c:v>
                </c:pt>
                <c:pt idx="26">
                  <c:v>0.2178000000000111</c:v>
                </c:pt>
                <c:pt idx="27">
                  <c:v>0.22039999999998372</c:v>
                </c:pt>
                <c:pt idx="28">
                  <c:v>0.22359999999997626</c:v>
                </c:pt>
                <c:pt idx="29">
                  <c:v>0.22659999999996217</c:v>
                </c:pt>
                <c:pt idx="30">
                  <c:v>0.22949999999997317</c:v>
                </c:pt>
                <c:pt idx="31">
                  <c:v>0.2319999999999709</c:v>
                </c:pt>
                <c:pt idx="32">
                  <c:v>0.23429999999996198</c:v>
                </c:pt>
                <c:pt idx="33">
                  <c:v>0.23640000000000327</c:v>
                </c:pt>
                <c:pt idx="34">
                  <c:v>0.23829999999998108</c:v>
                </c:pt>
                <c:pt idx="35">
                  <c:v>0.24000000000000909</c:v>
                </c:pt>
                <c:pt idx="36">
                  <c:v>0.24149999999997362</c:v>
                </c:pt>
                <c:pt idx="37">
                  <c:v>0.242999999999995</c:v>
                </c:pt>
                <c:pt idx="38">
                  <c:v>0.24430000000000973</c:v>
                </c:pt>
                <c:pt idx="39">
                  <c:v>0.24549999999999272</c:v>
                </c:pt>
                <c:pt idx="40">
                  <c:v>0.24660000000000082</c:v>
                </c:pt>
                <c:pt idx="41">
                  <c:v>0.24759999999997717</c:v>
                </c:pt>
                <c:pt idx="42">
                  <c:v>0.24860000000001037</c:v>
                </c:pt>
                <c:pt idx="43">
                  <c:v>0.24950000000001182</c:v>
                </c:pt>
                <c:pt idx="44">
                  <c:v>0.25029999999998154</c:v>
                </c:pt>
                <c:pt idx="45">
                  <c:v>0.25110000000000809</c:v>
                </c:pt>
                <c:pt idx="46">
                  <c:v>0.25180000000000291</c:v>
                </c:pt>
                <c:pt idx="47">
                  <c:v>0.25239999999996598</c:v>
                </c:pt>
                <c:pt idx="48">
                  <c:v>0.2529999999999859</c:v>
                </c:pt>
                <c:pt idx="49">
                  <c:v>0.25360000000000582</c:v>
                </c:pt>
                <c:pt idx="50">
                  <c:v>0.254099999999994</c:v>
                </c:pt>
                <c:pt idx="51">
                  <c:v>0.25459999999998217</c:v>
                </c:pt>
                <c:pt idx="52">
                  <c:v>0.25499999999999545</c:v>
                </c:pt>
                <c:pt idx="53">
                  <c:v>0.25549999999998363</c:v>
                </c:pt>
                <c:pt idx="54">
                  <c:v>0.25579999999996517</c:v>
                </c:pt>
                <c:pt idx="55">
                  <c:v>0.25619999999997844</c:v>
                </c:pt>
                <c:pt idx="56">
                  <c:v>0.25649999999995998</c:v>
                </c:pt>
                <c:pt idx="57">
                  <c:v>0.25649999999995998</c:v>
                </c:pt>
                <c:pt idx="58">
                  <c:v>0.25579999999996517</c:v>
                </c:pt>
                <c:pt idx="59">
                  <c:v>0.25479999999998881</c:v>
                </c:pt>
                <c:pt idx="60">
                  <c:v>0.25389999999998736</c:v>
                </c:pt>
                <c:pt idx="61">
                  <c:v>0.2530999999999608</c:v>
                </c:pt>
                <c:pt idx="62">
                  <c:v>0.25239999999996598</c:v>
                </c:pt>
                <c:pt idx="63">
                  <c:v>0.25180000000000291</c:v>
                </c:pt>
                <c:pt idx="64">
                  <c:v>0.25119999999998299</c:v>
                </c:pt>
                <c:pt idx="65">
                  <c:v>0.25079999999996971</c:v>
                </c:pt>
                <c:pt idx="66">
                  <c:v>0.25039999999995644</c:v>
                </c:pt>
                <c:pt idx="67">
                  <c:v>0.25</c:v>
                </c:pt>
                <c:pt idx="68">
                  <c:v>0.24969999999996162</c:v>
                </c:pt>
                <c:pt idx="69">
                  <c:v>0.24939999999998008</c:v>
                </c:pt>
                <c:pt idx="70">
                  <c:v>0.24909999999999854</c:v>
                </c:pt>
                <c:pt idx="71">
                  <c:v>0.24879999999996016</c:v>
                </c:pt>
                <c:pt idx="72">
                  <c:v>0.24860000000001037</c:v>
                </c:pt>
                <c:pt idx="73">
                  <c:v>0.24840000000000373</c:v>
                </c:pt>
                <c:pt idx="74">
                  <c:v>0.24819999999999709</c:v>
                </c:pt>
                <c:pt idx="75">
                  <c:v>0.24799999999999045</c:v>
                </c:pt>
                <c:pt idx="76">
                  <c:v>0.24779999999998381</c:v>
                </c:pt>
                <c:pt idx="77">
                  <c:v>0.24770000000000891</c:v>
                </c:pt>
                <c:pt idx="78">
                  <c:v>0.24750000000000227</c:v>
                </c:pt>
                <c:pt idx="79">
                  <c:v>0.24739999999997053</c:v>
                </c:pt>
                <c:pt idx="80">
                  <c:v>0.24729999999999563</c:v>
                </c:pt>
                <c:pt idx="81">
                  <c:v>0.24719999999996389</c:v>
                </c:pt>
                <c:pt idx="82">
                  <c:v>0.247099999999989</c:v>
                </c:pt>
                <c:pt idx="83">
                  <c:v>0.24699999999995725</c:v>
                </c:pt>
                <c:pt idx="84">
                  <c:v>0.24689999999998236</c:v>
                </c:pt>
                <c:pt idx="85">
                  <c:v>0.24680000000000746</c:v>
                </c:pt>
                <c:pt idx="86">
                  <c:v>0.24669999999997572</c:v>
                </c:pt>
                <c:pt idx="87">
                  <c:v>0.24669999999997572</c:v>
                </c:pt>
                <c:pt idx="88">
                  <c:v>0.24660000000000082</c:v>
                </c:pt>
                <c:pt idx="89">
                  <c:v>0.24649999999996908</c:v>
                </c:pt>
                <c:pt idx="90">
                  <c:v>0.24649999999996908</c:v>
                </c:pt>
                <c:pt idx="91">
                  <c:v>0.24639999999999418</c:v>
                </c:pt>
                <c:pt idx="92">
                  <c:v>0.24639999999999418</c:v>
                </c:pt>
                <c:pt idx="93">
                  <c:v>0.24629999999996244</c:v>
                </c:pt>
                <c:pt idx="94">
                  <c:v>0.24629999999996244</c:v>
                </c:pt>
                <c:pt idx="95">
                  <c:v>0.24629999999996244</c:v>
                </c:pt>
                <c:pt idx="96">
                  <c:v>0.24619999999998754</c:v>
                </c:pt>
                <c:pt idx="97">
                  <c:v>0.24619999999998754</c:v>
                </c:pt>
                <c:pt idx="98">
                  <c:v>0.24619999999998754</c:v>
                </c:pt>
                <c:pt idx="99">
                  <c:v>0.2460999999999558</c:v>
                </c:pt>
                <c:pt idx="100">
                  <c:v>0.2460999999999558</c:v>
                </c:pt>
                <c:pt idx="101">
                  <c:v>0.2460999999999558</c:v>
                </c:pt>
                <c:pt idx="102">
                  <c:v>0.2460999999999558</c:v>
                </c:pt>
                <c:pt idx="103">
                  <c:v>0.2459999999999809</c:v>
                </c:pt>
                <c:pt idx="104">
                  <c:v>0.2459999999999809</c:v>
                </c:pt>
                <c:pt idx="105">
                  <c:v>0.2459999999999809</c:v>
                </c:pt>
                <c:pt idx="106">
                  <c:v>0.2459999999999809</c:v>
                </c:pt>
                <c:pt idx="107">
                  <c:v>0.2459999999999809</c:v>
                </c:pt>
                <c:pt idx="108">
                  <c:v>0.2459999999999809</c:v>
                </c:pt>
                <c:pt idx="109">
                  <c:v>0.2460999999999558</c:v>
                </c:pt>
                <c:pt idx="110">
                  <c:v>0.24619999999998754</c:v>
                </c:pt>
                <c:pt idx="111">
                  <c:v>0.24629999999996244</c:v>
                </c:pt>
                <c:pt idx="112">
                  <c:v>0.24629999999996244</c:v>
                </c:pt>
                <c:pt idx="113">
                  <c:v>0.24639999999999418</c:v>
                </c:pt>
                <c:pt idx="114">
                  <c:v>0.24649999999996908</c:v>
                </c:pt>
                <c:pt idx="115">
                  <c:v>0.24649999999996908</c:v>
                </c:pt>
                <c:pt idx="116">
                  <c:v>0.24660000000000082</c:v>
                </c:pt>
                <c:pt idx="117">
                  <c:v>0.24660000000000082</c:v>
                </c:pt>
                <c:pt idx="118">
                  <c:v>0.24669999999997572</c:v>
                </c:pt>
                <c:pt idx="119">
                  <c:v>0.24669999999997572</c:v>
                </c:pt>
                <c:pt idx="120">
                  <c:v>0.24680000000000746</c:v>
                </c:pt>
                <c:pt idx="121">
                  <c:v>0.24680000000000746</c:v>
                </c:pt>
                <c:pt idx="122">
                  <c:v>0.24680000000000746</c:v>
                </c:pt>
                <c:pt idx="123">
                  <c:v>0.24689999999998236</c:v>
                </c:pt>
                <c:pt idx="124">
                  <c:v>0.24689999999998236</c:v>
                </c:pt>
                <c:pt idx="125">
                  <c:v>0.24689999999998236</c:v>
                </c:pt>
                <c:pt idx="126">
                  <c:v>0.24699999999995725</c:v>
                </c:pt>
                <c:pt idx="127">
                  <c:v>0.24699999999995725</c:v>
                </c:pt>
                <c:pt idx="128">
                  <c:v>0.24699999999995725</c:v>
                </c:pt>
                <c:pt idx="129">
                  <c:v>0.247099999999989</c:v>
                </c:pt>
                <c:pt idx="130">
                  <c:v>0.247099999999989</c:v>
                </c:pt>
                <c:pt idx="131">
                  <c:v>0.247099999999989</c:v>
                </c:pt>
                <c:pt idx="132">
                  <c:v>0.247099999999989</c:v>
                </c:pt>
                <c:pt idx="133">
                  <c:v>0.24719999999996389</c:v>
                </c:pt>
                <c:pt idx="134">
                  <c:v>0.24719999999996389</c:v>
                </c:pt>
                <c:pt idx="135">
                  <c:v>0.24719999999996389</c:v>
                </c:pt>
                <c:pt idx="136">
                  <c:v>0.24719999999996389</c:v>
                </c:pt>
                <c:pt idx="137">
                  <c:v>0.24719999999996389</c:v>
                </c:pt>
                <c:pt idx="138">
                  <c:v>0.24719999999996389</c:v>
                </c:pt>
                <c:pt idx="139">
                  <c:v>0.24729999999999563</c:v>
                </c:pt>
                <c:pt idx="140">
                  <c:v>0.24729999999999563</c:v>
                </c:pt>
                <c:pt idx="141">
                  <c:v>0.24729999999999563</c:v>
                </c:pt>
                <c:pt idx="142">
                  <c:v>0.24729999999999563</c:v>
                </c:pt>
                <c:pt idx="143">
                  <c:v>0.24729999999999563</c:v>
                </c:pt>
                <c:pt idx="144">
                  <c:v>0.24729999999999563</c:v>
                </c:pt>
                <c:pt idx="145">
                  <c:v>0.24729999999999563</c:v>
                </c:pt>
                <c:pt idx="146">
                  <c:v>0.24739999999997053</c:v>
                </c:pt>
                <c:pt idx="147">
                  <c:v>0.24739999999997053</c:v>
                </c:pt>
                <c:pt idx="148">
                  <c:v>0.24739999999997053</c:v>
                </c:pt>
                <c:pt idx="149">
                  <c:v>0.24739999999997053</c:v>
                </c:pt>
                <c:pt idx="150">
                  <c:v>0.24739999999997053</c:v>
                </c:pt>
                <c:pt idx="151">
                  <c:v>0.24739999999997053</c:v>
                </c:pt>
                <c:pt idx="152">
                  <c:v>0.24739999999997053</c:v>
                </c:pt>
                <c:pt idx="153">
                  <c:v>0.24739999999997053</c:v>
                </c:pt>
                <c:pt idx="154">
                  <c:v>0.24739999999997053</c:v>
                </c:pt>
                <c:pt idx="155">
                  <c:v>0.24739999999997053</c:v>
                </c:pt>
                <c:pt idx="156">
                  <c:v>0.24739999999997053</c:v>
                </c:pt>
                <c:pt idx="157">
                  <c:v>0.24739999999997053</c:v>
                </c:pt>
                <c:pt idx="158">
                  <c:v>0.24729999999999563</c:v>
                </c:pt>
                <c:pt idx="159">
                  <c:v>0.24689999999998236</c:v>
                </c:pt>
                <c:pt idx="160">
                  <c:v>0.24639999999999418</c:v>
                </c:pt>
                <c:pt idx="161">
                  <c:v>0.245900000000006</c:v>
                </c:pt>
                <c:pt idx="162">
                  <c:v>0.24539999999996098</c:v>
                </c:pt>
                <c:pt idx="163">
                  <c:v>0.24500000000000455</c:v>
                </c:pt>
                <c:pt idx="164">
                  <c:v>0.24459999999999127</c:v>
                </c:pt>
                <c:pt idx="165">
                  <c:v>0.24430000000000973</c:v>
                </c:pt>
                <c:pt idx="166">
                  <c:v>0.24399999999997135</c:v>
                </c:pt>
                <c:pt idx="167">
                  <c:v>0.24369999999998981</c:v>
                </c:pt>
                <c:pt idx="168">
                  <c:v>0.24340000000000828</c:v>
                </c:pt>
                <c:pt idx="169">
                  <c:v>0.24320000000000164</c:v>
                </c:pt>
                <c:pt idx="170">
                  <c:v>0.24289999999996326</c:v>
                </c:pt>
                <c:pt idx="171">
                  <c:v>0.24269999999995662</c:v>
                </c:pt>
                <c:pt idx="172">
                  <c:v>0.24250000000000682</c:v>
                </c:pt>
                <c:pt idx="173">
                  <c:v>0.24230000000000018</c:v>
                </c:pt>
                <c:pt idx="174">
                  <c:v>0.24209999999999354</c:v>
                </c:pt>
                <c:pt idx="175">
                  <c:v>0.2418999999999869</c:v>
                </c:pt>
                <c:pt idx="176">
                  <c:v>0.24169999999998026</c:v>
                </c:pt>
                <c:pt idx="177">
                  <c:v>0.24160000000000537</c:v>
                </c:pt>
                <c:pt idx="178">
                  <c:v>0.24139999999999873</c:v>
                </c:pt>
                <c:pt idx="179">
                  <c:v>0.24129999999996699</c:v>
                </c:pt>
                <c:pt idx="180">
                  <c:v>0.24109999999996035</c:v>
                </c:pt>
                <c:pt idx="181">
                  <c:v>0.24099999999998545</c:v>
                </c:pt>
                <c:pt idx="182">
                  <c:v>0.24090000000001055</c:v>
                </c:pt>
                <c:pt idx="183">
                  <c:v>0.24090000000001055</c:v>
                </c:pt>
                <c:pt idx="184">
                  <c:v>0.2418999999999869</c:v>
                </c:pt>
                <c:pt idx="185">
                  <c:v>0.24329999999997654</c:v>
                </c:pt>
                <c:pt idx="186">
                  <c:v>0.24479999999999791</c:v>
                </c:pt>
                <c:pt idx="187">
                  <c:v>0.2460999999999558</c:v>
                </c:pt>
                <c:pt idx="188">
                  <c:v>0.24729999999999563</c:v>
                </c:pt>
                <c:pt idx="189">
                  <c:v>0.24840000000000373</c:v>
                </c:pt>
                <c:pt idx="190">
                  <c:v>0.24930000000000518</c:v>
                </c:pt>
                <c:pt idx="191">
                  <c:v>0.2500999999999749</c:v>
                </c:pt>
                <c:pt idx="192">
                  <c:v>0.25090000000000146</c:v>
                </c:pt>
                <c:pt idx="193">
                  <c:v>0.25149999999996453</c:v>
                </c:pt>
                <c:pt idx="194">
                  <c:v>0.25219999999995935</c:v>
                </c:pt>
                <c:pt idx="195">
                  <c:v>0.25270000000000437</c:v>
                </c:pt>
                <c:pt idx="196">
                  <c:v>0.25329999999996744</c:v>
                </c:pt>
                <c:pt idx="197">
                  <c:v>0.25380000000001246</c:v>
                </c:pt>
                <c:pt idx="198">
                  <c:v>0.25430000000000064</c:v>
                </c:pt>
                <c:pt idx="199">
                  <c:v>0.25469999999995707</c:v>
                </c:pt>
                <c:pt idx="200">
                  <c:v>0.25509999999997035</c:v>
                </c:pt>
                <c:pt idx="201">
                  <c:v>0.25549999999998363</c:v>
                </c:pt>
                <c:pt idx="202">
                  <c:v>0.25579999999996517</c:v>
                </c:pt>
                <c:pt idx="203">
                  <c:v>0.25619999999997844</c:v>
                </c:pt>
                <c:pt idx="204">
                  <c:v>0.25649999999995998</c:v>
                </c:pt>
                <c:pt idx="205">
                  <c:v>0.25679999999999836</c:v>
                </c:pt>
                <c:pt idx="206">
                  <c:v>0.257000000000005</c:v>
                </c:pt>
                <c:pt idx="207">
                  <c:v>0.25729999999998654</c:v>
                </c:pt>
                <c:pt idx="208">
                  <c:v>0.25749999999999318</c:v>
                </c:pt>
                <c:pt idx="209">
                  <c:v>0.25769999999999982</c:v>
                </c:pt>
                <c:pt idx="210">
                  <c:v>0.25790000000000646</c:v>
                </c:pt>
                <c:pt idx="211">
                  <c:v>0.25809999999995625</c:v>
                </c:pt>
                <c:pt idx="212">
                  <c:v>0.25829999999996289</c:v>
                </c:pt>
                <c:pt idx="213">
                  <c:v>0.25849999999996953</c:v>
                </c:pt>
                <c:pt idx="214">
                  <c:v>0.25819999999998799</c:v>
                </c:pt>
                <c:pt idx="215">
                  <c:v>0.25729999999998654</c:v>
                </c:pt>
                <c:pt idx="216">
                  <c:v>0.25619999999997844</c:v>
                </c:pt>
                <c:pt idx="217">
                  <c:v>0.25520000000000209</c:v>
                </c:pt>
                <c:pt idx="218">
                  <c:v>0.25430000000000064</c:v>
                </c:pt>
                <c:pt idx="219">
                  <c:v>0.25349999999997408</c:v>
                </c:pt>
                <c:pt idx="220">
                  <c:v>0.25279999999997926</c:v>
                </c:pt>
                <c:pt idx="221">
                  <c:v>0.25219999999995935</c:v>
                </c:pt>
                <c:pt idx="222">
                  <c:v>0.25169999999997117</c:v>
                </c:pt>
                <c:pt idx="223">
                  <c:v>0.25119999999998299</c:v>
                </c:pt>
                <c:pt idx="224">
                  <c:v>0.25079999999996971</c:v>
                </c:pt>
                <c:pt idx="225">
                  <c:v>0.25039999999995644</c:v>
                </c:pt>
                <c:pt idx="226">
                  <c:v>0.25</c:v>
                </c:pt>
                <c:pt idx="227">
                  <c:v>0.24969999999996162</c:v>
                </c:pt>
                <c:pt idx="228">
                  <c:v>0.24939999999998008</c:v>
                </c:pt>
                <c:pt idx="229">
                  <c:v>0.24909999999999854</c:v>
                </c:pt>
                <c:pt idx="230">
                  <c:v>0.24889999999999191</c:v>
                </c:pt>
                <c:pt idx="231">
                  <c:v>0.24860000000001037</c:v>
                </c:pt>
                <c:pt idx="232">
                  <c:v>0.24840000000000373</c:v>
                </c:pt>
                <c:pt idx="233">
                  <c:v>0.24819999999999709</c:v>
                </c:pt>
                <c:pt idx="234">
                  <c:v>0.24799999999999045</c:v>
                </c:pt>
                <c:pt idx="235">
                  <c:v>0.24789999999995871</c:v>
                </c:pt>
                <c:pt idx="236">
                  <c:v>0.24770000000000891</c:v>
                </c:pt>
                <c:pt idx="237">
                  <c:v>0.24759999999997717</c:v>
                </c:pt>
                <c:pt idx="238">
                  <c:v>0.24739999999997053</c:v>
                </c:pt>
                <c:pt idx="239">
                  <c:v>0.24729999999999563</c:v>
                </c:pt>
                <c:pt idx="240">
                  <c:v>0.24719999999996389</c:v>
                </c:pt>
                <c:pt idx="241">
                  <c:v>0.247099999999989</c:v>
                </c:pt>
                <c:pt idx="242">
                  <c:v>0.24699999999995725</c:v>
                </c:pt>
                <c:pt idx="243">
                  <c:v>0.24689999999998236</c:v>
                </c:pt>
                <c:pt idx="244">
                  <c:v>0.24680000000000746</c:v>
                </c:pt>
                <c:pt idx="245">
                  <c:v>0.24680000000000746</c:v>
                </c:pt>
                <c:pt idx="246">
                  <c:v>0.24669999999997572</c:v>
                </c:pt>
                <c:pt idx="247">
                  <c:v>0.24660000000000082</c:v>
                </c:pt>
                <c:pt idx="248">
                  <c:v>0.24660000000000082</c:v>
                </c:pt>
                <c:pt idx="249">
                  <c:v>0.24649999999996908</c:v>
                </c:pt>
                <c:pt idx="250">
                  <c:v>0.24649999999996908</c:v>
                </c:pt>
                <c:pt idx="251">
                  <c:v>0.24639999999999418</c:v>
                </c:pt>
                <c:pt idx="252">
                  <c:v>0.24639999999999418</c:v>
                </c:pt>
                <c:pt idx="253">
                  <c:v>0.24629999999996244</c:v>
                </c:pt>
                <c:pt idx="254">
                  <c:v>0.24629999999996244</c:v>
                </c:pt>
                <c:pt idx="255">
                  <c:v>0.24619999999998754</c:v>
                </c:pt>
                <c:pt idx="256">
                  <c:v>0.24619999999998754</c:v>
                </c:pt>
                <c:pt idx="257">
                  <c:v>0.24619999999998754</c:v>
                </c:pt>
                <c:pt idx="258">
                  <c:v>0.24619999999998754</c:v>
                </c:pt>
                <c:pt idx="259">
                  <c:v>0.2460999999999558</c:v>
                </c:pt>
                <c:pt idx="260">
                  <c:v>0.2460999999999558</c:v>
                </c:pt>
                <c:pt idx="261">
                  <c:v>0.2460999999999558</c:v>
                </c:pt>
                <c:pt idx="262">
                  <c:v>0.2460999999999558</c:v>
                </c:pt>
                <c:pt idx="263">
                  <c:v>0.2459999999999809</c:v>
                </c:pt>
                <c:pt idx="264">
                  <c:v>0.2459999999999809</c:v>
                </c:pt>
                <c:pt idx="265">
                  <c:v>0.2460999999999558</c:v>
                </c:pt>
                <c:pt idx="266">
                  <c:v>0.24619999999998754</c:v>
                </c:pt>
                <c:pt idx="267">
                  <c:v>0.24619999999998754</c:v>
                </c:pt>
                <c:pt idx="268">
                  <c:v>0.24629999999996244</c:v>
                </c:pt>
                <c:pt idx="269">
                  <c:v>0.24639999999999418</c:v>
                </c:pt>
                <c:pt idx="270">
                  <c:v>0.24649999999996908</c:v>
                </c:pt>
                <c:pt idx="271">
                  <c:v>0.24649999999996908</c:v>
                </c:pt>
                <c:pt idx="272">
                  <c:v>0.24660000000000082</c:v>
                </c:pt>
                <c:pt idx="273">
                  <c:v>0.24660000000000082</c:v>
                </c:pt>
                <c:pt idx="274">
                  <c:v>0.24669999999997572</c:v>
                </c:pt>
                <c:pt idx="275">
                  <c:v>0.24669999999997572</c:v>
                </c:pt>
                <c:pt idx="276">
                  <c:v>0.24669999999997572</c:v>
                </c:pt>
                <c:pt idx="277">
                  <c:v>0.24680000000000746</c:v>
                </c:pt>
                <c:pt idx="278">
                  <c:v>0.24680000000000746</c:v>
                </c:pt>
                <c:pt idx="279">
                  <c:v>0.24689999999998236</c:v>
                </c:pt>
                <c:pt idx="280">
                  <c:v>0.24689999999998236</c:v>
                </c:pt>
                <c:pt idx="281">
                  <c:v>0.24689999999998236</c:v>
                </c:pt>
                <c:pt idx="282">
                  <c:v>0.24699999999995725</c:v>
                </c:pt>
                <c:pt idx="283">
                  <c:v>0.24699999999995725</c:v>
                </c:pt>
                <c:pt idx="284">
                  <c:v>0.24699999999995725</c:v>
                </c:pt>
                <c:pt idx="285">
                  <c:v>0.247099999999989</c:v>
                </c:pt>
                <c:pt idx="286">
                  <c:v>0.247099999999989</c:v>
                </c:pt>
                <c:pt idx="287">
                  <c:v>0.247099999999989</c:v>
                </c:pt>
                <c:pt idx="288">
                  <c:v>0.247099999999989</c:v>
                </c:pt>
                <c:pt idx="289">
                  <c:v>0.24719999999996389</c:v>
                </c:pt>
                <c:pt idx="290">
                  <c:v>0.24719999999996389</c:v>
                </c:pt>
                <c:pt idx="291">
                  <c:v>0.24719999999996389</c:v>
                </c:pt>
                <c:pt idx="292">
                  <c:v>0.24719999999996389</c:v>
                </c:pt>
                <c:pt idx="293">
                  <c:v>0.24719999999996389</c:v>
                </c:pt>
                <c:pt idx="294">
                  <c:v>0.24719999999996389</c:v>
                </c:pt>
                <c:pt idx="295">
                  <c:v>0.24729999999999563</c:v>
                </c:pt>
                <c:pt idx="296">
                  <c:v>0.24729999999999563</c:v>
                </c:pt>
                <c:pt idx="297">
                  <c:v>0.24729999999999563</c:v>
                </c:pt>
                <c:pt idx="298">
                  <c:v>0.24729999999999563</c:v>
                </c:pt>
                <c:pt idx="299">
                  <c:v>0.24729999999999563</c:v>
                </c:pt>
                <c:pt idx="300">
                  <c:v>0.24729999999999563</c:v>
                </c:pt>
                <c:pt idx="301">
                  <c:v>0.24729999999999563</c:v>
                </c:pt>
                <c:pt idx="302">
                  <c:v>0.24739999999997053</c:v>
                </c:pt>
                <c:pt idx="303">
                  <c:v>0.24739999999997053</c:v>
                </c:pt>
                <c:pt idx="304">
                  <c:v>0.24739999999997053</c:v>
                </c:pt>
                <c:pt idx="305">
                  <c:v>0.24739999999997053</c:v>
                </c:pt>
                <c:pt idx="306">
                  <c:v>0.24739999999997053</c:v>
                </c:pt>
                <c:pt idx="307">
                  <c:v>0.24739999999997053</c:v>
                </c:pt>
                <c:pt idx="308">
                  <c:v>0.24739999999997053</c:v>
                </c:pt>
                <c:pt idx="309">
                  <c:v>0.24739999999997053</c:v>
                </c:pt>
                <c:pt idx="310">
                  <c:v>0.24739999999997053</c:v>
                </c:pt>
                <c:pt idx="311">
                  <c:v>0.24739999999997053</c:v>
                </c:pt>
                <c:pt idx="312">
                  <c:v>0.24739999999997053</c:v>
                </c:pt>
                <c:pt idx="313">
                  <c:v>0.24739999999997053</c:v>
                </c:pt>
                <c:pt idx="314">
                  <c:v>0.24739999999997053</c:v>
                </c:pt>
                <c:pt idx="315">
                  <c:v>0.24719999999996389</c:v>
                </c:pt>
                <c:pt idx="316">
                  <c:v>0.24680000000000746</c:v>
                </c:pt>
                <c:pt idx="317">
                  <c:v>0.24629999999996244</c:v>
                </c:pt>
                <c:pt idx="318">
                  <c:v>0.24579999999997426</c:v>
                </c:pt>
                <c:pt idx="319">
                  <c:v>0.24539999999996098</c:v>
                </c:pt>
                <c:pt idx="320">
                  <c:v>0.24500000000000455</c:v>
                </c:pt>
                <c:pt idx="321">
                  <c:v>0.24459999999999127</c:v>
                </c:pt>
                <c:pt idx="322">
                  <c:v>0.24430000000000973</c:v>
                </c:pt>
                <c:pt idx="323">
                  <c:v>0.24389999999999645</c:v>
                </c:pt>
                <c:pt idx="324">
                  <c:v>0.24369999999998981</c:v>
                </c:pt>
                <c:pt idx="325">
                  <c:v>0.24340000000000828</c:v>
                </c:pt>
                <c:pt idx="326">
                  <c:v>0.2430999999999699</c:v>
                </c:pt>
                <c:pt idx="327">
                  <c:v>0.24289999999996326</c:v>
                </c:pt>
                <c:pt idx="328">
                  <c:v>0.24269999999995662</c:v>
                </c:pt>
                <c:pt idx="329">
                  <c:v>0.24250000000000682</c:v>
                </c:pt>
                <c:pt idx="330">
                  <c:v>0.24230000000000018</c:v>
                </c:pt>
                <c:pt idx="331">
                  <c:v>0.24209999999999354</c:v>
                </c:pt>
                <c:pt idx="332">
                  <c:v>0.2418999999999869</c:v>
                </c:pt>
                <c:pt idx="333">
                  <c:v>0.24169999999998026</c:v>
                </c:pt>
                <c:pt idx="334">
                  <c:v>0.24149999999997362</c:v>
                </c:pt>
                <c:pt idx="335">
                  <c:v>0.24139999999999873</c:v>
                </c:pt>
                <c:pt idx="336">
                  <c:v>0.24119999999999209</c:v>
                </c:pt>
                <c:pt idx="337">
                  <c:v>0.24109999999996035</c:v>
                </c:pt>
                <c:pt idx="338">
                  <c:v>0.24099999999998545</c:v>
                </c:pt>
                <c:pt idx="339">
                  <c:v>0.24090000000001055</c:v>
                </c:pt>
                <c:pt idx="340">
                  <c:v>0.24099999999998545</c:v>
                </c:pt>
                <c:pt idx="341">
                  <c:v>0.2419999999999618</c:v>
                </c:pt>
                <c:pt idx="342">
                  <c:v>0.24349999999998317</c:v>
                </c:pt>
                <c:pt idx="343">
                  <c:v>0.24489999999997281</c:v>
                </c:pt>
                <c:pt idx="344">
                  <c:v>0.24629999999996244</c:v>
                </c:pt>
                <c:pt idx="345">
                  <c:v>0.24750000000000227</c:v>
                </c:pt>
                <c:pt idx="346">
                  <c:v>0.24849999999997863</c:v>
                </c:pt>
                <c:pt idx="347">
                  <c:v>0.24939999999998008</c:v>
                </c:pt>
                <c:pt idx="348">
                  <c:v>0.25020000000000664</c:v>
                </c:pt>
                <c:pt idx="349">
                  <c:v>0.25099999999997635</c:v>
                </c:pt>
                <c:pt idx="350">
                  <c:v>0.25159999999999627</c:v>
                </c:pt>
                <c:pt idx="351">
                  <c:v>0.25219999999995935</c:v>
                </c:pt>
                <c:pt idx="352">
                  <c:v>0.25279999999997926</c:v>
                </c:pt>
                <c:pt idx="353">
                  <c:v>0.25339999999999918</c:v>
                </c:pt>
                <c:pt idx="354">
                  <c:v>0.25389999999998736</c:v>
                </c:pt>
                <c:pt idx="355">
                  <c:v>0.25430000000000064</c:v>
                </c:pt>
                <c:pt idx="356">
                  <c:v>0.25469999999995707</c:v>
                </c:pt>
                <c:pt idx="357">
                  <c:v>0.25509999999997035</c:v>
                </c:pt>
                <c:pt idx="358">
                  <c:v>0.25549999999998363</c:v>
                </c:pt>
                <c:pt idx="359">
                  <c:v>0.25589999999999691</c:v>
                </c:pt>
                <c:pt idx="360">
                  <c:v>0.25619999999997844</c:v>
                </c:pt>
                <c:pt idx="361">
                  <c:v>0.25619999999997844</c:v>
                </c:pt>
                <c:pt idx="362">
                  <c:v>0.25649999999995998</c:v>
                </c:pt>
                <c:pt idx="363">
                  <c:v>0.25679999999999836</c:v>
                </c:pt>
                <c:pt idx="364">
                  <c:v>0.2570999999999799</c:v>
                </c:pt>
                <c:pt idx="365">
                  <c:v>0.25729999999998654</c:v>
                </c:pt>
                <c:pt idx="366">
                  <c:v>0.25749999999999318</c:v>
                </c:pt>
                <c:pt idx="367">
                  <c:v>0.25779999999997472</c:v>
                </c:pt>
                <c:pt idx="368">
                  <c:v>0.25799999999998136</c:v>
                </c:pt>
                <c:pt idx="369">
                  <c:v>0.25819999999998799</c:v>
                </c:pt>
                <c:pt idx="370">
                  <c:v>0.25829999999996289</c:v>
                </c:pt>
                <c:pt idx="371">
                  <c:v>0.25849999999996953</c:v>
                </c:pt>
                <c:pt idx="372">
                  <c:v>0.25809999999995625</c:v>
                </c:pt>
                <c:pt idx="373">
                  <c:v>0.2570999999999799</c:v>
                </c:pt>
                <c:pt idx="374">
                  <c:v>0.25610000000000355</c:v>
                </c:pt>
                <c:pt idx="375">
                  <c:v>0.25499999999999545</c:v>
                </c:pt>
                <c:pt idx="376">
                  <c:v>0.2541999999999689</c:v>
                </c:pt>
                <c:pt idx="377">
                  <c:v>0.25339999999999918</c:v>
                </c:pt>
                <c:pt idx="378">
                  <c:v>0.25270000000000437</c:v>
                </c:pt>
                <c:pt idx="379">
                  <c:v>0.25209999999998445</c:v>
                </c:pt>
                <c:pt idx="380">
                  <c:v>0.25159999999999627</c:v>
                </c:pt>
                <c:pt idx="381">
                  <c:v>0.25110000000000809</c:v>
                </c:pt>
                <c:pt idx="382">
                  <c:v>0.25069999999999482</c:v>
                </c:pt>
                <c:pt idx="383">
                  <c:v>0.25029999999998154</c:v>
                </c:pt>
                <c:pt idx="384">
                  <c:v>0.25</c:v>
                </c:pt>
                <c:pt idx="385">
                  <c:v>0.24969999999996162</c:v>
                </c:pt>
                <c:pt idx="386">
                  <c:v>0.24939999999998008</c:v>
                </c:pt>
                <c:pt idx="387">
                  <c:v>0.24909999999999854</c:v>
                </c:pt>
                <c:pt idx="388">
                  <c:v>0.24879999999996016</c:v>
                </c:pt>
                <c:pt idx="389">
                  <c:v>0.24860000000001037</c:v>
                </c:pt>
                <c:pt idx="390">
                  <c:v>0.24840000000000373</c:v>
                </c:pt>
                <c:pt idx="391">
                  <c:v>0.24819999999999709</c:v>
                </c:pt>
                <c:pt idx="392">
                  <c:v>0.24799999999999045</c:v>
                </c:pt>
                <c:pt idx="393">
                  <c:v>0.24789999999995871</c:v>
                </c:pt>
                <c:pt idx="394">
                  <c:v>0.24770000000000891</c:v>
                </c:pt>
                <c:pt idx="395">
                  <c:v>0.24759999999997717</c:v>
                </c:pt>
                <c:pt idx="396">
                  <c:v>0.24739999999997053</c:v>
                </c:pt>
                <c:pt idx="397">
                  <c:v>0.24729999999999563</c:v>
                </c:pt>
                <c:pt idx="398">
                  <c:v>0.24719999999996389</c:v>
                </c:pt>
                <c:pt idx="399">
                  <c:v>0.247099999999989</c:v>
                </c:pt>
                <c:pt idx="400">
                  <c:v>0.24699999999995725</c:v>
                </c:pt>
                <c:pt idx="401">
                  <c:v>0.24689999999998236</c:v>
                </c:pt>
                <c:pt idx="402">
                  <c:v>0.24680000000000746</c:v>
                </c:pt>
                <c:pt idx="403">
                  <c:v>0.24669999999997572</c:v>
                </c:pt>
                <c:pt idx="404">
                  <c:v>0.24669999999997572</c:v>
                </c:pt>
                <c:pt idx="405">
                  <c:v>0.24660000000000082</c:v>
                </c:pt>
                <c:pt idx="406">
                  <c:v>0.24660000000000082</c:v>
                </c:pt>
                <c:pt idx="407">
                  <c:v>0.24649999999996908</c:v>
                </c:pt>
                <c:pt idx="408">
                  <c:v>0.24639999999999418</c:v>
                </c:pt>
                <c:pt idx="409">
                  <c:v>0.24639999999999418</c:v>
                </c:pt>
                <c:pt idx="410">
                  <c:v>0.24639999999999418</c:v>
                </c:pt>
                <c:pt idx="411">
                  <c:v>0.24629999999996244</c:v>
                </c:pt>
                <c:pt idx="412">
                  <c:v>0.24629999999996244</c:v>
                </c:pt>
                <c:pt idx="413">
                  <c:v>0.24619999999998754</c:v>
                </c:pt>
                <c:pt idx="414">
                  <c:v>0.24619999999998754</c:v>
                </c:pt>
                <c:pt idx="415">
                  <c:v>0.24619999999998754</c:v>
                </c:pt>
                <c:pt idx="416">
                  <c:v>0.24619999999998754</c:v>
                </c:pt>
                <c:pt idx="417">
                  <c:v>0.2460999999999558</c:v>
                </c:pt>
                <c:pt idx="418">
                  <c:v>0.2460999999999558</c:v>
                </c:pt>
                <c:pt idx="419">
                  <c:v>0.2460999999999558</c:v>
                </c:pt>
                <c:pt idx="420">
                  <c:v>0.2460999999999558</c:v>
                </c:pt>
                <c:pt idx="421">
                  <c:v>0.2459999999999809</c:v>
                </c:pt>
                <c:pt idx="422">
                  <c:v>0.2459999999999809</c:v>
                </c:pt>
                <c:pt idx="423">
                  <c:v>0.2460999999999558</c:v>
                </c:pt>
                <c:pt idx="424">
                  <c:v>0.24619999999998754</c:v>
                </c:pt>
                <c:pt idx="425">
                  <c:v>0.24629999999996244</c:v>
                </c:pt>
                <c:pt idx="426">
                  <c:v>0.24629999999996244</c:v>
                </c:pt>
                <c:pt idx="427">
                  <c:v>0.24639999999999418</c:v>
                </c:pt>
                <c:pt idx="428">
                  <c:v>0.24649999999996908</c:v>
                </c:pt>
                <c:pt idx="429">
                  <c:v>0.24649999999996908</c:v>
                </c:pt>
                <c:pt idx="430">
                  <c:v>0.24660000000000082</c:v>
                </c:pt>
                <c:pt idx="431">
                  <c:v>0.24660000000000082</c:v>
                </c:pt>
                <c:pt idx="432">
                  <c:v>0.24669999999997572</c:v>
                </c:pt>
                <c:pt idx="433">
                  <c:v>0.24669999999997572</c:v>
                </c:pt>
                <c:pt idx="434">
                  <c:v>0.24680000000000746</c:v>
                </c:pt>
                <c:pt idx="435">
                  <c:v>0.24680000000000746</c:v>
                </c:pt>
                <c:pt idx="436">
                  <c:v>0.24680000000000746</c:v>
                </c:pt>
                <c:pt idx="437">
                  <c:v>0.24689999999998236</c:v>
                </c:pt>
                <c:pt idx="438">
                  <c:v>0.24689999999998236</c:v>
                </c:pt>
                <c:pt idx="439">
                  <c:v>0.24689999999998236</c:v>
                </c:pt>
                <c:pt idx="440">
                  <c:v>0.24699999999995725</c:v>
                </c:pt>
                <c:pt idx="441">
                  <c:v>0.24699999999995725</c:v>
                </c:pt>
                <c:pt idx="442">
                  <c:v>0.24699999999995725</c:v>
                </c:pt>
                <c:pt idx="443">
                  <c:v>0.247099999999989</c:v>
                </c:pt>
                <c:pt idx="444">
                  <c:v>0.247099999999989</c:v>
                </c:pt>
                <c:pt idx="445">
                  <c:v>0.247099999999989</c:v>
                </c:pt>
                <c:pt idx="446">
                  <c:v>0.247099999999989</c:v>
                </c:pt>
                <c:pt idx="447">
                  <c:v>0.24719999999996389</c:v>
                </c:pt>
                <c:pt idx="448">
                  <c:v>0.24719999999996389</c:v>
                </c:pt>
                <c:pt idx="449">
                  <c:v>0.24719999999996389</c:v>
                </c:pt>
                <c:pt idx="450">
                  <c:v>0.24719999999996389</c:v>
                </c:pt>
                <c:pt idx="451">
                  <c:v>0.24719999999996389</c:v>
                </c:pt>
                <c:pt idx="452">
                  <c:v>0.24719999999996389</c:v>
                </c:pt>
                <c:pt idx="453">
                  <c:v>0.24719999999996389</c:v>
                </c:pt>
                <c:pt idx="454">
                  <c:v>0.24729999999999563</c:v>
                </c:pt>
                <c:pt idx="455">
                  <c:v>0.24729999999999563</c:v>
                </c:pt>
                <c:pt idx="456">
                  <c:v>0.24729999999999563</c:v>
                </c:pt>
                <c:pt idx="457">
                  <c:v>0.24729999999999563</c:v>
                </c:pt>
                <c:pt idx="458">
                  <c:v>0.24729999999999563</c:v>
                </c:pt>
                <c:pt idx="459">
                  <c:v>0.24729999999999563</c:v>
                </c:pt>
                <c:pt idx="460">
                  <c:v>0.24729999999999563</c:v>
                </c:pt>
                <c:pt idx="461">
                  <c:v>0.24739999999997053</c:v>
                </c:pt>
                <c:pt idx="462">
                  <c:v>0.24739999999997053</c:v>
                </c:pt>
                <c:pt idx="463">
                  <c:v>0.24739999999997053</c:v>
                </c:pt>
                <c:pt idx="464">
                  <c:v>0.24739999999997053</c:v>
                </c:pt>
                <c:pt idx="465">
                  <c:v>0.24739999999997053</c:v>
                </c:pt>
                <c:pt idx="466">
                  <c:v>0.24739999999997053</c:v>
                </c:pt>
                <c:pt idx="467">
                  <c:v>0.24739999999997053</c:v>
                </c:pt>
                <c:pt idx="468">
                  <c:v>0.24739999999997053</c:v>
                </c:pt>
                <c:pt idx="469">
                  <c:v>0.24739999999997053</c:v>
                </c:pt>
                <c:pt idx="470">
                  <c:v>0.24739999999997053</c:v>
                </c:pt>
                <c:pt idx="471">
                  <c:v>0.24739999999997053</c:v>
                </c:pt>
                <c:pt idx="472">
                  <c:v>0.24739999999997053</c:v>
                </c:pt>
                <c:pt idx="473">
                  <c:v>0.24739999999997053</c:v>
                </c:pt>
                <c:pt idx="474">
                  <c:v>0.24719999999996389</c:v>
                </c:pt>
                <c:pt idx="475">
                  <c:v>0.24669999999997572</c:v>
                </c:pt>
                <c:pt idx="476">
                  <c:v>0.24619999999998754</c:v>
                </c:pt>
                <c:pt idx="477">
                  <c:v>0.24569999999999936</c:v>
                </c:pt>
                <c:pt idx="478">
                  <c:v>0.24529999999998608</c:v>
                </c:pt>
                <c:pt idx="479">
                  <c:v>0.24489999999997281</c:v>
                </c:pt>
                <c:pt idx="480">
                  <c:v>0.24449999999995953</c:v>
                </c:pt>
                <c:pt idx="481">
                  <c:v>0.24419999999997799</c:v>
                </c:pt>
                <c:pt idx="482">
                  <c:v>0.24389999999999645</c:v>
                </c:pt>
                <c:pt idx="483">
                  <c:v>0.24359999999995807</c:v>
                </c:pt>
                <c:pt idx="484">
                  <c:v>0.24329999999997654</c:v>
                </c:pt>
                <c:pt idx="485">
                  <c:v>0.2430999999999699</c:v>
                </c:pt>
                <c:pt idx="486">
                  <c:v>0.24289999999996326</c:v>
                </c:pt>
                <c:pt idx="487">
                  <c:v>0.24259999999998172</c:v>
                </c:pt>
                <c:pt idx="488">
                  <c:v>0.24239999999997508</c:v>
                </c:pt>
                <c:pt idx="489">
                  <c:v>0.24219999999996844</c:v>
                </c:pt>
                <c:pt idx="490">
                  <c:v>0.2419999999999618</c:v>
                </c:pt>
                <c:pt idx="491">
                  <c:v>0.2418999999999869</c:v>
                </c:pt>
                <c:pt idx="492">
                  <c:v>0.24169999999998026</c:v>
                </c:pt>
                <c:pt idx="493">
                  <c:v>0.24149999999997362</c:v>
                </c:pt>
                <c:pt idx="494">
                  <c:v>0.24139999999999873</c:v>
                </c:pt>
                <c:pt idx="495">
                  <c:v>0.24119999999999209</c:v>
                </c:pt>
                <c:pt idx="496">
                  <c:v>0.24109999999996035</c:v>
                </c:pt>
                <c:pt idx="497">
                  <c:v>0.24099999999998545</c:v>
                </c:pt>
                <c:pt idx="498">
                  <c:v>0.24079999999997881</c:v>
                </c:pt>
                <c:pt idx="499">
                  <c:v>0.24109999999996035</c:v>
                </c:pt>
                <c:pt idx="500">
                  <c:v>0.24230000000000018</c:v>
                </c:pt>
                <c:pt idx="501">
                  <c:v>0.24369999999998981</c:v>
                </c:pt>
                <c:pt idx="502">
                  <c:v>0.24520000000001119</c:v>
                </c:pt>
                <c:pt idx="503">
                  <c:v>0.24649999999996908</c:v>
                </c:pt>
                <c:pt idx="504">
                  <c:v>0.24759999999997717</c:v>
                </c:pt>
                <c:pt idx="505">
                  <c:v>0.24869999999998527</c:v>
                </c:pt>
                <c:pt idx="506">
                  <c:v>0.24950000000001182</c:v>
                </c:pt>
                <c:pt idx="507">
                  <c:v>0.25029999999998154</c:v>
                </c:pt>
                <c:pt idx="508">
                  <c:v>0.25110000000000809</c:v>
                </c:pt>
                <c:pt idx="509">
                  <c:v>0.25169999999997117</c:v>
                </c:pt>
                <c:pt idx="510">
                  <c:v>0.25239999999996598</c:v>
                </c:pt>
                <c:pt idx="511">
                  <c:v>0.252900000000011</c:v>
                </c:pt>
                <c:pt idx="512">
                  <c:v>0.25339999999999918</c:v>
                </c:pt>
                <c:pt idx="513">
                  <c:v>0.25389999999998736</c:v>
                </c:pt>
                <c:pt idx="514">
                  <c:v>0.25439999999997553</c:v>
                </c:pt>
                <c:pt idx="515">
                  <c:v>0.25479999999998881</c:v>
                </c:pt>
                <c:pt idx="516">
                  <c:v>0.25520000000000209</c:v>
                </c:pt>
                <c:pt idx="517">
                  <c:v>0.25559999999995853</c:v>
                </c:pt>
                <c:pt idx="518">
                  <c:v>0.25589999999999691</c:v>
                </c:pt>
                <c:pt idx="519">
                  <c:v>0.25630000000001019</c:v>
                </c:pt>
                <c:pt idx="520">
                  <c:v>0.25659999999999172</c:v>
                </c:pt>
                <c:pt idx="521">
                  <c:v>0.25679999999999836</c:v>
                </c:pt>
                <c:pt idx="522">
                  <c:v>0.2570999999999799</c:v>
                </c:pt>
                <c:pt idx="523">
                  <c:v>0.25729999999998654</c:v>
                </c:pt>
                <c:pt idx="524">
                  <c:v>0.25759999999996808</c:v>
                </c:pt>
                <c:pt idx="525">
                  <c:v>0.25779999999997472</c:v>
                </c:pt>
                <c:pt idx="526">
                  <c:v>0.25799999999998136</c:v>
                </c:pt>
                <c:pt idx="527">
                  <c:v>0.25819999999998799</c:v>
                </c:pt>
                <c:pt idx="528">
                  <c:v>0.25839999999999463</c:v>
                </c:pt>
                <c:pt idx="529">
                  <c:v>0.25849999999996953</c:v>
                </c:pt>
                <c:pt idx="530">
                  <c:v>0.25790000000000646</c:v>
                </c:pt>
                <c:pt idx="531">
                  <c:v>0.257000000000005</c:v>
                </c:pt>
                <c:pt idx="532">
                  <c:v>0.25589999999999691</c:v>
                </c:pt>
              </c:numCache>
            </c:numRef>
          </c:yVal>
          <c:smooth val="1"/>
          <c:extLst>
            <c:ext xmlns:c16="http://schemas.microsoft.com/office/drawing/2014/chart" uri="{C3380CC4-5D6E-409C-BE32-E72D297353CC}">
              <c16:uniqueId val="{00000004-4233-4E9D-9D6D-D06060CC9530}"/>
            </c:ext>
          </c:extLst>
        </c:ser>
        <c:ser>
          <c:idx val="5"/>
          <c:order val="5"/>
          <c:tx>
            <c:strRef>
              <c:f>PM50000_Temps_oc5l2_50000!$BBH$1</c:f>
              <c:strCache>
                <c:ptCount val="1"/>
                <c:pt idx="0">
                  <c:v>TELE_PM_INTERIOR.6</c:v>
                </c:pt>
              </c:strCache>
            </c:strRef>
          </c:tx>
          <c:spPr>
            <a:ln w="19050" cap="rnd">
              <a:solidFill>
                <a:schemeClr val="accent6"/>
              </a:solidFill>
              <a:round/>
            </a:ln>
            <a:effectLst/>
          </c:spPr>
          <c:marker>
            <c:symbol val="circle"/>
            <c:size val="5"/>
            <c:spPr>
              <a:solidFill>
                <a:schemeClr val="accent6"/>
              </a:solidFill>
              <a:ln w="9525">
                <a:solidFill>
                  <a:schemeClr val="accent6"/>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PM50000_Temps_oc5l2_50000!$BBH$2:$BBH$536</c:f>
              <c:numCache>
                <c:formatCode>General</c:formatCode>
                <c:ptCount val="533"/>
                <c:pt idx="0">
                  <c:v>0</c:v>
                </c:pt>
                <c:pt idx="1">
                  <c:v>1.9000000000005457E-2</c:v>
                </c:pt>
                <c:pt idx="2">
                  <c:v>4.450000000002774E-2</c:v>
                </c:pt>
                <c:pt idx="3">
                  <c:v>6.7400000000020555E-2</c:v>
                </c:pt>
                <c:pt idx="4">
                  <c:v>8.7000000000045929E-2</c:v>
                </c:pt>
                <c:pt idx="5">
                  <c:v>0.10370000000000346</c:v>
                </c:pt>
                <c:pt idx="6">
                  <c:v>0.117999999999995</c:v>
                </c:pt>
                <c:pt idx="7">
                  <c:v>0.13030000000003383</c:v>
                </c:pt>
                <c:pt idx="8">
                  <c:v>0.14109999999999445</c:v>
                </c:pt>
                <c:pt idx="9">
                  <c:v>0.15050000000002228</c:v>
                </c:pt>
                <c:pt idx="10">
                  <c:v>0.15890000000001692</c:v>
                </c:pt>
                <c:pt idx="11">
                  <c:v>0.16650000000004184</c:v>
                </c:pt>
                <c:pt idx="12">
                  <c:v>0.17320000000000846</c:v>
                </c:pt>
                <c:pt idx="13">
                  <c:v>0.17930000000001201</c:v>
                </c:pt>
                <c:pt idx="14">
                  <c:v>0.18490000000002738</c:v>
                </c:pt>
                <c:pt idx="15">
                  <c:v>0.18990000000002283</c:v>
                </c:pt>
                <c:pt idx="16">
                  <c:v>0.194500000000005</c:v>
                </c:pt>
                <c:pt idx="17">
                  <c:v>0.19870000000003074</c:v>
                </c:pt>
                <c:pt idx="18">
                  <c:v>0.2025000000000432</c:v>
                </c:pt>
                <c:pt idx="19">
                  <c:v>0.20600000000001728</c:v>
                </c:pt>
                <c:pt idx="20">
                  <c:v>0.20910000000003492</c:v>
                </c:pt>
                <c:pt idx="21">
                  <c:v>0.21200000000004593</c:v>
                </c:pt>
                <c:pt idx="22">
                  <c:v>0.21469999999999345</c:v>
                </c:pt>
                <c:pt idx="23">
                  <c:v>0.21710000000001628</c:v>
                </c:pt>
                <c:pt idx="24">
                  <c:v>0.21930000000003247</c:v>
                </c:pt>
                <c:pt idx="25">
                  <c:v>0.22130000000004202</c:v>
                </c:pt>
                <c:pt idx="26">
                  <c:v>0.22329999999999472</c:v>
                </c:pt>
                <c:pt idx="27">
                  <c:v>0.22599999999999909</c:v>
                </c:pt>
                <c:pt idx="28">
                  <c:v>0.22910000000001673</c:v>
                </c:pt>
                <c:pt idx="29">
                  <c:v>0.23210000000000264</c:v>
                </c:pt>
                <c:pt idx="30">
                  <c:v>0.234800000000007</c:v>
                </c:pt>
                <c:pt idx="31">
                  <c:v>0.23730000000000473</c:v>
                </c:pt>
                <c:pt idx="32">
                  <c:v>0.23950000000002092</c:v>
                </c:pt>
                <c:pt idx="33">
                  <c:v>0.24139999999999873</c:v>
                </c:pt>
                <c:pt idx="34">
                  <c:v>0.24320000000000164</c:v>
                </c:pt>
                <c:pt idx="35">
                  <c:v>0.24479999999999791</c:v>
                </c:pt>
                <c:pt idx="36">
                  <c:v>0.24630000000001928</c:v>
                </c:pt>
                <c:pt idx="37">
                  <c:v>0.24770000000000891</c:v>
                </c:pt>
                <c:pt idx="38">
                  <c:v>0.24900000000002365</c:v>
                </c:pt>
                <c:pt idx="39">
                  <c:v>0.25010000000003174</c:v>
                </c:pt>
                <c:pt idx="40">
                  <c:v>0.25120000000003984</c:v>
                </c:pt>
                <c:pt idx="41">
                  <c:v>0.25220000000001619</c:v>
                </c:pt>
                <c:pt idx="42">
                  <c:v>0.25310000000001764</c:v>
                </c:pt>
                <c:pt idx="43">
                  <c:v>0.2539000000000442</c:v>
                </c:pt>
                <c:pt idx="44">
                  <c:v>0.25470000000001392</c:v>
                </c:pt>
                <c:pt idx="45">
                  <c:v>0.25540000000000873</c:v>
                </c:pt>
                <c:pt idx="46">
                  <c:v>0.25610000000000355</c:v>
                </c:pt>
                <c:pt idx="47">
                  <c:v>0.25670000000002346</c:v>
                </c:pt>
                <c:pt idx="48">
                  <c:v>0.25730000000004338</c:v>
                </c:pt>
                <c:pt idx="49">
                  <c:v>0.25780000000003156</c:v>
                </c:pt>
                <c:pt idx="50">
                  <c:v>0.25830000000001974</c:v>
                </c:pt>
                <c:pt idx="51">
                  <c:v>0.25880000000000791</c:v>
                </c:pt>
                <c:pt idx="52">
                  <c:v>0.25920000000002119</c:v>
                </c:pt>
                <c:pt idx="53">
                  <c:v>0.25960000000003447</c:v>
                </c:pt>
                <c:pt idx="54">
                  <c:v>0.25990000000001601</c:v>
                </c:pt>
                <c:pt idx="55">
                  <c:v>0.26030000000002929</c:v>
                </c:pt>
                <c:pt idx="56">
                  <c:v>0.26060000000001082</c:v>
                </c:pt>
                <c:pt idx="57">
                  <c:v>0.26040000000000418</c:v>
                </c:pt>
                <c:pt idx="58">
                  <c:v>0.25970000000000937</c:v>
                </c:pt>
                <c:pt idx="59">
                  <c:v>0.25870000000003301</c:v>
                </c:pt>
                <c:pt idx="60">
                  <c:v>0.25780000000003156</c:v>
                </c:pt>
                <c:pt idx="61">
                  <c:v>0.257000000000005</c:v>
                </c:pt>
                <c:pt idx="62">
                  <c:v>0.25630000000001019</c:v>
                </c:pt>
                <c:pt idx="63">
                  <c:v>0.25570000000004711</c:v>
                </c:pt>
                <c:pt idx="64">
                  <c:v>0.25520000000000209</c:v>
                </c:pt>
                <c:pt idx="65">
                  <c:v>0.25470000000001392</c:v>
                </c:pt>
                <c:pt idx="66">
                  <c:v>0.25430000000000064</c:v>
                </c:pt>
                <c:pt idx="67">
                  <c:v>0.2540000000000191</c:v>
                </c:pt>
                <c:pt idx="68">
                  <c:v>0.25370000000003756</c:v>
                </c:pt>
                <c:pt idx="69">
                  <c:v>0.25339999999999918</c:v>
                </c:pt>
                <c:pt idx="70">
                  <c:v>0.25310000000001764</c:v>
                </c:pt>
                <c:pt idx="71">
                  <c:v>0.252900000000011</c:v>
                </c:pt>
                <c:pt idx="72">
                  <c:v>0.25260000000002947</c:v>
                </c:pt>
                <c:pt idx="73">
                  <c:v>0.25240000000002283</c:v>
                </c:pt>
                <c:pt idx="74">
                  <c:v>0.25220000000001619</c:v>
                </c:pt>
                <c:pt idx="75">
                  <c:v>0.25210000000004129</c:v>
                </c:pt>
                <c:pt idx="76">
                  <c:v>0.25190000000003465</c:v>
                </c:pt>
                <c:pt idx="77">
                  <c:v>0.25180000000000291</c:v>
                </c:pt>
                <c:pt idx="78">
                  <c:v>0.25159999999999627</c:v>
                </c:pt>
                <c:pt idx="79">
                  <c:v>0.25150000000002137</c:v>
                </c:pt>
                <c:pt idx="80">
                  <c:v>0.25140000000004648</c:v>
                </c:pt>
                <c:pt idx="81">
                  <c:v>0.25130000000001473</c:v>
                </c:pt>
                <c:pt idx="82">
                  <c:v>0.25120000000003984</c:v>
                </c:pt>
                <c:pt idx="83">
                  <c:v>0.25110000000000809</c:v>
                </c:pt>
                <c:pt idx="84">
                  <c:v>0.2510000000000332</c:v>
                </c:pt>
                <c:pt idx="85">
                  <c:v>0.25090000000000146</c:v>
                </c:pt>
                <c:pt idx="86">
                  <c:v>0.25090000000000146</c:v>
                </c:pt>
                <c:pt idx="87">
                  <c:v>0.25080000000002656</c:v>
                </c:pt>
                <c:pt idx="88">
                  <c:v>0.25069999999999482</c:v>
                </c:pt>
                <c:pt idx="89">
                  <c:v>0.25069999999999482</c:v>
                </c:pt>
                <c:pt idx="90">
                  <c:v>0.25060000000001992</c:v>
                </c:pt>
                <c:pt idx="91">
                  <c:v>0.25060000000001992</c:v>
                </c:pt>
                <c:pt idx="92">
                  <c:v>0.25050000000004502</c:v>
                </c:pt>
                <c:pt idx="93">
                  <c:v>0.25050000000004502</c:v>
                </c:pt>
                <c:pt idx="94">
                  <c:v>0.25040000000001328</c:v>
                </c:pt>
                <c:pt idx="95">
                  <c:v>0.25040000000001328</c:v>
                </c:pt>
                <c:pt idx="96">
                  <c:v>0.25040000000001328</c:v>
                </c:pt>
                <c:pt idx="97">
                  <c:v>0.25030000000003838</c:v>
                </c:pt>
                <c:pt idx="98">
                  <c:v>0.25030000000003838</c:v>
                </c:pt>
                <c:pt idx="99">
                  <c:v>0.25030000000003838</c:v>
                </c:pt>
                <c:pt idx="100">
                  <c:v>0.25030000000003838</c:v>
                </c:pt>
                <c:pt idx="101">
                  <c:v>0.25020000000000664</c:v>
                </c:pt>
                <c:pt idx="102">
                  <c:v>0.25020000000000664</c:v>
                </c:pt>
                <c:pt idx="103">
                  <c:v>0.25020000000000664</c:v>
                </c:pt>
                <c:pt idx="104">
                  <c:v>0.25020000000000664</c:v>
                </c:pt>
                <c:pt idx="105">
                  <c:v>0.25020000000000664</c:v>
                </c:pt>
                <c:pt idx="106">
                  <c:v>0.25010000000003174</c:v>
                </c:pt>
                <c:pt idx="107">
                  <c:v>0.25010000000003174</c:v>
                </c:pt>
                <c:pt idx="108">
                  <c:v>0.25020000000000664</c:v>
                </c:pt>
                <c:pt idx="109">
                  <c:v>0.25030000000003838</c:v>
                </c:pt>
                <c:pt idx="110">
                  <c:v>0.25040000000001328</c:v>
                </c:pt>
                <c:pt idx="111">
                  <c:v>0.25040000000001328</c:v>
                </c:pt>
                <c:pt idx="112">
                  <c:v>0.25050000000004502</c:v>
                </c:pt>
                <c:pt idx="113">
                  <c:v>0.25060000000001992</c:v>
                </c:pt>
                <c:pt idx="114">
                  <c:v>0.25060000000001992</c:v>
                </c:pt>
                <c:pt idx="115">
                  <c:v>0.25069999999999482</c:v>
                </c:pt>
                <c:pt idx="116">
                  <c:v>0.25069999999999482</c:v>
                </c:pt>
                <c:pt idx="117">
                  <c:v>0.25080000000002656</c:v>
                </c:pt>
                <c:pt idx="118">
                  <c:v>0.25080000000002656</c:v>
                </c:pt>
                <c:pt idx="119">
                  <c:v>0.25090000000000146</c:v>
                </c:pt>
                <c:pt idx="120">
                  <c:v>0.25090000000000146</c:v>
                </c:pt>
                <c:pt idx="121">
                  <c:v>0.2510000000000332</c:v>
                </c:pt>
                <c:pt idx="122">
                  <c:v>0.2510000000000332</c:v>
                </c:pt>
                <c:pt idx="123">
                  <c:v>0.2510000000000332</c:v>
                </c:pt>
                <c:pt idx="124">
                  <c:v>0.25110000000000809</c:v>
                </c:pt>
                <c:pt idx="125">
                  <c:v>0.25110000000000809</c:v>
                </c:pt>
                <c:pt idx="126">
                  <c:v>0.25110000000000809</c:v>
                </c:pt>
                <c:pt idx="127">
                  <c:v>0.25120000000003984</c:v>
                </c:pt>
                <c:pt idx="128">
                  <c:v>0.25120000000003984</c:v>
                </c:pt>
                <c:pt idx="129">
                  <c:v>0.25120000000003984</c:v>
                </c:pt>
                <c:pt idx="130">
                  <c:v>0.25120000000003984</c:v>
                </c:pt>
                <c:pt idx="131">
                  <c:v>0.25130000000001473</c:v>
                </c:pt>
                <c:pt idx="132">
                  <c:v>0.25130000000001473</c:v>
                </c:pt>
                <c:pt idx="133">
                  <c:v>0.25130000000001473</c:v>
                </c:pt>
                <c:pt idx="134">
                  <c:v>0.25130000000001473</c:v>
                </c:pt>
                <c:pt idx="135">
                  <c:v>0.25130000000001473</c:v>
                </c:pt>
                <c:pt idx="136">
                  <c:v>0.25140000000004648</c:v>
                </c:pt>
                <c:pt idx="137">
                  <c:v>0.25140000000004648</c:v>
                </c:pt>
                <c:pt idx="138">
                  <c:v>0.25140000000004648</c:v>
                </c:pt>
                <c:pt idx="139">
                  <c:v>0.25140000000004648</c:v>
                </c:pt>
                <c:pt idx="140">
                  <c:v>0.25140000000004648</c:v>
                </c:pt>
                <c:pt idx="141">
                  <c:v>0.25140000000004648</c:v>
                </c:pt>
                <c:pt idx="142">
                  <c:v>0.25140000000004648</c:v>
                </c:pt>
                <c:pt idx="143">
                  <c:v>0.25150000000002137</c:v>
                </c:pt>
                <c:pt idx="144">
                  <c:v>0.25150000000002137</c:v>
                </c:pt>
                <c:pt idx="145">
                  <c:v>0.25150000000002137</c:v>
                </c:pt>
                <c:pt idx="146">
                  <c:v>0.25150000000002137</c:v>
                </c:pt>
                <c:pt idx="147">
                  <c:v>0.25150000000002137</c:v>
                </c:pt>
                <c:pt idx="148">
                  <c:v>0.25150000000002137</c:v>
                </c:pt>
                <c:pt idx="149">
                  <c:v>0.25150000000002137</c:v>
                </c:pt>
                <c:pt idx="150">
                  <c:v>0.25150000000002137</c:v>
                </c:pt>
                <c:pt idx="151">
                  <c:v>0.25150000000002137</c:v>
                </c:pt>
                <c:pt idx="152">
                  <c:v>0.25150000000002137</c:v>
                </c:pt>
                <c:pt idx="153">
                  <c:v>0.25150000000002137</c:v>
                </c:pt>
                <c:pt idx="154">
                  <c:v>0.25150000000002137</c:v>
                </c:pt>
                <c:pt idx="155">
                  <c:v>0.25150000000002137</c:v>
                </c:pt>
                <c:pt idx="156">
                  <c:v>0.25159999999999627</c:v>
                </c:pt>
                <c:pt idx="157">
                  <c:v>0.25159999999999627</c:v>
                </c:pt>
                <c:pt idx="158">
                  <c:v>0.25140000000004648</c:v>
                </c:pt>
                <c:pt idx="159">
                  <c:v>0.25090000000000146</c:v>
                </c:pt>
                <c:pt idx="160">
                  <c:v>0.25040000000001328</c:v>
                </c:pt>
                <c:pt idx="161">
                  <c:v>0.2499000000000251</c:v>
                </c:pt>
                <c:pt idx="162">
                  <c:v>0.24950000000001182</c:v>
                </c:pt>
                <c:pt idx="163">
                  <c:v>0.24909999999999854</c:v>
                </c:pt>
                <c:pt idx="164">
                  <c:v>0.24870000000004211</c:v>
                </c:pt>
                <c:pt idx="165">
                  <c:v>0.24840000000000373</c:v>
                </c:pt>
                <c:pt idx="166">
                  <c:v>0.24810000000002219</c:v>
                </c:pt>
                <c:pt idx="167">
                  <c:v>0.24780000000004065</c:v>
                </c:pt>
                <c:pt idx="168">
                  <c:v>0.24760000000003402</c:v>
                </c:pt>
                <c:pt idx="169">
                  <c:v>0.24729999999999563</c:v>
                </c:pt>
                <c:pt idx="170">
                  <c:v>0.24710000000004584</c:v>
                </c:pt>
                <c:pt idx="171">
                  <c:v>0.2469000000000392</c:v>
                </c:pt>
                <c:pt idx="172">
                  <c:v>0.24670000000003256</c:v>
                </c:pt>
                <c:pt idx="173">
                  <c:v>0.24650000000002592</c:v>
                </c:pt>
                <c:pt idx="174">
                  <c:v>0.24630000000001928</c:v>
                </c:pt>
                <c:pt idx="175">
                  <c:v>0.24610000000001264</c:v>
                </c:pt>
                <c:pt idx="176">
                  <c:v>0.245900000000006</c:v>
                </c:pt>
                <c:pt idx="177">
                  <c:v>0.2458000000000311</c:v>
                </c:pt>
                <c:pt idx="178">
                  <c:v>0.24560000000002447</c:v>
                </c:pt>
                <c:pt idx="179">
                  <c:v>0.24549999999999272</c:v>
                </c:pt>
                <c:pt idx="180">
                  <c:v>0.24540000000001783</c:v>
                </c:pt>
                <c:pt idx="181">
                  <c:v>0.24520000000001119</c:v>
                </c:pt>
                <c:pt idx="182">
                  <c:v>0.24510000000003629</c:v>
                </c:pt>
                <c:pt idx="183">
                  <c:v>0.24520000000001119</c:v>
                </c:pt>
                <c:pt idx="184">
                  <c:v>0.24630000000001928</c:v>
                </c:pt>
                <c:pt idx="185">
                  <c:v>0.24780000000004065</c:v>
                </c:pt>
                <c:pt idx="186">
                  <c:v>0.24920000000003029</c:v>
                </c:pt>
                <c:pt idx="187">
                  <c:v>0.25060000000001992</c:v>
                </c:pt>
                <c:pt idx="188">
                  <c:v>0.25170000000002801</c:v>
                </c:pt>
                <c:pt idx="189">
                  <c:v>0.25270000000000437</c:v>
                </c:pt>
                <c:pt idx="190">
                  <c:v>0.25360000000000582</c:v>
                </c:pt>
                <c:pt idx="191">
                  <c:v>0.25440000000003238</c:v>
                </c:pt>
                <c:pt idx="192">
                  <c:v>0.25510000000002719</c:v>
                </c:pt>
                <c:pt idx="193">
                  <c:v>0.25580000000002201</c:v>
                </c:pt>
                <c:pt idx="194">
                  <c:v>0.25640000000004193</c:v>
                </c:pt>
                <c:pt idx="195">
                  <c:v>0.2569000000000301</c:v>
                </c:pt>
                <c:pt idx="196">
                  <c:v>0.25749999999999318</c:v>
                </c:pt>
                <c:pt idx="197">
                  <c:v>0.25790000000000646</c:v>
                </c:pt>
                <c:pt idx="198">
                  <c:v>0.25839999999999463</c:v>
                </c:pt>
                <c:pt idx="199">
                  <c:v>0.25880000000000791</c:v>
                </c:pt>
                <c:pt idx="200">
                  <c:v>0.25920000000002119</c:v>
                </c:pt>
                <c:pt idx="201">
                  <c:v>0.25950000000000273</c:v>
                </c:pt>
                <c:pt idx="202">
                  <c:v>0.25990000000001601</c:v>
                </c:pt>
                <c:pt idx="203">
                  <c:v>0.26019999999999754</c:v>
                </c:pt>
                <c:pt idx="204">
                  <c:v>0.26050000000003593</c:v>
                </c:pt>
                <c:pt idx="205">
                  <c:v>0.26080000000001746</c:v>
                </c:pt>
                <c:pt idx="206">
                  <c:v>0.2610000000000241</c:v>
                </c:pt>
                <c:pt idx="207">
                  <c:v>0.26130000000000564</c:v>
                </c:pt>
                <c:pt idx="208">
                  <c:v>0.26150000000001228</c:v>
                </c:pt>
                <c:pt idx="209">
                  <c:v>0.26170000000001892</c:v>
                </c:pt>
                <c:pt idx="210">
                  <c:v>0.26190000000002556</c:v>
                </c:pt>
                <c:pt idx="211">
                  <c:v>0.2621000000000322</c:v>
                </c:pt>
                <c:pt idx="212">
                  <c:v>0.26230000000003884</c:v>
                </c:pt>
                <c:pt idx="213">
                  <c:v>0.26240000000001373</c:v>
                </c:pt>
                <c:pt idx="214">
                  <c:v>0.26200000000000045</c:v>
                </c:pt>
                <c:pt idx="215">
                  <c:v>0.261099999999999</c:v>
                </c:pt>
                <c:pt idx="216">
                  <c:v>0.26000000000004775</c:v>
                </c:pt>
                <c:pt idx="217">
                  <c:v>0.25900000000001455</c:v>
                </c:pt>
                <c:pt idx="218">
                  <c:v>0.2581000000000131</c:v>
                </c:pt>
                <c:pt idx="219">
                  <c:v>0.25730000000004338</c:v>
                </c:pt>
                <c:pt idx="220">
                  <c:v>0.25660000000004857</c:v>
                </c:pt>
                <c:pt idx="221">
                  <c:v>0.25610000000000355</c:v>
                </c:pt>
                <c:pt idx="222">
                  <c:v>0.25560000000001537</c:v>
                </c:pt>
                <c:pt idx="223">
                  <c:v>0.25510000000002719</c:v>
                </c:pt>
                <c:pt idx="224">
                  <c:v>0.25470000000001392</c:v>
                </c:pt>
                <c:pt idx="225">
                  <c:v>0.25430000000000064</c:v>
                </c:pt>
                <c:pt idx="226">
                  <c:v>0.2540000000000191</c:v>
                </c:pt>
                <c:pt idx="227">
                  <c:v>0.25370000000003756</c:v>
                </c:pt>
                <c:pt idx="228">
                  <c:v>0.25339999999999918</c:v>
                </c:pt>
                <c:pt idx="229">
                  <c:v>0.25310000000001764</c:v>
                </c:pt>
                <c:pt idx="230">
                  <c:v>0.252900000000011</c:v>
                </c:pt>
                <c:pt idx="231">
                  <c:v>0.25270000000000437</c:v>
                </c:pt>
                <c:pt idx="232">
                  <c:v>0.25249999999999773</c:v>
                </c:pt>
                <c:pt idx="233">
                  <c:v>0.25230000000004793</c:v>
                </c:pt>
                <c:pt idx="234">
                  <c:v>0.25210000000004129</c:v>
                </c:pt>
                <c:pt idx="235">
                  <c:v>0.25190000000003465</c:v>
                </c:pt>
                <c:pt idx="236">
                  <c:v>0.25180000000000291</c:v>
                </c:pt>
                <c:pt idx="237">
                  <c:v>0.25170000000002801</c:v>
                </c:pt>
                <c:pt idx="238">
                  <c:v>0.25150000000002137</c:v>
                </c:pt>
                <c:pt idx="239">
                  <c:v>0.25140000000004648</c:v>
                </c:pt>
                <c:pt idx="240">
                  <c:v>0.25130000000001473</c:v>
                </c:pt>
                <c:pt idx="241">
                  <c:v>0.25120000000003984</c:v>
                </c:pt>
                <c:pt idx="242">
                  <c:v>0.25110000000000809</c:v>
                </c:pt>
                <c:pt idx="243">
                  <c:v>0.2510000000000332</c:v>
                </c:pt>
                <c:pt idx="244">
                  <c:v>0.25090000000000146</c:v>
                </c:pt>
                <c:pt idx="245">
                  <c:v>0.25090000000000146</c:v>
                </c:pt>
                <c:pt idx="246">
                  <c:v>0.25080000000002656</c:v>
                </c:pt>
                <c:pt idx="247">
                  <c:v>0.25069999999999482</c:v>
                </c:pt>
                <c:pt idx="248">
                  <c:v>0.25069999999999482</c:v>
                </c:pt>
                <c:pt idx="249">
                  <c:v>0.25060000000001992</c:v>
                </c:pt>
                <c:pt idx="250">
                  <c:v>0.25060000000001992</c:v>
                </c:pt>
                <c:pt idx="251">
                  <c:v>0.25050000000004502</c:v>
                </c:pt>
                <c:pt idx="252">
                  <c:v>0.25050000000004502</c:v>
                </c:pt>
                <c:pt idx="253">
                  <c:v>0.25050000000004502</c:v>
                </c:pt>
                <c:pt idx="254">
                  <c:v>0.25040000000001328</c:v>
                </c:pt>
                <c:pt idx="255">
                  <c:v>0.25040000000001328</c:v>
                </c:pt>
                <c:pt idx="256">
                  <c:v>0.25040000000001328</c:v>
                </c:pt>
                <c:pt idx="257">
                  <c:v>0.25030000000003838</c:v>
                </c:pt>
                <c:pt idx="258">
                  <c:v>0.25030000000003838</c:v>
                </c:pt>
                <c:pt idx="259">
                  <c:v>0.25030000000003838</c:v>
                </c:pt>
                <c:pt idx="260">
                  <c:v>0.25030000000003838</c:v>
                </c:pt>
                <c:pt idx="261">
                  <c:v>0.25020000000000664</c:v>
                </c:pt>
                <c:pt idx="262">
                  <c:v>0.25020000000000664</c:v>
                </c:pt>
                <c:pt idx="263">
                  <c:v>0.25020000000000664</c:v>
                </c:pt>
                <c:pt idx="264">
                  <c:v>0.25020000000000664</c:v>
                </c:pt>
                <c:pt idx="265">
                  <c:v>0.25020000000000664</c:v>
                </c:pt>
                <c:pt idx="266">
                  <c:v>0.25030000000003838</c:v>
                </c:pt>
                <c:pt idx="267">
                  <c:v>0.25040000000001328</c:v>
                </c:pt>
                <c:pt idx="268">
                  <c:v>0.25050000000004502</c:v>
                </c:pt>
                <c:pt idx="269">
                  <c:v>0.25060000000001992</c:v>
                </c:pt>
                <c:pt idx="270">
                  <c:v>0.25060000000001992</c:v>
                </c:pt>
                <c:pt idx="271">
                  <c:v>0.25069999999999482</c:v>
                </c:pt>
                <c:pt idx="272">
                  <c:v>0.25069999999999482</c:v>
                </c:pt>
                <c:pt idx="273">
                  <c:v>0.25080000000002656</c:v>
                </c:pt>
                <c:pt idx="274">
                  <c:v>0.25080000000002656</c:v>
                </c:pt>
                <c:pt idx="275">
                  <c:v>0.25090000000000146</c:v>
                </c:pt>
                <c:pt idx="276">
                  <c:v>0.25090000000000146</c:v>
                </c:pt>
                <c:pt idx="277">
                  <c:v>0.25090000000000146</c:v>
                </c:pt>
                <c:pt idx="278">
                  <c:v>0.2510000000000332</c:v>
                </c:pt>
                <c:pt idx="279">
                  <c:v>0.2510000000000332</c:v>
                </c:pt>
                <c:pt idx="280">
                  <c:v>0.25110000000000809</c:v>
                </c:pt>
                <c:pt idx="281">
                  <c:v>0.25110000000000809</c:v>
                </c:pt>
                <c:pt idx="282">
                  <c:v>0.25110000000000809</c:v>
                </c:pt>
                <c:pt idx="283">
                  <c:v>0.25110000000000809</c:v>
                </c:pt>
                <c:pt idx="284">
                  <c:v>0.25120000000003984</c:v>
                </c:pt>
                <c:pt idx="285">
                  <c:v>0.25120000000003984</c:v>
                </c:pt>
                <c:pt idx="286">
                  <c:v>0.25120000000003984</c:v>
                </c:pt>
                <c:pt idx="287">
                  <c:v>0.25130000000001473</c:v>
                </c:pt>
                <c:pt idx="288">
                  <c:v>0.25130000000001473</c:v>
                </c:pt>
                <c:pt idx="289">
                  <c:v>0.25130000000001473</c:v>
                </c:pt>
                <c:pt idx="290">
                  <c:v>0.25130000000001473</c:v>
                </c:pt>
                <c:pt idx="291">
                  <c:v>0.25130000000001473</c:v>
                </c:pt>
                <c:pt idx="292">
                  <c:v>0.25140000000004648</c:v>
                </c:pt>
                <c:pt idx="293">
                  <c:v>0.25140000000004648</c:v>
                </c:pt>
                <c:pt idx="294">
                  <c:v>0.25140000000004648</c:v>
                </c:pt>
                <c:pt idx="295">
                  <c:v>0.25140000000004648</c:v>
                </c:pt>
                <c:pt idx="296">
                  <c:v>0.25140000000004648</c:v>
                </c:pt>
                <c:pt idx="297">
                  <c:v>0.25140000000004648</c:v>
                </c:pt>
                <c:pt idx="298">
                  <c:v>0.25140000000004648</c:v>
                </c:pt>
                <c:pt idx="299">
                  <c:v>0.25150000000002137</c:v>
                </c:pt>
                <c:pt idx="300">
                  <c:v>0.25150000000002137</c:v>
                </c:pt>
                <c:pt idx="301">
                  <c:v>0.25150000000002137</c:v>
                </c:pt>
                <c:pt idx="302">
                  <c:v>0.25150000000002137</c:v>
                </c:pt>
                <c:pt idx="303">
                  <c:v>0.25150000000002137</c:v>
                </c:pt>
                <c:pt idx="304">
                  <c:v>0.25150000000002137</c:v>
                </c:pt>
                <c:pt idx="305">
                  <c:v>0.25150000000002137</c:v>
                </c:pt>
                <c:pt idx="306">
                  <c:v>0.25150000000002137</c:v>
                </c:pt>
                <c:pt idx="307">
                  <c:v>0.25150000000002137</c:v>
                </c:pt>
                <c:pt idx="308">
                  <c:v>0.25150000000002137</c:v>
                </c:pt>
                <c:pt idx="309">
                  <c:v>0.25150000000002137</c:v>
                </c:pt>
                <c:pt idx="310">
                  <c:v>0.25150000000002137</c:v>
                </c:pt>
                <c:pt idx="311">
                  <c:v>0.25150000000002137</c:v>
                </c:pt>
                <c:pt idx="312">
                  <c:v>0.25159999999999627</c:v>
                </c:pt>
                <c:pt idx="313">
                  <c:v>0.25159999999999627</c:v>
                </c:pt>
                <c:pt idx="314">
                  <c:v>0.25159999999999627</c:v>
                </c:pt>
                <c:pt idx="315">
                  <c:v>0.25130000000001473</c:v>
                </c:pt>
                <c:pt idx="316">
                  <c:v>0.25090000000000146</c:v>
                </c:pt>
                <c:pt idx="317">
                  <c:v>0.25040000000001328</c:v>
                </c:pt>
                <c:pt idx="318">
                  <c:v>0.2499000000000251</c:v>
                </c:pt>
                <c:pt idx="319">
                  <c:v>0.24940000000003693</c:v>
                </c:pt>
                <c:pt idx="320">
                  <c:v>0.24909999999999854</c:v>
                </c:pt>
                <c:pt idx="321">
                  <c:v>0.24870000000004211</c:v>
                </c:pt>
                <c:pt idx="322">
                  <c:v>0.24840000000000373</c:v>
                </c:pt>
                <c:pt idx="323">
                  <c:v>0.24810000000002219</c:v>
                </c:pt>
                <c:pt idx="324">
                  <c:v>0.24780000000004065</c:v>
                </c:pt>
                <c:pt idx="325">
                  <c:v>0.24750000000000227</c:v>
                </c:pt>
                <c:pt idx="326">
                  <c:v>0.24729999999999563</c:v>
                </c:pt>
                <c:pt idx="327">
                  <c:v>0.24710000000004584</c:v>
                </c:pt>
                <c:pt idx="328">
                  <c:v>0.24680000000000746</c:v>
                </c:pt>
                <c:pt idx="329">
                  <c:v>0.24660000000000082</c:v>
                </c:pt>
                <c:pt idx="330">
                  <c:v>0.24650000000002592</c:v>
                </c:pt>
                <c:pt idx="331">
                  <c:v>0.24630000000001928</c:v>
                </c:pt>
                <c:pt idx="332">
                  <c:v>0.24610000000001264</c:v>
                </c:pt>
                <c:pt idx="333">
                  <c:v>0.245900000000006</c:v>
                </c:pt>
                <c:pt idx="334">
                  <c:v>0.2458000000000311</c:v>
                </c:pt>
                <c:pt idx="335">
                  <c:v>0.24560000000002447</c:v>
                </c:pt>
                <c:pt idx="336">
                  <c:v>0.24549999999999272</c:v>
                </c:pt>
                <c:pt idx="337">
                  <c:v>0.24530000000004293</c:v>
                </c:pt>
                <c:pt idx="338">
                  <c:v>0.24520000000001119</c:v>
                </c:pt>
                <c:pt idx="339">
                  <c:v>0.24510000000003629</c:v>
                </c:pt>
                <c:pt idx="340">
                  <c:v>0.24530000000004293</c:v>
                </c:pt>
                <c:pt idx="341">
                  <c:v>0.24650000000002592</c:v>
                </c:pt>
                <c:pt idx="342">
                  <c:v>0.24790000000001555</c:v>
                </c:pt>
                <c:pt idx="343">
                  <c:v>0.24940000000003693</c:v>
                </c:pt>
                <c:pt idx="344">
                  <c:v>0.25069999999999482</c:v>
                </c:pt>
                <c:pt idx="345">
                  <c:v>0.25190000000003465</c:v>
                </c:pt>
                <c:pt idx="346">
                  <c:v>0.25280000000003611</c:v>
                </c:pt>
                <c:pt idx="347">
                  <c:v>0.25370000000003756</c:v>
                </c:pt>
                <c:pt idx="348">
                  <c:v>0.25450000000000728</c:v>
                </c:pt>
                <c:pt idx="349">
                  <c:v>0.25520000000000209</c:v>
                </c:pt>
                <c:pt idx="350">
                  <c:v>0.25589999999999691</c:v>
                </c:pt>
                <c:pt idx="351">
                  <c:v>0.25650000000001683</c:v>
                </c:pt>
                <c:pt idx="352">
                  <c:v>0.257000000000005</c:v>
                </c:pt>
                <c:pt idx="353">
                  <c:v>0.25749999999999318</c:v>
                </c:pt>
                <c:pt idx="354">
                  <c:v>0.2580000000000382</c:v>
                </c:pt>
                <c:pt idx="355">
                  <c:v>0.25839999999999463</c:v>
                </c:pt>
                <c:pt idx="356">
                  <c:v>0.25890000000003965</c:v>
                </c:pt>
                <c:pt idx="357">
                  <c:v>0.25920000000002119</c:v>
                </c:pt>
                <c:pt idx="358">
                  <c:v>0.25960000000003447</c:v>
                </c:pt>
                <c:pt idx="359">
                  <c:v>0.25990000000001601</c:v>
                </c:pt>
                <c:pt idx="360">
                  <c:v>0.26019999999999754</c:v>
                </c:pt>
                <c:pt idx="361">
                  <c:v>0.26019999999999754</c:v>
                </c:pt>
                <c:pt idx="362">
                  <c:v>0.26050000000003593</c:v>
                </c:pt>
                <c:pt idx="363">
                  <c:v>0.26080000000001746</c:v>
                </c:pt>
                <c:pt idx="364">
                  <c:v>0.261099999999999</c:v>
                </c:pt>
                <c:pt idx="365">
                  <c:v>0.26130000000000564</c:v>
                </c:pt>
                <c:pt idx="366">
                  <c:v>0.26150000000001228</c:v>
                </c:pt>
                <c:pt idx="367">
                  <c:v>0.26170000000001892</c:v>
                </c:pt>
                <c:pt idx="368">
                  <c:v>0.26190000000002556</c:v>
                </c:pt>
                <c:pt idx="369">
                  <c:v>0.2621000000000322</c:v>
                </c:pt>
                <c:pt idx="370">
                  <c:v>0.26230000000003884</c:v>
                </c:pt>
                <c:pt idx="371">
                  <c:v>0.26240000000001373</c:v>
                </c:pt>
                <c:pt idx="372">
                  <c:v>0.26190000000002556</c:v>
                </c:pt>
                <c:pt idx="373">
                  <c:v>0.26089999999999236</c:v>
                </c:pt>
                <c:pt idx="374">
                  <c:v>0.25980000000004111</c:v>
                </c:pt>
                <c:pt idx="375">
                  <c:v>0.25880000000000791</c:v>
                </c:pt>
                <c:pt idx="376">
                  <c:v>0.25790000000000646</c:v>
                </c:pt>
                <c:pt idx="377">
                  <c:v>0.25720000000001164</c:v>
                </c:pt>
                <c:pt idx="378">
                  <c:v>0.25650000000001683</c:v>
                </c:pt>
                <c:pt idx="379">
                  <c:v>0.25600000000002865</c:v>
                </c:pt>
                <c:pt idx="380">
                  <c:v>0.25550000000004047</c:v>
                </c:pt>
                <c:pt idx="381">
                  <c:v>0.25499999999999545</c:v>
                </c:pt>
                <c:pt idx="382">
                  <c:v>0.25460000000003902</c:v>
                </c:pt>
                <c:pt idx="383">
                  <c:v>0.25430000000000064</c:v>
                </c:pt>
                <c:pt idx="384">
                  <c:v>0.2539000000000442</c:v>
                </c:pt>
                <c:pt idx="385">
                  <c:v>0.25360000000000582</c:v>
                </c:pt>
                <c:pt idx="386">
                  <c:v>0.25330000000002428</c:v>
                </c:pt>
                <c:pt idx="387">
                  <c:v>0.25310000000001764</c:v>
                </c:pt>
                <c:pt idx="388">
                  <c:v>0.252900000000011</c:v>
                </c:pt>
                <c:pt idx="389">
                  <c:v>0.25260000000002947</c:v>
                </c:pt>
                <c:pt idx="390">
                  <c:v>0.25240000000002283</c:v>
                </c:pt>
                <c:pt idx="391">
                  <c:v>0.25220000000001619</c:v>
                </c:pt>
                <c:pt idx="392">
                  <c:v>0.25210000000004129</c:v>
                </c:pt>
                <c:pt idx="393">
                  <c:v>0.25190000000003465</c:v>
                </c:pt>
                <c:pt idx="394">
                  <c:v>0.25180000000000291</c:v>
                </c:pt>
                <c:pt idx="395">
                  <c:v>0.25159999999999627</c:v>
                </c:pt>
                <c:pt idx="396">
                  <c:v>0.25150000000002137</c:v>
                </c:pt>
                <c:pt idx="397">
                  <c:v>0.25140000000004648</c:v>
                </c:pt>
                <c:pt idx="398">
                  <c:v>0.25130000000001473</c:v>
                </c:pt>
                <c:pt idx="399">
                  <c:v>0.25120000000003984</c:v>
                </c:pt>
                <c:pt idx="400">
                  <c:v>0.25110000000000809</c:v>
                </c:pt>
                <c:pt idx="401">
                  <c:v>0.2510000000000332</c:v>
                </c:pt>
                <c:pt idx="402">
                  <c:v>0.25090000000000146</c:v>
                </c:pt>
                <c:pt idx="403">
                  <c:v>0.25090000000000146</c:v>
                </c:pt>
                <c:pt idx="404">
                  <c:v>0.25080000000002656</c:v>
                </c:pt>
                <c:pt idx="405">
                  <c:v>0.25069999999999482</c:v>
                </c:pt>
                <c:pt idx="406">
                  <c:v>0.25069999999999482</c:v>
                </c:pt>
                <c:pt idx="407">
                  <c:v>0.25060000000001992</c:v>
                </c:pt>
                <c:pt idx="408">
                  <c:v>0.25060000000001992</c:v>
                </c:pt>
                <c:pt idx="409">
                  <c:v>0.25050000000004502</c:v>
                </c:pt>
                <c:pt idx="410">
                  <c:v>0.25050000000004502</c:v>
                </c:pt>
                <c:pt idx="411">
                  <c:v>0.25050000000004502</c:v>
                </c:pt>
                <c:pt idx="412">
                  <c:v>0.25040000000001328</c:v>
                </c:pt>
                <c:pt idx="413">
                  <c:v>0.25040000000001328</c:v>
                </c:pt>
                <c:pt idx="414">
                  <c:v>0.25040000000001328</c:v>
                </c:pt>
                <c:pt idx="415">
                  <c:v>0.25030000000003838</c:v>
                </c:pt>
                <c:pt idx="416">
                  <c:v>0.25030000000003838</c:v>
                </c:pt>
                <c:pt idx="417">
                  <c:v>0.25030000000003838</c:v>
                </c:pt>
                <c:pt idx="418">
                  <c:v>0.25030000000003838</c:v>
                </c:pt>
                <c:pt idx="419">
                  <c:v>0.25020000000000664</c:v>
                </c:pt>
                <c:pt idx="420">
                  <c:v>0.25020000000000664</c:v>
                </c:pt>
                <c:pt idx="421">
                  <c:v>0.25020000000000664</c:v>
                </c:pt>
                <c:pt idx="422">
                  <c:v>0.25020000000000664</c:v>
                </c:pt>
                <c:pt idx="423">
                  <c:v>0.25020000000000664</c:v>
                </c:pt>
                <c:pt idx="424">
                  <c:v>0.25030000000003838</c:v>
                </c:pt>
                <c:pt idx="425">
                  <c:v>0.25040000000001328</c:v>
                </c:pt>
                <c:pt idx="426">
                  <c:v>0.25050000000004502</c:v>
                </c:pt>
                <c:pt idx="427">
                  <c:v>0.25060000000001992</c:v>
                </c:pt>
                <c:pt idx="428">
                  <c:v>0.25060000000001992</c:v>
                </c:pt>
                <c:pt idx="429">
                  <c:v>0.25069999999999482</c:v>
                </c:pt>
                <c:pt idx="430">
                  <c:v>0.25069999999999482</c:v>
                </c:pt>
                <c:pt idx="431">
                  <c:v>0.25080000000002656</c:v>
                </c:pt>
                <c:pt idx="432">
                  <c:v>0.25080000000002656</c:v>
                </c:pt>
                <c:pt idx="433">
                  <c:v>0.25090000000000146</c:v>
                </c:pt>
                <c:pt idx="434">
                  <c:v>0.25090000000000146</c:v>
                </c:pt>
                <c:pt idx="435">
                  <c:v>0.25090000000000146</c:v>
                </c:pt>
                <c:pt idx="436">
                  <c:v>0.2510000000000332</c:v>
                </c:pt>
                <c:pt idx="437">
                  <c:v>0.2510000000000332</c:v>
                </c:pt>
                <c:pt idx="438">
                  <c:v>0.25110000000000809</c:v>
                </c:pt>
                <c:pt idx="439">
                  <c:v>0.25110000000000809</c:v>
                </c:pt>
                <c:pt idx="440">
                  <c:v>0.25110000000000809</c:v>
                </c:pt>
                <c:pt idx="441">
                  <c:v>0.25110000000000809</c:v>
                </c:pt>
                <c:pt idx="442">
                  <c:v>0.25120000000003984</c:v>
                </c:pt>
                <c:pt idx="443">
                  <c:v>0.25120000000003984</c:v>
                </c:pt>
                <c:pt idx="444">
                  <c:v>0.25120000000003984</c:v>
                </c:pt>
                <c:pt idx="445">
                  <c:v>0.25130000000001473</c:v>
                </c:pt>
                <c:pt idx="446">
                  <c:v>0.25130000000001473</c:v>
                </c:pt>
                <c:pt idx="447">
                  <c:v>0.25130000000001473</c:v>
                </c:pt>
                <c:pt idx="448">
                  <c:v>0.25130000000001473</c:v>
                </c:pt>
                <c:pt idx="449">
                  <c:v>0.25130000000001473</c:v>
                </c:pt>
                <c:pt idx="450">
                  <c:v>0.25140000000004648</c:v>
                </c:pt>
                <c:pt idx="451">
                  <c:v>0.25140000000004648</c:v>
                </c:pt>
                <c:pt idx="452">
                  <c:v>0.25140000000004648</c:v>
                </c:pt>
                <c:pt idx="453">
                  <c:v>0.25140000000004648</c:v>
                </c:pt>
                <c:pt idx="454">
                  <c:v>0.25140000000004648</c:v>
                </c:pt>
                <c:pt idx="455">
                  <c:v>0.25140000000004648</c:v>
                </c:pt>
                <c:pt idx="456">
                  <c:v>0.25140000000004648</c:v>
                </c:pt>
                <c:pt idx="457">
                  <c:v>0.25140000000004648</c:v>
                </c:pt>
                <c:pt idx="458">
                  <c:v>0.25150000000002137</c:v>
                </c:pt>
                <c:pt idx="459">
                  <c:v>0.25150000000002137</c:v>
                </c:pt>
                <c:pt idx="460">
                  <c:v>0.25150000000002137</c:v>
                </c:pt>
                <c:pt idx="461">
                  <c:v>0.25150000000002137</c:v>
                </c:pt>
                <c:pt idx="462">
                  <c:v>0.25150000000002137</c:v>
                </c:pt>
                <c:pt idx="463">
                  <c:v>0.25150000000002137</c:v>
                </c:pt>
                <c:pt idx="464">
                  <c:v>0.25150000000002137</c:v>
                </c:pt>
                <c:pt idx="465">
                  <c:v>0.25150000000002137</c:v>
                </c:pt>
                <c:pt idx="466">
                  <c:v>0.25150000000002137</c:v>
                </c:pt>
                <c:pt idx="467">
                  <c:v>0.25150000000002137</c:v>
                </c:pt>
                <c:pt idx="468">
                  <c:v>0.25150000000002137</c:v>
                </c:pt>
                <c:pt idx="469">
                  <c:v>0.25150000000002137</c:v>
                </c:pt>
                <c:pt idx="470">
                  <c:v>0.25159999999999627</c:v>
                </c:pt>
                <c:pt idx="471">
                  <c:v>0.25159999999999627</c:v>
                </c:pt>
                <c:pt idx="472">
                  <c:v>0.25159999999999627</c:v>
                </c:pt>
                <c:pt idx="473">
                  <c:v>0.25150000000002137</c:v>
                </c:pt>
                <c:pt idx="474">
                  <c:v>0.25130000000001473</c:v>
                </c:pt>
                <c:pt idx="475">
                  <c:v>0.25080000000002656</c:v>
                </c:pt>
                <c:pt idx="476">
                  <c:v>0.25030000000003838</c:v>
                </c:pt>
                <c:pt idx="477">
                  <c:v>0.24979999999999336</c:v>
                </c:pt>
                <c:pt idx="478">
                  <c:v>0.24940000000003693</c:v>
                </c:pt>
                <c:pt idx="479">
                  <c:v>0.24900000000002365</c:v>
                </c:pt>
                <c:pt idx="480">
                  <c:v>0.24860000000001037</c:v>
                </c:pt>
                <c:pt idx="481">
                  <c:v>0.24830000000002883</c:v>
                </c:pt>
                <c:pt idx="482">
                  <c:v>0.24800000000004729</c:v>
                </c:pt>
                <c:pt idx="483">
                  <c:v>0.24770000000000891</c:v>
                </c:pt>
                <c:pt idx="484">
                  <c:v>0.24750000000000227</c:v>
                </c:pt>
                <c:pt idx="485">
                  <c:v>0.24729999999999563</c:v>
                </c:pt>
                <c:pt idx="486">
                  <c:v>0.2470000000000141</c:v>
                </c:pt>
                <c:pt idx="487">
                  <c:v>0.24680000000000746</c:v>
                </c:pt>
                <c:pt idx="488">
                  <c:v>0.24660000000000082</c:v>
                </c:pt>
                <c:pt idx="489">
                  <c:v>0.24639999999999418</c:v>
                </c:pt>
                <c:pt idx="490">
                  <c:v>0.24620000000004438</c:v>
                </c:pt>
                <c:pt idx="491">
                  <c:v>0.24610000000001264</c:v>
                </c:pt>
                <c:pt idx="492">
                  <c:v>0.245900000000006</c:v>
                </c:pt>
                <c:pt idx="493">
                  <c:v>0.24569999999999936</c:v>
                </c:pt>
                <c:pt idx="494">
                  <c:v>0.24560000000002447</c:v>
                </c:pt>
                <c:pt idx="495">
                  <c:v>0.24549999999999272</c:v>
                </c:pt>
                <c:pt idx="496">
                  <c:v>0.24530000000004293</c:v>
                </c:pt>
                <c:pt idx="497">
                  <c:v>0.24520000000001119</c:v>
                </c:pt>
                <c:pt idx="498">
                  <c:v>0.24510000000003629</c:v>
                </c:pt>
                <c:pt idx="499">
                  <c:v>0.24549999999999272</c:v>
                </c:pt>
                <c:pt idx="500">
                  <c:v>0.24670000000003256</c:v>
                </c:pt>
                <c:pt idx="501">
                  <c:v>0.24819999999999709</c:v>
                </c:pt>
                <c:pt idx="502">
                  <c:v>0.24960000000004356</c:v>
                </c:pt>
                <c:pt idx="503">
                  <c:v>0.25090000000000146</c:v>
                </c:pt>
                <c:pt idx="504">
                  <c:v>0.25200000000000955</c:v>
                </c:pt>
                <c:pt idx="505">
                  <c:v>0.25300000000004275</c:v>
                </c:pt>
                <c:pt idx="506">
                  <c:v>0.2539000000000442</c:v>
                </c:pt>
                <c:pt idx="507">
                  <c:v>0.25460000000003902</c:v>
                </c:pt>
                <c:pt idx="508">
                  <c:v>0.25530000000003383</c:v>
                </c:pt>
                <c:pt idx="509">
                  <c:v>0.25600000000002865</c:v>
                </c:pt>
                <c:pt idx="510">
                  <c:v>0.25660000000004857</c:v>
                </c:pt>
                <c:pt idx="511">
                  <c:v>0.25710000000003674</c:v>
                </c:pt>
                <c:pt idx="512">
                  <c:v>0.25760000000002492</c:v>
                </c:pt>
                <c:pt idx="513">
                  <c:v>0.2581000000000131</c:v>
                </c:pt>
                <c:pt idx="514">
                  <c:v>0.25850000000002638</c:v>
                </c:pt>
                <c:pt idx="515">
                  <c:v>0.25890000000003965</c:v>
                </c:pt>
                <c:pt idx="516">
                  <c:v>0.25929999999999609</c:v>
                </c:pt>
                <c:pt idx="517">
                  <c:v>0.25970000000000937</c:v>
                </c:pt>
                <c:pt idx="518">
                  <c:v>0.26000000000004775</c:v>
                </c:pt>
                <c:pt idx="519">
                  <c:v>0.26030000000002929</c:v>
                </c:pt>
                <c:pt idx="520">
                  <c:v>0.26060000000001082</c:v>
                </c:pt>
                <c:pt idx="521">
                  <c:v>0.26089999999999236</c:v>
                </c:pt>
                <c:pt idx="522">
                  <c:v>0.261099999999999</c:v>
                </c:pt>
                <c:pt idx="523">
                  <c:v>0.26130000000000564</c:v>
                </c:pt>
                <c:pt idx="524">
                  <c:v>0.26160000000004402</c:v>
                </c:pt>
                <c:pt idx="525">
                  <c:v>0.26179999999999382</c:v>
                </c:pt>
                <c:pt idx="526">
                  <c:v>0.26200000000000045</c:v>
                </c:pt>
                <c:pt idx="527">
                  <c:v>0.2621000000000322</c:v>
                </c:pt>
                <c:pt idx="528">
                  <c:v>0.26230000000003884</c:v>
                </c:pt>
                <c:pt idx="529">
                  <c:v>0.26240000000001373</c:v>
                </c:pt>
                <c:pt idx="530">
                  <c:v>0.26179999999999382</c:v>
                </c:pt>
                <c:pt idx="531">
                  <c:v>0.26070000000004256</c:v>
                </c:pt>
                <c:pt idx="532">
                  <c:v>0.25970000000000937</c:v>
                </c:pt>
              </c:numCache>
            </c:numRef>
          </c:yVal>
          <c:smooth val="1"/>
          <c:extLst>
            <c:ext xmlns:c16="http://schemas.microsoft.com/office/drawing/2014/chart" uri="{C3380CC4-5D6E-409C-BE32-E72D297353CC}">
              <c16:uniqueId val="{00000005-4233-4E9D-9D6D-D06060CC9530}"/>
            </c:ext>
          </c:extLst>
        </c:ser>
        <c:ser>
          <c:idx val="6"/>
          <c:order val="6"/>
          <c:tx>
            <c:strRef>
              <c:f>PM50000_Temps_oc5l2_50000!$BBI$1</c:f>
              <c:strCache>
                <c:ptCount val="1"/>
                <c:pt idx="0">
                  <c:v>TELE_PM_INTERIOR.7</c:v>
                </c:pt>
              </c:strCache>
            </c:strRef>
          </c:tx>
          <c:spPr>
            <a:ln w="19050" cap="rnd">
              <a:solidFill>
                <a:schemeClr val="accent1">
                  <a:lumMod val="60000"/>
                </a:schemeClr>
              </a:solidFill>
              <a:round/>
            </a:ln>
            <a:effectLst/>
          </c:spPr>
          <c:marker>
            <c:symbol val="circle"/>
            <c:size val="5"/>
            <c:spPr>
              <a:solidFill>
                <a:schemeClr val="accent1">
                  <a:lumMod val="60000"/>
                </a:schemeClr>
              </a:solidFill>
              <a:ln w="9525">
                <a:solidFill>
                  <a:schemeClr val="accent1">
                    <a:lumMod val="6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PM50000_Temps_oc5l2_50000!$BBI$2:$BBI$536</c:f>
              <c:numCache>
                <c:formatCode>General</c:formatCode>
                <c:ptCount val="533"/>
                <c:pt idx="0">
                  <c:v>0</c:v>
                </c:pt>
                <c:pt idx="1">
                  <c:v>1.1599999999987176E-2</c:v>
                </c:pt>
                <c:pt idx="2">
                  <c:v>3.1200000000012551E-2</c:v>
                </c:pt>
                <c:pt idx="3">
                  <c:v>5.1199999999994361E-2</c:v>
                </c:pt>
                <c:pt idx="4">
                  <c:v>6.95999999999799E-2</c:v>
                </c:pt>
                <c:pt idx="5">
                  <c:v>8.6000000000012733E-2</c:v>
                </c:pt>
                <c:pt idx="6">
                  <c:v>0.10039999999997917</c:v>
                </c:pt>
                <c:pt idx="7">
                  <c:v>0.11299999999999955</c:v>
                </c:pt>
                <c:pt idx="8">
                  <c:v>0.1239999999999668</c:v>
                </c:pt>
                <c:pt idx="9">
                  <c:v>0.13380000000000791</c:v>
                </c:pt>
                <c:pt idx="10">
                  <c:v>0.14249999999998408</c:v>
                </c:pt>
                <c:pt idx="11">
                  <c:v>0.15030000000001564</c:v>
                </c:pt>
                <c:pt idx="12">
                  <c:v>0.15730000000002065</c:v>
                </c:pt>
                <c:pt idx="13">
                  <c:v>0.16370000000000573</c:v>
                </c:pt>
                <c:pt idx="14">
                  <c:v>0.169399999999996</c:v>
                </c:pt>
                <c:pt idx="15">
                  <c:v>0.17469999999997299</c:v>
                </c:pt>
                <c:pt idx="16">
                  <c:v>0.1793999999999869</c:v>
                </c:pt>
                <c:pt idx="17">
                  <c:v>0.18380000000001928</c:v>
                </c:pt>
                <c:pt idx="18">
                  <c:v>0.18770000000000664</c:v>
                </c:pt>
                <c:pt idx="19">
                  <c:v>0.19139999999998736</c:v>
                </c:pt>
                <c:pt idx="20">
                  <c:v>0.19470000000001164</c:v>
                </c:pt>
                <c:pt idx="21">
                  <c:v>0.19769999999999754</c:v>
                </c:pt>
                <c:pt idx="22">
                  <c:v>0.20049999999997681</c:v>
                </c:pt>
                <c:pt idx="23">
                  <c:v>0.20299999999997453</c:v>
                </c:pt>
                <c:pt idx="24">
                  <c:v>0.20529999999996562</c:v>
                </c:pt>
                <c:pt idx="25">
                  <c:v>0.20740000000000691</c:v>
                </c:pt>
                <c:pt idx="26">
                  <c:v>0.20949999999999136</c:v>
                </c:pt>
                <c:pt idx="27">
                  <c:v>0.21199999999998909</c:v>
                </c:pt>
                <c:pt idx="28">
                  <c:v>0.21499999999997499</c:v>
                </c:pt>
                <c:pt idx="29">
                  <c:v>0.21800000000001774</c:v>
                </c:pt>
                <c:pt idx="30">
                  <c:v>0.22069999999996526</c:v>
                </c:pt>
                <c:pt idx="31">
                  <c:v>0.22329999999999472</c:v>
                </c:pt>
                <c:pt idx="32">
                  <c:v>0.22550000000001091</c:v>
                </c:pt>
                <c:pt idx="33">
                  <c:v>0.22759999999999536</c:v>
                </c:pt>
                <c:pt idx="34">
                  <c:v>0.22949999999997317</c:v>
                </c:pt>
                <c:pt idx="35">
                  <c:v>0.23120000000000118</c:v>
                </c:pt>
                <c:pt idx="36">
                  <c:v>0.23279999999999745</c:v>
                </c:pt>
                <c:pt idx="37">
                  <c:v>0.23419999999998709</c:v>
                </c:pt>
                <c:pt idx="38">
                  <c:v>0.23550000000000182</c:v>
                </c:pt>
                <c:pt idx="39">
                  <c:v>0.23669999999998481</c:v>
                </c:pt>
                <c:pt idx="40">
                  <c:v>0.2378999999999678</c:v>
                </c:pt>
                <c:pt idx="41">
                  <c:v>0.238900000000001</c:v>
                </c:pt>
                <c:pt idx="42">
                  <c:v>0.23989999999997735</c:v>
                </c:pt>
                <c:pt idx="43">
                  <c:v>0.24070000000000391</c:v>
                </c:pt>
                <c:pt idx="44">
                  <c:v>0.24160000000000537</c:v>
                </c:pt>
                <c:pt idx="45">
                  <c:v>0.24230000000000018</c:v>
                </c:pt>
                <c:pt idx="46">
                  <c:v>0.242999999999995</c:v>
                </c:pt>
                <c:pt idx="47">
                  <c:v>0.24369999999998981</c:v>
                </c:pt>
                <c:pt idx="48">
                  <c:v>0.24430000000000973</c:v>
                </c:pt>
                <c:pt idx="49">
                  <c:v>0.24479999999999791</c:v>
                </c:pt>
                <c:pt idx="50">
                  <c:v>0.24540000000001783</c:v>
                </c:pt>
                <c:pt idx="51">
                  <c:v>0.24579999999997426</c:v>
                </c:pt>
                <c:pt idx="52">
                  <c:v>0.24630000000001928</c:v>
                </c:pt>
                <c:pt idx="53">
                  <c:v>0.24669999999997572</c:v>
                </c:pt>
                <c:pt idx="54">
                  <c:v>0.247099999999989</c:v>
                </c:pt>
                <c:pt idx="55">
                  <c:v>0.24739999999997053</c:v>
                </c:pt>
                <c:pt idx="56">
                  <c:v>0.24779999999998381</c:v>
                </c:pt>
                <c:pt idx="57">
                  <c:v>0.24779999999998381</c:v>
                </c:pt>
                <c:pt idx="58">
                  <c:v>0.24719999999996389</c:v>
                </c:pt>
                <c:pt idx="59">
                  <c:v>0.24639999999999418</c:v>
                </c:pt>
                <c:pt idx="60">
                  <c:v>0.24549999999999272</c:v>
                </c:pt>
                <c:pt idx="61">
                  <c:v>0.24469999999996617</c:v>
                </c:pt>
                <c:pt idx="62">
                  <c:v>0.24399999999997135</c:v>
                </c:pt>
                <c:pt idx="63">
                  <c:v>0.24340000000000828</c:v>
                </c:pt>
                <c:pt idx="64">
                  <c:v>0.2429000000000201</c:v>
                </c:pt>
                <c:pt idx="65">
                  <c:v>0.24239999999997508</c:v>
                </c:pt>
                <c:pt idx="66">
                  <c:v>0.24200000000001864</c:v>
                </c:pt>
                <c:pt idx="67">
                  <c:v>0.24169999999998026</c:v>
                </c:pt>
                <c:pt idx="68">
                  <c:v>0.24129999999996699</c:v>
                </c:pt>
                <c:pt idx="69">
                  <c:v>0.24099999999998545</c:v>
                </c:pt>
                <c:pt idx="70">
                  <c:v>0.24070000000000391</c:v>
                </c:pt>
                <c:pt idx="71">
                  <c:v>0.24049999999999727</c:v>
                </c:pt>
                <c:pt idx="72">
                  <c:v>0.24029999999999063</c:v>
                </c:pt>
                <c:pt idx="73">
                  <c:v>0.24000000000000909</c:v>
                </c:pt>
                <c:pt idx="74">
                  <c:v>0.23980000000000246</c:v>
                </c:pt>
                <c:pt idx="75">
                  <c:v>0.23969999999997071</c:v>
                </c:pt>
                <c:pt idx="76">
                  <c:v>0.23949999999996407</c:v>
                </c:pt>
                <c:pt idx="77">
                  <c:v>0.23930000000001428</c:v>
                </c:pt>
                <c:pt idx="78">
                  <c:v>0.23919999999998254</c:v>
                </c:pt>
                <c:pt idx="79">
                  <c:v>0.23910000000000764</c:v>
                </c:pt>
                <c:pt idx="80">
                  <c:v>0.238900000000001</c:v>
                </c:pt>
                <c:pt idx="81">
                  <c:v>0.23879999999996926</c:v>
                </c:pt>
                <c:pt idx="82">
                  <c:v>0.23869999999999436</c:v>
                </c:pt>
                <c:pt idx="83">
                  <c:v>0.23860000000001946</c:v>
                </c:pt>
                <c:pt idx="84">
                  <c:v>0.23849999999998772</c:v>
                </c:pt>
                <c:pt idx="85">
                  <c:v>0.23849999999998772</c:v>
                </c:pt>
                <c:pt idx="86">
                  <c:v>0.23840000000001282</c:v>
                </c:pt>
                <c:pt idx="87">
                  <c:v>0.23829999999998108</c:v>
                </c:pt>
                <c:pt idx="88">
                  <c:v>0.23820000000000618</c:v>
                </c:pt>
                <c:pt idx="89">
                  <c:v>0.23820000000000618</c:v>
                </c:pt>
                <c:pt idx="90">
                  <c:v>0.23809999999997444</c:v>
                </c:pt>
                <c:pt idx="91">
                  <c:v>0.23809999999997444</c:v>
                </c:pt>
                <c:pt idx="92">
                  <c:v>0.23799999999999955</c:v>
                </c:pt>
                <c:pt idx="93">
                  <c:v>0.23799999999999955</c:v>
                </c:pt>
                <c:pt idx="94">
                  <c:v>0.23799999999999955</c:v>
                </c:pt>
                <c:pt idx="95">
                  <c:v>0.2378999999999678</c:v>
                </c:pt>
                <c:pt idx="96">
                  <c:v>0.2378999999999678</c:v>
                </c:pt>
                <c:pt idx="97">
                  <c:v>0.23779999999999291</c:v>
                </c:pt>
                <c:pt idx="98">
                  <c:v>0.23779999999999291</c:v>
                </c:pt>
                <c:pt idx="99">
                  <c:v>0.23779999999999291</c:v>
                </c:pt>
                <c:pt idx="100">
                  <c:v>0.23779999999999291</c:v>
                </c:pt>
                <c:pt idx="101">
                  <c:v>0.23770000000001801</c:v>
                </c:pt>
                <c:pt idx="102">
                  <c:v>0.23770000000001801</c:v>
                </c:pt>
                <c:pt idx="103">
                  <c:v>0.23770000000001801</c:v>
                </c:pt>
                <c:pt idx="104">
                  <c:v>0.23770000000001801</c:v>
                </c:pt>
                <c:pt idx="105">
                  <c:v>0.23770000000001801</c:v>
                </c:pt>
                <c:pt idx="106">
                  <c:v>0.23759999999998627</c:v>
                </c:pt>
                <c:pt idx="107">
                  <c:v>0.23759999999998627</c:v>
                </c:pt>
                <c:pt idx="108">
                  <c:v>0.23770000000001801</c:v>
                </c:pt>
                <c:pt idx="109">
                  <c:v>0.23770000000001801</c:v>
                </c:pt>
                <c:pt idx="110">
                  <c:v>0.23779999999999291</c:v>
                </c:pt>
                <c:pt idx="111">
                  <c:v>0.2378999999999678</c:v>
                </c:pt>
                <c:pt idx="112">
                  <c:v>0.23799999999999955</c:v>
                </c:pt>
                <c:pt idx="113">
                  <c:v>0.23799999999999955</c:v>
                </c:pt>
                <c:pt idx="114">
                  <c:v>0.23809999999997444</c:v>
                </c:pt>
                <c:pt idx="115">
                  <c:v>0.23809999999997444</c:v>
                </c:pt>
                <c:pt idx="116">
                  <c:v>0.23820000000000618</c:v>
                </c:pt>
                <c:pt idx="117">
                  <c:v>0.23820000000000618</c:v>
                </c:pt>
                <c:pt idx="118">
                  <c:v>0.23829999999998108</c:v>
                </c:pt>
                <c:pt idx="119">
                  <c:v>0.23829999999998108</c:v>
                </c:pt>
                <c:pt idx="120">
                  <c:v>0.23840000000001282</c:v>
                </c:pt>
                <c:pt idx="121">
                  <c:v>0.23840000000001282</c:v>
                </c:pt>
                <c:pt idx="122">
                  <c:v>0.23849999999998772</c:v>
                </c:pt>
                <c:pt idx="123">
                  <c:v>0.23849999999998772</c:v>
                </c:pt>
                <c:pt idx="124">
                  <c:v>0.23849999999998772</c:v>
                </c:pt>
                <c:pt idx="125">
                  <c:v>0.23860000000001946</c:v>
                </c:pt>
                <c:pt idx="126">
                  <c:v>0.23860000000001946</c:v>
                </c:pt>
                <c:pt idx="127">
                  <c:v>0.23860000000001946</c:v>
                </c:pt>
                <c:pt idx="128">
                  <c:v>0.23860000000001946</c:v>
                </c:pt>
                <c:pt idx="129">
                  <c:v>0.23869999999999436</c:v>
                </c:pt>
                <c:pt idx="130">
                  <c:v>0.23869999999999436</c:v>
                </c:pt>
                <c:pt idx="131">
                  <c:v>0.23869999999999436</c:v>
                </c:pt>
                <c:pt idx="132">
                  <c:v>0.23869999999999436</c:v>
                </c:pt>
                <c:pt idx="133">
                  <c:v>0.23879999999996926</c:v>
                </c:pt>
                <c:pt idx="134">
                  <c:v>0.23879999999996926</c:v>
                </c:pt>
                <c:pt idx="135">
                  <c:v>0.23879999999996926</c:v>
                </c:pt>
                <c:pt idx="136">
                  <c:v>0.23879999999996926</c:v>
                </c:pt>
                <c:pt idx="137">
                  <c:v>0.23879999999996926</c:v>
                </c:pt>
                <c:pt idx="138">
                  <c:v>0.238900000000001</c:v>
                </c:pt>
                <c:pt idx="139">
                  <c:v>0.238900000000001</c:v>
                </c:pt>
                <c:pt idx="140">
                  <c:v>0.238900000000001</c:v>
                </c:pt>
                <c:pt idx="141">
                  <c:v>0.238900000000001</c:v>
                </c:pt>
                <c:pt idx="142">
                  <c:v>0.238900000000001</c:v>
                </c:pt>
                <c:pt idx="143">
                  <c:v>0.238900000000001</c:v>
                </c:pt>
                <c:pt idx="144">
                  <c:v>0.238900000000001</c:v>
                </c:pt>
                <c:pt idx="145">
                  <c:v>0.2389999999999759</c:v>
                </c:pt>
                <c:pt idx="146">
                  <c:v>0.2389999999999759</c:v>
                </c:pt>
                <c:pt idx="147">
                  <c:v>0.2389999999999759</c:v>
                </c:pt>
                <c:pt idx="148">
                  <c:v>0.2389999999999759</c:v>
                </c:pt>
                <c:pt idx="149">
                  <c:v>0.2389999999999759</c:v>
                </c:pt>
                <c:pt idx="150">
                  <c:v>0.2389999999999759</c:v>
                </c:pt>
                <c:pt idx="151">
                  <c:v>0.2389999999999759</c:v>
                </c:pt>
                <c:pt idx="152">
                  <c:v>0.2389999999999759</c:v>
                </c:pt>
                <c:pt idx="153">
                  <c:v>0.2389999999999759</c:v>
                </c:pt>
                <c:pt idx="154">
                  <c:v>0.2389999999999759</c:v>
                </c:pt>
                <c:pt idx="155">
                  <c:v>0.2389999999999759</c:v>
                </c:pt>
                <c:pt idx="156">
                  <c:v>0.2389999999999759</c:v>
                </c:pt>
                <c:pt idx="157">
                  <c:v>0.2389999999999759</c:v>
                </c:pt>
                <c:pt idx="158">
                  <c:v>0.238900000000001</c:v>
                </c:pt>
                <c:pt idx="159">
                  <c:v>0.23849999999998772</c:v>
                </c:pt>
                <c:pt idx="160">
                  <c:v>0.23809999999997444</c:v>
                </c:pt>
                <c:pt idx="161">
                  <c:v>0.23759999999998627</c:v>
                </c:pt>
                <c:pt idx="162">
                  <c:v>0.23719999999997299</c:v>
                </c:pt>
                <c:pt idx="163">
                  <c:v>0.23680000000001655</c:v>
                </c:pt>
                <c:pt idx="164">
                  <c:v>0.23640000000000327</c:v>
                </c:pt>
                <c:pt idx="165">
                  <c:v>0.23609999999996489</c:v>
                </c:pt>
                <c:pt idx="166">
                  <c:v>0.23570000000000846</c:v>
                </c:pt>
                <c:pt idx="167">
                  <c:v>0.23550000000000182</c:v>
                </c:pt>
                <c:pt idx="168">
                  <c:v>0.23520000000002028</c:v>
                </c:pt>
                <c:pt idx="169">
                  <c:v>0.2348999999999819</c:v>
                </c:pt>
                <c:pt idx="170">
                  <c:v>0.23469999999997526</c:v>
                </c:pt>
                <c:pt idx="171">
                  <c:v>0.23449999999996862</c:v>
                </c:pt>
                <c:pt idx="172">
                  <c:v>0.23419999999998709</c:v>
                </c:pt>
                <c:pt idx="173">
                  <c:v>0.23399999999998045</c:v>
                </c:pt>
                <c:pt idx="174">
                  <c:v>0.23390000000000555</c:v>
                </c:pt>
                <c:pt idx="175">
                  <c:v>0.23369999999999891</c:v>
                </c:pt>
                <c:pt idx="176">
                  <c:v>0.23349999999999227</c:v>
                </c:pt>
                <c:pt idx="177">
                  <c:v>0.23329999999998563</c:v>
                </c:pt>
                <c:pt idx="178">
                  <c:v>0.23320000000001073</c:v>
                </c:pt>
                <c:pt idx="179">
                  <c:v>0.23300000000000409</c:v>
                </c:pt>
                <c:pt idx="180">
                  <c:v>0.23289999999997235</c:v>
                </c:pt>
                <c:pt idx="181">
                  <c:v>0.23279999999999745</c:v>
                </c:pt>
                <c:pt idx="182">
                  <c:v>0.23259999999999081</c:v>
                </c:pt>
                <c:pt idx="183">
                  <c:v>0.23269999999996571</c:v>
                </c:pt>
                <c:pt idx="184">
                  <c:v>0.23349999999999227</c:v>
                </c:pt>
                <c:pt idx="185">
                  <c:v>0.234800000000007</c:v>
                </c:pt>
                <c:pt idx="186">
                  <c:v>0.23609999999996489</c:v>
                </c:pt>
                <c:pt idx="187">
                  <c:v>0.23739999999997963</c:v>
                </c:pt>
                <c:pt idx="188">
                  <c:v>0.23860000000001946</c:v>
                </c:pt>
                <c:pt idx="189">
                  <c:v>0.23969999999997071</c:v>
                </c:pt>
                <c:pt idx="190">
                  <c:v>0.24059999999997217</c:v>
                </c:pt>
                <c:pt idx="191">
                  <c:v>0.24139999999999873</c:v>
                </c:pt>
                <c:pt idx="192">
                  <c:v>0.24209999999999354</c:v>
                </c:pt>
                <c:pt idx="193">
                  <c:v>0.24279999999998836</c:v>
                </c:pt>
                <c:pt idx="194">
                  <c:v>0.24349999999998317</c:v>
                </c:pt>
                <c:pt idx="195">
                  <c:v>0.24399999999997135</c:v>
                </c:pt>
                <c:pt idx="196">
                  <c:v>0.24459999999999127</c:v>
                </c:pt>
                <c:pt idx="197">
                  <c:v>0.24509999999997945</c:v>
                </c:pt>
                <c:pt idx="198">
                  <c:v>0.24549999999999272</c:v>
                </c:pt>
                <c:pt idx="199">
                  <c:v>0.2459999999999809</c:v>
                </c:pt>
                <c:pt idx="200">
                  <c:v>0.24639999999999418</c:v>
                </c:pt>
                <c:pt idx="201">
                  <c:v>0.24680000000000746</c:v>
                </c:pt>
                <c:pt idx="202">
                  <c:v>0.247099999999989</c:v>
                </c:pt>
                <c:pt idx="203">
                  <c:v>0.24739999999997053</c:v>
                </c:pt>
                <c:pt idx="204">
                  <c:v>0.24770000000000891</c:v>
                </c:pt>
                <c:pt idx="205">
                  <c:v>0.24799999999999045</c:v>
                </c:pt>
                <c:pt idx="206">
                  <c:v>0.24829999999997199</c:v>
                </c:pt>
                <c:pt idx="207">
                  <c:v>0.24860000000001037</c:v>
                </c:pt>
                <c:pt idx="208">
                  <c:v>0.24880000000001701</c:v>
                </c:pt>
                <c:pt idx="209">
                  <c:v>0.2489999999999668</c:v>
                </c:pt>
                <c:pt idx="210">
                  <c:v>0.24919999999997344</c:v>
                </c:pt>
                <c:pt idx="211">
                  <c:v>0.24939999999998008</c:v>
                </c:pt>
                <c:pt idx="212">
                  <c:v>0.24959999999998672</c:v>
                </c:pt>
                <c:pt idx="213">
                  <c:v>0.24970000000001846</c:v>
                </c:pt>
                <c:pt idx="214">
                  <c:v>0.24950000000001182</c:v>
                </c:pt>
                <c:pt idx="215">
                  <c:v>0.24880000000001701</c:v>
                </c:pt>
                <c:pt idx="216">
                  <c:v>0.24779999999998381</c:v>
                </c:pt>
                <c:pt idx="217">
                  <c:v>0.24680000000000746</c:v>
                </c:pt>
                <c:pt idx="218">
                  <c:v>0.245900000000006</c:v>
                </c:pt>
                <c:pt idx="219">
                  <c:v>0.24509999999997945</c:v>
                </c:pt>
                <c:pt idx="220">
                  <c:v>0.24450000000001637</c:v>
                </c:pt>
                <c:pt idx="221">
                  <c:v>0.24389999999999645</c:v>
                </c:pt>
                <c:pt idx="222">
                  <c:v>0.24329999999997654</c:v>
                </c:pt>
                <c:pt idx="223">
                  <c:v>0.2429000000000201</c:v>
                </c:pt>
                <c:pt idx="224">
                  <c:v>0.24239999999997508</c:v>
                </c:pt>
                <c:pt idx="225">
                  <c:v>0.24200000000001864</c:v>
                </c:pt>
                <c:pt idx="226">
                  <c:v>0.24169999999998026</c:v>
                </c:pt>
                <c:pt idx="227">
                  <c:v>0.24139999999999873</c:v>
                </c:pt>
                <c:pt idx="228">
                  <c:v>0.24110000000001719</c:v>
                </c:pt>
                <c:pt idx="229">
                  <c:v>0.24079999999997881</c:v>
                </c:pt>
                <c:pt idx="230">
                  <c:v>0.24049999999999727</c:v>
                </c:pt>
                <c:pt idx="231">
                  <c:v>0.24029999999999063</c:v>
                </c:pt>
                <c:pt idx="232">
                  <c:v>0.24009999999998399</c:v>
                </c:pt>
                <c:pt idx="233">
                  <c:v>0.23989999999997735</c:v>
                </c:pt>
                <c:pt idx="234">
                  <c:v>0.23969999999997071</c:v>
                </c:pt>
                <c:pt idx="235">
                  <c:v>0.23949999999996407</c:v>
                </c:pt>
                <c:pt idx="236">
                  <c:v>0.23939999999998918</c:v>
                </c:pt>
                <c:pt idx="237">
                  <c:v>0.23919999999998254</c:v>
                </c:pt>
                <c:pt idx="238">
                  <c:v>0.23910000000000764</c:v>
                </c:pt>
                <c:pt idx="239">
                  <c:v>0.2389999999999759</c:v>
                </c:pt>
                <c:pt idx="240">
                  <c:v>0.238900000000001</c:v>
                </c:pt>
                <c:pt idx="241">
                  <c:v>0.23879999999996926</c:v>
                </c:pt>
                <c:pt idx="242">
                  <c:v>0.23869999999999436</c:v>
                </c:pt>
                <c:pt idx="243">
                  <c:v>0.23860000000001946</c:v>
                </c:pt>
                <c:pt idx="244">
                  <c:v>0.23849999999998772</c:v>
                </c:pt>
                <c:pt idx="245">
                  <c:v>0.23840000000001282</c:v>
                </c:pt>
                <c:pt idx="246">
                  <c:v>0.23829999999998108</c:v>
                </c:pt>
                <c:pt idx="247">
                  <c:v>0.23829999999998108</c:v>
                </c:pt>
                <c:pt idx="248">
                  <c:v>0.23820000000000618</c:v>
                </c:pt>
                <c:pt idx="249">
                  <c:v>0.23820000000000618</c:v>
                </c:pt>
                <c:pt idx="250">
                  <c:v>0.23809999999997444</c:v>
                </c:pt>
                <c:pt idx="251">
                  <c:v>0.23809999999997444</c:v>
                </c:pt>
                <c:pt idx="252">
                  <c:v>0.23799999999999955</c:v>
                </c:pt>
                <c:pt idx="253">
                  <c:v>0.23799999999999955</c:v>
                </c:pt>
                <c:pt idx="254">
                  <c:v>0.2378999999999678</c:v>
                </c:pt>
                <c:pt idx="255">
                  <c:v>0.2378999999999678</c:v>
                </c:pt>
                <c:pt idx="256">
                  <c:v>0.2378999999999678</c:v>
                </c:pt>
                <c:pt idx="257">
                  <c:v>0.23779999999999291</c:v>
                </c:pt>
                <c:pt idx="258">
                  <c:v>0.23779999999999291</c:v>
                </c:pt>
                <c:pt idx="259">
                  <c:v>0.23779999999999291</c:v>
                </c:pt>
                <c:pt idx="260">
                  <c:v>0.23779999999999291</c:v>
                </c:pt>
                <c:pt idx="261">
                  <c:v>0.23770000000001801</c:v>
                </c:pt>
                <c:pt idx="262">
                  <c:v>0.23770000000001801</c:v>
                </c:pt>
                <c:pt idx="263">
                  <c:v>0.23770000000001801</c:v>
                </c:pt>
                <c:pt idx="264">
                  <c:v>0.23770000000001801</c:v>
                </c:pt>
                <c:pt idx="265">
                  <c:v>0.23770000000001801</c:v>
                </c:pt>
                <c:pt idx="266">
                  <c:v>0.23779999999999291</c:v>
                </c:pt>
                <c:pt idx="267">
                  <c:v>0.2378999999999678</c:v>
                </c:pt>
                <c:pt idx="268">
                  <c:v>0.23799999999999955</c:v>
                </c:pt>
                <c:pt idx="269">
                  <c:v>0.23799999999999955</c:v>
                </c:pt>
                <c:pt idx="270">
                  <c:v>0.23809999999997444</c:v>
                </c:pt>
                <c:pt idx="271">
                  <c:v>0.23809999999997444</c:v>
                </c:pt>
                <c:pt idx="272">
                  <c:v>0.23820000000000618</c:v>
                </c:pt>
                <c:pt idx="273">
                  <c:v>0.23820000000000618</c:v>
                </c:pt>
                <c:pt idx="274">
                  <c:v>0.23829999999998108</c:v>
                </c:pt>
                <c:pt idx="275">
                  <c:v>0.23829999999998108</c:v>
                </c:pt>
                <c:pt idx="276">
                  <c:v>0.23840000000001282</c:v>
                </c:pt>
                <c:pt idx="277">
                  <c:v>0.23840000000001282</c:v>
                </c:pt>
                <c:pt idx="278">
                  <c:v>0.23840000000001282</c:v>
                </c:pt>
                <c:pt idx="279">
                  <c:v>0.23849999999998772</c:v>
                </c:pt>
                <c:pt idx="280">
                  <c:v>0.23849999999998772</c:v>
                </c:pt>
                <c:pt idx="281">
                  <c:v>0.23860000000001946</c:v>
                </c:pt>
                <c:pt idx="282">
                  <c:v>0.23860000000001946</c:v>
                </c:pt>
                <c:pt idx="283">
                  <c:v>0.23860000000001946</c:v>
                </c:pt>
                <c:pt idx="284">
                  <c:v>0.23860000000001946</c:v>
                </c:pt>
                <c:pt idx="285">
                  <c:v>0.23869999999999436</c:v>
                </c:pt>
                <c:pt idx="286">
                  <c:v>0.23869999999999436</c:v>
                </c:pt>
                <c:pt idx="287">
                  <c:v>0.23869999999999436</c:v>
                </c:pt>
                <c:pt idx="288">
                  <c:v>0.23869999999999436</c:v>
                </c:pt>
                <c:pt idx="289">
                  <c:v>0.23879999999996926</c:v>
                </c:pt>
                <c:pt idx="290">
                  <c:v>0.23879999999996926</c:v>
                </c:pt>
                <c:pt idx="291">
                  <c:v>0.23879999999996926</c:v>
                </c:pt>
                <c:pt idx="292">
                  <c:v>0.23879999999996926</c:v>
                </c:pt>
                <c:pt idx="293">
                  <c:v>0.23879999999996926</c:v>
                </c:pt>
                <c:pt idx="294">
                  <c:v>0.238900000000001</c:v>
                </c:pt>
                <c:pt idx="295">
                  <c:v>0.238900000000001</c:v>
                </c:pt>
                <c:pt idx="296">
                  <c:v>0.238900000000001</c:v>
                </c:pt>
                <c:pt idx="297">
                  <c:v>0.238900000000001</c:v>
                </c:pt>
                <c:pt idx="298">
                  <c:v>0.238900000000001</c:v>
                </c:pt>
                <c:pt idx="299">
                  <c:v>0.238900000000001</c:v>
                </c:pt>
                <c:pt idx="300">
                  <c:v>0.238900000000001</c:v>
                </c:pt>
                <c:pt idx="301">
                  <c:v>0.2389999999999759</c:v>
                </c:pt>
                <c:pt idx="302">
                  <c:v>0.2389999999999759</c:v>
                </c:pt>
                <c:pt idx="303">
                  <c:v>0.2389999999999759</c:v>
                </c:pt>
                <c:pt idx="304">
                  <c:v>0.2389999999999759</c:v>
                </c:pt>
                <c:pt idx="305">
                  <c:v>0.2389999999999759</c:v>
                </c:pt>
                <c:pt idx="306">
                  <c:v>0.2389999999999759</c:v>
                </c:pt>
                <c:pt idx="307">
                  <c:v>0.2389999999999759</c:v>
                </c:pt>
                <c:pt idx="308">
                  <c:v>0.2389999999999759</c:v>
                </c:pt>
                <c:pt idx="309">
                  <c:v>0.2389999999999759</c:v>
                </c:pt>
                <c:pt idx="310">
                  <c:v>0.2389999999999759</c:v>
                </c:pt>
                <c:pt idx="311">
                  <c:v>0.2389999999999759</c:v>
                </c:pt>
                <c:pt idx="312">
                  <c:v>0.2389999999999759</c:v>
                </c:pt>
                <c:pt idx="313">
                  <c:v>0.2389999999999759</c:v>
                </c:pt>
                <c:pt idx="314">
                  <c:v>0.23910000000000764</c:v>
                </c:pt>
                <c:pt idx="315">
                  <c:v>0.238900000000001</c:v>
                </c:pt>
                <c:pt idx="316">
                  <c:v>0.23849999999998772</c:v>
                </c:pt>
                <c:pt idx="317">
                  <c:v>0.23799999999999955</c:v>
                </c:pt>
                <c:pt idx="318">
                  <c:v>0.23759999999998627</c:v>
                </c:pt>
                <c:pt idx="319">
                  <c:v>0.23709999999999809</c:v>
                </c:pt>
                <c:pt idx="320">
                  <c:v>0.23669999999998481</c:v>
                </c:pt>
                <c:pt idx="321">
                  <c:v>0.23640000000000327</c:v>
                </c:pt>
                <c:pt idx="322">
                  <c:v>0.23599999999999</c:v>
                </c:pt>
                <c:pt idx="323">
                  <c:v>0.23570000000000846</c:v>
                </c:pt>
                <c:pt idx="324">
                  <c:v>0.23539999999997008</c:v>
                </c:pt>
                <c:pt idx="325">
                  <c:v>0.23520000000002028</c:v>
                </c:pt>
                <c:pt idx="326">
                  <c:v>0.2348999999999819</c:v>
                </c:pt>
                <c:pt idx="327">
                  <c:v>0.23469999999997526</c:v>
                </c:pt>
                <c:pt idx="328">
                  <c:v>0.23439999999999372</c:v>
                </c:pt>
                <c:pt idx="329">
                  <c:v>0.23419999999998709</c:v>
                </c:pt>
                <c:pt idx="330">
                  <c:v>0.23399999999998045</c:v>
                </c:pt>
                <c:pt idx="331">
                  <c:v>0.23379999999997381</c:v>
                </c:pt>
                <c:pt idx="332">
                  <c:v>0.23369999999999891</c:v>
                </c:pt>
                <c:pt idx="333">
                  <c:v>0.23349999999999227</c:v>
                </c:pt>
                <c:pt idx="334">
                  <c:v>0.23329999999998563</c:v>
                </c:pt>
                <c:pt idx="335">
                  <c:v>0.23320000000001073</c:v>
                </c:pt>
                <c:pt idx="336">
                  <c:v>0.23300000000000409</c:v>
                </c:pt>
                <c:pt idx="337">
                  <c:v>0.23289999999997235</c:v>
                </c:pt>
                <c:pt idx="338">
                  <c:v>0.23279999999999745</c:v>
                </c:pt>
                <c:pt idx="339">
                  <c:v>0.23259999999999081</c:v>
                </c:pt>
                <c:pt idx="340">
                  <c:v>0.23279999999999745</c:v>
                </c:pt>
                <c:pt idx="341">
                  <c:v>0.23359999999996717</c:v>
                </c:pt>
                <c:pt idx="342">
                  <c:v>0.23500000000001364</c:v>
                </c:pt>
                <c:pt idx="343">
                  <c:v>0.23629999999997153</c:v>
                </c:pt>
                <c:pt idx="344">
                  <c:v>0.23759999999998627</c:v>
                </c:pt>
                <c:pt idx="345">
                  <c:v>0.23879999999996926</c:v>
                </c:pt>
                <c:pt idx="346">
                  <c:v>0.23980000000000246</c:v>
                </c:pt>
                <c:pt idx="347">
                  <c:v>0.24070000000000391</c:v>
                </c:pt>
                <c:pt idx="348">
                  <c:v>0.24149999999997362</c:v>
                </c:pt>
                <c:pt idx="349">
                  <c:v>0.24219999999996844</c:v>
                </c:pt>
                <c:pt idx="350">
                  <c:v>0.2429000000000201</c:v>
                </c:pt>
                <c:pt idx="351">
                  <c:v>0.24349999999998317</c:v>
                </c:pt>
                <c:pt idx="352">
                  <c:v>0.24410000000000309</c:v>
                </c:pt>
                <c:pt idx="353">
                  <c:v>0.24459999999999127</c:v>
                </c:pt>
                <c:pt idx="354">
                  <c:v>0.24509999999997945</c:v>
                </c:pt>
                <c:pt idx="355">
                  <c:v>0.24559999999996762</c:v>
                </c:pt>
                <c:pt idx="356">
                  <c:v>0.2459999999999809</c:v>
                </c:pt>
                <c:pt idx="357">
                  <c:v>0.24639999999999418</c:v>
                </c:pt>
                <c:pt idx="358">
                  <c:v>0.24680000000000746</c:v>
                </c:pt>
                <c:pt idx="359">
                  <c:v>0.24719999999996389</c:v>
                </c:pt>
                <c:pt idx="360">
                  <c:v>0.24750000000000227</c:v>
                </c:pt>
                <c:pt idx="361">
                  <c:v>0.24750000000000227</c:v>
                </c:pt>
                <c:pt idx="362">
                  <c:v>0.24779999999998381</c:v>
                </c:pt>
                <c:pt idx="363">
                  <c:v>0.24809999999996535</c:v>
                </c:pt>
                <c:pt idx="364">
                  <c:v>0.24829999999997199</c:v>
                </c:pt>
                <c:pt idx="365">
                  <c:v>0.24860000000001037</c:v>
                </c:pt>
                <c:pt idx="366">
                  <c:v>0.24880000000001701</c:v>
                </c:pt>
                <c:pt idx="367">
                  <c:v>0.2489999999999668</c:v>
                </c:pt>
                <c:pt idx="368">
                  <c:v>0.24919999999997344</c:v>
                </c:pt>
                <c:pt idx="369">
                  <c:v>0.24939999999998008</c:v>
                </c:pt>
                <c:pt idx="370">
                  <c:v>0.24959999999998672</c:v>
                </c:pt>
                <c:pt idx="371">
                  <c:v>0.24970000000001846</c:v>
                </c:pt>
                <c:pt idx="372">
                  <c:v>0.24939999999998008</c:v>
                </c:pt>
                <c:pt idx="373">
                  <c:v>0.24860000000001037</c:v>
                </c:pt>
                <c:pt idx="374">
                  <c:v>0.24759999999997717</c:v>
                </c:pt>
                <c:pt idx="375">
                  <c:v>0.24669999999997572</c:v>
                </c:pt>
                <c:pt idx="376">
                  <c:v>0.24579999999997426</c:v>
                </c:pt>
                <c:pt idx="377">
                  <c:v>0.24500000000000455</c:v>
                </c:pt>
                <c:pt idx="378">
                  <c:v>0.24439999999998463</c:v>
                </c:pt>
                <c:pt idx="379">
                  <c:v>0.24379999999996471</c:v>
                </c:pt>
                <c:pt idx="380">
                  <c:v>0.24329999999997654</c:v>
                </c:pt>
                <c:pt idx="381">
                  <c:v>0.24279999999998836</c:v>
                </c:pt>
                <c:pt idx="382">
                  <c:v>0.24239999999997508</c:v>
                </c:pt>
                <c:pt idx="383">
                  <c:v>0.24200000000001864</c:v>
                </c:pt>
                <c:pt idx="384">
                  <c:v>0.24160000000000537</c:v>
                </c:pt>
                <c:pt idx="385">
                  <c:v>0.24129999999996699</c:v>
                </c:pt>
                <c:pt idx="386">
                  <c:v>0.24099999999998545</c:v>
                </c:pt>
                <c:pt idx="387">
                  <c:v>0.24070000000000391</c:v>
                </c:pt>
                <c:pt idx="388">
                  <c:v>0.24049999999999727</c:v>
                </c:pt>
                <c:pt idx="389">
                  <c:v>0.24029999999999063</c:v>
                </c:pt>
                <c:pt idx="390">
                  <c:v>0.24009999999998399</c:v>
                </c:pt>
                <c:pt idx="391">
                  <c:v>0.23989999999997735</c:v>
                </c:pt>
                <c:pt idx="392">
                  <c:v>0.23969999999997071</c:v>
                </c:pt>
                <c:pt idx="393">
                  <c:v>0.23949999999996407</c:v>
                </c:pt>
                <c:pt idx="394">
                  <c:v>0.23939999999998918</c:v>
                </c:pt>
                <c:pt idx="395">
                  <c:v>0.23919999999998254</c:v>
                </c:pt>
                <c:pt idx="396">
                  <c:v>0.23910000000000764</c:v>
                </c:pt>
                <c:pt idx="397">
                  <c:v>0.2389999999999759</c:v>
                </c:pt>
                <c:pt idx="398">
                  <c:v>0.238900000000001</c:v>
                </c:pt>
                <c:pt idx="399">
                  <c:v>0.23869999999999436</c:v>
                </c:pt>
                <c:pt idx="400">
                  <c:v>0.23869999999999436</c:v>
                </c:pt>
                <c:pt idx="401">
                  <c:v>0.23860000000001946</c:v>
                </c:pt>
                <c:pt idx="402">
                  <c:v>0.23849999999998772</c:v>
                </c:pt>
                <c:pt idx="403">
                  <c:v>0.23840000000001282</c:v>
                </c:pt>
                <c:pt idx="404">
                  <c:v>0.23829999999998108</c:v>
                </c:pt>
                <c:pt idx="405">
                  <c:v>0.23829999999998108</c:v>
                </c:pt>
                <c:pt idx="406">
                  <c:v>0.23820000000000618</c:v>
                </c:pt>
                <c:pt idx="407">
                  <c:v>0.23820000000000618</c:v>
                </c:pt>
                <c:pt idx="408">
                  <c:v>0.23809999999997444</c:v>
                </c:pt>
                <c:pt idx="409">
                  <c:v>0.23809999999997444</c:v>
                </c:pt>
                <c:pt idx="410">
                  <c:v>0.23799999999999955</c:v>
                </c:pt>
                <c:pt idx="411">
                  <c:v>0.23799999999999955</c:v>
                </c:pt>
                <c:pt idx="412">
                  <c:v>0.2378999999999678</c:v>
                </c:pt>
                <c:pt idx="413">
                  <c:v>0.2378999999999678</c:v>
                </c:pt>
                <c:pt idx="414">
                  <c:v>0.2378999999999678</c:v>
                </c:pt>
                <c:pt idx="415">
                  <c:v>0.23779999999999291</c:v>
                </c:pt>
                <c:pt idx="416">
                  <c:v>0.23779999999999291</c:v>
                </c:pt>
                <c:pt idx="417">
                  <c:v>0.23779999999999291</c:v>
                </c:pt>
                <c:pt idx="418">
                  <c:v>0.23779999999999291</c:v>
                </c:pt>
                <c:pt idx="419">
                  <c:v>0.23770000000001801</c:v>
                </c:pt>
                <c:pt idx="420">
                  <c:v>0.23770000000001801</c:v>
                </c:pt>
                <c:pt idx="421">
                  <c:v>0.23770000000001801</c:v>
                </c:pt>
                <c:pt idx="422">
                  <c:v>0.23770000000001801</c:v>
                </c:pt>
                <c:pt idx="423">
                  <c:v>0.23770000000001801</c:v>
                </c:pt>
                <c:pt idx="424">
                  <c:v>0.23779999999999291</c:v>
                </c:pt>
                <c:pt idx="425">
                  <c:v>0.2378999999999678</c:v>
                </c:pt>
                <c:pt idx="426">
                  <c:v>0.23799999999999955</c:v>
                </c:pt>
                <c:pt idx="427">
                  <c:v>0.23799999999999955</c:v>
                </c:pt>
                <c:pt idx="428">
                  <c:v>0.23809999999997444</c:v>
                </c:pt>
                <c:pt idx="429">
                  <c:v>0.23809999999997444</c:v>
                </c:pt>
                <c:pt idx="430">
                  <c:v>0.23820000000000618</c:v>
                </c:pt>
                <c:pt idx="431">
                  <c:v>0.23820000000000618</c:v>
                </c:pt>
                <c:pt idx="432">
                  <c:v>0.23829999999998108</c:v>
                </c:pt>
                <c:pt idx="433">
                  <c:v>0.23829999999998108</c:v>
                </c:pt>
                <c:pt idx="434">
                  <c:v>0.23840000000001282</c:v>
                </c:pt>
                <c:pt idx="435">
                  <c:v>0.23840000000001282</c:v>
                </c:pt>
                <c:pt idx="436">
                  <c:v>0.23849999999998772</c:v>
                </c:pt>
                <c:pt idx="437">
                  <c:v>0.23849999999998772</c:v>
                </c:pt>
                <c:pt idx="438">
                  <c:v>0.23849999999998772</c:v>
                </c:pt>
                <c:pt idx="439">
                  <c:v>0.23860000000001946</c:v>
                </c:pt>
                <c:pt idx="440">
                  <c:v>0.23860000000001946</c:v>
                </c:pt>
                <c:pt idx="441">
                  <c:v>0.23860000000001946</c:v>
                </c:pt>
                <c:pt idx="442">
                  <c:v>0.23860000000001946</c:v>
                </c:pt>
                <c:pt idx="443">
                  <c:v>0.23869999999999436</c:v>
                </c:pt>
                <c:pt idx="444">
                  <c:v>0.23869999999999436</c:v>
                </c:pt>
                <c:pt idx="445">
                  <c:v>0.23869999999999436</c:v>
                </c:pt>
                <c:pt idx="446">
                  <c:v>0.23879999999996926</c:v>
                </c:pt>
                <c:pt idx="447">
                  <c:v>0.23879999999996926</c:v>
                </c:pt>
                <c:pt idx="448">
                  <c:v>0.23879999999996926</c:v>
                </c:pt>
                <c:pt idx="449">
                  <c:v>0.23879999999996926</c:v>
                </c:pt>
                <c:pt idx="450">
                  <c:v>0.23879999999996926</c:v>
                </c:pt>
                <c:pt idx="451">
                  <c:v>0.238900000000001</c:v>
                </c:pt>
                <c:pt idx="452">
                  <c:v>0.238900000000001</c:v>
                </c:pt>
                <c:pt idx="453">
                  <c:v>0.238900000000001</c:v>
                </c:pt>
                <c:pt idx="454">
                  <c:v>0.238900000000001</c:v>
                </c:pt>
                <c:pt idx="455">
                  <c:v>0.238900000000001</c:v>
                </c:pt>
                <c:pt idx="456">
                  <c:v>0.238900000000001</c:v>
                </c:pt>
                <c:pt idx="457">
                  <c:v>0.238900000000001</c:v>
                </c:pt>
                <c:pt idx="458">
                  <c:v>0.238900000000001</c:v>
                </c:pt>
                <c:pt idx="459">
                  <c:v>0.2389999999999759</c:v>
                </c:pt>
                <c:pt idx="460">
                  <c:v>0.2389999999999759</c:v>
                </c:pt>
                <c:pt idx="461">
                  <c:v>0.2389999999999759</c:v>
                </c:pt>
                <c:pt idx="462">
                  <c:v>0.2389999999999759</c:v>
                </c:pt>
                <c:pt idx="463">
                  <c:v>0.2389999999999759</c:v>
                </c:pt>
                <c:pt idx="464">
                  <c:v>0.2389999999999759</c:v>
                </c:pt>
                <c:pt idx="465">
                  <c:v>0.2389999999999759</c:v>
                </c:pt>
                <c:pt idx="466">
                  <c:v>0.2389999999999759</c:v>
                </c:pt>
                <c:pt idx="467">
                  <c:v>0.2389999999999759</c:v>
                </c:pt>
                <c:pt idx="468">
                  <c:v>0.2389999999999759</c:v>
                </c:pt>
                <c:pt idx="469">
                  <c:v>0.2389999999999759</c:v>
                </c:pt>
                <c:pt idx="470">
                  <c:v>0.2389999999999759</c:v>
                </c:pt>
                <c:pt idx="471">
                  <c:v>0.2389999999999759</c:v>
                </c:pt>
                <c:pt idx="472">
                  <c:v>0.23910000000000764</c:v>
                </c:pt>
                <c:pt idx="473">
                  <c:v>0.2389999999999759</c:v>
                </c:pt>
                <c:pt idx="474">
                  <c:v>0.23879999999996926</c:v>
                </c:pt>
                <c:pt idx="475">
                  <c:v>0.23840000000001282</c:v>
                </c:pt>
                <c:pt idx="476">
                  <c:v>0.2378999999999678</c:v>
                </c:pt>
                <c:pt idx="477">
                  <c:v>0.23750000000001137</c:v>
                </c:pt>
                <c:pt idx="478">
                  <c:v>0.23699999999996635</c:v>
                </c:pt>
                <c:pt idx="479">
                  <c:v>0.23669999999998481</c:v>
                </c:pt>
                <c:pt idx="480">
                  <c:v>0.23629999999997153</c:v>
                </c:pt>
                <c:pt idx="481">
                  <c:v>0.23599999999999</c:v>
                </c:pt>
                <c:pt idx="482">
                  <c:v>0.23570000000000846</c:v>
                </c:pt>
                <c:pt idx="483">
                  <c:v>0.23539999999997008</c:v>
                </c:pt>
                <c:pt idx="484">
                  <c:v>0.23509999999998854</c:v>
                </c:pt>
                <c:pt idx="485">
                  <c:v>0.2348999999999819</c:v>
                </c:pt>
                <c:pt idx="486">
                  <c:v>0.23460000000000036</c:v>
                </c:pt>
                <c:pt idx="487">
                  <c:v>0.23439999999999372</c:v>
                </c:pt>
                <c:pt idx="488">
                  <c:v>0.23419999999998709</c:v>
                </c:pt>
                <c:pt idx="489">
                  <c:v>0.23399999999998045</c:v>
                </c:pt>
                <c:pt idx="490">
                  <c:v>0.23379999999997381</c:v>
                </c:pt>
                <c:pt idx="491">
                  <c:v>0.23359999999996717</c:v>
                </c:pt>
                <c:pt idx="492">
                  <c:v>0.23349999999999227</c:v>
                </c:pt>
                <c:pt idx="493">
                  <c:v>0.23329999999998563</c:v>
                </c:pt>
                <c:pt idx="494">
                  <c:v>0.23309999999997899</c:v>
                </c:pt>
                <c:pt idx="495">
                  <c:v>0.23300000000000409</c:v>
                </c:pt>
                <c:pt idx="496">
                  <c:v>0.23289999999997235</c:v>
                </c:pt>
                <c:pt idx="497">
                  <c:v>0.23269999999996571</c:v>
                </c:pt>
                <c:pt idx="498">
                  <c:v>0.23259999999999081</c:v>
                </c:pt>
                <c:pt idx="499">
                  <c:v>0.23289999999997235</c:v>
                </c:pt>
                <c:pt idx="500">
                  <c:v>0.23390000000000555</c:v>
                </c:pt>
                <c:pt idx="501">
                  <c:v>0.23520000000002028</c:v>
                </c:pt>
                <c:pt idx="502">
                  <c:v>0.23660000000000991</c:v>
                </c:pt>
                <c:pt idx="503">
                  <c:v>0.23779999999999291</c:v>
                </c:pt>
                <c:pt idx="504">
                  <c:v>0.238900000000001</c:v>
                </c:pt>
                <c:pt idx="505">
                  <c:v>0.23989999999997735</c:v>
                </c:pt>
                <c:pt idx="506">
                  <c:v>0.24079999999997881</c:v>
                </c:pt>
                <c:pt idx="507">
                  <c:v>0.24160000000000537</c:v>
                </c:pt>
                <c:pt idx="508">
                  <c:v>0.24239999999997508</c:v>
                </c:pt>
                <c:pt idx="509">
                  <c:v>0.242999999999995</c:v>
                </c:pt>
                <c:pt idx="510">
                  <c:v>0.24360000000001492</c:v>
                </c:pt>
                <c:pt idx="511">
                  <c:v>0.24419999999997799</c:v>
                </c:pt>
                <c:pt idx="512">
                  <c:v>0.24469999999996617</c:v>
                </c:pt>
                <c:pt idx="513">
                  <c:v>0.24520000000001119</c:v>
                </c:pt>
                <c:pt idx="514">
                  <c:v>0.24569999999999936</c:v>
                </c:pt>
                <c:pt idx="515">
                  <c:v>0.24610000000001264</c:v>
                </c:pt>
                <c:pt idx="516">
                  <c:v>0.24649999999996908</c:v>
                </c:pt>
                <c:pt idx="517">
                  <c:v>0.24689999999998236</c:v>
                </c:pt>
                <c:pt idx="518">
                  <c:v>0.24719999999996389</c:v>
                </c:pt>
                <c:pt idx="519">
                  <c:v>0.24750000000000227</c:v>
                </c:pt>
                <c:pt idx="520">
                  <c:v>0.24779999999998381</c:v>
                </c:pt>
                <c:pt idx="521">
                  <c:v>0.24809999999996535</c:v>
                </c:pt>
                <c:pt idx="522">
                  <c:v>0.24840000000000373</c:v>
                </c:pt>
                <c:pt idx="523">
                  <c:v>0.24860000000001037</c:v>
                </c:pt>
                <c:pt idx="524">
                  <c:v>0.24889999999999191</c:v>
                </c:pt>
                <c:pt idx="525">
                  <c:v>0.24909999999999854</c:v>
                </c:pt>
                <c:pt idx="526">
                  <c:v>0.24930000000000518</c:v>
                </c:pt>
                <c:pt idx="527">
                  <c:v>0.24950000000001182</c:v>
                </c:pt>
                <c:pt idx="528">
                  <c:v>0.24959999999998672</c:v>
                </c:pt>
                <c:pt idx="529">
                  <c:v>0.24970000000001846</c:v>
                </c:pt>
                <c:pt idx="530">
                  <c:v>0.24930000000000518</c:v>
                </c:pt>
                <c:pt idx="531">
                  <c:v>0.24849999999997863</c:v>
                </c:pt>
                <c:pt idx="532">
                  <c:v>0.24750000000000227</c:v>
                </c:pt>
              </c:numCache>
            </c:numRef>
          </c:yVal>
          <c:smooth val="1"/>
          <c:extLst>
            <c:ext xmlns:c16="http://schemas.microsoft.com/office/drawing/2014/chart" uri="{C3380CC4-5D6E-409C-BE32-E72D297353CC}">
              <c16:uniqueId val="{00000006-4233-4E9D-9D6D-D06060CC9530}"/>
            </c:ext>
          </c:extLst>
        </c:ser>
        <c:ser>
          <c:idx val="7"/>
          <c:order val="7"/>
          <c:tx>
            <c:strRef>
              <c:f>PM50000_Temps_oc5l2_50000!$BBJ$1</c:f>
              <c:strCache>
                <c:ptCount val="1"/>
                <c:pt idx="0">
                  <c:v>TELE_PM_INTERIOR.8</c:v>
                </c:pt>
              </c:strCache>
            </c:strRef>
          </c:tx>
          <c:spPr>
            <a:ln w="19050" cap="rnd">
              <a:solidFill>
                <a:schemeClr val="accent2">
                  <a:lumMod val="60000"/>
                </a:schemeClr>
              </a:solidFill>
              <a:round/>
            </a:ln>
            <a:effectLst/>
          </c:spPr>
          <c:marker>
            <c:symbol val="circle"/>
            <c:size val="5"/>
            <c:spPr>
              <a:solidFill>
                <a:schemeClr val="accent2">
                  <a:lumMod val="60000"/>
                </a:schemeClr>
              </a:solidFill>
              <a:ln w="9525">
                <a:solidFill>
                  <a:schemeClr val="accent2">
                    <a:lumMod val="6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PM50000_Temps_oc5l2_50000!$BBJ$2:$BBJ$536</c:f>
              <c:numCache>
                <c:formatCode>General</c:formatCode>
                <c:ptCount val="533"/>
                <c:pt idx="0">
                  <c:v>0</c:v>
                </c:pt>
                <c:pt idx="1">
                  <c:v>1.0600000000010823E-2</c:v>
                </c:pt>
                <c:pt idx="2">
                  <c:v>2.9100000000028103E-2</c:v>
                </c:pt>
                <c:pt idx="3">
                  <c:v>4.83000000000402E-2</c:v>
                </c:pt>
                <c:pt idx="4">
                  <c:v>6.6200000000037562E-2</c:v>
                </c:pt>
                <c:pt idx="5">
                  <c:v>8.2300000000032014E-2</c:v>
                </c:pt>
                <c:pt idx="6">
                  <c:v>9.6400000000016917E-2</c:v>
                </c:pt>
                <c:pt idx="7">
                  <c:v>0.10890000000000555</c:v>
                </c:pt>
                <c:pt idx="8">
                  <c:v>0.12000000000000455</c:v>
                </c:pt>
                <c:pt idx="9">
                  <c:v>0.12970000000001392</c:v>
                </c:pt>
                <c:pt idx="10">
                  <c:v>0.13850000000002183</c:v>
                </c:pt>
                <c:pt idx="11">
                  <c:v>0.14629999999999654</c:v>
                </c:pt>
                <c:pt idx="12">
                  <c:v>0.15340000000003329</c:v>
                </c:pt>
                <c:pt idx="13">
                  <c:v>0.15980000000001837</c:v>
                </c:pt>
                <c:pt idx="14">
                  <c:v>0.16570000000001528</c:v>
                </c:pt>
                <c:pt idx="15">
                  <c:v>0.17099999999999227</c:v>
                </c:pt>
                <c:pt idx="16">
                  <c:v>0.17580000000003793</c:v>
                </c:pt>
                <c:pt idx="17">
                  <c:v>0.18020000000001346</c:v>
                </c:pt>
                <c:pt idx="18">
                  <c:v>0.18430000000000746</c:v>
                </c:pt>
                <c:pt idx="19">
                  <c:v>0.18800000000004502</c:v>
                </c:pt>
                <c:pt idx="20">
                  <c:v>0.19130000000001246</c:v>
                </c:pt>
                <c:pt idx="21">
                  <c:v>0.1944000000000301</c:v>
                </c:pt>
                <c:pt idx="22">
                  <c:v>0.19730000000004111</c:v>
                </c:pt>
                <c:pt idx="23">
                  <c:v>0.19980000000003884</c:v>
                </c:pt>
                <c:pt idx="24">
                  <c:v>0.20220000000000482</c:v>
                </c:pt>
                <c:pt idx="25">
                  <c:v>0.20440000000002101</c:v>
                </c:pt>
                <c:pt idx="26">
                  <c:v>0.20650000000000546</c:v>
                </c:pt>
                <c:pt idx="27">
                  <c:v>0.20910000000003492</c:v>
                </c:pt>
                <c:pt idx="28">
                  <c:v>0.21210000000002083</c:v>
                </c:pt>
                <c:pt idx="29">
                  <c:v>0.21510000000000673</c:v>
                </c:pt>
                <c:pt idx="30">
                  <c:v>0.21800000000001774</c:v>
                </c:pt>
                <c:pt idx="31">
                  <c:v>0.2206000000000472</c:v>
                </c:pt>
                <c:pt idx="32">
                  <c:v>0.22290000000003829</c:v>
                </c:pt>
                <c:pt idx="33">
                  <c:v>0.22500000000002274</c:v>
                </c:pt>
                <c:pt idx="34">
                  <c:v>0.22700000000003229</c:v>
                </c:pt>
                <c:pt idx="35">
                  <c:v>0.22870000000000346</c:v>
                </c:pt>
                <c:pt idx="36">
                  <c:v>0.23040000000003147</c:v>
                </c:pt>
                <c:pt idx="37">
                  <c:v>0.2318000000000211</c:v>
                </c:pt>
                <c:pt idx="38">
                  <c:v>0.23320000000001073</c:v>
                </c:pt>
                <c:pt idx="39">
                  <c:v>0.23450000000002547</c:v>
                </c:pt>
                <c:pt idx="40">
                  <c:v>0.23560000000003356</c:v>
                </c:pt>
                <c:pt idx="41">
                  <c:v>0.23670000000004165</c:v>
                </c:pt>
                <c:pt idx="42">
                  <c:v>0.23770000000001801</c:v>
                </c:pt>
                <c:pt idx="43">
                  <c:v>0.23860000000001946</c:v>
                </c:pt>
                <c:pt idx="44">
                  <c:v>0.23940000000004602</c:v>
                </c:pt>
                <c:pt idx="45">
                  <c:v>0.24020000000001573</c:v>
                </c:pt>
                <c:pt idx="46">
                  <c:v>0.24100000000004229</c:v>
                </c:pt>
                <c:pt idx="47">
                  <c:v>0.24160000000000537</c:v>
                </c:pt>
                <c:pt idx="48">
                  <c:v>0.24230000000000018</c:v>
                </c:pt>
                <c:pt idx="49">
                  <c:v>0.2428000000000452</c:v>
                </c:pt>
                <c:pt idx="50">
                  <c:v>0.24340000000000828</c:v>
                </c:pt>
                <c:pt idx="51">
                  <c:v>0.24389999999999645</c:v>
                </c:pt>
                <c:pt idx="52">
                  <c:v>0.24430000000000973</c:v>
                </c:pt>
                <c:pt idx="53">
                  <c:v>0.24479999999999791</c:v>
                </c:pt>
                <c:pt idx="54">
                  <c:v>0.24520000000001119</c:v>
                </c:pt>
                <c:pt idx="55">
                  <c:v>0.24549999999999272</c:v>
                </c:pt>
                <c:pt idx="56">
                  <c:v>0.245900000000006</c:v>
                </c:pt>
                <c:pt idx="57">
                  <c:v>0.245900000000006</c:v>
                </c:pt>
                <c:pt idx="58">
                  <c:v>0.24530000000004293</c:v>
                </c:pt>
                <c:pt idx="59">
                  <c:v>0.24440000000004147</c:v>
                </c:pt>
                <c:pt idx="60">
                  <c:v>0.24360000000001492</c:v>
                </c:pt>
                <c:pt idx="61">
                  <c:v>0.2428000000000452</c:v>
                </c:pt>
                <c:pt idx="62">
                  <c:v>0.24200000000001864</c:v>
                </c:pt>
                <c:pt idx="63">
                  <c:v>0.24139999999999873</c:v>
                </c:pt>
                <c:pt idx="64">
                  <c:v>0.24090000000001055</c:v>
                </c:pt>
                <c:pt idx="65">
                  <c:v>0.24040000000002237</c:v>
                </c:pt>
                <c:pt idx="66">
                  <c:v>0.2399000000000342</c:v>
                </c:pt>
                <c:pt idx="67">
                  <c:v>0.23950000000002092</c:v>
                </c:pt>
                <c:pt idx="68">
                  <c:v>0.23920000000003938</c:v>
                </c:pt>
                <c:pt idx="69">
                  <c:v>0.238900000000001</c:v>
                </c:pt>
                <c:pt idx="70">
                  <c:v>0.23860000000001946</c:v>
                </c:pt>
                <c:pt idx="71">
                  <c:v>0.23830000000003793</c:v>
                </c:pt>
                <c:pt idx="72">
                  <c:v>0.23810000000003129</c:v>
                </c:pt>
                <c:pt idx="73">
                  <c:v>0.23779999999999291</c:v>
                </c:pt>
                <c:pt idx="74">
                  <c:v>0.23760000000004311</c:v>
                </c:pt>
                <c:pt idx="75">
                  <c:v>0.23740000000003647</c:v>
                </c:pt>
                <c:pt idx="76">
                  <c:v>0.23730000000000473</c:v>
                </c:pt>
                <c:pt idx="77">
                  <c:v>0.23709999999999809</c:v>
                </c:pt>
                <c:pt idx="78">
                  <c:v>0.23689999999999145</c:v>
                </c:pt>
                <c:pt idx="79">
                  <c:v>0.23680000000001655</c:v>
                </c:pt>
                <c:pt idx="80">
                  <c:v>0.23670000000004165</c:v>
                </c:pt>
                <c:pt idx="81">
                  <c:v>0.23660000000000991</c:v>
                </c:pt>
                <c:pt idx="82">
                  <c:v>0.23640000000000327</c:v>
                </c:pt>
                <c:pt idx="83">
                  <c:v>0.23630000000002838</c:v>
                </c:pt>
                <c:pt idx="84">
                  <c:v>0.23630000000002838</c:v>
                </c:pt>
                <c:pt idx="85">
                  <c:v>0.23619999999999663</c:v>
                </c:pt>
                <c:pt idx="86">
                  <c:v>0.23610000000002174</c:v>
                </c:pt>
                <c:pt idx="87">
                  <c:v>0.23600000000004684</c:v>
                </c:pt>
                <c:pt idx="88">
                  <c:v>0.2359000000000151</c:v>
                </c:pt>
                <c:pt idx="89">
                  <c:v>0.2359000000000151</c:v>
                </c:pt>
                <c:pt idx="90">
                  <c:v>0.2358000000000402</c:v>
                </c:pt>
                <c:pt idx="91">
                  <c:v>0.2358000000000402</c:v>
                </c:pt>
                <c:pt idx="92">
                  <c:v>0.23570000000000846</c:v>
                </c:pt>
                <c:pt idx="93">
                  <c:v>0.23570000000000846</c:v>
                </c:pt>
                <c:pt idx="94">
                  <c:v>0.23560000000003356</c:v>
                </c:pt>
                <c:pt idx="95">
                  <c:v>0.23560000000003356</c:v>
                </c:pt>
                <c:pt idx="96">
                  <c:v>0.23560000000003356</c:v>
                </c:pt>
                <c:pt idx="97">
                  <c:v>0.23550000000000182</c:v>
                </c:pt>
                <c:pt idx="98">
                  <c:v>0.23550000000000182</c:v>
                </c:pt>
                <c:pt idx="99">
                  <c:v>0.23550000000000182</c:v>
                </c:pt>
                <c:pt idx="100">
                  <c:v>0.23540000000002692</c:v>
                </c:pt>
                <c:pt idx="101">
                  <c:v>0.23540000000002692</c:v>
                </c:pt>
                <c:pt idx="102">
                  <c:v>0.23540000000002692</c:v>
                </c:pt>
                <c:pt idx="103">
                  <c:v>0.23540000000002692</c:v>
                </c:pt>
                <c:pt idx="104">
                  <c:v>0.23529999999999518</c:v>
                </c:pt>
                <c:pt idx="105">
                  <c:v>0.23529999999999518</c:v>
                </c:pt>
                <c:pt idx="106">
                  <c:v>0.23529999999999518</c:v>
                </c:pt>
                <c:pt idx="107">
                  <c:v>0.23529999999999518</c:v>
                </c:pt>
                <c:pt idx="108">
                  <c:v>0.23529999999999518</c:v>
                </c:pt>
                <c:pt idx="109">
                  <c:v>0.23540000000002692</c:v>
                </c:pt>
                <c:pt idx="110">
                  <c:v>0.23550000000000182</c:v>
                </c:pt>
                <c:pt idx="111">
                  <c:v>0.23550000000000182</c:v>
                </c:pt>
                <c:pt idx="112">
                  <c:v>0.23560000000003356</c:v>
                </c:pt>
                <c:pt idx="113">
                  <c:v>0.23570000000000846</c:v>
                </c:pt>
                <c:pt idx="114">
                  <c:v>0.23570000000000846</c:v>
                </c:pt>
                <c:pt idx="115">
                  <c:v>0.2358000000000402</c:v>
                </c:pt>
                <c:pt idx="116">
                  <c:v>0.2358000000000402</c:v>
                </c:pt>
                <c:pt idx="117">
                  <c:v>0.2359000000000151</c:v>
                </c:pt>
                <c:pt idx="118">
                  <c:v>0.2359000000000151</c:v>
                </c:pt>
                <c:pt idx="119">
                  <c:v>0.23600000000004684</c:v>
                </c:pt>
                <c:pt idx="120">
                  <c:v>0.23600000000004684</c:v>
                </c:pt>
                <c:pt idx="121">
                  <c:v>0.23610000000002174</c:v>
                </c:pt>
                <c:pt idx="122">
                  <c:v>0.23610000000002174</c:v>
                </c:pt>
                <c:pt idx="123">
                  <c:v>0.23610000000002174</c:v>
                </c:pt>
                <c:pt idx="124">
                  <c:v>0.23619999999999663</c:v>
                </c:pt>
                <c:pt idx="125">
                  <c:v>0.23619999999999663</c:v>
                </c:pt>
                <c:pt idx="126">
                  <c:v>0.23619999999999663</c:v>
                </c:pt>
                <c:pt idx="127">
                  <c:v>0.23630000000002838</c:v>
                </c:pt>
                <c:pt idx="128">
                  <c:v>0.23630000000002838</c:v>
                </c:pt>
                <c:pt idx="129">
                  <c:v>0.23630000000002838</c:v>
                </c:pt>
                <c:pt idx="130">
                  <c:v>0.23640000000000327</c:v>
                </c:pt>
                <c:pt idx="131">
                  <c:v>0.23640000000000327</c:v>
                </c:pt>
                <c:pt idx="132">
                  <c:v>0.23640000000000327</c:v>
                </c:pt>
                <c:pt idx="133">
                  <c:v>0.23640000000000327</c:v>
                </c:pt>
                <c:pt idx="134">
                  <c:v>0.23640000000000327</c:v>
                </c:pt>
                <c:pt idx="135">
                  <c:v>0.23650000000003502</c:v>
                </c:pt>
                <c:pt idx="136">
                  <c:v>0.23650000000003502</c:v>
                </c:pt>
                <c:pt idx="137">
                  <c:v>0.23650000000003502</c:v>
                </c:pt>
                <c:pt idx="138">
                  <c:v>0.23650000000003502</c:v>
                </c:pt>
                <c:pt idx="139">
                  <c:v>0.23650000000003502</c:v>
                </c:pt>
                <c:pt idx="140">
                  <c:v>0.23660000000000991</c:v>
                </c:pt>
                <c:pt idx="141">
                  <c:v>0.23660000000000991</c:v>
                </c:pt>
                <c:pt idx="142">
                  <c:v>0.23660000000000991</c:v>
                </c:pt>
                <c:pt idx="143">
                  <c:v>0.23660000000000991</c:v>
                </c:pt>
                <c:pt idx="144">
                  <c:v>0.23660000000000991</c:v>
                </c:pt>
                <c:pt idx="145">
                  <c:v>0.23660000000000991</c:v>
                </c:pt>
                <c:pt idx="146">
                  <c:v>0.23660000000000991</c:v>
                </c:pt>
                <c:pt idx="147">
                  <c:v>0.23660000000000991</c:v>
                </c:pt>
                <c:pt idx="148">
                  <c:v>0.23660000000000991</c:v>
                </c:pt>
                <c:pt idx="149">
                  <c:v>0.23660000000000991</c:v>
                </c:pt>
                <c:pt idx="150">
                  <c:v>0.23670000000004165</c:v>
                </c:pt>
                <c:pt idx="151">
                  <c:v>0.23670000000004165</c:v>
                </c:pt>
                <c:pt idx="152">
                  <c:v>0.23670000000004165</c:v>
                </c:pt>
                <c:pt idx="153">
                  <c:v>0.23670000000004165</c:v>
                </c:pt>
                <c:pt idx="154">
                  <c:v>0.23670000000004165</c:v>
                </c:pt>
                <c:pt idx="155">
                  <c:v>0.23670000000004165</c:v>
                </c:pt>
                <c:pt idx="156">
                  <c:v>0.23670000000004165</c:v>
                </c:pt>
                <c:pt idx="157">
                  <c:v>0.23670000000004165</c:v>
                </c:pt>
                <c:pt idx="158">
                  <c:v>0.23660000000000991</c:v>
                </c:pt>
                <c:pt idx="159">
                  <c:v>0.23619999999999663</c:v>
                </c:pt>
                <c:pt idx="160">
                  <c:v>0.23570000000000846</c:v>
                </c:pt>
                <c:pt idx="161">
                  <c:v>0.23520000000002028</c:v>
                </c:pt>
                <c:pt idx="162">
                  <c:v>0.234800000000007</c:v>
                </c:pt>
                <c:pt idx="163">
                  <c:v>0.23439999999999372</c:v>
                </c:pt>
                <c:pt idx="164">
                  <c:v>0.23400000000003729</c:v>
                </c:pt>
                <c:pt idx="165">
                  <c:v>0.23360000000002401</c:v>
                </c:pt>
                <c:pt idx="166">
                  <c:v>0.23330000000004247</c:v>
                </c:pt>
                <c:pt idx="167">
                  <c:v>0.23300000000000409</c:v>
                </c:pt>
                <c:pt idx="168">
                  <c:v>0.23270000000002256</c:v>
                </c:pt>
                <c:pt idx="169">
                  <c:v>0.23250000000001592</c:v>
                </c:pt>
                <c:pt idx="170">
                  <c:v>0.23220000000003438</c:v>
                </c:pt>
                <c:pt idx="171">
                  <c:v>0.23200000000002774</c:v>
                </c:pt>
                <c:pt idx="172">
                  <c:v>0.2318000000000211</c:v>
                </c:pt>
                <c:pt idx="173">
                  <c:v>0.23150000000003956</c:v>
                </c:pt>
                <c:pt idx="174">
                  <c:v>0.23130000000003292</c:v>
                </c:pt>
                <c:pt idx="175">
                  <c:v>0.23120000000000118</c:v>
                </c:pt>
                <c:pt idx="176">
                  <c:v>0.23099999999999454</c:v>
                </c:pt>
                <c:pt idx="177">
                  <c:v>0.23080000000004475</c:v>
                </c:pt>
                <c:pt idx="178">
                  <c:v>0.23060000000003811</c:v>
                </c:pt>
                <c:pt idx="179">
                  <c:v>0.23050000000000637</c:v>
                </c:pt>
                <c:pt idx="180">
                  <c:v>0.23029999999999973</c:v>
                </c:pt>
                <c:pt idx="181">
                  <c:v>0.23020000000002483</c:v>
                </c:pt>
                <c:pt idx="182">
                  <c:v>0.23009999999999309</c:v>
                </c:pt>
                <c:pt idx="183">
                  <c:v>0.23009999999999309</c:v>
                </c:pt>
                <c:pt idx="184">
                  <c:v>0.23090000000001965</c:v>
                </c:pt>
                <c:pt idx="185">
                  <c:v>0.23230000000000928</c:v>
                </c:pt>
                <c:pt idx="186">
                  <c:v>0.23369999999999891</c:v>
                </c:pt>
                <c:pt idx="187">
                  <c:v>0.23500000000001364</c:v>
                </c:pt>
                <c:pt idx="188">
                  <c:v>0.23619999999999663</c:v>
                </c:pt>
                <c:pt idx="189">
                  <c:v>0.23730000000000473</c:v>
                </c:pt>
                <c:pt idx="190">
                  <c:v>0.23820000000000618</c:v>
                </c:pt>
                <c:pt idx="191">
                  <c:v>0.23910000000000764</c:v>
                </c:pt>
                <c:pt idx="192">
                  <c:v>0.2399000000000342</c:v>
                </c:pt>
                <c:pt idx="193">
                  <c:v>0.24060000000002901</c:v>
                </c:pt>
                <c:pt idx="194">
                  <c:v>0.24130000000002383</c:v>
                </c:pt>
                <c:pt idx="195">
                  <c:v>0.24190000000004375</c:v>
                </c:pt>
                <c:pt idx="196">
                  <c:v>0.24240000000003192</c:v>
                </c:pt>
                <c:pt idx="197">
                  <c:v>0.2429000000000201</c:v>
                </c:pt>
                <c:pt idx="198">
                  <c:v>0.24340000000000828</c:v>
                </c:pt>
                <c:pt idx="199">
                  <c:v>0.24389999999999645</c:v>
                </c:pt>
                <c:pt idx="200">
                  <c:v>0.24430000000000973</c:v>
                </c:pt>
                <c:pt idx="201">
                  <c:v>0.24470000000002301</c:v>
                </c:pt>
                <c:pt idx="202">
                  <c:v>0.24510000000003629</c:v>
                </c:pt>
                <c:pt idx="203">
                  <c:v>0.24540000000001783</c:v>
                </c:pt>
                <c:pt idx="204">
                  <c:v>0.24569999999999936</c:v>
                </c:pt>
                <c:pt idx="205">
                  <c:v>0.24600000000003774</c:v>
                </c:pt>
                <c:pt idx="206">
                  <c:v>0.24630000000001928</c:v>
                </c:pt>
                <c:pt idx="207">
                  <c:v>0.24660000000000082</c:v>
                </c:pt>
                <c:pt idx="208">
                  <c:v>0.24680000000000746</c:v>
                </c:pt>
                <c:pt idx="209">
                  <c:v>0.24710000000004584</c:v>
                </c:pt>
                <c:pt idx="210">
                  <c:v>0.24729999999999563</c:v>
                </c:pt>
                <c:pt idx="211">
                  <c:v>0.24750000000000227</c:v>
                </c:pt>
                <c:pt idx="212">
                  <c:v>0.24770000000000891</c:v>
                </c:pt>
                <c:pt idx="213">
                  <c:v>0.24780000000004065</c:v>
                </c:pt>
                <c:pt idx="214">
                  <c:v>0.24760000000003402</c:v>
                </c:pt>
                <c:pt idx="215">
                  <c:v>0.24680000000000746</c:v>
                </c:pt>
                <c:pt idx="216">
                  <c:v>0.245900000000006</c:v>
                </c:pt>
                <c:pt idx="217">
                  <c:v>0.24490000000002965</c:v>
                </c:pt>
                <c:pt idx="218">
                  <c:v>0.24389999999999645</c:v>
                </c:pt>
                <c:pt idx="219">
                  <c:v>0.24310000000002674</c:v>
                </c:pt>
                <c:pt idx="220">
                  <c:v>0.24240000000003192</c:v>
                </c:pt>
                <c:pt idx="221">
                  <c:v>0.24180000000001201</c:v>
                </c:pt>
                <c:pt idx="222">
                  <c:v>0.24130000000002383</c:v>
                </c:pt>
                <c:pt idx="223">
                  <c:v>0.24080000000003565</c:v>
                </c:pt>
                <c:pt idx="224">
                  <c:v>0.24029999999999063</c:v>
                </c:pt>
                <c:pt idx="225">
                  <c:v>0.2399000000000342</c:v>
                </c:pt>
                <c:pt idx="226">
                  <c:v>0.23950000000002092</c:v>
                </c:pt>
                <c:pt idx="227">
                  <c:v>0.23920000000003938</c:v>
                </c:pt>
                <c:pt idx="228">
                  <c:v>0.238900000000001</c:v>
                </c:pt>
                <c:pt idx="229">
                  <c:v>0.23860000000001946</c:v>
                </c:pt>
                <c:pt idx="230">
                  <c:v>0.23830000000003793</c:v>
                </c:pt>
                <c:pt idx="231">
                  <c:v>0.23810000000003129</c:v>
                </c:pt>
                <c:pt idx="232">
                  <c:v>0.23790000000002465</c:v>
                </c:pt>
                <c:pt idx="233">
                  <c:v>0.23760000000004311</c:v>
                </c:pt>
                <c:pt idx="234">
                  <c:v>0.23750000000001137</c:v>
                </c:pt>
                <c:pt idx="235">
                  <c:v>0.23730000000000473</c:v>
                </c:pt>
                <c:pt idx="236">
                  <c:v>0.23709999999999809</c:v>
                </c:pt>
                <c:pt idx="237">
                  <c:v>0.23700000000002319</c:v>
                </c:pt>
                <c:pt idx="238">
                  <c:v>0.23680000000001655</c:v>
                </c:pt>
                <c:pt idx="239">
                  <c:v>0.23670000000004165</c:v>
                </c:pt>
                <c:pt idx="240">
                  <c:v>0.23660000000000991</c:v>
                </c:pt>
                <c:pt idx="241">
                  <c:v>0.23650000000003502</c:v>
                </c:pt>
                <c:pt idx="242">
                  <c:v>0.23640000000000327</c:v>
                </c:pt>
                <c:pt idx="243">
                  <c:v>0.23630000000002838</c:v>
                </c:pt>
                <c:pt idx="244">
                  <c:v>0.23619999999999663</c:v>
                </c:pt>
                <c:pt idx="245">
                  <c:v>0.23610000000002174</c:v>
                </c:pt>
                <c:pt idx="246">
                  <c:v>0.23600000000004684</c:v>
                </c:pt>
                <c:pt idx="247">
                  <c:v>0.23600000000004684</c:v>
                </c:pt>
                <c:pt idx="248">
                  <c:v>0.2359000000000151</c:v>
                </c:pt>
                <c:pt idx="249">
                  <c:v>0.2358000000000402</c:v>
                </c:pt>
                <c:pt idx="250">
                  <c:v>0.2358000000000402</c:v>
                </c:pt>
                <c:pt idx="251">
                  <c:v>0.23570000000000846</c:v>
                </c:pt>
                <c:pt idx="252">
                  <c:v>0.23570000000000846</c:v>
                </c:pt>
                <c:pt idx="253">
                  <c:v>0.23560000000003356</c:v>
                </c:pt>
                <c:pt idx="254">
                  <c:v>0.23560000000003356</c:v>
                </c:pt>
                <c:pt idx="255">
                  <c:v>0.23560000000003356</c:v>
                </c:pt>
                <c:pt idx="256">
                  <c:v>0.23550000000000182</c:v>
                </c:pt>
                <c:pt idx="257">
                  <c:v>0.23550000000000182</c:v>
                </c:pt>
                <c:pt idx="258">
                  <c:v>0.23550000000000182</c:v>
                </c:pt>
                <c:pt idx="259">
                  <c:v>0.23540000000002692</c:v>
                </c:pt>
                <c:pt idx="260">
                  <c:v>0.23540000000002692</c:v>
                </c:pt>
                <c:pt idx="261">
                  <c:v>0.23540000000002692</c:v>
                </c:pt>
                <c:pt idx="262">
                  <c:v>0.23540000000002692</c:v>
                </c:pt>
                <c:pt idx="263">
                  <c:v>0.23540000000002692</c:v>
                </c:pt>
                <c:pt idx="264">
                  <c:v>0.23529999999999518</c:v>
                </c:pt>
                <c:pt idx="265">
                  <c:v>0.23540000000002692</c:v>
                </c:pt>
                <c:pt idx="266">
                  <c:v>0.23550000000000182</c:v>
                </c:pt>
                <c:pt idx="267">
                  <c:v>0.23550000000000182</c:v>
                </c:pt>
                <c:pt idx="268">
                  <c:v>0.23560000000003356</c:v>
                </c:pt>
                <c:pt idx="269">
                  <c:v>0.23570000000000846</c:v>
                </c:pt>
                <c:pt idx="270">
                  <c:v>0.23570000000000846</c:v>
                </c:pt>
                <c:pt idx="271">
                  <c:v>0.2358000000000402</c:v>
                </c:pt>
                <c:pt idx="272">
                  <c:v>0.2358000000000402</c:v>
                </c:pt>
                <c:pt idx="273">
                  <c:v>0.2359000000000151</c:v>
                </c:pt>
                <c:pt idx="274">
                  <c:v>0.2359000000000151</c:v>
                </c:pt>
                <c:pt idx="275">
                  <c:v>0.23600000000004684</c:v>
                </c:pt>
                <c:pt idx="276">
                  <c:v>0.23600000000004684</c:v>
                </c:pt>
                <c:pt idx="277">
                  <c:v>0.23610000000002174</c:v>
                </c:pt>
                <c:pt idx="278">
                  <c:v>0.23610000000002174</c:v>
                </c:pt>
                <c:pt idx="279">
                  <c:v>0.23610000000002174</c:v>
                </c:pt>
                <c:pt idx="280">
                  <c:v>0.23619999999999663</c:v>
                </c:pt>
                <c:pt idx="281">
                  <c:v>0.23619999999999663</c:v>
                </c:pt>
                <c:pt idx="282">
                  <c:v>0.23619999999999663</c:v>
                </c:pt>
                <c:pt idx="283">
                  <c:v>0.23630000000002838</c:v>
                </c:pt>
                <c:pt idx="284">
                  <c:v>0.23630000000002838</c:v>
                </c:pt>
                <c:pt idx="285">
                  <c:v>0.23630000000002838</c:v>
                </c:pt>
                <c:pt idx="286">
                  <c:v>0.23630000000002838</c:v>
                </c:pt>
                <c:pt idx="287">
                  <c:v>0.23640000000000327</c:v>
                </c:pt>
                <c:pt idx="288">
                  <c:v>0.23640000000000327</c:v>
                </c:pt>
                <c:pt idx="289">
                  <c:v>0.23640000000000327</c:v>
                </c:pt>
                <c:pt idx="290">
                  <c:v>0.23640000000000327</c:v>
                </c:pt>
                <c:pt idx="291">
                  <c:v>0.23650000000003502</c:v>
                </c:pt>
                <c:pt idx="292">
                  <c:v>0.23650000000003502</c:v>
                </c:pt>
                <c:pt idx="293">
                  <c:v>0.23650000000003502</c:v>
                </c:pt>
                <c:pt idx="294">
                  <c:v>0.23650000000003502</c:v>
                </c:pt>
                <c:pt idx="295">
                  <c:v>0.23650000000003502</c:v>
                </c:pt>
                <c:pt idx="296">
                  <c:v>0.23650000000003502</c:v>
                </c:pt>
                <c:pt idx="297">
                  <c:v>0.23660000000000991</c:v>
                </c:pt>
                <c:pt idx="298">
                  <c:v>0.23660000000000991</c:v>
                </c:pt>
                <c:pt idx="299">
                  <c:v>0.23660000000000991</c:v>
                </c:pt>
                <c:pt idx="300">
                  <c:v>0.23660000000000991</c:v>
                </c:pt>
                <c:pt idx="301">
                  <c:v>0.23660000000000991</c:v>
                </c:pt>
                <c:pt idx="302">
                  <c:v>0.23660000000000991</c:v>
                </c:pt>
                <c:pt idx="303">
                  <c:v>0.23660000000000991</c:v>
                </c:pt>
                <c:pt idx="304">
                  <c:v>0.23660000000000991</c:v>
                </c:pt>
                <c:pt idx="305">
                  <c:v>0.23670000000004165</c:v>
                </c:pt>
                <c:pt idx="306">
                  <c:v>0.23670000000004165</c:v>
                </c:pt>
                <c:pt idx="307">
                  <c:v>0.23670000000004165</c:v>
                </c:pt>
                <c:pt idx="308">
                  <c:v>0.23670000000004165</c:v>
                </c:pt>
                <c:pt idx="309">
                  <c:v>0.23670000000004165</c:v>
                </c:pt>
                <c:pt idx="310">
                  <c:v>0.23670000000004165</c:v>
                </c:pt>
                <c:pt idx="311">
                  <c:v>0.23670000000004165</c:v>
                </c:pt>
                <c:pt idx="312">
                  <c:v>0.23670000000004165</c:v>
                </c:pt>
                <c:pt idx="313">
                  <c:v>0.23670000000004165</c:v>
                </c:pt>
                <c:pt idx="314">
                  <c:v>0.23670000000004165</c:v>
                </c:pt>
                <c:pt idx="315">
                  <c:v>0.23650000000003502</c:v>
                </c:pt>
                <c:pt idx="316">
                  <c:v>0.23610000000002174</c:v>
                </c:pt>
                <c:pt idx="317">
                  <c:v>0.23570000000000846</c:v>
                </c:pt>
                <c:pt idx="318">
                  <c:v>0.23520000000002028</c:v>
                </c:pt>
                <c:pt idx="319">
                  <c:v>0.23470000000003211</c:v>
                </c:pt>
                <c:pt idx="320">
                  <c:v>0.23430000000001883</c:v>
                </c:pt>
                <c:pt idx="321">
                  <c:v>0.23390000000000555</c:v>
                </c:pt>
                <c:pt idx="322">
                  <c:v>0.23360000000002401</c:v>
                </c:pt>
                <c:pt idx="323">
                  <c:v>0.23330000000004247</c:v>
                </c:pt>
                <c:pt idx="324">
                  <c:v>0.23300000000000409</c:v>
                </c:pt>
                <c:pt idx="325">
                  <c:v>0.23270000000002256</c:v>
                </c:pt>
                <c:pt idx="326">
                  <c:v>0.23240000000004102</c:v>
                </c:pt>
                <c:pt idx="327">
                  <c:v>0.23220000000003438</c:v>
                </c:pt>
                <c:pt idx="328">
                  <c:v>0.23200000000002774</c:v>
                </c:pt>
                <c:pt idx="329">
                  <c:v>0.2317000000000462</c:v>
                </c:pt>
                <c:pt idx="330">
                  <c:v>0.23150000000003956</c:v>
                </c:pt>
                <c:pt idx="331">
                  <c:v>0.23130000000003292</c:v>
                </c:pt>
                <c:pt idx="332">
                  <c:v>0.23110000000002628</c:v>
                </c:pt>
                <c:pt idx="333">
                  <c:v>0.23099999999999454</c:v>
                </c:pt>
                <c:pt idx="334">
                  <c:v>0.23080000000004475</c:v>
                </c:pt>
                <c:pt idx="335">
                  <c:v>0.23060000000003811</c:v>
                </c:pt>
                <c:pt idx="336">
                  <c:v>0.23050000000000637</c:v>
                </c:pt>
                <c:pt idx="337">
                  <c:v>0.23029999999999973</c:v>
                </c:pt>
                <c:pt idx="338">
                  <c:v>0.23020000000002483</c:v>
                </c:pt>
                <c:pt idx="339">
                  <c:v>0.23009999999999309</c:v>
                </c:pt>
                <c:pt idx="340">
                  <c:v>0.23020000000002483</c:v>
                </c:pt>
                <c:pt idx="341">
                  <c:v>0.23110000000002628</c:v>
                </c:pt>
                <c:pt idx="342">
                  <c:v>0.23240000000004102</c:v>
                </c:pt>
                <c:pt idx="343">
                  <c:v>0.23380000000003065</c:v>
                </c:pt>
                <c:pt idx="344">
                  <c:v>0.23520000000002028</c:v>
                </c:pt>
                <c:pt idx="345">
                  <c:v>0.23640000000000327</c:v>
                </c:pt>
                <c:pt idx="346">
                  <c:v>0.23740000000003647</c:v>
                </c:pt>
                <c:pt idx="347">
                  <c:v>0.23840000000001282</c:v>
                </c:pt>
                <c:pt idx="348">
                  <c:v>0.23920000000003938</c:v>
                </c:pt>
                <c:pt idx="349">
                  <c:v>0.24000000000000909</c:v>
                </c:pt>
                <c:pt idx="350">
                  <c:v>0.24070000000000391</c:v>
                </c:pt>
                <c:pt idx="351">
                  <c:v>0.24130000000002383</c:v>
                </c:pt>
                <c:pt idx="352">
                  <c:v>0.24190000000004375</c:v>
                </c:pt>
                <c:pt idx="353">
                  <c:v>0.24250000000000682</c:v>
                </c:pt>
                <c:pt idx="354">
                  <c:v>0.242999999999995</c:v>
                </c:pt>
                <c:pt idx="355">
                  <c:v>0.24350000000004002</c:v>
                </c:pt>
                <c:pt idx="356">
                  <c:v>0.24389999999999645</c:v>
                </c:pt>
                <c:pt idx="357">
                  <c:v>0.24440000000004147</c:v>
                </c:pt>
                <c:pt idx="358">
                  <c:v>0.24479999999999791</c:v>
                </c:pt>
                <c:pt idx="359">
                  <c:v>0.24510000000003629</c:v>
                </c:pt>
                <c:pt idx="360">
                  <c:v>0.24549999999999272</c:v>
                </c:pt>
                <c:pt idx="361">
                  <c:v>0.24549999999999272</c:v>
                </c:pt>
                <c:pt idx="362">
                  <c:v>0.2458000000000311</c:v>
                </c:pt>
                <c:pt idx="363">
                  <c:v>0.24610000000001264</c:v>
                </c:pt>
                <c:pt idx="364">
                  <c:v>0.24639999999999418</c:v>
                </c:pt>
                <c:pt idx="365">
                  <c:v>0.24660000000000082</c:v>
                </c:pt>
                <c:pt idx="366">
                  <c:v>0.2469000000000392</c:v>
                </c:pt>
                <c:pt idx="367">
                  <c:v>0.24710000000004584</c:v>
                </c:pt>
                <c:pt idx="368">
                  <c:v>0.24729999999999563</c:v>
                </c:pt>
                <c:pt idx="369">
                  <c:v>0.24750000000000227</c:v>
                </c:pt>
                <c:pt idx="370">
                  <c:v>0.24770000000000891</c:v>
                </c:pt>
                <c:pt idx="371">
                  <c:v>0.24780000000004065</c:v>
                </c:pt>
                <c:pt idx="372">
                  <c:v>0.24750000000000227</c:v>
                </c:pt>
                <c:pt idx="373">
                  <c:v>0.24670000000003256</c:v>
                </c:pt>
                <c:pt idx="374">
                  <c:v>0.24569999999999936</c:v>
                </c:pt>
                <c:pt idx="375">
                  <c:v>0.24470000000002301</c:v>
                </c:pt>
                <c:pt idx="376">
                  <c:v>0.24380000000002156</c:v>
                </c:pt>
                <c:pt idx="377">
                  <c:v>0.242999999999995</c:v>
                </c:pt>
                <c:pt idx="378">
                  <c:v>0.24230000000000018</c:v>
                </c:pt>
                <c:pt idx="379">
                  <c:v>0.24170000000003711</c:v>
                </c:pt>
                <c:pt idx="380">
                  <c:v>0.24119999999999209</c:v>
                </c:pt>
                <c:pt idx="381">
                  <c:v>0.24070000000000391</c:v>
                </c:pt>
                <c:pt idx="382">
                  <c:v>0.24020000000001573</c:v>
                </c:pt>
                <c:pt idx="383">
                  <c:v>0.23980000000000246</c:v>
                </c:pt>
                <c:pt idx="384">
                  <c:v>0.23950000000002092</c:v>
                </c:pt>
                <c:pt idx="385">
                  <c:v>0.23910000000000764</c:v>
                </c:pt>
                <c:pt idx="386">
                  <c:v>0.2388000000000261</c:v>
                </c:pt>
                <c:pt idx="387">
                  <c:v>0.23860000000001946</c:v>
                </c:pt>
                <c:pt idx="388">
                  <c:v>0.23830000000003793</c:v>
                </c:pt>
                <c:pt idx="389">
                  <c:v>0.23799999999999955</c:v>
                </c:pt>
                <c:pt idx="390">
                  <c:v>0.23779999999999291</c:v>
                </c:pt>
                <c:pt idx="391">
                  <c:v>0.23760000000004311</c:v>
                </c:pt>
                <c:pt idx="392">
                  <c:v>0.23740000000003647</c:v>
                </c:pt>
                <c:pt idx="393">
                  <c:v>0.23730000000000473</c:v>
                </c:pt>
                <c:pt idx="394">
                  <c:v>0.23709999999999809</c:v>
                </c:pt>
                <c:pt idx="395">
                  <c:v>0.23689999999999145</c:v>
                </c:pt>
                <c:pt idx="396">
                  <c:v>0.23680000000001655</c:v>
                </c:pt>
                <c:pt idx="397">
                  <c:v>0.23670000000004165</c:v>
                </c:pt>
                <c:pt idx="398">
                  <c:v>0.23660000000000991</c:v>
                </c:pt>
                <c:pt idx="399">
                  <c:v>0.23650000000003502</c:v>
                </c:pt>
                <c:pt idx="400">
                  <c:v>0.23640000000000327</c:v>
                </c:pt>
                <c:pt idx="401">
                  <c:v>0.23630000000002838</c:v>
                </c:pt>
                <c:pt idx="402">
                  <c:v>0.23619999999999663</c:v>
                </c:pt>
                <c:pt idx="403">
                  <c:v>0.23610000000002174</c:v>
                </c:pt>
                <c:pt idx="404">
                  <c:v>0.23600000000004684</c:v>
                </c:pt>
                <c:pt idx="405">
                  <c:v>0.23600000000004684</c:v>
                </c:pt>
                <c:pt idx="406">
                  <c:v>0.2359000000000151</c:v>
                </c:pt>
                <c:pt idx="407">
                  <c:v>0.2358000000000402</c:v>
                </c:pt>
                <c:pt idx="408">
                  <c:v>0.2358000000000402</c:v>
                </c:pt>
                <c:pt idx="409">
                  <c:v>0.23570000000000846</c:v>
                </c:pt>
                <c:pt idx="410">
                  <c:v>0.23570000000000846</c:v>
                </c:pt>
                <c:pt idx="411">
                  <c:v>0.23560000000003356</c:v>
                </c:pt>
                <c:pt idx="412">
                  <c:v>0.23560000000003356</c:v>
                </c:pt>
                <c:pt idx="413">
                  <c:v>0.23560000000003356</c:v>
                </c:pt>
                <c:pt idx="414">
                  <c:v>0.23550000000000182</c:v>
                </c:pt>
                <c:pt idx="415">
                  <c:v>0.23550000000000182</c:v>
                </c:pt>
                <c:pt idx="416">
                  <c:v>0.23550000000000182</c:v>
                </c:pt>
                <c:pt idx="417">
                  <c:v>0.23540000000002692</c:v>
                </c:pt>
                <c:pt idx="418">
                  <c:v>0.23540000000002692</c:v>
                </c:pt>
                <c:pt idx="419">
                  <c:v>0.23540000000002692</c:v>
                </c:pt>
                <c:pt idx="420">
                  <c:v>0.23540000000002692</c:v>
                </c:pt>
                <c:pt idx="421">
                  <c:v>0.23540000000002692</c:v>
                </c:pt>
                <c:pt idx="422">
                  <c:v>0.23529999999999518</c:v>
                </c:pt>
                <c:pt idx="423">
                  <c:v>0.23540000000002692</c:v>
                </c:pt>
                <c:pt idx="424">
                  <c:v>0.23550000000000182</c:v>
                </c:pt>
                <c:pt idx="425">
                  <c:v>0.23550000000000182</c:v>
                </c:pt>
                <c:pt idx="426">
                  <c:v>0.23560000000003356</c:v>
                </c:pt>
                <c:pt idx="427">
                  <c:v>0.23570000000000846</c:v>
                </c:pt>
                <c:pt idx="428">
                  <c:v>0.23570000000000846</c:v>
                </c:pt>
                <c:pt idx="429">
                  <c:v>0.2358000000000402</c:v>
                </c:pt>
                <c:pt idx="430">
                  <c:v>0.2358000000000402</c:v>
                </c:pt>
                <c:pt idx="431">
                  <c:v>0.2359000000000151</c:v>
                </c:pt>
                <c:pt idx="432">
                  <c:v>0.2359000000000151</c:v>
                </c:pt>
                <c:pt idx="433">
                  <c:v>0.23600000000004684</c:v>
                </c:pt>
                <c:pt idx="434">
                  <c:v>0.23600000000004684</c:v>
                </c:pt>
                <c:pt idx="435">
                  <c:v>0.23610000000002174</c:v>
                </c:pt>
                <c:pt idx="436">
                  <c:v>0.23610000000002174</c:v>
                </c:pt>
                <c:pt idx="437">
                  <c:v>0.23610000000002174</c:v>
                </c:pt>
                <c:pt idx="438">
                  <c:v>0.23619999999999663</c:v>
                </c:pt>
                <c:pt idx="439">
                  <c:v>0.23619999999999663</c:v>
                </c:pt>
                <c:pt idx="440">
                  <c:v>0.23619999999999663</c:v>
                </c:pt>
                <c:pt idx="441">
                  <c:v>0.23630000000002838</c:v>
                </c:pt>
                <c:pt idx="442">
                  <c:v>0.23630000000002838</c:v>
                </c:pt>
                <c:pt idx="443">
                  <c:v>0.23630000000002838</c:v>
                </c:pt>
                <c:pt idx="444">
                  <c:v>0.23640000000000327</c:v>
                </c:pt>
                <c:pt idx="445">
                  <c:v>0.23640000000000327</c:v>
                </c:pt>
                <c:pt idx="446">
                  <c:v>0.23640000000000327</c:v>
                </c:pt>
                <c:pt idx="447">
                  <c:v>0.23640000000000327</c:v>
                </c:pt>
                <c:pt idx="448">
                  <c:v>0.23640000000000327</c:v>
                </c:pt>
                <c:pt idx="449">
                  <c:v>0.23650000000003502</c:v>
                </c:pt>
                <c:pt idx="450">
                  <c:v>0.23650000000003502</c:v>
                </c:pt>
                <c:pt idx="451">
                  <c:v>0.23650000000003502</c:v>
                </c:pt>
                <c:pt idx="452">
                  <c:v>0.23650000000003502</c:v>
                </c:pt>
                <c:pt idx="453">
                  <c:v>0.23650000000003502</c:v>
                </c:pt>
                <c:pt idx="454">
                  <c:v>0.23650000000003502</c:v>
                </c:pt>
                <c:pt idx="455">
                  <c:v>0.23660000000000991</c:v>
                </c:pt>
                <c:pt idx="456">
                  <c:v>0.23660000000000991</c:v>
                </c:pt>
                <c:pt idx="457">
                  <c:v>0.23660000000000991</c:v>
                </c:pt>
                <c:pt idx="458">
                  <c:v>0.23660000000000991</c:v>
                </c:pt>
                <c:pt idx="459">
                  <c:v>0.23660000000000991</c:v>
                </c:pt>
                <c:pt idx="460">
                  <c:v>0.23660000000000991</c:v>
                </c:pt>
                <c:pt idx="461">
                  <c:v>0.23660000000000991</c:v>
                </c:pt>
                <c:pt idx="462">
                  <c:v>0.23660000000000991</c:v>
                </c:pt>
                <c:pt idx="463">
                  <c:v>0.23660000000000991</c:v>
                </c:pt>
                <c:pt idx="464">
                  <c:v>0.23670000000004165</c:v>
                </c:pt>
                <c:pt idx="465">
                  <c:v>0.23670000000004165</c:v>
                </c:pt>
                <c:pt idx="466">
                  <c:v>0.23670000000004165</c:v>
                </c:pt>
                <c:pt idx="467">
                  <c:v>0.23670000000004165</c:v>
                </c:pt>
                <c:pt idx="468">
                  <c:v>0.23670000000004165</c:v>
                </c:pt>
                <c:pt idx="469">
                  <c:v>0.23670000000004165</c:v>
                </c:pt>
                <c:pt idx="470">
                  <c:v>0.23670000000004165</c:v>
                </c:pt>
                <c:pt idx="471">
                  <c:v>0.23670000000004165</c:v>
                </c:pt>
                <c:pt idx="472">
                  <c:v>0.23670000000004165</c:v>
                </c:pt>
                <c:pt idx="473">
                  <c:v>0.23670000000004165</c:v>
                </c:pt>
                <c:pt idx="474">
                  <c:v>0.23650000000003502</c:v>
                </c:pt>
                <c:pt idx="475">
                  <c:v>0.23610000000002174</c:v>
                </c:pt>
                <c:pt idx="476">
                  <c:v>0.23560000000003356</c:v>
                </c:pt>
                <c:pt idx="477">
                  <c:v>0.23510000000004538</c:v>
                </c:pt>
                <c:pt idx="478">
                  <c:v>0.23470000000003211</c:v>
                </c:pt>
                <c:pt idx="479">
                  <c:v>0.23420000000004393</c:v>
                </c:pt>
                <c:pt idx="480">
                  <c:v>0.23390000000000555</c:v>
                </c:pt>
                <c:pt idx="481">
                  <c:v>0.23349999999999227</c:v>
                </c:pt>
                <c:pt idx="482">
                  <c:v>0.23320000000001073</c:v>
                </c:pt>
                <c:pt idx="483">
                  <c:v>0.23290000000002919</c:v>
                </c:pt>
                <c:pt idx="484">
                  <c:v>0.23259999999999081</c:v>
                </c:pt>
                <c:pt idx="485">
                  <c:v>0.23240000000004102</c:v>
                </c:pt>
                <c:pt idx="486">
                  <c:v>0.23210000000000264</c:v>
                </c:pt>
                <c:pt idx="487">
                  <c:v>0.231899999999996</c:v>
                </c:pt>
                <c:pt idx="488">
                  <c:v>0.2317000000000462</c:v>
                </c:pt>
                <c:pt idx="489">
                  <c:v>0.23150000000003956</c:v>
                </c:pt>
                <c:pt idx="490">
                  <c:v>0.23130000000003292</c:v>
                </c:pt>
                <c:pt idx="491">
                  <c:v>0.23110000000002628</c:v>
                </c:pt>
                <c:pt idx="492">
                  <c:v>0.23090000000001965</c:v>
                </c:pt>
                <c:pt idx="493">
                  <c:v>0.23080000000004475</c:v>
                </c:pt>
                <c:pt idx="494">
                  <c:v>0.23060000000003811</c:v>
                </c:pt>
                <c:pt idx="495">
                  <c:v>0.23050000000000637</c:v>
                </c:pt>
                <c:pt idx="496">
                  <c:v>0.23029999999999973</c:v>
                </c:pt>
                <c:pt idx="497">
                  <c:v>0.23020000000002483</c:v>
                </c:pt>
                <c:pt idx="498">
                  <c:v>0.23009999999999309</c:v>
                </c:pt>
                <c:pt idx="499">
                  <c:v>0.23029999999999973</c:v>
                </c:pt>
                <c:pt idx="500">
                  <c:v>0.23130000000003292</c:v>
                </c:pt>
                <c:pt idx="501">
                  <c:v>0.23270000000002256</c:v>
                </c:pt>
                <c:pt idx="502">
                  <c:v>0.23410000000001219</c:v>
                </c:pt>
                <c:pt idx="503">
                  <c:v>0.23540000000002692</c:v>
                </c:pt>
                <c:pt idx="504">
                  <c:v>0.23660000000000991</c:v>
                </c:pt>
                <c:pt idx="505">
                  <c:v>0.23760000000004311</c:v>
                </c:pt>
                <c:pt idx="506">
                  <c:v>0.23850000000004457</c:v>
                </c:pt>
                <c:pt idx="507">
                  <c:v>0.23940000000004602</c:v>
                </c:pt>
                <c:pt idx="508">
                  <c:v>0.24010000000004084</c:v>
                </c:pt>
                <c:pt idx="509">
                  <c:v>0.24080000000003565</c:v>
                </c:pt>
                <c:pt idx="510">
                  <c:v>0.24139999999999873</c:v>
                </c:pt>
                <c:pt idx="511">
                  <c:v>0.24200000000001864</c:v>
                </c:pt>
                <c:pt idx="512">
                  <c:v>0.24260000000003856</c:v>
                </c:pt>
                <c:pt idx="513">
                  <c:v>0.24310000000002674</c:v>
                </c:pt>
                <c:pt idx="514">
                  <c:v>0.24360000000001492</c:v>
                </c:pt>
                <c:pt idx="515">
                  <c:v>0.24400000000002819</c:v>
                </c:pt>
                <c:pt idx="516">
                  <c:v>0.24440000000004147</c:v>
                </c:pt>
                <c:pt idx="517">
                  <c:v>0.24479999999999791</c:v>
                </c:pt>
                <c:pt idx="518">
                  <c:v>0.24520000000001119</c:v>
                </c:pt>
                <c:pt idx="519">
                  <c:v>0.24549999999999272</c:v>
                </c:pt>
                <c:pt idx="520">
                  <c:v>0.2458000000000311</c:v>
                </c:pt>
                <c:pt idx="521">
                  <c:v>0.24610000000001264</c:v>
                </c:pt>
                <c:pt idx="522">
                  <c:v>0.24639999999999418</c:v>
                </c:pt>
                <c:pt idx="523">
                  <c:v>0.24670000000003256</c:v>
                </c:pt>
                <c:pt idx="524">
                  <c:v>0.2469000000000392</c:v>
                </c:pt>
                <c:pt idx="525">
                  <c:v>0.24710000000004584</c:v>
                </c:pt>
                <c:pt idx="526">
                  <c:v>0.24729999999999563</c:v>
                </c:pt>
                <c:pt idx="527">
                  <c:v>0.24750000000000227</c:v>
                </c:pt>
                <c:pt idx="528">
                  <c:v>0.24770000000000891</c:v>
                </c:pt>
                <c:pt idx="529">
                  <c:v>0.24780000000004065</c:v>
                </c:pt>
                <c:pt idx="530">
                  <c:v>0.24740000000002738</c:v>
                </c:pt>
                <c:pt idx="531">
                  <c:v>0.24660000000000082</c:v>
                </c:pt>
                <c:pt idx="532">
                  <c:v>0.24549999999999272</c:v>
                </c:pt>
              </c:numCache>
            </c:numRef>
          </c:yVal>
          <c:smooth val="1"/>
          <c:extLst>
            <c:ext xmlns:c16="http://schemas.microsoft.com/office/drawing/2014/chart" uri="{C3380CC4-5D6E-409C-BE32-E72D297353CC}">
              <c16:uniqueId val="{00000007-4233-4E9D-9D6D-D06060CC9530}"/>
            </c:ext>
          </c:extLst>
        </c:ser>
        <c:ser>
          <c:idx val="8"/>
          <c:order val="8"/>
          <c:tx>
            <c:strRef>
              <c:f>PM50000_Temps_oc5l2_50000!$BBK$1</c:f>
              <c:strCache>
                <c:ptCount val="1"/>
                <c:pt idx="0">
                  <c:v>TELE_PM_INTERIOR.9</c:v>
                </c:pt>
              </c:strCache>
            </c:strRef>
          </c:tx>
          <c:spPr>
            <a:ln w="19050" cap="rnd">
              <a:solidFill>
                <a:schemeClr val="accent3">
                  <a:lumMod val="60000"/>
                </a:schemeClr>
              </a:solidFill>
              <a:round/>
            </a:ln>
            <a:effectLst/>
          </c:spPr>
          <c:marker>
            <c:symbol val="circle"/>
            <c:size val="5"/>
            <c:spPr>
              <a:solidFill>
                <a:schemeClr val="accent3">
                  <a:lumMod val="60000"/>
                </a:schemeClr>
              </a:solidFill>
              <a:ln w="9525">
                <a:solidFill>
                  <a:schemeClr val="accent3">
                    <a:lumMod val="6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PM50000_Temps_oc5l2_50000!$BBK$2:$BBK$536</c:f>
              <c:numCache>
                <c:formatCode>General</c:formatCode>
                <c:ptCount val="533"/>
                <c:pt idx="0">
                  <c:v>0</c:v>
                </c:pt>
                <c:pt idx="1">
                  <c:v>1.3000000000033651E-2</c:v>
                </c:pt>
                <c:pt idx="2">
                  <c:v>3.4400000000005093E-2</c:v>
                </c:pt>
                <c:pt idx="3">
                  <c:v>5.5499999999994998E-2</c:v>
                </c:pt>
                <c:pt idx="4">
                  <c:v>7.4700000000007094E-2</c:v>
                </c:pt>
                <c:pt idx="5">
                  <c:v>9.1499999999996362E-2</c:v>
                </c:pt>
                <c:pt idx="6">
                  <c:v>0.10599999999999454</c:v>
                </c:pt>
                <c:pt idx="7">
                  <c:v>0.11869999999998981</c:v>
                </c:pt>
                <c:pt idx="8">
                  <c:v>0.12979999999998881</c:v>
                </c:pt>
                <c:pt idx="9">
                  <c:v>0.13949999999999818</c:v>
                </c:pt>
                <c:pt idx="10">
                  <c:v>0.1482000000000312</c:v>
                </c:pt>
                <c:pt idx="11">
                  <c:v>0.15590000000003101</c:v>
                </c:pt>
                <c:pt idx="12">
                  <c:v>0.16290000000003602</c:v>
                </c:pt>
                <c:pt idx="13">
                  <c:v>0.16919999999998936</c:v>
                </c:pt>
                <c:pt idx="14">
                  <c:v>0.17490000000003647</c:v>
                </c:pt>
                <c:pt idx="15">
                  <c:v>0.18010000000003856</c:v>
                </c:pt>
                <c:pt idx="16">
                  <c:v>0.18479999999999563</c:v>
                </c:pt>
                <c:pt idx="17">
                  <c:v>0.18909999999999627</c:v>
                </c:pt>
                <c:pt idx="18">
                  <c:v>0.19300000000004047</c:v>
                </c:pt>
                <c:pt idx="19">
                  <c:v>0.19659999999998945</c:v>
                </c:pt>
                <c:pt idx="20">
                  <c:v>0.19980000000003884</c:v>
                </c:pt>
                <c:pt idx="21">
                  <c:v>0.20280000000002474</c:v>
                </c:pt>
                <c:pt idx="22">
                  <c:v>0.2055000000000291</c:v>
                </c:pt>
                <c:pt idx="23">
                  <c:v>0.20800000000002683</c:v>
                </c:pt>
                <c:pt idx="24">
                  <c:v>0.21030000000001792</c:v>
                </c:pt>
                <c:pt idx="25">
                  <c:v>0.21240000000000236</c:v>
                </c:pt>
                <c:pt idx="26">
                  <c:v>0.21440000000001191</c:v>
                </c:pt>
                <c:pt idx="27">
                  <c:v>0.21690000000000964</c:v>
                </c:pt>
                <c:pt idx="28">
                  <c:v>0.21980000000002065</c:v>
                </c:pt>
                <c:pt idx="29">
                  <c:v>0.22280000000000655</c:v>
                </c:pt>
                <c:pt idx="30">
                  <c:v>0.22550000000001091</c:v>
                </c:pt>
                <c:pt idx="31">
                  <c:v>0.22800000000000864</c:v>
                </c:pt>
                <c:pt idx="32">
                  <c:v>0.23020000000002483</c:v>
                </c:pt>
                <c:pt idx="33">
                  <c:v>0.23220000000003438</c:v>
                </c:pt>
                <c:pt idx="34">
                  <c:v>0.23400000000003729</c:v>
                </c:pt>
                <c:pt idx="35">
                  <c:v>0.23570000000000846</c:v>
                </c:pt>
                <c:pt idx="36">
                  <c:v>0.23720000000002983</c:v>
                </c:pt>
                <c:pt idx="37">
                  <c:v>0.23860000000001946</c:v>
                </c:pt>
                <c:pt idx="38">
                  <c:v>0.2399000000000342</c:v>
                </c:pt>
                <c:pt idx="39">
                  <c:v>0.24110000000001719</c:v>
                </c:pt>
                <c:pt idx="40">
                  <c:v>0.24220000000002528</c:v>
                </c:pt>
                <c:pt idx="41">
                  <c:v>0.24320000000000164</c:v>
                </c:pt>
                <c:pt idx="42">
                  <c:v>0.24410000000000309</c:v>
                </c:pt>
                <c:pt idx="43">
                  <c:v>0.24500000000000455</c:v>
                </c:pt>
                <c:pt idx="44">
                  <c:v>0.2458000000000311</c:v>
                </c:pt>
                <c:pt idx="45">
                  <c:v>0.24650000000002592</c:v>
                </c:pt>
                <c:pt idx="46">
                  <c:v>0.24720000000002074</c:v>
                </c:pt>
                <c:pt idx="47">
                  <c:v>0.24780000000004065</c:v>
                </c:pt>
                <c:pt idx="48">
                  <c:v>0.24840000000000373</c:v>
                </c:pt>
                <c:pt idx="49">
                  <c:v>0.24889999999999191</c:v>
                </c:pt>
                <c:pt idx="50">
                  <c:v>0.24950000000001182</c:v>
                </c:pt>
                <c:pt idx="51">
                  <c:v>0.2499000000000251</c:v>
                </c:pt>
                <c:pt idx="52">
                  <c:v>0.25040000000001328</c:v>
                </c:pt>
                <c:pt idx="53">
                  <c:v>0.25080000000002656</c:v>
                </c:pt>
                <c:pt idx="54">
                  <c:v>0.25110000000000809</c:v>
                </c:pt>
                <c:pt idx="55">
                  <c:v>0.25150000000002137</c:v>
                </c:pt>
                <c:pt idx="56">
                  <c:v>0.25180000000000291</c:v>
                </c:pt>
                <c:pt idx="57">
                  <c:v>0.25180000000000291</c:v>
                </c:pt>
                <c:pt idx="58">
                  <c:v>0.25120000000003984</c:v>
                </c:pt>
                <c:pt idx="59">
                  <c:v>0.25040000000001328</c:v>
                </c:pt>
                <c:pt idx="60">
                  <c:v>0.24960000000004356</c:v>
                </c:pt>
                <c:pt idx="61">
                  <c:v>0.24880000000001701</c:v>
                </c:pt>
                <c:pt idx="62">
                  <c:v>0.24810000000002219</c:v>
                </c:pt>
                <c:pt idx="63">
                  <c:v>0.24750000000000227</c:v>
                </c:pt>
                <c:pt idx="64">
                  <c:v>0.2470000000000141</c:v>
                </c:pt>
                <c:pt idx="65">
                  <c:v>0.24660000000000082</c:v>
                </c:pt>
                <c:pt idx="66">
                  <c:v>0.24619999999998754</c:v>
                </c:pt>
                <c:pt idx="67">
                  <c:v>0.2458000000000311</c:v>
                </c:pt>
                <c:pt idx="68">
                  <c:v>0.24549999999999272</c:v>
                </c:pt>
                <c:pt idx="69">
                  <c:v>0.24520000000001119</c:v>
                </c:pt>
                <c:pt idx="70">
                  <c:v>0.24500000000000455</c:v>
                </c:pt>
                <c:pt idx="71">
                  <c:v>0.24479999999999791</c:v>
                </c:pt>
                <c:pt idx="72">
                  <c:v>0.24450000000001637</c:v>
                </c:pt>
                <c:pt idx="73">
                  <c:v>0.24430000000000973</c:v>
                </c:pt>
                <c:pt idx="74">
                  <c:v>0.24410000000000309</c:v>
                </c:pt>
                <c:pt idx="75">
                  <c:v>0.24400000000002819</c:v>
                </c:pt>
                <c:pt idx="76">
                  <c:v>0.24380000000002156</c:v>
                </c:pt>
                <c:pt idx="77">
                  <c:v>0.24369999999998981</c:v>
                </c:pt>
                <c:pt idx="78">
                  <c:v>0.24350000000004002</c:v>
                </c:pt>
                <c:pt idx="79">
                  <c:v>0.24340000000000828</c:v>
                </c:pt>
                <c:pt idx="80">
                  <c:v>0.24330000000003338</c:v>
                </c:pt>
                <c:pt idx="81">
                  <c:v>0.24320000000000164</c:v>
                </c:pt>
                <c:pt idx="82">
                  <c:v>0.24310000000002674</c:v>
                </c:pt>
                <c:pt idx="83">
                  <c:v>0.242999999999995</c:v>
                </c:pt>
                <c:pt idx="84">
                  <c:v>0.2429000000000201</c:v>
                </c:pt>
                <c:pt idx="85">
                  <c:v>0.24279999999998836</c:v>
                </c:pt>
                <c:pt idx="86">
                  <c:v>0.24279999999998836</c:v>
                </c:pt>
                <c:pt idx="87">
                  <c:v>0.24270000000001346</c:v>
                </c:pt>
                <c:pt idx="88">
                  <c:v>0.24260000000003856</c:v>
                </c:pt>
                <c:pt idx="89">
                  <c:v>0.24260000000003856</c:v>
                </c:pt>
                <c:pt idx="90">
                  <c:v>0.24250000000000682</c:v>
                </c:pt>
                <c:pt idx="91">
                  <c:v>0.24250000000000682</c:v>
                </c:pt>
                <c:pt idx="92">
                  <c:v>0.24240000000003192</c:v>
                </c:pt>
                <c:pt idx="93">
                  <c:v>0.24240000000003192</c:v>
                </c:pt>
                <c:pt idx="94">
                  <c:v>0.24240000000003192</c:v>
                </c:pt>
                <c:pt idx="95">
                  <c:v>0.24230000000000018</c:v>
                </c:pt>
                <c:pt idx="96">
                  <c:v>0.24230000000000018</c:v>
                </c:pt>
                <c:pt idx="97">
                  <c:v>0.24230000000000018</c:v>
                </c:pt>
                <c:pt idx="98">
                  <c:v>0.24220000000002528</c:v>
                </c:pt>
                <c:pt idx="99">
                  <c:v>0.24220000000002528</c:v>
                </c:pt>
                <c:pt idx="100">
                  <c:v>0.24220000000002528</c:v>
                </c:pt>
                <c:pt idx="101">
                  <c:v>0.24220000000002528</c:v>
                </c:pt>
                <c:pt idx="102">
                  <c:v>0.24209999999999354</c:v>
                </c:pt>
                <c:pt idx="103">
                  <c:v>0.24209999999999354</c:v>
                </c:pt>
                <c:pt idx="104">
                  <c:v>0.24209999999999354</c:v>
                </c:pt>
                <c:pt idx="105">
                  <c:v>0.24209999999999354</c:v>
                </c:pt>
                <c:pt idx="106">
                  <c:v>0.24209999999999354</c:v>
                </c:pt>
                <c:pt idx="107">
                  <c:v>0.24209999999999354</c:v>
                </c:pt>
                <c:pt idx="108">
                  <c:v>0.24209999999999354</c:v>
                </c:pt>
                <c:pt idx="109">
                  <c:v>0.24220000000002528</c:v>
                </c:pt>
                <c:pt idx="110">
                  <c:v>0.24230000000000018</c:v>
                </c:pt>
                <c:pt idx="111">
                  <c:v>0.24230000000000018</c:v>
                </c:pt>
                <c:pt idx="112">
                  <c:v>0.24240000000003192</c:v>
                </c:pt>
                <c:pt idx="113">
                  <c:v>0.24250000000000682</c:v>
                </c:pt>
                <c:pt idx="114">
                  <c:v>0.24250000000000682</c:v>
                </c:pt>
                <c:pt idx="115">
                  <c:v>0.24260000000003856</c:v>
                </c:pt>
                <c:pt idx="116">
                  <c:v>0.24260000000003856</c:v>
                </c:pt>
                <c:pt idx="117">
                  <c:v>0.24270000000001346</c:v>
                </c:pt>
                <c:pt idx="118">
                  <c:v>0.24270000000001346</c:v>
                </c:pt>
                <c:pt idx="119">
                  <c:v>0.24279999999998836</c:v>
                </c:pt>
                <c:pt idx="120">
                  <c:v>0.24279999999998836</c:v>
                </c:pt>
                <c:pt idx="121">
                  <c:v>0.2429000000000201</c:v>
                </c:pt>
                <c:pt idx="122">
                  <c:v>0.2429000000000201</c:v>
                </c:pt>
                <c:pt idx="123">
                  <c:v>0.2429000000000201</c:v>
                </c:pt>
                <c:pt idx="124">
                  <c:v>0.242999999999995</c:v>
                </c:pt>
                <c:pt idx="125">
                  <c:v>0.242999999999995</c:v>
                </c:pt>
                <c:pt idx="126">
                  <c:v>0.242999999999995</c:v>
                </c:pt>
                <c:pt idx="127">
                  <c:v>0.24310000000002674</c:v>
                </c:pt>
                <c:pt idx="128">
                  <c:v>0.24310000000002674</c:v>
                </c:pt>
                <c:pt idx="129">
                  <c:v>0.24310000000002674</c:v>
                </c:pt>
                <c:pt idx="130">
                  <c:v>0.24310000000002674</c:v>
                </c:pt>
                <c:pt idx="131">
                  <c:v>0.24320000000000164</c:v>
                </c:pt>
                <c:pt idx="132">
                  <c:v>0.24320000000000164</c:v>
                </c:pt>
                <c:pt idx="133">
                  <c:v>0.24320000000000164</c:v>
                </c:pt>
                <c:pt idx="134">
                  <c:v>0.24320000000000164</c:v>
                </c:pt>
                <c:pt idx="135">
                  <c:v>0.24330000000003338</c:v>
                </c:pt>
                <c:pt idx="136">
                  <c:v>0.24330000000003338</c:v>
                </c:pt>
                <c:pt idx="137">
                  <c:v>0.24330000000003338</c:v>
                </c:pt>
                <c:pt idx="138">
                  <c:v>0.24330000000003338</c:v>
                </c:pt>
                <c:pt idx="139">
                  <c:v>0.24330000000003338</c:v>
                </c:pt>
                <c:pt idx="140">
                  <c:v>0.24330000000003338</c:v>
                </c:pt>
                <c:pt idx="141">
                  <c:v>0.24340000000000828</c:v>
                </c:pt>
                <c:pt idx="142">
                  <c:v>0.24340000000000828</c:v>
                </c:pt>
                <c:pt idx="143">
                  <c:v>0.24340000000000828</c:v>
                </c:pt>
                <c:pt idx="144">
                  <c:v>0.24340000000000828</c:v>
                </c:pt>
                <c:pt idx="145">
                  <c:v>0.24340000000000828</c:v>
                </c:pt>
                <c:pt idx="146">
                  <c:v>0.24340000000000828</c:v>
                </c:pt>
                <c:pt idx="147">
                  <c:v>0.24340000000000828</c:v>
                </c:pt>
                <c:pt idx="148">
                  <c:v>0.24340000000000828</c:v>
                </c:pt>
                <c:pt idx="149">
                  <c:v>0.24340000000000828</c:v>
                </c:pt>
                <c:pt idx="150">
                  <c:v>0.24350000000004002</c:v>
                </c:pt>
                <c:pt idx="151">
                  <c:v>0.24350000000004002</c:v>
                </c:pt>
                <c:pt idx="152">
                  <c:v>0.24350000000004002</c:v>
                </c:pt>
                <c:pt idx="153">
                  <c:v>0.24350000000004002</c:v>
                </c:pt>
                <c:pt idx="154">
                  <c:v>0.24350000000004002</c:v>
                </c:pt>
                <c:pt idx="155">
                  <c:v>0.24350000000004002</c:v>
                </c:pt>
                <c:pt idx="156">
                  <c:v>0.24350000000004002</c:v>
                </c:pt>
                <c:pt idx="157">
                  <c:v>0.24350000000004002</c:v>
                </c:pt>
                <c:pt idx="158">
                  <c:v>0.24340000000000828</c:v>
                </c:pt>
                <c:pt idx="159">
                  <c:v>0.242999999999995</c:v>
                </c:pt>
                <c:pt idx="160">
                  <c:v>0.24250000000000682</c:v>
                </c:pt>
                <c:pt idx="161">
                  <c:v>0.24209999999999354</c:v>
                </c:pt>
                <c:pt idx="162">
                  <c:v>0.24160000000000537</c:v>
                </c:pt>
                <c:pt idx="163">
                  <c:v>0.24130000000002383</c:v>
                </c:pt>
                <c:pt idx="164">
                  <c:v>0.24090000000001055</c:v>
                </c:pt>
                <c:pt idx="165">
                  <c:v>0.24060000000002901</c:v>
                </c:pt>
                <c:pt idx="166">
                  <c:v>0.24029999999999063</c:v>
                </c:pt>
                <c:pt idx="167">
                  <c:v>0.24000000000000909</c:v>
                </c:pt>
                <c:pt idx="168">
                  <c:v>0.23970000000002756</c:v>
                </c:pt>
                <c:pt idx="169">
                  <c:v>0.23950000000002092</c:v>
                </c:pt>
                <c:pt idx="170">
                  <c:v>0.23930000000001428</c:v>
                </c:pt>
                <c:pt idx="171">
                  <c:v>0.23900000000003274</c:v>
                </c:pt>
                <c:pt idx="172">
                  <c:v>0.2388000000000261</c:v>
                </c:pt>
                <c:pt idx="173">
                  <c:v>0.23860000000001946</c:v>
                </c:pt>
                <c:pt idx="174">
                  <c:v>0.23849999999998772</c:v>
                </c:pt>
                <c:pt idx="175">
                  <c:v>0.23830000000003793</c:v>
                </c:pt>
                <c:pt idx="176">
                  <c:v>0.23810000000003129</c:v>
                </c:pt>
                <c:pt idx="177">
                  <c:v>0.23799999999999955</c:v>
                </c:pt>
                <c:pt idx="178">
                  <c:v>0.23779999999999291</c:v>
                </c:pt>
                <c:pt idx="179">
                  <c:v>0.23770000000001801</c:v>
                </c:pt>
                <c:pt idx="180">
                  <c:v>0.23750000000001137</c:v>
                </c:pt>
                <c:pt idx="181">
                  <c:v>0.23740000000003647</c:v>
                </c:pt>
                <c:pt idx="182">
                  <c:v>0.23730000000000473</c:v>
                </c:pt>
                <c:pt idx="183">
                  <c:v>0.23730000000000473</c:v>
                </c:pt>
                <c:pt idx="184">
                  <c:v>0.23810000000003129</c:v>
                </c:pt>
                <c:pt idx="185">
                  <c:v>0.23939999999998918</c:v>
                </c:pt>
                <c:pt idx="186">
                  <c:v>0.24070000000000391</c:v>
                </c:pt>
                <c:pt idx="187">
                  <c:v>0.24200000000001864</c:v>
                </c:pt>
                <c:pt idx="188">
                  <c:v>0.24320000000000164</c:v>
                </c:pt>
                <c:pt idx="189">
                  <c:v>0.24420000000003483</c:v>
                </c:pt>
                <c:pt idx="190">
                  <c:v>0.24500000000000455</c:v>
                </c:pt>
                <c:pt idx="191">
                  <c:v>0.2458000000000311</c:v>
                </c:pt>
                <c:pt idx="192">
                  <c:v>0.24660000000000082</c:v>
                </c:pt>
                <c:pt idx="193">
                  <c:v>0.24720000000002074</c:v>
                </c:pt>
                <c:pt idx="194">
                  <c:v>0.24780000000004065</c:v>
                </c:pt>
                <c:pt idx="195">
                  <c:v>0.24840000000000373</c:v>
                </c:pt>
                <c:pt idx="196">
                  <c:v>0.24889999999999191</c:v>
                </c:pt>
                <c:pt idx="197">
                  <c:v>0.24930000000000518</c:v>
                </c:pt>
                <c:pt idx="198">
                  <c:v>0.24979999999999336</c:v>
                </c:pt>
                <c:pt idx="199">
                  <c:v>0.25020000000000664</c:v>
                </c:pt>
                <c:pt idx="200">
                  <c:v>0.25060000000001992</c:v>
                </c:pt>
                <c:pt idx="201">
                  <c:v>0.25090000000000146</c:v>
                </c:pt>
                <c:pt idx="202">
                  <c:v>0.25130000000001473</c:v>
                </c:pt>
                <c:pt idx="203">
                  <c:v>0.25159999999999627</c:v>
                </c:pt>
                <c:pt idx="204">
                  <c:v>0.25190000000003465</c:v>
                </c:pt>
                <c:pt idx="205">
                  <c:v>0.25220000000001619</c:v>
                </c:pt>
                <c:pt idx="206">
                  <c:v>0.25240000000002283</c:v>
                </c:pt>
                <c:pt idx="207">
                  <c:v>0.25260000000002947</c:v>
                </c:pt>
                <c:pt idx="208">
                  <c:v>0.252900000000011</c:v>
                </c:pt>
                <c:pt idx="209">
                  <c:v>0.25310000000001764</c:v>
                </c:pt>
                <c:pt idx="210">
                  <c:v>0.25330000000002428</c:v>
                </c:pt>
                <c:pt idx="211">
                  <c:v>0.25350000000003092</c:v>
                </c:pt>
                <c:pt idx="212">
                  <c:v>0.25360000000000582</c:v>
                </c:pt>
                <c:pt idx="213">
                  <c:v>0.25380000000001246</c:v>
                </c:pt>
                <c:pt idx="214">
                  <c:v>0.25360000000000582</c:v>
                </c:pt>
                <c:pt idx="215">
                  <c:v>0.25280000000003611</c:v>
                </c:pt>
                <c:pt idx="216">
                  <c:v>0.25180000000000291</c:v>
                </c:pt>
                <c:pt idx="217">
                  <c:v>0.25090000000000146</c:v>
                </c:pt>
                <c:pt idx="218">
                  <c:v>0.25</c:v>
                </c:pt>
                <c:pt idx="219">
                  <c:v>0.24930000000000518</c:v>
                </c:pt>
                <c:pt idx="220">
                  <c:v>0.24860000000001037</c:v>
                </c:pt>
                <c:pt idx="221">
                  <c:v>0.24799999999999045</c:v>
                </c:pt>
                <c:pt idx="222">
                  <c:v>0.24750000000000227</c:v>
                </c:pt>
                <c:pt idx="223">
                  <c:v>0.2470000000000141</c:v>
                </c:pt>
                <c:pt idx="224">
                  <c:v>0.24660000000000082</c:v>
                </c:pt>
                <c:pt idx="225">
                  <c:v>0.24630000000001928</c:v>
                </c:pt>
                <c:pt idx="226">
                  <c:v>0.245900000000006</c:v>
                </c:pt>
                <c:pt idx="227">
                  <c:v>0.24560000000002447</c:v>
                </c:pt>
                <c:pt idx="228">
                  <c:v>0.24530000000004293</c:v>
                </c:pt>
                <c:pt idx="229">
                  <c:v>0.24510000000003629</c:v>
                </c:pt>
                <c:pt idx="230">
                  <c:v>0.24479999999999791</c:v>
                </c:pt>
                <c:pt idx="231">
                  <c:v>0.24459999999999127</c:v>
                </c:pt>
                <c:pt idx="232">
                  <c:v>0.24440000000004147</c:v>
                </c:pt>
                <c:pt idx="233">
                  <c:v>0.24420000000003483</c:v>
                </c:pt>
                <c:pt idx="234">
                  <c:v>0.24400000000002819</c:v>
                </c:pt>
                <c:pt idx="235">
                  <c:v>0.24389999999999645</c:v>
                </c:pt>
                <c:pt idx="236">
                  <c:v>0.24369999999998981</c:v>
                </c:pt>
                <c:pt idx="237">
                  <c:v>0.24360000000001492</c:v>
                </c:pt>
                <c:pt idx="238">
                  <c:v>0.24350000000004002</c:v>
                </c:pt>
                <c:pt idx="239">
                  <c:v>0.24340000000000828</c:v>
                </c:pt>
                <c:pt idx="240">
                  <c:v>0.24330000000003338</c:v>
                </c:pt>
                <c:pt idx="241">
                  <c:v>0.24320000000000164</c:v>
                </c:pt>
                <c:pt idx="242">
                  <c:v>0.24310000000002674</c:v>
                </c:pt>
                <c:pt idx="243">
                  <c:v>0.242999999999995</c:v>
                </c:pt>
                <c:pt idx="244">
                  <c:v>0.2429000000000201</c:v>
                </c:pt>
                <c:pt idx="245">
                  <c:v>0.24279999999998836</c:v>
                </c:pt>
                <c:pt idx="246">
                  <c:v>0.24279999999998836</c:v>
                </c:pt>
                <c:pt idx="247">
                  <c:v>0.24270000000001346</c:v>
                </c:pt>
                <c:pt idx="248">
                  <c:v>0.24260000000003856</c:v>
                </c:pt>
                <c:pt idx="249">
                  <c:v>0.24260000000003856</c:v>
                </c:pt>
                <c:pt idx="250">
                  <c:v>0.24250000000000682</c:v>
                </c:pt>
                <c:pt idx="251">
                  <c:v>0.24250000000000682</c:v>
                </c:pt>
                <c:pt idx="252">
                  <c:v>0.24240000000003192</c:v>
                </c:pt>
                <c:pt idx="253">
                  <c:v>0.24240000000003192</c:v>
                </c:pt>
                <c:pt idx="254">
                  <c:v>0.24240000000003192</c:v>
                </c:pt>
                <c:pt idx="255">
                  <c:v>0.24230000000000018</c:v>
                </c:pt>
                <c:pt idx="256">
                  <c:v>0.24230000000000018</c:v>
                </c:pt>
                <c:pt idx="257">
                  <c:v>0.24230000000000018</c:v>
                </c:pt>
                <c:pt idx="258">
                  <c:v>0.24220000000002528</c:v>
                </c:pt>
                <c:pt idx="259">
                  <c:v>0.24220000000002528</c:v>
                </c:pt>
                <c:pt idx="260">
                  <c:v>0.24220000000002528</c:v>
                </c:pt>
                <c:pt idx="261">
                  <c:v>0.24220000000002528</c:v>
                </c:pt>
                <c:pt idx="262">
                  <c:v>0.24220000000002528</c:v>
                </c:pt>
                <c:pt idx="263">
                  <c:v>0.24209999999999354</c:v>
                </c:pt>
                <c:pt idx="264">
                  <c:v>0.24209999999999354</c:v>
                </c:pt>
                <c:pt idx="265">
                  <c:v>0.24220000000002528</c:v>
                </c:pt>
                <c:pt idx="266">
                  <c:v>0.24220000000002528</c:v>
                </c:pt>
                <c:pt idx="267">
                  <c:v>0.24230000000000018</c:v>
                </c:pt>
                <c:pt idx="268">
                  <c:v>0.24240000000003192</c:v>
                </c:pt>
                <c:pt idx="269">
                  <c:v>0.24250000000000682</c:v>
                </c:pt>
                <c:pt idx="270">
                  <c:v>0.24250000000000682</c:v>
                </c:pt>
                <c:pt idx="271">
                  <c:v>0.24260000000003856</c:v>
                </c:pt>
                <c:pt idx="272">
                  <c:v>0.24260000000003856</c:v>
                </c:pt>
                <c:pt idx="273">
                  <c:v>0.24270000000001346</c:v>
                </c:pt>
                <c:pt idx="274">
                  <c:v>0.24270000000001346</c:v>
                </c:pt>
                <c:pt idx="275">
                  <c:v>0.24279999999998836</c:v>
                </c:pt>
                <c:pt idx="276">
                  <c:v>0.24279999999998836</c:v>
                </c:pt>
                <c:pt idx="277">
                  <c:v>0.2429000000000201</c:v>
                </c:pt>
                <c:pt idx="278">
                  <c:v>0.2429000000000201</c:v>
                </c:pt>
                <c:pt idx="279">
                  <c:v>0.2429000000000201</c:v>
                </c:pt>
                <c:pt idx="280">
                  <c:v>0.242999999999995</c:v>
                </c:pt>
                <c:pt idx="281">
                  <c:v>0.242999999999995</c:v>
                </c:pt>
                <c:pt idx="282">
                  <c:v>0.242999999999995</c:v>
                </c:pt>
                <c:pt idx="283">
                  <c:v>0.24310000000002674</c:v>
                </c:pt>
                <c:pt idx="284">
                  <c:v>0.24310000000002674</c:v>
                </c:pt>
                <c:pt idx="285">
                  <c:v>0.24310000000002674</c:v>
                </c:pt>
                <c:pt idx="286">
                  <c:v>0.24310000000002674</c:v>
                </c:pt>
                <c:pt idx="287">
                  <c:v>0.24320000000000164</c:v>
                </c:pt>
                <c:pt idx="288">
                  <c:v>0.24320000000000164</c:v>
                </c:pt>
                <c:pt idx="289">
                  <c:v>0.24320000000000164</c:v>
                </c:pt>
                <c:pt idx="290">
                  <c:v>0.24320000000000164</c:v>
                </c:pt>
                <c:pt idx="291">
                  <c:v>0.24330000000003338</c:v>
                </c:pt>
                <c:pt idx="292">
                  <c:v>0.24330000000003338</c:v>
                </c:pt>
                <c:pt idx="293">
                  <c:v>0.24330000000003338</c:v>
                </c:pt>
                <c:pt idx="294">
                  <c:v>0.24330000000003338</c:v>
                </c:pt>
                <c:pt idx="295">
                  <c:v>0.24330000000003338</c:v>
                </c:pt>
                <c:pt idx="296">
                  <c:v>0.24330000000003338</c:v>
                </c:pt>
                <c:pt idx="297">
                  <c:v>0.24340000000000828</c:v>
                </c:pt>
                <c:pt idx="298">
                  <c:v>0.24340000000000828</c:v>
                </c:pt>
                <c:pt idx="299">
                  <c:v>0.24340000000000828</c:v>
                </c:pt>
                <c:pt idx="300">
                  <c:v>0.24340000000000828</c:v>
                </c:pt>
                <c:pt idx="301">
                  <c:v>0.24340000000000828</c:v>
                </c:pt>
                <c:pt idx="302">
                  <c:v>0.24340000000000828</c:v>
                </c:pt>
                <c:pt idx="303">
                  <c:v>0.24340000000000828</c:v>
                </c:pt>
                <c:pt idx="304">
                  <c:v>0.24340000000000828</c:v>
                </c:pt>
                <c:pt idx="305">
                  <c:v>0.24340000000000828</c:v>
                </c:pt>
                <c:pt idx="306">
                  <c:v>0.24350000000004002</c:v>
                </c:pt>
                <c:pt idx="307">
                  <c:v>0.24350000000004002</c:v>
                </c:pt>
                <c:pt idx="308">
                  <c:v>0.24350000000004002</c:v>
                </c:pt>
                <c:pt idx="309">
                  <c:v>0.24350000000004002</c:v>
                </c:pt>
                <c:pt idx="310">
                  <c:v>0.24350000000004002</c:v>
                </c:pt>
                <c:pt idx="311">
                  <c:v>0.24350000000004002</c:v>
                </c:pt>
                <c:pt idx="312">
                  <c:v>0.24350000000004002</c:v>
                </c:pt>
                <c:pt idx="313">
                  <c:v>0.24350000000004002</c:v>
                </c:pt>
                <c:pt idx="314">
                  <c:v>0.24350000000004002</c:v>
                </c:pt>
                <c:pt idx="315">
                  <c:v>0.24330000000003338</c:v>
                </c:pt>
                <c:pt idx="316">
                  <c:v>0.242999999999995</c:v>
                </c:pt>
                <c:pt idx="317">
                  <c:v>0.24250000000000682</c:v>
                </c:pt>
                <c:pt idx="318">
                  <c:v>0.24200000000001864</c:v>
                </c:pt>
                <c:pt idx="319">
                  <c:v>0.24160000000000537</c:v>
                </c:pt>
                <c:pt idx="320">
                  <c:v>0.24119999999999209</c:v>
                </c:pt>
                <c:pt idx="321">
                  <c:v>0.24090000000001055</c:v>
                </c:pt>
                <c:pt idx="322">
                  <c:v>0.24049999999999727</c:v>
                </c:pt>
                <c:pt idx="323">
                  <c:v>0.24020000000001573</c:v>
                </c:pt>
                <c:pt idx="324">
                  <c:v>0.24000000000000909</c:v>
                </c:pt>
                <c:pt idx="325">
                  <c:v>0.23970000000002756</c:v>
                </c:pt>
                <c:pt idx="326">
                  <c:v>0.23950000000002092</c:v>
                </c:pt>
                <c:pt idx="327">
                  <c:v>0.23920000000003938</c:v>
                </c:pt>
                <c:pt idx="328">
                  <c:v>0.23900000000003274</c:v>
                </c:pt>
                <c:pt idx="329">
                  <c:v>0.2388000000000261</c:v>
                </c:pt>
                <c:pt idx="330">
                  <c:v>0.23860000000001946</c:v>
                </c:pt>
                <c:pt idx="331">
                  <c:v>0.23840000000001282</c:v>
                </c:pt>
                <c:pt idx="332">
                  <c:v>0.23830000000003793</c:v>
                </c:pt>
                <c:pt idx="333">
                  <c:v>0.23810000000003129</c:v>
                </c:pt>
                <c:pt idx="334">
                  <c:v>0.23799999999999955</c:v>
                </c:pt>
                <c:pt idx="335">
                  <c:v>0.23779999999999291</c:v>
                </c:pt>
                <c:pt idx="336">
                  <c:v>0.23770000000001801</c:v>
                </c:pt>
                <c:pt idx="337">
                  <c:v>0.23750000000001137</c:v>
                </c:pt>
                <c:pt idx="338">
                  <c:v>0.23740000000003647</c:v>
                </c:pt>
                <c:pt idx="339">
                  <c:v>0.23730000000000473</c:v>
                </c:pt>
                <c:pt idx="340">
                  <c:v>0.23740000000003647</c:v>
                </c:pt>
                <c:pt idx="341">
                  <c:v>0.23830000000003793</c:v>
                </c:pt>
                <c:pt idx="342">
                  <c:v>0.23959999999999582</c:v>
                </c:pt>
                <c:pt idx="343">
                  <c:v>0.24090000000001055</c:v>
                </c:pt>
                <c:pt idx="344">
                  <c:v>0.24220000000002528</c:v>
                </c:pt>
                <c:pt idx="345">
                  <c:v>0.24330000000003338</c:v>
                </c:pt>
                <c:pt idx="346">
                  <c:v>0.24430000000000973</c:v>
                </c:pt>
                <c:pt idx="347">
                  <c:v>0.24520000000001119</c:v>
                </c:pt>
                <c:pt idx="348">
                  <c:v>0.245900000000006</c:v>
                </c:pt>
                <c:pt idx="349">
                  <c:v>0.24660000000000082</c:v>
                </c:pt>
                <c:pt idx="350">
                  <c:v>0.24729999999999563</c:v>
                </c:pt>
                <c:pt idx="351">
                  <c:v>0.24790000000001555</c:v>
                </c:pt>
                <c:pt idx="352">
                  <c:v>0.24840000000000373</c:v>
                </c:pt>
                <c:pt idx="353">
                  <c:v>0.24889999999999191</c:v>
                </c:pt>
                <c:pt idx="354">
                  <c:v>0.24940000000003693</c:v>
                </c:pt>
                <c:pt idx="355">
                  <c:v>0.24979999999999336</c:v>
                </c:pt>
                <c:pt idx="356">
                  <c:v>0.25030000000003838</c:v>
                </c:pt>
                <c:pt idx="357">
                  <c:v>0.25060000000001992</c:v>
                </c:pt>
                <c:pt idx="358">
                  <c:v>0.2510000000000332</c:v>
                </c:pt>
                <c:pt idx="359">
                  <c:v>0.25130000000001473</c:v>
                </c:pt>
                <c:pt idx="360">
                  <c:v>0.25159999999999627</c:v>
                </c:pt>
                <c:pt idx="361">
                  <c:v>0.25159999999999627</c:v>
                </c:pt>
                <c:pt idx="362">
                  <c:v>0.25190000000003465</c:v>
                </c:pt>
                <c:pt idx="363">
                  <c:v>0.25220000000001619</c:v>
                </c:pt>
                <c:pt idx="364">
                  <c:v>0.25240000000002283</c:v>
                </c:pt>
                <c:pt idx="365">
                  <c:v>0.25270000000000437</c:v>
                </c:pt>
                <c:pt idx="366">
                  <c:v>0.252900000000011</c:v>
                </c:pt>
                <c:pt idx="367">
                  <c:v>0.25310000000001764</c:v>
                </c:pt>
                <c:pt idx="368">
                  <c:v>0.25330000000002428</c:v>
                </c:pt>
                <c:pt idx="369">
                  <c:v>0.25350000000003092</c:v>
                </c:pt>
                <c:pt idx="370">
                  <c:v>0.25370000000003756</c:v>
                </c:pt>
                <c:pt idx="371">
                  <c:v>0.25380000000001246</c:v>
                </c:pt>
                <c:pt idx="372">
                  <c:v>0.25350000000003092</c:v>
                </c:pt>
                <c:pt idx="373">
                  <c:v>0.25260000000002947</c:v>
                </c:pt>
                <c:pt idx="374">
                  <c:v>0.25170000000002801</c:v>
                </c:pt>
                <c:pt idx="375">
                  <c:v>0.25069999999999482</c:v>
                </c:pt>
                <c:pt idx="376">
                  <c:v>0.2499000000000251</c:v>
                </c:pt>
                <c:pt idx="377">
                  <c:v>0.24909999999999854</c:v>
                </c:pt>
                <c:pt idx="378">
                  <c:v>0.24850000000003547</c:v>
                </c:pt>
                <c:pt idx="379">
                  <c:v>0.24790000000001555</c:v>
                </c:pt>
                <c:pt idx="380">
                  <c:v>0.24740000000002738</c:v>
                </c:pt>
                <c:pt idx="381">
                  <c:v>0.2470000000000141</c:v>
                </c:pt>
                <c:pt idx="382">
                  <c:v>0.24660000000000082</c:v>
                </c:pt>
                <c:pt idx="383">
                  <c:v>0.24619999999998754</c:v>
                </c:pt>
                <c:pt idx="384">
                  <c:v>0.245900000000006</c:v>
                </c:pt>
                <c:pt idx="385">
                  <c:v>0.24560000000002447</c:v>
                </c:pt>
                <c:pt idx="386">
                  <c:v>0.24530000000004293</c:v>
                </c:pt>
                <c:pt idx="387">
                  <c:v>0.24500000000000455</c:v>
                </c:pt>
                <c:pt idx="388">
                  <c:v>0.24479999999999791</c:v>
                </c:pt>
                <c:pt idx="389">
                  <c:v>0.24459999999999127</c:v>
                </c:pt>
                <c:pt idx="390">
                  <c:v>0.24440000000004147</c:v>
                </c:pt>
                <c:pt idx="391">
                  <c:v>0.24420000000003483</c:v>
                </c:pt>
                <c:pt idx="392">
                  <c:v>0.24400000000002819</c:v>
                </c:pt>
                <c:pt idx="393">
                  <c:v>0.24389999999999645</c:v>
                </c:pt>
                <c:pt idx="394">
                  <c:v>0.24369999999998981</c:v>
                </c:pt>
                <c:pt idx="395">
                  <c:v>0.24360000000001492</c:v>
                </c:pt>
                <c:pt idx="396">
                  <c:v>0.24350000000004002</c:v>
                </c:pt>
                <c:pt idx="397">
                  <c:v>0.24330000000003338</c:v>
                </c:pt>
                <c:pt idx="398">
                  <c:v>0.24320000000000164</c:v>
                </c:pt>
                <c:pt idx="399">
                  <c:v>0.24310000000002674</c:v>
                </c:pt>
                <c:pt idx="400">
                  <c:v>0.24310000000002674</c:v>
                </c:pt>
                <c:pt idx="401">
                  <c:v>0.242999999999995</c:v>
                </c:pt>
                <c:pt idx="402">
                  <c:v>0.2429000000000201</c:v>
                </c:pt>
                <c:pt idx="403">
                  <c:v>0.24279999999998836</c:v>
                </c:pt>
                <c:pt idx="404">
                  <c:v>0.24270000000001346</c:v>
                </c:pt>
                <c:pt idx="405">
                  <c:v>0.24270000000001346</c:v>
                </c:pt>
                <c:pt idx="406">
                  <c:v>0.24260000000003856</c:v>
                </c:pt>
                <c:pt idx="407">
                  <c:v>0.24260000000003856</c:v>
                </c:pt>
                <c:pt idx="408">
                  <c:v>0.24250000000000682</c:v>
                </c:pt>
                <c:pt idx="409">
                  <c:v>0.24250000000000682</c:v>
                </c:pt>
                <c:pt idx="410">
                  <c:v>0.24240000000003192</c:v>
                </c:pt>
                <c:pt idx="411">
                  <c:v>0.24240000000003192</c:v>
                </c:pt>
                <c:pt idx="412">
                  <c:v>0.24240000000003192</c:v>
                </c:pt>
                <c:pt idx="413">
                  <c:v>0.24230000000000018</c:v>
                </c:pt>
                <c:pt idx="414">
                  <c:v>0.24230000000000018</c:v>
                </c:pt>
                <c:pt idx="415">
                  <c:v>0.24230000000000018</c:v>
                </c:pt>
                <c:pt idx="416">
                  <c:v>0.24220000000002528</c:v>
                </c:pt>
                <c:pt idx="417">
                  <c:v>0.24220000000002528</c:v>
                </c:pt>
                <c:pt idx="418">
                  <c:v>0.24220000000002528</c:v>
                </c:pt>
                <c:pt idx="419">
                  <c:v>0.24220000000002528</c:v>
                </c:pt>
                <c:pt idx="420">
                  <c:v>0.24220000000002528</c:v>
                </c:pt>
                <c:pt idx="421">
                  <c:v>0.24209999999999354</c:v>
                </c:pt>
                <c:pt idx="422">
                  <c:v>0.24209999999999354</c:v>
                </c:pt>
                <c:pt idx="423">
                  <c:v>0.24220000000002528</c:v>
                </c:pt>
                <c:pt idx="424">
                  <c:v>0.24220000000002528</c:v>
                </c:pt>
                <c:pt idx="425">
                  <c:v>0.24230000000000018</c:v>
                </c:pt>
                <c:pt idx="426">
                  <c:v>0.24240000000003192</c:v>
                </c:pt>
                <c:pt idx="427">
                  <c:v>0.24250000000000682</c:v>
                </c:pt>
                <c:pt idx="428">
                  <c:v>0.24250000000000682</c:v>
                </c:pt>
                <c:pt idx="429">
                  <c:v>0.24260000000003856</c:v>
                </c:pt>
                <c:pt idx="430">
                  <c:v>0.24260000000003856</c:v>
                </c:pt>
                <c:pt idx="431">
                  <c:v>0.24270000000001346</c:v>
                </c:pt>
                <c:pt idx="432">
                  <c:v>0.24270000000001346</c:v>
                </c:pt>
                <c:pt idx="433">
                  <c:v>0.24279999999998836</c:v>
                </c:pt>
                <c:pt idx="434">
                  <c:v>0.24279999999998836</c:v>
                </c:pt>
                <c:pt idx="435">
                  <c:v>0.2429000000000201</c:v>
                </c:pt>
                <c:pt idx="436">
                  <c:v>0.2429000000000201</c:v>
                </c:pt>
                <c:pt idx="437">
                  <c:v>0.2429000000000201</c:v>
                </c:pt>
                <c:pt idx="438">
                  <c:v>0.242999999999995</c:v>
                </c:pt>
                <c:pt idx="439">
                  <c:v>0.242999999999995</c:v>
                </c:pt>
                <c:pt idx="440">
                  <c:v>0.242999999999995</c:v>
                </c:pt>
                <c:pt idx="441">
                  <c:v>0.24310000000002674</c:v>
                </c:pt>
                <c:pt idx="442">
                  <c:v>0.24310000000002674</c:v>
                </c:pt>
                <c:pt idx="443">
                  <c:v>0.24310000000002674</c:v>
                </c:pt>
                <c:pt idx="444">
                  <c:v>0.24320000000000164</c:v>
                </c:pt>
                <c:pt idx="445">
                  <c:v>0.24320000000000164</c:v>
                </c:pt>
                <c:pt idx="446">
                  <c:v>0.24320000000000164</c:v>
                </c:pt>
                <c:pt idx="447">
                  <c:v>0.24320000000000164</c:v>
                </c:pt>
                <c:pt idx="448">
                  <c:v>0.24320000000000164</c:v>
                </c:pt>
                <c:pt idx="449">
                  <c:v>0.24330000000003338</c:v>
                </c:pt>
                <c:pt idx="450">
                  <c:v>0.24330000000003338</c:v>
                </c:pt>
                <c:pt idx="451">
                  <c:v>0.24330000000003338</c:v>
                </c:pt>
                <c:pt idx="452">
                  <c:v>0.24330000000003338</c:v>
                </c:pt>
                <c:pt idx="453">
                  <c:v>0.24330000000003338</c:v>
                </c:pt>
                <c:pt idx="454">
                  <c:v>0.24330000000003338</c:v>
                </c:pt>
                <c:pt idx="455">
                  <c:v>0.24330000000003338</c:v>
                </c:pt>
                <c:pt idx="456">
                  <c:v>0.24340000000000828</c:v>
                </c:pt>
                <c:pt idx="457">
                  <c:v>0.24340000000000828</c:v>
                </c:pt>
                <c:pt idx="458">
                  <c:v>0.24340000000000828</c:v>
                </c:pt>
                <c:pt idx="459">
                  <c:v>0.24340000000000828</c:v>
                </c:pt>
                <c:pt idx="460">
                  <c:v>0.24340000000000828</c:v>
                </c:pt>
                <c:pt idx="461">
                  <c:v>0.24340000000000828</c:v>
                </c:pt>
                <c:pt idx="462">
                  <c:v>0.24340000000000828</c:v>
                </c:pt>
                <c:pt idx="463">
                  <c:v>0.24340000000000828</c:v>
                </c:pt>
                <c:pt idx="464">
                  <c:v>0.24340000000000828</c:v>
                </c:pt>
                <c:pt idx="465">
                  <c:v>0.24350000000004002</c:v>
                </c:pt>
                <c:pt idx="466">
                  <c:v>0.24350000000004002</c:v>
                </c:pt>
                <c:pt idx="467">
                  <c:v>0.24350000000004002</c:v>
                </c:pt>
                <c:pt idx="468">
                  <c:v>0.24350000000004002</c:v>
                </c:pt>
                <c:pt idx="469">
                  <c:v>0.24350000000004002</c:v>
                </c:pt>
                <c:pt idx="470">
                  <c:v>0.24350000000004002</c:v>
                </c:pt>
                <c:pt idx="471">
                  <c:v>0.24350000000004002</c:v>
                </c:pt>
                <c:pt idx="472">
                  <c:v>0.24350000000004002</c:v>
                </c:pt>
                <c:pt idx="473">
                  <c:v>0.24350000000004002</c:v>
                </c:pt>
                <c:pt idx="474">
                  <c:v>0.24330000000003338</c:v>
                </c:pt>
                <c:pt idx="475">
                  <c:v>0.2429000000000201</c:v>
                </c:pt>
                <c:pt idx="476">
                  <c:v>0.24240000000003192</c:v>
                </c:pt>
                <c:pt idx="477">
                  <c:v>0.24200000000001864</c:v>
                </c:pt>
                <c:pt idx="478">
                  <c:v>0.24150000000003047</c:v>
                </c:pt>
                <c:pt idx="479">
                  <c:v>0.24110000000001719</c:v>
                </c:pt>
                <c:pt idx="480">
                  <c:v>0.24080000000003565</c:v>
                </c:pt>
                <c:pt idx="481">
                  <c:v>0.24049999999999727</c:v>
                </c:pt>
                <c:pt idx="482">
                  <c:v>0.24020000000001573</c:v>
                </c:pt>
                <c:pt idx="483">
                  <c:v>0.2399000000000342</c:v>
                </c:pt>
                <c:pt idx="484">
                  <c:v>0.23970000000002756</c:v>
                </c:pt>
                <c:pt idx="485">
                  <c:v>0.23939999999998918</c:v>
                </c:pt>
                <c:pt idx="486">
                  <c:v>0.23920000000003938</c:v>
                </c:pt>
                <c:pt idx="487">
                  <c:v>0.23900000000003274</c:v>
                </c:pt>
                <c:pt idx="488">
                  <c:v>0.2388000000000261</c:v>
                </c:pt>
                <c:pt idx="489">
                  <c:v>0.23860000000001946</c:v>
                </c:pt>
                <c:pt idx="490">
                  <c:v>0.23840000000001282</c:v>
                </c:pt>
                <c:pt idx="491">
                  <c:v>0.23820000000000618</c:v>
                </c:pt>
                <c:pt idx="492">
                  <c:v>0.23810000000003129</c:v>
                </c:pt>
                <c:pt idx="493">
                  <c:v>0.23790000000002465</c:v>
                </c:pt>
                <c:pt idx="494">
                  <c:v>0.23779999999999291</c:v>
                </c:pt>
                <c:pt idx="495">
                  <c:v>0.23760000000004311</c:v>
                </c:pt>
                <c:pt idx="496">
                  <c:v>0.23750000000001137</c:v>
                </c:pt>
                <c:pt idx="497">
                  <c:v>0.23740000000003647</c:v>
                </c:pt>
                <c:pt idx="498">
                  <c:v>0.23730000000000473</c:v>
                </c:pt>
                <c:pt idx="499">
                  <c:v>0.23750000000001137</c:v>
                </c:pt>
                <c:pt idx="500">
                  <c:v>0.23849999999998772</c:v>
                </c:pt>
                <c:pt idx="501">
                  <c:v>0.23980000000000246</c:v>
                </c:pt>
                <c:pt idx="502">
                  <c:v>0.24119999999999209</c:v>
                </c:pt>
                <c:pt idx="503">
                  <c:v>0.24240000000003192</c:v>
                </c:pt>
                <c:pt idx="504">
                  <c:v>0.24350000000004002</c:v>
                </c:pt>
                <c:pt idx="505">
                  <c:v>0.24440000000004147</c:v>
                </c:pt>
                <c:pt idx="506">
                  <c:v>0.24530000000004293</c:v>
                </c:pt>
                <c:pt idx="507">
                  <c:v>0.24610000000001264</c:v>
                </c:pt>
                <c:pt idx="508">
                  <c:v>0.24680000000000746</c:v>
                </c:pt>
                <c:pt idx="509">
                  <c:v>0.24740000000002738</c:v>
                </c:pt>
                <c:pt idx="510">
                  <c:v>0.24799999999999045</c:v>
                </c:pt>
                <c:pt idx="511">
                  <c:v>0.24850000000003547</c:v>
                </c:pt>
                <c:pt idx="512">
                  <c:v>0.24900000000002365</c:v>
                </c:pt>
                <c:pt idx="513">
                  <c:v>0.24950000000001182</c:v>
                </c:pt>
                <c:pt idx="514">
                  <c:v>0.2499000000000251</c:v>
                </c:pt>
                <c:pt idx="515">
                  <c:v>0.25030000000003838</c:v>
                </c:pt>
                <c:pt idx="516">
                  <c:v>0.25069999999999482</c:v>
                </c:pt>
                <c:pt idx="517">
                  <c:v>0.25110000000000809</c:v>
                </c:pt>
                <c:pt idx="518">
                  <c:v>0.25139999999998963</c:v>
                </c:pt>
                <c:pt idx="519">
                  <c:v>0.25170000000002801</c:v>
                </c:pt>
                <c:pt idx="520">
                  <c:v>0.25200000000000955</c:v>
                </c:pt>
                <c:pt idx="521">
                  <c:v>0.25220000000001619</c:v>
                </c:pt>
                <c:pt idx="522">
                  <c:v>0.25249999999999773</c:v>
                </c:pt>
                <c:pt idx="523">
                  <c:v>0.25270000000000437</c:v>
                </c:pt>
                <c:pt idx="524">
                  <c:v>0.252900000000011</c:v>
                </c:pt>
                <c:pt idx="525">
                  <c:v>0.25310000000001764</c:v>
                </c:pt>
                <c:pt idx="526">
                  <c:v>0.25330000000002428</c:v>
                </c:pt>
                <c:pt idx="527">
                  <c:v>0.25350000000003092</c:v>
                </c:pt>
                <c:pt idx="528">
                  <c:v>0.25370000000003756</c:v>
                </c:pt>
                <c:pt idx="529">
                  <c:v>0.25380000000001246</c:v>
                </c:pt>
                <c:pt idx="530">
                  <c:v>0.25339999999999918</c:v>
                </c:pt>
                <c:pt idx="531">
                  <c:v>0.25249999999999773</c:v>
                </c:pt>
                <c:pt idx="532">
                  <c:v>0.25150000000002137</c:v>
                </c:pt>
              </c:numCache>
            </c:numRef>
          </c:yVal>
          <c:smooth val="1"/>
          <c:extLst>
            <c:ext xmlns:c16="http://schemas.microsoft.com/office/drawing/2014/chart" uri="{C3380CC4-5D6E-409C-BE32-E72D297353CC}">
              <c16:uniqueId val="{00000008-4233-4E9D-9D6D-D06060CC9530}"/>
            </c:ext>
          </c:extLst>
        </c:ser>
        <c:ser>
          <c:idx val="9"/>
          <c:order val="9"/>
          <c:tx>
            <c:strRef>
              <c:f>PM50000_Temps_oc5l2_50000!$BBL$1</c:f>
              <c:strCache>
                <c:ptCount val="1"/>
                <c:pt idx="0">
                  <c:v>TELE_PM_INTERIOR.10</c:v>
                </c:pt>
              </c:strCache>
            </c:strRef>
          </c:tx>
          <c:spPr>
            <a:ln w="19050" cap="rnd">
              <a:solidFill>
                <a:schemeClr val="accent4">
                  <a:lumMod val="60000"/>
                </a:schemeClr>
              </a:solidFill>
              <a:round/>
            </a:ln>
            <a:effectLst/>
          </c:spPr>
          <c:marker>
            <c:symbol val="circle"/>
            <c:size val="5"/>
            <c:spPr>
              <a:solidFill>
                <a:schemeClr val="accent4">
                  <a:lumMod val="60000"/>
                </a:schemeClr>
              </a:solidFill>
              <a:ln w="9525">
                <a:solidFill>
                  <a:schemeClr val="accent4">
                    <a:lumMod val="6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PM50000_Temps_oc5l2_50000!$BBL$2:$BBL$536</c:f>
              <c:numCache>
                <c:formatCode>General</c:formatCode>
                <c:ptCount val="533"/>
                <c:pt idx="0">
                  <c:v>0</c:v>
                </c:pt>
                <c:pt idx="1">
                  <c:v>1.619999999996935E-2</c:v>
                </c:pt>
                <c:pt idx="2">
                  <c:v>3.999999999996362E-2</c:v>
                </c:pt>
                <c:pt idx="3">
                  <c:v>6.2099999999986721E-2</c:v>
                </c:pt>
                <c:pt idx="4">
                  <c:v>8.1399999999973716E-2</c:v>
                </c:pt>
                <c:pt idx="5">
                  <c:v>9.8199999999962984E-2</c:v>
                </c:pt>
                <c:pt idx="6">
                  <c:v>0.11259999999998627</c:v>
                </c:pt>
                <c:pt idx="7">
                  <c:v>0.1250999999999749</c:v>
                </c:pt>
                <c:pt idx="8">
                  <c:v>0.136099999999999</c:v>
                </c:pt>
                <c:pt idx="9">
                  <c:v>0.14580000000000837</c:v>
                </c:pt>
                <c:pt idx="10">
                  <c:v>0.15440000000000964</c:v>
                </c:pt>
                <c:pt idx="11">
                  <c:v>0.16219999999998436</c:v>
                </c:pt>
                <c:pt idx="12">
                  <c:v>0.16910000000001446</c:v>
                </c:pt>
                <c:pt idx="13">
                  <c:v>0.17549999999999955</c:v>
                </c:pt>
                <c:pt idx="14">
                  <c:v>0.18119999999998981</c:v>
                </c:pt>
                <c:pt idx="15">
                  <c:v>0.18639999999999191</c:v>
                </c:pt>
                <c:pt idx="16">
                  <c:v>0.19119999999998072</c:v>
                </c:pt>
                <c:pt idx="17">
                  <c:v>0.19549999999998136</c:v>
                </c:pt>
                <c:pt idx="18">
                  <c:v>0.19950000000000045</c:v>
                </c:pt>
                <c:pt idx="19">
                  <c:v>0.20310000000000628</c:v>
                </c:pt>
                <c:pt idx="20">
                  <c:v>0.20639999999997372</c:v>
                </c:pt>
                <c:pt idx="21">
                  <c:v>0.20939999999995962</c:v>
                </c:pt>
                <c:pt idx="22">
                  <c:v>0.21219999999999573</c:v>
                </c:pt>
                <c:pt idx="23">
                  <c:v>0.21469999999999345</c:v>
                </c:pt>
                <c:pt idx="24">
                  <c:v>0.21699999999998454</c:v>
                </c:pt>
                <c:pt idx="25">
                  <c:v>0.21909999999996899</c:v>
                </c:pt>
                <c:pt idx="26">
                  <c:v>0.22120000000001028</c:v>
                </c:pt>
                <c:pt idx="27">
                  <c:v>0.2237999999999829</c:v>
                </c:pt>
                <c:pt idx="28">
                  <c:v>0.2267999999999688</c:v>
                </c:pt>
                <c:pt idx="29">
                  <c:v>0.22980000000001155</c:v>
                </c:pt>
                <c:pt idx="30">
                  <c:v>0.23259999999999081</c:v>
                </c:pt>
                <c:pt idx="31">
                  <c:v>0.23509999999998854</c:v>
                </c:pt>
                <c:pt idx="32">
                  <c:v>0.23730000000000473</c:v>
                </c:pt>
                <c:pt idx="33">
                  <c:v>0.23930000000001428</c:v>
                </c:pt>
                <c:pt idx="34">
                  <c:v>0.24109999999996035</c:v>
                </c:pt>
                <c:pt idx="35">
                  <c:v>0.24279999999998836</c:v>
                </c:pt>
                <c:pt idx="36">
                  <c:v>0.24430000000000973</c:v>
                </c:pt>
                <c:pt idx="37">
                  <c:v>0.24569999999999936</c:v>
                </c:pt>
                <c:pt idx="38">
                  <c:v>0.2470000000000141</c:v>
                </c:pt>
                <c:pt idx="39">
                  <c:v>0.24819999999999709</c:v>
                </c:pt>
                <c:pt idx="40">
                  <c:v>0.24930000000000518</c:v>
                </c:pt>
                <c:pt idx="41">
                  <c:v>0.25029999999998154</c:v>
                </c:pt>
                <c:pt idx="42">
                  <c:v>0.25119999999998299</c:v>
                </c:pt>
                <c:pt idx="43">
                  <c:v>0.25209999999998445</c:v>
                </c:pt>
                <c:pt idx="44">
                  <c:v>0.252900000000011</c:v>
                </c:pt>
                <c:pt idx="45">
                  <c:v>0.25360000000000582</c:v>
                </c:pt>
                <c:pt idx="46">
                  <c:v>0.25430000000000064</c:v>
                </c:pt>
                <c:pt idx="47">
                  <c:v>0.25499999999999545</c:v>
                </c:pt>
                <c:pt idx="48">
                  <c:v>0.25560000000001537</c:v>
                </c:pt>
                <c:pt idx="49">
                  <c:v>0.25610000000000355</c:v>
                </c:pt>
                <c:pt idx="50">
                  <c:v>0.25659999999999172</c:v>
                </c:pt>
                <c:pt idx="51">
                  <c:v>0.2570999999999799</c:v>
                </c:pt>
                <c:pt idx="52">
                  <c:v>0.25749999999999318</c:v>
                </c:pt>
                <c:pt idx="53">
                  <c:v>0.25790000000000646</c:v>
                </c:pt>
                <c:pt idx="54">
                  <c:v>0.25829999999996289</c:v>
                </c:pt>
                <c:pt idx="55">
                  <c:v>0.25860000000000127</c:v>
                </c:pt>
                <c:pt idx="56">
                  <c:v>0.25900000000001455</c:v>
                </c:pt>
                <c:pt idx="57">
                  <c:v>0.25889999999998281</c:v>
                </c:pt>
                <c:pt idx="58">
                  <c:v>0.25829999999996289</c:v>
                </c:pt>
                <c:pt idx="59">
                  <c:v>0.25739999999996144</c:v>
                </c:pt>
                <c:pt idx="60">
                  <c:v>0.25649999999995998</c:v>
                </c:pt>
                <c:pt idx="61">
                  <c:v>0.25569999999999027</c:v>
                </c:pt>
                <c:pt idx="62">
                  <c:v>0.25509999999997035</c:v>
                </c:pt>
                <c:pt idx="63">
                  <c:v>0.25450000000000728</c:v>
                </c:pt>
                <c:pt idx="64">
                  <c:v>0.25399999999996226</c:v>
                </c:pt>
                <c:pt idx="65">
                  <c:v>0.25349999999997408</c:v>
                </c:pt>
                <c:pt idx="66">
                  <c:v>0.25319999999999254</c:v>
                </c:pt>
                <c:pt idx="67">
                  <c:v>0.25279999999997926</c:v>
                </c:pt>
                <c:pt idx="68">
                  <c:v>0.25249999999999773</c:v>
                </c:pt>
                <c:pt idx="69">
                  <c:v>0.25220000000001619</c:v>
                </c:pt>
                <c:pt idx="70">
                  <c:v>0.25200000000000955</c:v>
                </c:pt>
                <c:pt idx="71">
                  <c:v>0.25169999999997117</c:v>
                </c:pt>
                <c:pt idx="72">
                  <c:v>0.25149999999996453</c:v>
                </c:pt>
                <c:pt idx="73">
                  <c:v>0.25130000000001473</c:v>
                </c:pt>
                <c:pt idx="74">
                  <c:v>0.25110000000000809</c:v>
                </c:pt>
                <c:pt idx="75">
                  <c:v>0.25090000000000146</c:v>
                </c:pt>
                <c:pt idx="76">
                  <c:v>0.25079999999996971</c:v>
                </c:pt>
                <c:pt idx="77">
                  <c:v>0.25059999999996307</c:v>
                </c:pt>
                <c:pt idx="78">
                  <c:v>0.25049999999998818</c:v>
                </c:pt>
                <c:pt idx="79">
                  <c:v>0.25040000000001328</c:v>
                </c:pt>
                <c:pt idx="80">
                  <c:v>0.25029999999998154</c:v>
                </c:pt>
                <c:pt idx="81">
                  <c:v>0.25020000000000664</c:v>
                </c:pt>
                <c:pt idx="82">
                  <c:v>0.2500999999999749</c:v>
                </c:pt>
                <c:pt idx="83">
                  <c:v>0.25</c:v>
                </c:pt>
                <c:pt idx="84">
                  <c:v>0.24989999999996826</c:v>
                </c:pt>
                <c:pt idx="85">
                  <c:v>0.24979999999999336</c:v>
                </c:pt>
                <c:pt idx="86">
                  <c:v>0.24969999999996162</c:v>
                </c:pt>
                <c:pt idx="87">
                  <c:v>0.24969999999996162</c:v>
                </c:pt>
                <c:pt idx="88">
                  <c:v>0.24959999999998672</c:v>
                </c:pt>
                <c:pt idx="89">
                  <c:v>0.24959999999998672</c:v>
                </c:pt>
                <c:pt idx="90">
                  <c:v>0.24950000000001182</c:v>
                </c:pt>
                <c:pt idx="91">
                  <c:v>0.24950000000001182</c:v>
                </c:pt>
                <c:pt idx="92">
                  <c:v>0.24939999999998008</c:v>
                </c:pt>
                <c:pt idx="93">
                  <c:v>0.24939999999998008</c:v>
                </c:pt>
                <c:pt idx="94">
                  <c:v>0.24930000000000518</c:v>
                </c:pt>
                <c:pt idx="95">
                  <c:v>0.24930000000000518</c:v>
                </c:pt>
                <c:pt idx="96">
                  <c:v>0.24930000000000518</c:v>
                </c:pt>
                <c:pt idx="97">
                  <c:v>0.24919999999997344</c:v>
                </c:pt>
                <c:pt idx="98">
                  <c:v>0.24919999999997344</c:v>
                </c:pt>
                <c:pt idx="99">
                  <c:v>0.24919999999997344</c:v>
                </c:pt>
                <c:pt idx="100">
                  <c:v>0.24909999999999854</c:v>
                </c:pt>
                <c:pt idx="101">
                  <c:v>0.24909999999999854</c:v>
                </c:pt>
                <c:pt idx="102">
                  <c:v>0.24909999999999854</c:v>
                </c:pt>
                <c:pt idx="103">
                  <c:v>0.24909999999999854</c:v>
                </c:pt>
                <c:pt idx="104">
                  <c:v>0.24909999999999854</c:v>
                </c:pt>
                <c:pt idx="105">
                  <c:v>0.2489999999999668</c:v>
                </c:pt>
                <c:pt idx="106">
                  <c:v>0.2489999999999668</c:v>
                </c:pt>
                <c:pt idx="107">
                  <c:v>0.2489999999999668</c:v>
                </c:pt>
                <c:pt idx="108">
                  <c:v>0.24909999999999854</c:v>
                </c:pt>
                <c:pt idx="109">
                  <c:v>0.24909999999999854</c:v>
                </c:pt>
                <c:pt idx="110">
                  <c:v>0.24919999999997344</c:v>
                </c:pt>
                <c:pt idx="111">
                  <c:v>0.24930000000000518</c:v>
                </c:pt>
                <c:pt idx="112">
                  <c:v>0.24939999999998008</c:v>
                </c:pt>
                <c:pt idx="113">
                  <c:v>0.24950000000001182</c:v>
                </c:pt>
                <c:pt idx="114">
                  <c:v>0.24950000000001182</c:v>
                </c:pt>
                <c:pt idx="115">
                  <c:v>0.24959999999998672</c:v>
                </c:pt>
                <c:pt idx="116">
                  <c:v>0.24959999999998672</c:v>
                </c:pt>
                <c:pt idx="117">
                  <c:v>0.24969999999996162</c:v>
                </c:pt>
                <c:pt idx="118">
                  <c:v>0.24969999999996162</c:v>
                </c:pt>
                <c:pt idx="119">
                  <c:v>0.24979999999999336</c:v>
                </c:pt>
                <c:pt idx="120">
                  <c:v>0.24979999999999336</c:v>
                </c:pt>
                <c:pt idx="121">
                  <c:v>0.24979999999999336</c:v>
                </c:pt>
                <c:pt idx="122">
                  <c:v>0.24989999999996826</c:v>
                </c:pt>
                <c:pt idx="123">
                  <c:v>0.24989999999996826</c:v>
                </c:pt>
                <c:pt idx="124">
                  <c:v>0.25</c:v>
                </c:pt>
                <c:pt idx="125">
                  <c:v>0.25</c:v>
                </c:pt>
                <c:pt idx="126">
                  <c:v>0.25</c:v>
                </c:pt>
                <c:pt idx="127">
                  <c:v>0.25</c:v>
                </c:pt>
                <c:pt idx="128">
                  <c:v>0.2500999999999749</c:v>
                </c:pt>
                <c:pt idx="129">
                  <c:v>0.2500999999999749</c:v>
                </c:pt>
                <c:pt idx="130">
                  <c:v>0.2500999999999749</c:v>
                </c:pt>
                <c:pt idx="131">
                  <c:v>0.25020000000000664</c:v>
                </c:pt>
                <c:pt idx="132">
                  <c:v>0.25020000000000664</c:v>
                </c:pt>
                <c:pt idx="133">
                  <c:v>0.25020000000000664</c:v>
                </c:pt>
                <c:pt idx="134">
                  <c:v>0.25020000000000664</c:v>
                </c:pt>
                <c:pt idx="135">
                  <c:v>0.25020000000000664</c:v>
                </c:pt>
                <c:pt idx="136">
                  <c:v>0.25029999999998154</c:v>
                </c:pt>
                <c:pt idx="137">
                  <c:v>0.25029999999998154</c:v>
                </c:pt>
                <c:pt idx="138">
                  <c:v>0.25029999999998154</c:v>
                </c:pt>
                <c:pt idx="139">
                  <c:v>0.25029999999998154</c:v>
                </c:pt>
                <c:pt idx="140">
                  <c:v>0.25029999999998154</c:v>
                </c:pt>
                <c:pt idx="141">
                  <c:v>0.25029999999998154</c:v>
                </c:pt>
                <c:pt idx="142">
                  <c:v>0.25040000000001328</c:v>
                </c:pt>
                <c:pt idx="143">
                  <c:v>0.25040000000001328</c:v>
                </c:pt>
                <c:pt idx="144">
                  <c:v>0.25040000000001328</c:v>
                </c:pt>
                <c:pt idx="145">
                  <c:v>0.25040000000001328</c:v>
                </c:pt>
                <c:pt idx="146">
                  <c:v>0.25040000000001328</c:v>
                </c:pt>
                <c:pt idx="147">
                  <c:v>0.25040000000001328</c:v>
                </c:pt>
                <c:pt idx="148">
                  <c:v>0.25040000000001328</c:v>
                </c:pt>
                <c:pt idx="149">
                  <c:v>0.25040000000001328</c:v>
                </c:pt>
                <c:pt idx="150">
                  <c:v>0.25040000000001328</c:v>
                </c:pt>
                <c:pt idx="151">
                  <c:v>0.25040000000001328</c:v>
                </c:pt>
                <c:pt idx="152">
                  <c:v>0.25040000000001328</c:v>
                </c:pt>
                <c:pt idx="153">
                  <c:v>0.25049999999998818</c:v>
                </c:pt>
                <c:pt idx="154">
                  <c:v>0.25049999999998818</c:v>
                </c:pt>
                <c:pt idx="155">
                  <c:v>0.25049999999998818</c:v>
                </c:pt>
                <c:pt idx="156">
                  <c:v>0.25049999999998818</c:v>
                </c:pt>
                <c:pt idx="157">
                  <c:v>0.25049999999998818</c:v>
                </c:pt>
                <c:pt idx="158">
                  <c:v>0.25029999999998154</c:v>
                </c:pt>
                <c:pt idx="159">
                  <c:v>0.24989999999996826</c:v>
                </c:pt>
                <c:pt idx="160">
                  <c:v>0.24950000000001182</c:v>
                </c:pt>
                <c:pt idx="161">
                  <c:v>0.2489999999999668</c:v>
                </c:pt>
                <c:pt idx="162">
                  <c:v>0.24849999999997863</c:v>
                </c:pt>
                <c:pt idx="163">
                  <c:v>0.24809999999996535</c:v>
                </c:pt>
                <c:pt idx="164">
                  <c:v>0.24779999999998381</c:v>
                </c:pt>
                <c:pt idx="165">
                  <c:v>0.24750000000000227</c:v>
                </c:pt>
                <c:pt idx="166">
                  <c:v>0.24719999999996389</c:v>
                </c:pt>
                <c:pt idx="167">
                  <c:v>0.24689999999998236</c:v>
                </c:pt>
                <c:pt idx="168">
                  <c:v>0.24660000000000082</c:v>
                </c:pt>
                <c:pt idx="169">
                  <c:v>0.24639999999999418</c:v>
                </c:pt>
                <c:pt idx="170">
                  <c:v>0.24619999999998754</c:v>
                </c:pt>
                <c:pt idx="171">
                  <c:v>0.245900000000006</c:v>
                </c:pt>
                <c:pt idx="172">
                  <c:v>0.24569999999999936</c:v>
                </c:pt>
                <c:pt idx="173">
                  <c:v>0.24549999999999272</c:v>
                </c:pt>
                <c:pt idx="174">
                  <c:v>0.24539999999996098</c:v>
                </c:pt>
                <c:pt idx="175">
                  <c:v>0.24520000000001119</c:v>
                </c:pt>
                <c:pt idx="176">
                  <c:v>0.24500000000000455</c:v>
                </c:pt>
                <c:pt idx="177">
                  <c:v>0.24489999999997281</c:v>
                </c:pt>
                <c:pt idx="178">
                  <c:v>0.24469999999996617</c:v>
                </c:pt>
                <c:pt idx="179">
                  <c:v>0.24459999999999127</c:v>
                </c:pt>
                <c:pt idx="180">
                  <c:v>0.24439999999998463</c:v>
                </c:pt>
                <c:pt idx="181">
                  <c:v>0.24430000000000973</c:v>
                </c:pt>
                <c:pt idx="182">
                  <c:v>0.24419999999997799</c:v>
                </c:pt>
                <c:pt idx="183">
                  <c:v>0.24430000000000973</c:v>
                </c:pt>
                <c:pt idx="184">
                  <c:v>0.24509999999997945</c:v>
                </c:pt>
                <c:pt idx="185">
                  <c:v>0.24649999999996908</c:v>
                </c:pt>
                <c:pt idx="186">
                  <c:v>0.24790000000001555</c:v>
                </c:pt>
                <c:pt idx="187">
                  <c:v>0.24919999999997344</c:v>
                </c:pt>
                <c:pt idx="188">
                  <c:v>0.25029999999998154</c:v>
                </c:pt>
                <c:pt idx="189">
                  <c:v>0.25130000000001473</c:v>
                </c:pt>
                <c:pt idx="190">
                  <c:v>0.25220000000001619</c:v>
                </c:pt>
                <c:pt idx="191">
                  <c:v>0.2529999999999859</c:v>
                </c:pt>
                <c:pt idx="192">
                  <c:v>0.25369999999998072</c:v>
                </c:pt>
                <c:pt idx="193">
                  <c:v>0.25439999999997553</c:v>
                </c:pt>
                <c:pt idx="194">
                  <c:v>0.25499999999999545</c:v>
                </c:pt>
                <c:pt idx="195">
                  <c:v>0.25549999999998363</c:v>
                </c:pt>
                <c:pt idx="196">
                  <c:v>0.25599999999997181</c:v>
                </c:pt>
                <c:pt idx="197">
                  <c:v>0.25649999999995998</c:v>
                </c:pt>
                <c:pt idx="198">
                  <c:v>0.25689999999997326</c:v>
                </c:pt>
                <c:pt idx="199">
                  <c:v>0.25729999999998654</c:v>
                </c:pt>
                <c:pt idx="200">
                  <c:v>0.25769999999999982</c:v>
                </c:pt>
                <c:pt idx="201">
                  <c:v>0.2581000000000131</c:v>
                </c:pt>
                <c:pt idx="202">
                  <c:v>0.25839999999999463</c:v>
                </c:pt>
                <c:pt idx="203">
                  <c:v>0.25869999999997617</c:v>
                </c:pt>
                <c:pt idx="204">
                  <c:v>0.25900000000001455</c:v>
                </c:pt>
                <c:pt idx="205">
                  <c:v>0.25929999999999609</c:v>
                </c:pt>
                <c:pt idx="206">
                  <c:v>0.25959999999997763</c:v>
                </c:pt>
                <c:pt idx="207">
                  <c:v>0.25979999999998427</c:v>
                </c:pt>
                <c:pt idx="208">
                  <c:v>0.25999999999999091</c:v>
                </c:pt>
                <c:pt idx="209">
                  <c:v>0.26019999999999754</c:v>
                </c:pt>
                <c:pt idx="210">
                  <c:v>0.26040000000000418</c:v>
                </c:pt>
                <c:pt idx="211">
                  <c:v>0.26060000000001082</c:v>
                </c:pt>
                <c:pt idx="212">
                  <c:v>0.26079999999996062</c:v>
                </c:pt>
                <c:pt idx="213">
                  <c:v>0.26089999999999236</c:v>
                </c:pt>
                <c:pt idx="214">
                  <c:v>0.26069999999998572</c:v>
                </c:pt>
                <c:pt idx="215">
                  <c:v>0.25979999999998427</c:v>
                </c:pt>
                <c:pt idx="216">
                  <c:v>0.25880000000000791</c:v>
                </c:pt>
                <c:pt idx="217">
                  <c:v>0.25779999999997472</c:v>
                </c:pt>
                <c:pt idx="218">
                  <c:v>0.25689999999997326</c:v>
                </c:pt>
                <c:pt idx="219">
                  <c:v>0.25619999999997844</c:v>
                </c:pt>
                <c:pt idx="220">
                  <c:v>0.25549999999998363</c:v>
                </c:pt>
                <c:pt idx="221">
                  <c:v>0.25499999999999545</c:v>
                </c:pt>
                <c:pt idx="222">
                  <c:v>0.25439999999997553</c:v>
                </c:pt>
                <c:pt idx="223">
                  <c:v>0.25399999999996226</c:v>
                </c:pt>
                <c:pt idx="224">
                  <c:v>0.25360000000000582</c:v>
                </c:pt>
                <c:pt idx="225">
                  <c:v>0.25319999999999254</c:v>
                </c:pt>
                <c:pt idx="226">
                  <c:v>0.252900000000011</c:v>
                </c:pt>
                <c:pt idx="227">
                  <c:v>0.25259999999997262</c:v>
                </c:pt>
                <c:pt idx="228">
                  <c:v>0.25229999999999109</c:v>
                </c:pt>
                <c:pt idx="229">
                  <c:v>0.25200000000000955</c:v>
                </c:pt>
                <c:pt idx="230">
                  <c:v>0.25180000000000291</c:v>
                </c:pt>
                <c:pt idx="231">
                  <c:v>0.25159999999999627</c:v>
                </c:pt>
                <c:pt idx="232">
                  <c:v>0.25139999999998963</c:v>
                </c:pt>
                <c:pt idx="233">
                  <c:v>0.25119999999998299</c:v>
                </c:pt>
                <c:pt idx="234">
                  <c:v>0.25099999999997635</c:v>
                </c:pt>
                <c:pt idx="235">
                  <c:v>0.25079999999996971</c:v>
                </c:pt>
                <c:pt idx="236">
                  <c:v>0.25069999999999482</c:v>
                </c:pt>
                <c:pt idx="237">
                  <c:v>0.25059999999996307</c:v>
                </c:pt>
                <c:pt idx="238">
                  <c:v>0.25040000000001328</c:v>
                </c:pt>
                <c:pt idx="239">
                  <c:v>0.25029999999998154</c:v>
                </c:pt>
                <c:pt idx="240">
                  <c:v>0.25020000000000664</c:v>
                </c:pt>
                <c:pt idx="241">
                  <c:v>0.2500999999999749</c:v>
                </c:pt>
                <c:pt idx="242">
                  <c:v>0.25</c:v>
                </c:pt>
                <c:pt idx="243">
                  <c:v>0.24989999999996826</c:v>
                </c:pt>
                <c:pt idx="244">
                  <c:v>0.24989999999996826</c:v>
                </c:pt>
                <c:pt idx="245">
                  <c:v>0.24979999999999336</c:v>
                </c:pt>
                <c:pt idx="246">
                  <c:v>0.24969999999996162</c:v>
                </c:pt>
                <c:pt idx="247">
                  <c:v>0.24959999999998672</c:v>
                </c:pt>
                <c:pt idx="248">
                  <c:v>0.24959999999998672</c:v>
                </c:pt>
                <c:pt idx="249">
                  <c:v>0.24950000000001182</c:v>
                </c:pt>
                <c:pt idx="250">
                  <c:v>0.24950000000001182</c:v>
                </c:pt>
                <c:pt idx="251">
                  <c:v>0.24939999999998008</c:v>
                </c:pt>
                <c:pt idx="252">
                  <c:v>0.24939999999998008</c:v>
                </c:pt>
                <c:pt idx="253">
                  <c:v>0.24939999999998008</c:v>
                </c:pt>
                <c:pt idx="254">
                  <c:v>0.24930000000000518</c:v>
                </c:pt>
                <c:pt idx="255">
                  <c:v>0.24930000000000518</c:v>
                </c:pt>
                <c:pt idx="256">
                  <c:v>0.24930000000000518</c:v>
                </c:pt>
                <c:pt idx="257">
                  <c:v>0.24919999999997344</c:v>
                </c:pt>
                <c:pt idx="258">
                  <c:v>0.24919999999997344</c:v>
                </c:pt>
                <c:pt idx="259">
                  <c:v>0.24919999999997344</c:v>
                </c:pt>
                <c:pt idx="260">
                  <c:v>0.24909999999999854</c:v>
                </c:pt>
                <c:pt idx="261">
                  <c:v>0.24909999999999854</c:v>
                </c:pt>
                <c:pt idx="262">
                  <c:v>0.24909999999999854</c:v>
                </c:pt>
                <c:pt idx="263">
                  <c:v>0.24909999999999854</c:v>
                </c:pt>
                <c:pt idx="264">
                  <c:v>0.24909999999999854</c:v>
                </c:pt>
                <c:pt idx="265">
                  <c:v>0.24909999999999854</c:v>
                </c:pt>
                <c:pt idx="266">
                  <c:v>0.24919999999997344</c:v>
                </c:pt>
                <c:pt idx="267">
                  <c:v>0.24930000000000518</c:v>
                </c:pt>
                <c:pt idx="268">
                  <c:v>0.24939999999998008</c:v>
                </c:pt>
                <c:pt idx="269">
                  <c:v>0.24939999999998008</c:v>
                </c:pt>
                <c:pt idx="270">
                  <c:v>0.24950000000001182</c:v>
                </c:pt>
                <c:pt idx="271">
                  <c:v>0.24959999999998672</c:v>
                </c:pt>
                <c:pt idx="272">
                  <c:v>0.24959999999998672</c:v>
                </c:pt>
                <c:pt idx="273">
                  <c:v>0.24969999999996162</c:v>
                </c:pt>
                <c:pt idx="274">
                  <c:v>0.24969999999996162</c:v>
                </c:pt>
                <c:pt idx="275">
                  <c:v>0.24979999999999336</c:v>
                </c:pt>
                <c:pt idx="276">
                  <c:v>0.24979999999999336</c:v>
                </c:pt>
                <c:pt idx="277">
                  <c:v>0.24979999999999336</c:v>
                </c:pt>
                <c:pt idx="278">
                  <c:v>0.24989999999996826</c:v>
                </c:pt>
                <c:pt idx="279">
                  <c:v>0.24989999999996826</c:v>
                </c:pt>
                <c:pt idx="280">
                  <c:v>0.24989999999996826</c:v>
                </c:pt>
                <c:pt idx="281">
                  <c:v>0.25</c:v>
                </c:pt>
                <c:pt idx="282">
                  <c:v>0.25</c:v>
                </c:pt>
                <c:pt idx="283">
                  <c:v>0.25</c:v>
                </c:pt>
                <c:pt idx="284">
                  <c:v>0.2500999999999749</c:v>
                </c:pt>
                <c:pt idx="285">
                  <c:v>0.2500999999999749</c:v>
                </c:pt>
                <c:pt idx="286">
                  <c:v>0.2500999999999749</c:v>
                </c:pt>
                <c:pt idx="287">
                  <c:v>0.25020000000000664</c:v>
                </c:pt>
                <c:pt idx="288">
                  <c:v>0.25020000000000664</c:v>
                </c:pt>
                <c:pt idx="289">
                  <c:v>0.25020000000000664</c:v>
                </c:pt>
                <c:pt idx="290">
                  <c:v>0.25020000000000664</c:v>
                </c:pt>
                <c:pt idx="291">
                  <c:v>0.25020000000000664</c:v>
                </c:pt>
                <c:pt idx="292">
                  <c:v>0.25029999999998154</c:v>
                </c:pt>
                <c:pt idx="293">
                  <c:v>0.25029999999998154</c:v>
                </c:pt>
                <c:pt idx="294">
                  <c:v>0.25029999999998154</c:v>
                </c:pt>
                <c:pt idx="295">
                  <c:v>0.25029999999998154</c:v>
                </c:pt>
                <c:pt idx="296">
                  <c:v>0.25029999999998154</c:v>
                </c:pt>
                <c:pt idx="297">
                  <c:v>0.25029999999998154</c:v>
                </c:pt>
                <c:pt idx="298">
                  <c:v>0.25040000000001328</c:v>
                </c:pt>
                <c:pt idx="299">
                  <c:v>0.25040000000001328</c:v>
                </c:pt>
                <c:pt idx="300">
                  <c:v>0.25040000000001328</c:v>
                </c:pt>
                <c:pt idx="301">
                  <c:v>0.25040000000001328</c:v>
                </c:pt>
                <c:pt idx="302">
                  <c:v>0.25040000000001328</c:v>
                </c:pt>
                <c:pt idx="303">
                  <c:v>0.25040000000001328</c:v>
                </c:pt>
                <c:pt idx="304">
                  <c:v>0.25040000000001328</c:v>
                </c:pt>
                <c:pt idx="305">
                  <c:v>0.25040000000001328</c:v>
                </c:pt>
                <c:pt idx="306">
                  <c:v>0.25040000000001328</c:v>
                </c:pt>
                <c:pt idx="307">
                  <c:v>0.25040000000001328</c:v>
                </c:pt>
                <c:pt idx="308">
                  <c:v>0.25040000000001328</c:v>
                </c:pt>
                <c:pt idx="309">
                  <c:v>0.25049999999998818</c:v>
                </c:pt>
                <c:pt idx="310">
                  <c:v>0.25049999999998818</c:v>
                </c:pt>
                <c:pt idx="311">
                  <c:v>0.25049999999998818</c:v>
                </c:pt>
                <c:pt idx="312">
                  <c:v>0.25049999999998818</c:v>
                </c:pt>
                <c:pt idx="313">
                  <c:v>0.25049999999998818</c:v>
                </c:pt>
                <c:pt idx="314">
                  <c:v>0.25049999999998818</c:v>
                </c:pt>
                <c:pt idx="315">
                  <c:v>0.25029999999998154</c:v>
                </c:pt>
                <c:pt idx="316">
                  <c:v>0.24989999999996826</c:v>
                </c:pt>
                <c:pt idx="317">
                  <c:v>0.24939999999998008</c:v>
                </c:pt>
                <c:pt idx="318">
                  <c:v>0.24889999999999191</c:v>
                </c:pt>
                <c:pt idx="319">
                  <c:v>0.24849999999997863</c:v>
                </c:pt>
                <c:pt idx="320">
                  <c:v>0.24809999999996535</c:v>
                </c:pt>
                <c:pt idx="321">
                  <c:v>0.24779999999998381</c:v>
                </c:pt>
                <c:pt idx="322">
                  <c:v>0.24739999999997053</c:v>
                </c:pt>
                <c:pt idx="323">
                  <c:v>0.247099999999989</c:v>
                </c:pt>
                <c:pt idx="324">
                  <c:v>0.24689999999998236</c:v>
                </c:pt>
                <c:pt idx="325">
                  <c:v>0.24660000000000082</c:v>
                </c:pt>
                <c:pt idx="326">
                  <c:v>0.24639999999999418</c:v>
                </c:pt>
                <c:pt idx="327">
                  <c:v>0.24610000000001264</c:v>
                </c:pt>
                <c:pt idx="328">
                  <c:v>0.245900000000006</c:v>
                </c:pt>
                <c:pt idx="329">
                  <c:v>0.24569999999999936</c:v>
                </c:pt>
                <c:pt idx="330">
                  <c:v>0.24549999999999272</c:v>
                </c:pt>
                <c:pt idx="331">
                  <c:v>0.24529999999998608</c:v>
                </c:pt>
                <c:pt idx="332">
                  <c:v>0.24520000000001119</c:v>
                </c:pt>
                <c:pt idx="333">
                  <c:v>0.24500000000000455</c:v>
                </c:pt>
                <c:pt idx="334">
                  <c:v>0.24479999999999791</c:v>
                </c:pt>
                <c:pt idx="335">
                  <c:v>0.24469999999996617</c:v>
                </c:pt>
                <c:pt idx="336">
                  <c:v>0.24459999999999127</c:v>
                </c:pt>
                <c:pt idx="337">
                  <c:v>0.24439999999998463</c:v>
                </c:pt>
                <c:pt idx="338">
                  <c:v>0.24430000000000973</c:v>
                </c:pt>
                <c:pt idx="339">
                  <c:v>0.24419999999997799</c:v>
                </c:pt>
                <c:pt idx="340">
                  <c:v>0.24430000000000973</c:v>
                </c:pt>
                <c:pt idx="341">
                  <c:v>0.24529999999998608</c:v>
                </c:pt>
                <c:pt idx="342">
                  <c:v>0.24669999999997572</c:v>
                </c:pt>
                <c:pt idx="343">
                  <c:v>0.24809999999996535</c:v>
                </c:pt>
                <c:pt idx="344">
                  <c:v>0.24930000000000518</c:v>
                </c:pt>
                <c:pt idx="345">
                  <c:v>0.25049999999998818</c:v>
                </c:pt>
                <c:pt idx="346">
                  <c:v>0.25139999999998963</c:v>
                </c:pt>
                <c:pt idx="347">
                  <c:v>0.25229999999999109</c:v>
                </c:pt>
                <c:pt idx="348">
                  <c:v>0.2530999999999608</c:v>
                </c:pt>
                <c:pt idx="349">
                  <c:v>0.25380000000001246</c:v>
                </c:pt>
                <c:pt idx="350">
                  <c:v>0.25439999999997553</c:v>
                </c:pt>
                <c:pt idx="351">
                  <c:v>0.25499999999999545</c:v>
                </c:pt>
                <c:pt idx="352">
                  <c:v>0.25560000000001537</c:v>
                </c:pt>
                <c:pt idx="353">
                  <c:v>0.25610000000000355</c:v>
                </c:pt>
                <c:pt idx="354">
                  <c:v>0.25659999999999172</c:v>
                </c:pt>
                <c:pt idx="355">
                  <c:v>0.257000000000005</c:v>
                </c:pt>
                <c:pt idx="356">
                  <c:v>0.25739999999996144</c:v>
                </c:pt>
                <c:pt idx="357">
                  <c:v>0.25779999999997472</c:v>
                </c:pt>
                <c:pt idx="358">
                  <c:v>0.2581000000000131</c:v>
                </c:pt>
                <c:pt idx="359">
                  <c:v>0.25849999999996953</c:v>
                </c:pt>
                <c:pt idx="360">
                  <c:v>0.25880000000000791</c:v>
                </c:pt>
                <c:pt idx="361">
                  <c:v>0.25880000000000791</c:v>
                </c:pt>
                <c:pt idx="362">
                  <c:v>0.25909999999998945</c:v>
                </c:pt>
                <c:pt idx="363">
                  <c:v>0.25929999999999609</c:v>
                </c:pt>
                <c:pt idx="364">
                  <c:v>0.25959999999997763</c:v>
                </c:pt>
                <c:pt idx="365">
                  <c:v>0.25979999999998427</c:v>
                </c:pt>
                <c:pt idx="366">
                  <c:v>0.2600999999999658</c:v>
                </c:pt>
                <c:pt idx="367">
                  <c:v>0.26029999999997244</c:v>
                </c:pt>
                <c:pt idx="368">
                  <c:v>0.26049999999997908</c:v>
                </c:pt>
                <c:pt idx="369">
                  <c:v>0.26060000000001082</c:v>
                </c:pt>
                <c:pt idx="370">
                  <c:v>0.26079999999996062</c:v>
                </c:pt>
                <c:pt idx="371">
                  <c:v>0.26089999999999236</c:v>
                </c:pt>
                <c:pt idx="372">
                  <c:v>0.26049999999997908</c:v>
                </c:pt>
                <c:pt idx="373">
                  <c:v>0.25970000000000937</c:v>
                </c:pt>
                <c:pt idx="374">
                  <c:v>0.25860000000000127</c:v>
                </c:pt>
                <c:pt idx="375">
                  <c:v>0.25769999999999982</c:v>
                </c:pt>
                <c:pt idx="376">
                  <c:v>0.25679999999999836</c:v>
                </c:pt>
                <c:pt idx="377">
                  <c:v>0.25610000000000355</c:v>
                </c:pt>
                <c:pt idx="378">
                  <c:v>0.25540000000000873</c:v>
                </c:pt>
                <c:pt idx="379">
                  <c:v>0.25489999999996371</c:v>
                </c:pt>
                <c:pt idx="380">
                  <c:v>0.25439999999997553</c:v>
                </c:pt>
                <c:pt idx="381">
                  <c:v>0.25389999999998736</c:v>
                </c:pt>
                <c:pt idx="382">
                  <c:v>0.25349999999997408</c:v>
                </c:pt>
                <c:pt idx="383">
                  <c:v>0.25319999999999254</c:v>
                </c:pt>
                <c:pt idx="384">
                  <c:v>0.25279999999997926</c:v>
                </c:pt>
                <c:pt idx="385">
                  <c:v>0.25249999999999773</c:v>
                </c:pt>
                <c:pt idx="386">
                  <c:v>0.25229999999999109</c:v>
                </c:pt>
                <c:pt idx="387">
                  <c:v>0.25200000000000955</c:v>
                </c:pt>
                <c:pt idx="388">
                  <c:v>0.25180000000000291</c:v>
                </c:pt>
                <c:pt idx="389">
                  <c:v>0.25149999999996453</c:v>
                </c:pt>
                <c:pt idx="390">
                  <c:v>0.25130000000001473</c:v>
                </c:pt>
                <c:pt idx="391">
                  <c:v>0.25119999999998299</c:v>
                </c:pt>
                <c:pt idx="392">
                  <c:v>0.25099999999997635</c:v>
                </c:pt>
                <c:pt idx="393">
                  <c:v>0.25079999999996971</c:v>
                </c:pt>
                <c:pt idx="394">
                  <c:v>0.25069999999999482</c:v>
                </c:pt>
                <c:pt idx="395">
                  <c:v>0.25049999999998818</c:v>
                </c:pt>
                <c:pt idx="396">
                  <c:v>0.25040000000001328</c:v>
                </c:pt>
                <c:pt idx="397">
                  <c:v>0.25029999999998154</c:v>
                </c:pt>
                <c:pt idx="398">
                  <c:v>0.25020000000000664</c:v>
                </c:pt>
                <c:pt idx="399">
                  <c:v>0.2500999999999749</c:v>
                </c:pt>
                <c:pt idx="400">
                  <c:v>0.25</c:v>
                </c:pt>
                <c:pt idx="401">
                  <c:v>0.24989999999996826</c:v>
                </c:pt>
                <c:pt idx="402">
                  <c:v>0.24979999999999336</c:v>
                </c:pt>
                <c:pt idx="403">
                  <c:v>0.24979999999999336</c:v>
                </c:pt>
                <c:pt idx="404">
                  <c:v>0.24969999999996162</c:v>
                </c:pt>
                <c:pt idx="405">
                  <c:v>0.24959999999998672</c:v>
                </c:pt>
                <c:pt idx="406">
                  <c:v>0.24959999999998672</c:v>
                </c:pt>
                <c:pt idx="407">
                  <c:v>0.24950000000001182</c:v>
                </c:pt>
                <c:pt idx="408">
                  <c:v>0.24950000000001182</c:v>
                </c:pt>
                <c:pt idx="409">
                  <c:v>0.24939999999998008</c:v>
                </c:pt>
                <c:pt idx="410">
                  <c:v>0.24939999999998008</c:v>
                </c:pt>
                <c:pt idx="411">
                  <c:v>0.24939999999998008</c:v>
                </c:pt>
                <c:pt idx="412">
                  <c:v>0.24930000000000518</c:v>
                </c:pt>
                <c:pt idx="413">
                  <c:v>0.24930000000000518</c:v>
                </c:pt>
                <c:pt idx="414">
                  <c:v>0.24930000000000518</c:v>
                </c:pt>
                <c:pt idx="415">
                  <c:v>0.24919999999997344</c:v>
                </c:pt>
                <c:pt idx="416">
                  <c:v>0.24919999999997344</c:v>
                </c:pt>
                <c:pt idx="417">
                  <c:v>0.24919999999997344</c:v>
                </c:pt>
                <c:pt idx="418">
                  <c:v>0.24909999999999854</c:v>
                </c:pt>
                <c:pt idx="419">
                  <c:v>0.24909999999999854</c:v>
                </c:pt>
                <c:pt idx="420">
                  <c:v>0.24909999999999854</c:v>
                </c:pt>
                <c:pt idx="421">
                  <c:v>0.24909999999999854</c:v>
                </c:pt>
                <c:pt idx="422">
                  <c:v>0.24909999999999854</c:v>
                </c:pt>
                <c:pt idx="423">
                  <c:v>0.24909999999999854</c:v>
                </c:pt>
                <c:pt idx="424">
                  <c:v>0.24919999999997344</c:v>
                </c:pt>
                <c:pt idx="425">
                  <c:v>0.24930000000000518</c:v>
                </c:pt>
                <c:pt idx="426">
                  <c:v>0.24939999999998008</c:v>
                </c:pt>
                <c:pt idx="427">
                  <c:v>0.24950000000001182</c:v>
                </c:pt>
                <c:pt idx="428">
                  <c:v>0.24950000000001182</c:v>
                </c:pt>
                <c:pt idx="429">
                  <c:v>0.24959999999998672</c:v>
                </c:pt>
                <c:pt idx="430">
                  <c:v>0.24959999999998672</c:v>
                </c:pt>
                <c:pt idx="431">
                  <c:v>0.24969999999996162</c:v>
                </c:pt>
                <c:pt idx="432">
                  <c:v>0.24969999999996162</c:v>
                </c:pt>
                <c:pt idx="433">
                  <c:v>0.24979999999999336</c:v>
                </c:pt>
                <c:pt idx="434">
                  <c:v>0.24979999999999336</c:v>
                </c:pt>
                <c:pt idx="435">
                  <c:v>0.24979999999999336</c:v>
                </c:pt>
                <c:pt idx="436">
                  <c:v>0.24989999999996826</c:v>
                </c:pt>
                <c:pt idx="437">
                  <c:v>0.24989999999996826</c:v>
                </c:pt>
                <c:pt idx="438">
                  <c:v>0.25</c:v>
                </c:pt>
                <c:pt idx="439">
                  <c:v>0.25</c:v>
                </c:pt>
                <c:pt idx="440">
                  <c:v>0.25</c:v>
                </c:pt>
                <c:pt idx="441">
                  <c:v>0.25</c:v>
                </c:pt>
                <c:pt idx="442">
                  <c:v>0.2500999999999749</c:v>
                </c:pt>
                <c:pt idx="443">
                  <c:v>0.2500999999999749</c:v>
                </c:pt>
                <c:pt idx="444">
                  <c:v>0.2500999999999749</c:v>
                </c:pt>
                <c:pt idx="445">
                  <c:v>0.25020000000000664</c:v>
                </c:pt>
                <c:pt idx="446">
                  <c:v>0.25020000000000664</c:v>
                </c:pt>
                <c:pt idx="447">
                  <c:v>0.25020000000000664</c:v>
                </c:pt>
                <c:pt idx="448">
                  <c:v>0.25020000000000664</c:v>
                </c:pt>
                <c:pt idx="449">
                  <c:v>0.25020000000000664</c:v>
                </c:pt>
                <c:pt idx="450">
                  <c:v>0.25029999999998154</c:v>
                </c:pt>
                <c:pt idx="451">
                  <c:v>0.25029999999998154</c:v>
                </c:pt>
                <c:pt idx="452">
                  <c:v>0.25029999999998154</c:v>
                </c:pt>
                <c:pt idx="453">
                  <c:v>0.25029999999998154</c:v>
                </c:pt>
                <c:pt idx="454">
                  <c:v>0.25029999999998154</c:v>
                </c:pt>
                <c:pt idx="455">
                  <c:v>0.25029999999998154</c:v>
                </c:pt>
                <c:pt idx="456">
                  <c:v>0.25029999999998154</c:v>
                </c:pt>
                <c:pt idx="457">
                  <c:v>0.25040000000001328</c:v>
                </c:pt>
                <c:pt idx="458">
                  <c:v>0.25040000000001328</c:v>
                </c:pt>
                <c:pt idx="459">
                  <c:v>0.25040000000001328</c:v>
                </c:pt>
                <c:pt idx="460">
                  <c:v>0.25040000000001328</c:v>
                </c:pt>
                <c:pt idx="461">
                  <c:v>0.25040000000001328</c:v>
                </c:pt>
                <c:pt idx="462">
                  <c:v>0.25040000000001328</c:v>
                </c:pt>
                <c:pt idx="463">
                  <c:v>0.25040000000001328</c:v>
                </c:pt>
                <c:pt idx="464">
                  <c:v>0.25040000000001328</c:v>
                </c:pt>
                <c:pt idx="465">
                  <c:v>0.25040000000001328</c:v>
                </c:pt>
                <c:pt idx="466">
                  <c:v>0.25040000000001328</c:v>
                </c:pt>
                <c:pt idx="467">
                  <c:v>0.25049999999998818</c:v>
                </c:pt>
                <c:pt idx="468">
                  <c:v>0.25049999999998818</c:v>
                </c:pt>
                <c:pt idx="469">
                  <c:v>0.25049999999998818</c:v>
                </c:pt>
                <c:pt idx="470">
                  <c:v>0.25049999999998818</c:v>
                </c:pt>
                <c:pt idx="471">
                  <c:v>0.25049999999998818</c:v>
                </c:pt>
                <c:pt idx="472">
                  <c:v>0.25049999999998818</c:v>
                </c:pt>
                <c:pt idx="473">
                  <c:v>0.25049999999998818</c:v>
                </c:pt>
                <c:pt idx="474">
                  <c:v>0.25020000000000664</c:v>
                </c:pt>
                <c:pt idx="475">
                  <c:v>0.24979999999999336</c:v>
                </c:pt>
                <c:pt idx="476">
                  <c:v>0.24930000000000518</c:v>
                </c:pt>
                <c:pt idx="477">
                  <c:v>0.24889999999999191</c:v>
                </c:pt>
                <c:pt idx="478">
                  <c:v>0.24840000000000373</c:v>
                </c:pt>
                <c:pt idx="479">
                  <c:v>0.24799999999999045</c:v>
                </c:pt>
                <c:pt idx="480">
                  <c:v>0.24770000000000891</c:v>
                </c:pt>
                <c:pt idx="481">
                  <c:v>0.24739999999997053</c:v>
                </c:pt>
                <c:pt idx="482">
                  <c:v>0.247099999999989</c:v>
                </c:pt>
                <c:pt idx="483">
                  <c:v>0.24680000000000746</c:v>
                </c:pt>
                <c:pt idx="484">
                  <c:v>0.24660000000000082</c:v>
                </c:pt>
                <c:pt idx="485">
                  <c:v>0.24629999999996244</c:v>
                </c:pt>
                <c:pt idx="486">
                  <c:v>0.24610000000001264</c:v>
                </c:pt>
                <c:pt idx="487">
                  <c:v>0.245900000000006</c:v>
                </c:pt>
                <c:pt idx="488">
                  <c:v>0.24569999999999936</c:v>
                </c:pt>
                <c:pt idx="489">
                  <c:v>0.24549999999999272</c:v>
                </c:pt>
                <c:pt idx="490">
                  <c:v>0.24529999999998608</c:v>
                </c:pt>
                <c:pt idx="491">
                  <c:v>0.24509999999997945</c:v>
                </c:pt>
                <c:pt idx="492">
                  <c:v>0.24500000000000455</c:v>
                </c:pt>
                <c:pt idx="493">
                  <c:v>0.24479999999999791</c:v>
                </c:pt>
                <c:pt idx="494">
                  <c:v>0.24469999999996617</c:v>
                </c:pt>
                <c:pt idx="495">
                  <c:v>0.24449999999995953</c:v>
                </c:pt>
                <c:pt idx="496">
                  <c:v>0.24439999999998463</c:v>
                </c:pt>
                <c:pt idx="497">
                  <c:v>0.24430000000000973</c:v>
                </c:pt>
                <c:pt idx="498">
                  <c:v>0.24419999999997799</c:v>
                </c:pt>
                <c:pt idx="499">
                  <c:v>0.24449999999995953</c:v>
                </c:pt>
                <c:pt idx="500">
                  <c:v>0.24549999999999272</c:v>
                </c:pt>
                <c:pt idx="501">
                  <c:v>0.24689999999998236</c:v>
                </c:pt>
                <c:pt idx="502">
                  <c:v>0.24829999999997199</c:v>
                </c:pt>
                <c:pt idx="503">
                  <c:v>0.24959999999998672</c:v>
                </c:pt>
                <c:pt idx="504">
                  <c:v>0.25059999999996307</c:v>
                </c:pt>
                <c:pt idx="505">
                  <c:v>0.25159999999999627</c:v>
                </c:pt>
                <c:pt idx="506">
                  <c:v>0.25249999999999773</c:v>
                </c:pt>
                <c:pt idx="507">
                  <c:v>0.25319999999999254</c:v>
                </c:pt>
                <c:pt idx="508">
                  <c:v>0.25389999999998736</c:v>
                </c:pt>
                <c:pt idx="509">
                  <c:v>0.25450000000000728</c:v>
                </c:pt>
                <c:pt idx="510">
                  <c:v>0.25509999999997035</c:v>
                </c:pt>
                <c:pt idx="511">
                  <c:v>0.25569999999999027</c:v>
                </c:pt>
                <c:pt idx="512">
                  <c:v>0.25619999999997844</c:v>
                </c:pt>
                <c:pt idx="513">
                  <c:v>0.25659999999999172</c:v>
                </c:pt>
                <c:pt idx="514">
                  <c:v>0.2570999999999799</c:v>
                </c:pt>
                <c:pt idx="515">
                  <c:v>0.25749999999999318</c:v>
                </c:pt>
                <c:pt idx="516">
                  <c:v>0.25779999999997472</c:v>
                </c:pt>
                <c:pt idx="517">
                  <c:v>0.25819999999998799</c:v>
                </c:pt>
                <c:pt idx="518">
                  <c:v>0.25849999999996953</c:v>
                </c:pt>
                <c:pt idx="519">
                  <c:v>0.25880000000000791</c:v>
                </c:pt>
                <c:pt idx="520">
                  <c:v>0.25909999999998945</c:v>
                </c:pt>
                <c:pt idx="521">
                  <c:v>0.25939999999997099</c:v>
                </c:pt>
                <c:pt idx="522">
                  <c:v>0.25959999999997763</c:v>
                </c:pt>
                <c:pt idx="523">
                  <c:v>0.25990000000001601</c:v>
                </c:pt>
                <c:pt idx="524">
                  <c:v>0.2600999999999658</c:v>
                </c:pt>
                <c:pt idx="525">
                  <c:v>0.26029999999997244</c:v>
                </c:pt>
                <c:pt idx="526">
                  <c:v>0.26049999999997908</c:v>
                </c:pt>
                <c:pt idx="527">
                  <c:v>0.26069999999998572</c:v>
                </c:pt>
                <c:pt idx="528">
                  <c:v>0.26079999999996062</c:v>
                </c:pt>
                <c:pt idx="529">
                  <c:v>0.26089999999999236</c:v>
                </c:pt>
                <c:pt idx="530">
                  <c:v>0.26040000000000418</c:v>
                </c:pt>
                <c:pt idx="531">
                  <c:v>0.25950000000000273</c:v>
                </c:pt>
                <c:pt idx="532">
                  <c:v>0.25849999999996953</c:v>
                </c:pt>
              </c:numCache>
            </c:numRef>
          </c:yVal>
          <c:smooth val="1"/>
          <c:extLst>
            <c:ext xmlns:c16="http://schemas.microsoft.com/office/drawing/2014/chart" uri="{C3380CC4-5D6E-409C-BE32-E72D297353CC}">
              <c16:uniqueId val="{00000009-4233-4E9D-9D6D-D06060CC9530}"/>
            </c:ext>
          </c:extLst>
        </c:ser>
        <c:ser>
          <c:idx val="10"/>
          <c:order val="10"/>
          <c:tx>
            <c:strRef>
              <c:f>PM50000_Temps_oc5l2_50000!$BBM$1</c:f>
              <c:strCache>
                <c:ptCount val="1"/>
                <c:pt idx="0">
                  <c:v>TELE_PM_INTERIOR.11</c:v>
                </c:pt>
              </c:strCache>
            </c:strRef>
          </c:tx>
          <c:spPr>
            <a:ln w="19050" cap="rnd">
              <a:solidFill>
                <a:schemeClr val="accent5">
                  <a:lumMod val="60000"/>
                </a:schemeClr>
              </a:solidFill>
              <a:round/>
            </a:ln>
            <a:effectLst/>
          </c:spPr>
          <c:marker>
            <c:symbol val="circle"/>
            <c:size val="5"/>
            <c:spPr>
              <a:solidFill>
                <a:schemeClr val="accent5">
                  <a:lumMod val="60000"/>
                </a:schemeClr>
              </a:solidFill>
              <a:ln w="9525">
                <a:solidFill>
                  <a:schemeClr val="accent5">
                    <a:lumMod val="6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PM50000_Temps_oc5l2_50000!$BBM$2:$BBM$536</c:f>
              <c:numCache>
                <c:formatCode>General</c:formatCode>
                <c:ptCount val="533"/>
                <c:pt idx="0">
                  <c:v>0</c:v>
                </c:pt>
                <c:pt idx="1">
                  <c:v>5.9999999996307452E-4</c:v>
                </c:pt>
                <c:pt idx="2">
                  <c:v>3.899999999987358E-3</c:v>
                </c:pt>
                <c:pt idx="3">
                  <c:v>1.0299999999972442E-2</c:v>
                </c:pt>
                <c:pt idx="4">
                  <c:v>1.8999999999948614E-2</c:v>
                </c:pt>
                <c:pt idx="5">
                  <c:v>2.9499999999984539E-2</c:v>
                </c:pt>
                <c:pt idx="6">
                  <c:v>4.0899999999965075E-2</c:v>
                </c:pt>
                <c:pt idx="7">
                  <c:v>5.2699999999958891E-2</c:v>
                </c:pt>
                <c:pt idx="8">
                  <c:v>6.4499999999952706E-2</c:v>
                </c:pt>
                <c:pt idx="9">
                  <c:v>7.6099999999996726E-2</c:v>
                </c:pt>
                <c:pt idx="10">
                  <c:v>8.7299999999970623E-2</c:v>
                </c:pt>
                <c:pt idx="11">
                  <c:v>9.7799999999949705E-2</c:v>
                </c:pt>
                <c:pt idx="12">
                  <c:v>0.10769999999996571</c:v>
                </c:pt>
                <c:pt idx="13">
                  <c:v>0.1169999999999618</c:v>
                </c:pt>
                <c:pt idx="14">
                  <c:v>0.12569999999999482</c:v>
                </c:pt>
                <c:pt idx="15">
                  <c:v>0.13360000000000127</c:v>
                </c:pt>
                <c:pt idx="16">
                  <c:v>0.14099999999996271</c:v>
                </c:pt>
                <c:pt idx="17">
                  <c:v>0.14779999999996107</c:v>
                </c:pt>
                <c:pt idx="18">
                  <c:v>0.15409999999997126</c:v>
                </c:pt>
                <c:pt idx="19">
                  <c:v>0.15979999999996153</c:v>
                </c:pt>
                <c:pt idx="20">
                  <c:v>0.16509999999999536</c:v>
                </c:pt>
                <c:pt idx="21">
                  <c:v>0.16999999999995907</c:v>
                </c:pt>
                <c:pt idx="22">
                  <c:v>0.17439999999999145</c:v>
                </c:pt>
                <c:pt idx="23">
                  <c:v>0.17849999999998545</c:v>
                </c:pt>
                <c:pt idx="24">
                  <c:v>0.18219999999996617</c:v>
                </c:pt>
                <c:pt idx="25">
                  <c:v>0.18559999999996535</c:v>
                </c:pt>
                <c:pt idx="26">
                  <c:v>0.18869999999998299</c:v>
                </c:pt>
                <c:pt idx="27">
                  <c:v>0.19149999999996226</c:v>
                </c:pt>
                <c:pt idx="28">
                  <c:v>0.19419999999996662</c:v>
                </c:pt>
                <c:pt idx="29">
                  <c:v>0.19689999999997099</c:v>
                </c:pt>
                <c:pt idx="30">
                  <c:v>0.19959999999997535</c:v>
                </c:pt>
                <c:pt idx="31">
                  <c:v>0.20229999999997972</c:v>
                </c:pt>
                <c:pt idx="32">
                  <c:v>0.20479999999997744</c:v>
                </c:pt>
                <c:pt idx="33">
                  <c:v>0.20729999999997517</c:v>
                </c:pt>
                <c:pt idx="34">
                  <c:v>0.209699999999998</c:v>
                </c:pt>
                <c:pt idx="35">
                  <c:v>0.21189999999995734</c:v>
                </c:pt>
                <c:pt idx="36">
                  <c:v>0.21399999999999864</c:v>
                </c:pt>
                <c:pt idx="37">
                  <c:v>0.21599999999995134</c:v>
                </c:pt>
                <c:pt idx="38">
                  <c:v>0.21789999999998599</c:v>
                </c:pt>
                <c:pt idx="39">
                  <c:v>0.21959999999995716</c:v>
                </c:pt>
                <c:pt idx="40">
                  <c:v>0.22119999999995343</c:v>
                </c:pt>
                <c:pt idx="41">
                  <c:v>0.22269999999997481</c:v>
                </c:pt>
                <c:pt idx="42">
                  <c:v>0.22409999999996444</c:v>
                </c:pt>
                <c:pt idx="43">
                  <c:v>0.22539999999997917</c:v>
                </c:pt>
                <c:pt idx="44">
                  <c:v>0.22659999999996217</c:v>
                </c:pt>
                <c:pt idx="45">
                  <c:v>0.22769999999997026</c:v>
                </c:pt>
                <c:pt idx="46">
                  <c:v>0.22869999999994661</c:v>
                </c:pt>
                <c:pt idx="47">
                  <c:v>0.22969999999997981</c:v>
                </c:pt>
                <c:pt idx="48">
                  <c:v>0.23059999999998126</c:v>
                </c:pt>
                <c:pt idx="49">
                  <c:v>0.23139999999995098</c:v>
                </c:pt>
                <c:pt idx="50">
                  <c:v>0.23219999999997754</c:v>
                </c:pt>
                <c:pt idx="51">
                  <c:v>0.23289999999997235</c:v>
                </c:pt>
                <c:pt idx="52">
                  <c:v>0.23349999999999227</c:v>
                </c:pt>
                <c:pt idx="53">
                  <c:v>0.23409999999995534</c:v>
                </c:pt>
                <c:pt idx="54">
                  <c:v>0.23469999999997526</c:v>
                </c:pt>
                <c:pt idx="55">
                  <c:v>0.23519999999996344</c:v>
                </c:pt>
                <c:pt idx="56">
                  <c:v>0.23569999999995161</c:v>
                </c:pt>
                <c:pt idx="57">
                  <c:v>0.23619999999999663</c:v>
                </c:pt>
                <c:pt idx="58">
                  <c:v>0.23649999999997817</c:v>
                </c:pt>
                <c:pt idx="59">
                  <c:v>0.23669999999998481</c:v>
                </c:pt>
                <c:pt idx="60">
                  <c:v>0.23679999999995971</c:v>
                </c:pt>
                <c:pt idx="61">
                  <c:v>0.23659999999995307</c:v>
                </c:pt>
                <c:pt idx="62">
                  <c:v>0.23639999999994643</c:v>
                </c:pt>
                <c:pt idx="63">
                  <c:v>0.23609999999996489</c:v>
                </c:pt>
                <c:pt idx="64">
                  <c:v>0.23569999999995161</c:v>
                </c:pt>
                <c:pt idx="65">
                  <c:v>0.23529999999999518</c:v>
                </c:pt>
                <c:pt idx="66">
                  <c:v>0.2348999999999819</c:v>
                </c:pt>
                <c:pt idx="67">
                  <c:v>0.23449999999996862</c:v>
                </c:pt>
                <c:pt idx="68">
                  <c:v>0.23409999999995534</c:v>
                </c:pt>
                <c:pt idx="69">
                  <c:v>0.23369999999999891</c:v>
                </c:pt>
                <c:pt idx="70">
                  <c:v>0.23339999999996053</c:v>
                </c:pt>
                <c:pt idx="71">
                  <c:v>0.23309999999997899</c:v>
                </c:pt>
                <c:pt idx="72">
                  <c:v>0.23269999999996571</c:v>
                </c:pt>
                <c:pt idx="73">
                  <c:v>0.23239999999998417</c:v>
                </c:pt>
                <c:pt idx="74">
                  <c:v>0.23219999999997754</c:v>
                </c:pt>
                <c:pt idx="75">
                  <c:v>0.231899999999996</c:v>
                </c:pt>
                <c:pt idx="76">
                  <c:v>0.23169999999998936</c:v>
                </c:pt>
                <c:pt idx="77">
                  <c:v>0.23139999999995098</c:v>
                </c:pt>
                <c:pt idx="78">
                  <c:v>0.23120000000000118</c:v>
                </c:pt>
                <c:pt idx="79">
                  <c:v>0.23099999999999454</c:v>
                </c:pt>
                <c:pt idx="80">
                  <c:v>0.2308999999999628</c:v>
                </c:pt>
                <c:pt idx="81">
                  <c:v>0.23069999999995616</c:v>
                </c:pt>
                <c:pt idx="82">
                  <c:v>0.23049999999994952</c:v>
                </c:pt>
                <c:pt idx="83">
                  <c:v>0.23039999999997463</c:v>
                </c:pt>
                <c:pt idx="84">
                  <c:v>0.23029999999999973</c:v>
                </c:pt>
                <c:pt idx="85">
                  <c:v>0.23019999999996799</c:v>
                </c:pt>
                <c:pt idx="86">
                  <c:v>0.22999999999996135</c:v>
                </c:pt>
                <c:pt idx="87">
                  <c:v>0.22989999999998645</c:v>
                </c:pt>
                <c:pt idx="88">
                  <c:v>0.22979999999995471</c:v>
                </c:pt>
                <c:pt idx="89">
                  <c:v>0.22969999999997981</c:v>
                </c:pt>
                <c:pt idx="90">
                  <c:v>0.22969999999997981</c:v>
                </c:pt>
                <c:pt idx="91">
                  <c:v>0.22959999999994807</c:v>
                </c:pt>
                <c:pt idx="92">
                  <c:v>0.22949999999997317</c:v>
                </c:pt>
                <c:pt idx="93">
                  <c:v>0.22949999999997317</c:v>
                </c:pt>
                <c:pt idx="94">
                  <c:v>0.22939999999999827</c:v>
                </c:pt>
                <c:pt idx="95">
                  <c:v>0.22929999999996653</c:v>
                </c:pt>
                <c:pt idx="96">
                  <c:v>0.22929999999996653</c:v>
                </c:pt>
                <c:pt idx="97">
                  <c:v>0.22919999999999163</c:v>
                </c:pt>
                <c:pt idx="98">
                  <c:v>0.22919999999999163</c:v>
                </c:pt>
                <c:pt idx="99">
                  <c:v>0.22919999999999163</c:v>
                </c:pt>
                <c:pt idx="100">
                  <c:v>0.22909999999995989</c:v>
                </c:pt>
                <c:pt idx="101">
                  <c:v>0.22909999999995989</c:v>
                </c:pt>
                <c:pt idx="102">
                  <c:v>0.22899999999998499</c:v>
                </c:pt>
                <c:pt idx="103">
                  <c:v>0.22899999999998499</c:v>
                </c:pt>
                <c:pt idx="104">
                  <c:v>0.22899999999998499</c:v>
                </c:pt>
                <c:pt idx="105">
                  <c:v>0.22899999999998499</c:v>
                </c:pt>
                <c:pt idx="106">
                  <c:v>0.22889999999995325</c:v>
                </c:pt>
                <c:pt idx="107">
                  <c:v>0.22889999999995325</c:v>
                </c:pt>
                <c:pt idx="108">
                  <c:v>0.22889999999995325</c:v>
                </c:pt>
                <c:pt idx="109">
                  <c:v>0.22889999999995325</c:v>
                </c:pt>
                <c:pt idx="110">
                  <c:v>0.22889999999995325</c:v>
                </c:pt>
                <c:pt idx="111">
                  <c:v>0.22889999999995325</c:v>
                </c:pt>
                <c:pt idx="112">
                  <c:v>0.22889999999995325</c:v>
                </c:pt>
                <c:pt idx="113">
                  <c:v>0.22889999999995325</c:v>
                </c:pt>
                <c:pt idx="114">
                  <c:v>0.22899999999998499</c:v>
                </c:pt>
                <c:pt idx="115">
                  <c:v>0.22899999999998499</c:v>
                </c:pt>
                <c:pt idx="116">
                  <c:v>0.22909999999995989</c:v>
                </c:pt>
                <c:pt idx="117">
                  <c:v>0.22909999999995989</c:v>
                </c:pt>
                <c:pt idx="118">
                  <c:v>0.22909999999995989</c:v>
                </c:pt>
                <c:pt idx="119">
                  <c:v>0.22919999999999163</c:v>
                </c:pt>
                <c:pt idx="120">
                  <c:v>0.22919999999999163</c:v>
                </c:pt>
                <c:pt idx="121">
                  <c:v>0.22929999999996653</c:v>
                </c:pt>
                <c:pt idx="122">
                  <c:v>0.22929999999996653</c:v>
                </c:pt>
                <c:pt idx="123">
                  <c:v>0.22929999999996653</c:v>
                </c:pt>
                <c:pt idx="124">
                  <c:v>0.22939999999999827</c:v>
                </c:pt>
                <c:pt idx="125">
                  <c:v>0.22939999999999827</c:v>
                </c:pt>
                <c:pt idx="126">
                  <c:v>0.22949999999997317</c:v>
                </c:pt>
                <c:pt idx="127">
                  <c:v>0.22949999999997317</c:v>
                </c:pt>
                <c:pt idx="128">
                  <c:v>0.22949999999997317</c:v>
                </c:pt>
                <c:pt idx="129">
                  <c:v>0.22949999999997317</c:v>
                </c:pt>
                <c:pt idx="130">
                  <c:v>0.22959999999994807</c:v>
                </c:pt>
                <c:pt idx="131">
                  <c:v>0.22959999999994807</c:v>
                </c:pt>
                <c:pt idx="132">
                  <c:v>0.22959999999994807</c:v>
                </c:pt>
                <c:pt idx="133">
                  <c:v>0.22969999999997981</c:v>
                </c:pt>
                <c:pt idx="134">
                  <c:v>0.22969999999997981</c:v>
                </c:pt>
                <c:pt idx="135">
                  <c:v>0.22969999999997981</c:v>
                </c:pt>
                <c:pt idx="136">
                  <c:v>0.22969999999997981</c:v>
                </c:pt>
                <c:pt idx="137">
                  <c:v>0.22979999999995471</c:v>
                </c:pt>
                <c:pt idx="138">
                  <c:v>0.22979999999995471</c:v>
                </c:pt>
                <c:pt idx="139">
                  <c:v>0.22979999999995471</c:v>
                </c:pt>
                <c:pt idx="140">
                  <c:v>0.22979999999995471</c:v>
                </c:pt>
                <c:pt idx="141">
                  <c:v>0.22979999999995471</c:v>
                </c:pt>
                <c:pt idx="142">
                  <c:v>0.22979999999995471</c:v>
                </c:pt>
                <c:pt idx="143">
                  <c:v>0.22989999999998645</c:v>
                </c:pt>
                <c:pt idx="144">
                  <c:v>0.22989999999998645</c:v>
                </c:pt>
                <c:pt idx="145">
                  <c:v>0.22989999999998645</c:v>
                </c:pt>
                <c:pt idx="146">
                  <c:v>0.22989999999998645</c:v>
                </c:pt>
                <c:pt idx="147">
                  <c:v>0.22989999999998645</c:v>
                </c:pt>
                <c:pt idx="148">
                  <c:v>0.22989999999998645</c:v>
                </c:pt>
                <c:pt idx="149">
                  <c:v>0.22989999999998645</c:v>
                </c:pt>
                <c:pt idx="150">
                  <c:v>0.22989999999998645</c:v>
                </c:pt>
                <c:pt idx="151">
                  <c:v>0.22999999999996135</c:v>
                </c:pt>
                <c:pt idx="152">
                  <c:v>0.22999999999996135</c:v>
                </c:pt>
                <c:pt idx="153">
                  <c:v>0.22999999999996135</c:v>
                </c:pt>
                <c:pt idx="154">
                  <c:v>0.22999999999996135</c:v>
                </c:pt>
                <c:pt idx="155">
                  <c:v>0.22999999999996135</c:v>
                </c:pt>
                <c:pt idx="156">
                  <c:v>0.22999999999996135</c:v>
                </c:pt>
                <c:pt idx="157">
                  <c:v>0.22999999999996135</c:v>
                </c:pt>
                <c:pt idx="158">
                  <c:v>0.23009999999999309</c:v>
                </c:pt>
                <c:pt idx="159">
                  <c:v>0.23009999999999309</c:v>
                </c:pt>
                <c:pt idx="160">
                  <c:v>0.23009999999999309</c:v>
                </c:pt>
                <c:pt idx="161">
                  <c:v>0.22999999999996135</c:v>
                </c:pt>
                <c:pt idx="162">
                  <c:v>0.22989999999998645</c:v>
                </c:pt>
                <c:pt idx="163">
                  <c:v>0.22969999999997981</c:v>
                </c:pt>
                <c:pt idx="164">
                  <c:v>0.22939999999999827</c:v>
                </c:pt>
                <c:pt idx="165">
                  <c:v>0.22919999999999163</c:v>
                </c:pt>
                <c:pt idx="166">
                  <c:v>0.22889999999995325</c:v>
                </c:pt>
                <c:pt idx="167">
                  <c:v>0.22859999999997171</c:v>
                </c:pt>
                <c:pt idx="168">
                  <c:v>0.22839999999996508</c:v>
                </c:pt>
                <c:pt idx="169">
                  <c:v>0.22809999999998354</c:v>
                </c:pt>
                <c:pt idx="170">
                  <c:v>0.2278999999999769</c:v>
                </c:pt>
                <c:pt idx="171">
                  <c:v>0.22759999999999536</c:v>
                </c:pt>
                <c:pt idx="172">
                  <c:v>0.22739999999998872</c:v>
                </c:pt>
                <c:pt idx="173">
                  <c:v>0.22709999999995034</c:v>
                </c:pt>
                <c:pt idx="174">
                  <c:v>0.22690000000000055</c:v>
                </c:pt>
                <c:pt idx="175">
                  <c:v>0.22669999999999391</c:v>
                </c:pt>
                <c:pt idx="176">
                  <c:v>0.22649999999998727</c:v>
                </c:pt>
                <c:pt idx="177">
                  <c:v>0.22629999999998063</c:v>
                </c:pt>
                <c:pt idx="178">
                  <c:v>0.22609999999997399</c:v>
                </c:pt>
                <c:pt idx="179">
                  <c:v>0.22589999999996735</c:v>
                </c:pt>
                <c:pt idx="180">
                  <c:v>0.22569999999996071</c:v>
                </c:pt>
                <c:pt idx="181">
                  <c:v>0.22559999999998581</c:v>
                </c:pt>
                <c:pt idx="182">
                  <c:v>0.22539999999997917</c:v>
                </c:pt>
                <c:pt idx="183">
                  <c:v>0.22519999999997253</c:v>
                </c:pt>
                <c:pt idx="184">
                  <c:v>0.22499999999996589</c:v>
                </c:pt>
                <c:pt idx="185">
                  <c:v>0.22499999999996589</c:v>
                </c:pt>
                <c:pt idx="186">
                  <c:v>0.22519999999997253</c:v>
                </c:pt>
                <c:pt idx="187">
                  <c:v>0.22559999999998581</c:v>
                </c:pt>
                <c:pt idx="188">
                  <c:v>0.22619999999994889</c:v>
                </c:pt>
                <c:pt idx="189">
                  <c:v>0.2267999999999688</c:v>
                </c:pt>
                <c:pt idx="190">
                  <c:v>0.22749999999996362</c:v>
                </c:pt>
                <c:pt idx="191">
                  <c:v>0.22829999999999018</c:v>
                </c:pt>
                <c:pt idx="192">
                  <c:v>0.22899999999998499</c:v>
                </c:pt>
                <c:pt idx="193">
                  <c:v>0.22969999999997981</c:v>
                </c:pt>
                <c:pt idx="194">
                  <c:v>0.23039999999997463</c:v>
                </c:pt>
                <c:pt idx="195">
                  <c:v>0.23109999999996944</c:v>
                </c:pt>
                <c:pt idx="196">
                  <c:v>0.23179999999996426</c:v>
                </c:pt>
                <c:pt idx="197">
                  <c:v>0.23239999999998417</c:v>
                </c:pt>
                <c:pt idx="198">
                  <c:v>0.23299999999994725</c:v>
                </c:pt>
                <c:pt idx="199">
                  <c:v>0.23359999999996717</c:v>
                </c:pt>
                <c:pt idx="200">
                  <c:v>0.23409999999995534</c:v>
                </c:pt>
                <c:pt idx="201">
                  <c:v>0.23460000000000036</c:v>
                </c:pt>
                <c:pt idx="202">
                  <c:v>0.23509999999998854</c:v>
                </c:pt>
                <c:pt idx="203">
                  <c:v>0.23550000000000182</c:v>
                </c:pt>
                <c:pt idx="204">
                  <c:v>0.23589999999995825</c:v>
                </c:pt>
                <c:pt idx="205">
                  <c:v>0.23629999999997153</c:v>
                </c:pt>
                <c:pt idx="206">
                  <c:v>0.23669999999998481</c:v>
                </c:pt>
                <c:pt idx="207">
                  <c:v>0.23699999999996635</c:v>
                </c:pt>
                <c:pt idx="208">
                  <c:v>0.23739999999997963</c:v>
                </c:pt>
                <c:pt idx="209">
                  <c:v>0.23769999999996116</c:v>
                </c:pt>
                <c:pt idx="210">
                  <c:v>0.2378999999999678</c:v>
                </c:pt>
                <c:pt idx="211">
                  <c:v>0.23819999999994934</c:v>
                </c:pt>
                <c:pt idx="212">
                  <c:v>0.23849999999998772</c:v>
                </c:pt>
                <c:pt idx="213">
                  <c:v>0.23869999999999436</c:v>
                </c:pt>
                <c:pt idx="214">
                  <c:v>0.238900000000001</c:v>
                </c:pt>
                <c:pt idx="215">
                  <c:v>0.2390999999999508</c:v>
                </c:pt>
                <c:pt idx="216">
                  <c:v>0.2389999999999759</c:v>
                </c:pt>
                <c:pt idx="217">
                  <c:v>0.238900000000001</c:v>
                </c:pt>
                <c:pt idx="218">
                  <c:v>0.23849999999998772</c:v>
                </c:pt>
                <c:pt idx="219">
                  <c:v>0.23809999999997444</c:v>
                </c:pt>
                <c:pt idx="220">
                  <c:v>0.23769999999996116</c:v>
                </c:pt>
                <c:pt idx="221">
                  <c:v>0.23719999999997299</c:v>
                </c:pt>
                <c:pt idx="222">
                  <c:v>0.23669999999998481</c:v>
                </c:pt>
                <c:pt idx="223">
                  <c:v>0.23609999999996489</c:v>
                </c:pt>
                <c:pt idx="224">
                  <c:v>0.23569999999995161</c:v>
                </c:pt>
                <c:pt idx="225">
                  <c:v>0.23519999999996344</c:v>
                </c:pt>
                <c:pt idx="226">
                  <c:v>0.23469999999997526</c:v>
                </c:pt>
                <c:pt idx="227">
                  <c:v>0.23429999999996198</c:v>
                </c:pt>
                <c:pt idx="228">
                  <c:v>0.2338999999999487</c:v>
                </c:pt>
                <c:pt idx="229">
                  <c:v>0.23349999999999227</c:v>
                </c:pt>
                <c:pt idx="230">
                  <c:v>0.23319999999995389</c:v>
                </c:pt>
                <c:pt idx="231">
                  <c:v>0.23279999999999745</c:v>
                </c:pt>
                <c:pt idx="232">
                  <c:v>0.23249999999995907</c:v>
                </c:pt>
                <c:pt idx="233">
                  <c:v>0.23219999999997754</c:v>
                </c:pt>
                <c:pt idx="234">
                  <c:v>0.2319999999999709</c:v>
                </c:pt>
                <c:pt idx="235">
                  <c:v>0.23169999999998936</c:v>
                </c:pt>
                <c:pt idx="236">
                  <c:v>0.23149999999998272</c:v>
                </c:pt>
                <c:pt idx="237">
                  <c:v>0.23129999999997608</c:v>
                </c:pt>
                <c:pt idx="238">
                  <c:v>0.23109999999996944</c:v>
                </c:pt>
                <c:pt idx="239">
                  <c:v>0.2308999999999628</c:v>
                </c:pt>
                <c:pt idx="240">
                  <c:v>0.23069999999995616</c:v>
                </c:pt>
                <c:pt idx="241">
                  <c:v>0.23059999999998126</c:v>
                </c:pt>
                <c:pt idx="242">
                  <c:v>0.23039999999997463</c:v>
                </c:pt>
                <c:pt idx="243">
                  <c:v>0.23029999999999973</c:v>
                </c:pt>
                <c:pt idx="244">
                  <c:v>0.23019999999996799</c:v>
                </c:pt>
                <c:pt idx="245">
                  <c:v>0.23009999999999309</c:v>
                </c:pt>
                <c:pt idx="246">
                  <c:v>0.22999999999996135</c:v>
                </c:pt>
                <c:pt idx="247">
                  <c:v>0.22989999999998645</c:v>
                </c:pt>
                <c:pt idx="248">
                  <c:v>0.22979999999995471</c:v>
                </c:pt>
                <c:pt idx="249">
                  <c:v>0.22969999999997981</c:v>
                </c:pt>
                <c:pt idx="250">
                  <c:v>0.22959999999994807</c:v>
                </c:pt>
                <c:pt idx="251">
                  <c:v>0.22949999999997317</c:v>
                </c:pt>
                <c:pt idx="252">
                  <c:v>0.22949999999997317</c:v>
                </c:pt>
                <c:pt idx="253">
                  <c:v>0.22939999999999827</c:v>
                </c:pt>
                <c:pt idx="254">
                  <c:v>0.22939999999999827</c:v>
                </c:pt>
                <c:pt idx="255">
                  <c:v>0.22929999999996653</c:v>
                </c:pt>
                <c:pt idx="256">
                  <c:v>0.22929999999996653</c:v>
                </c:pt>
                <c:pt idx="257">
                  <c:v>0.22919999999999163</c:v>
                </c:pt>
                <c:pt idx="258">
                  <c:v>0.22919999999999163</c:v>
                </c:pt>
                <c:pt idx="259">
                  <c:v>0.22909999999995989</c:v>
                </c:pt>
                <c:pt idx="260">
                  <c:v>0.22909999999995989</c:v>
                </c:pt>
                <c:pt idx="261">
                  <c:v>0.22909999999995989</c:v>
                </c:pt>
                <c:pt idx="262">
                  <c:v>0.22899999999998499</c:v>
                </c:pt>
                <c:pt idx="263">
                  <c:v>0.22899999999998499</c:v>
                </c:pt>
                <c:pt idx="264">
                  <c:v>0.22899999999998499</c:v>
                </c:pt>
                <c:pt idx="265">
                  <c:v>0.22899999999998499</c:v>
                </c:pt>
                <c:pt idx="266">
                  <c:v>0.22889999999995325</c:v>
                </c:pt>
                <c:pt idx="267">
                  <c:v>0.22889999999995325</c:v>
                </c:pt>
                <c:pt idx="268">
                  <c:v>0.22889999999995325</c:v>
                </c:pt>
                <c:pt idx="269">
                  <c:v>0.22899999999998499</c:v>
                </c:pt>
                <c:pt idx="270">
                  <c:v>0.22899999999998499</c:v>
                </c:pt>
                <c:pt idx="271">
                  <c:v>0.22899999999998499</c:v>
                </c:pt>
                <c:pt idx="272">
                  <c:v>0.22909999999995989</c:v>
                </c:pt>
                <c:pt idx="273">
                  <c:v>0.22909999999995989</c:v>
                </c:pt>
                <c:pt idx="274">
                  <c:v>0.22909999999995989</c:v>
                </c:pt>
                <c:pt idx="275">
                  <c:v>0.22919999999999163</c:v>
                </c:pt>
                <c:pt idx="276">
                  <c:v>0.22919999999999163</c:v>
                </c:pt>
                <c:pt idx="277">
                  <c:v>0.22929999999996653</c:v>
                </c:pt>
                <c:pt idx="278">
                  <c:v>0.22929999999996653</c:v>
                </c:pt>
                <c:pt idx="279">
                  <c:v>0.22929999999996653</c:v>
                </c:pt>
                <c:pt idx="280">
                  <c:v>0.22939999999999827</c:v>
                </c:pt>
                <c:pt idx="281">
                  <c:v>0.22939999999999827</c:v>
                </c:pt>
                <c:pt idx="282">
                  <c:v>0.22939999999999827</c:v>
                </c:pt>
                <c:pt idx="283">
                  <c:v>0.22949999999997317</c:v>
                </c:pt>
                <c:pt idx="284">
                  <c:v>0.22949999999997317</c:v>
                </c:pt>
                <c:pt idx="285">
                  <c:v>0.22949999999997317</c:v>
                </c:pt>
                <c:pt idx="286">
                  <c:v>0.22959999999994807</c:v>
                </c:pt>
                <c:pt idx="287">
                  <c:v>0.22959999999994807</c:v>
                </c:pt>
                <c:pt idx="288">
                  <c:v>0.22959999999994807</c:v>
                </c:pt>
                <c:pt idx="289">
                  <c:v>0.22969999999997981</c:v>
                </c:pt>
                <c:pt idx="290">
                  <c:v>0.22969999999997981</c:v>
                </c:pt>
                <c:pt idx="291">
                  <c:v>0.22969999999997981</c:v>
                </c:pt>
                <c:pt idx="292">
                  <c:v>0.22969999999997981</c:v>
                </c:pt>
                <c:pt idx="293">
                  <c:v>0.22979999999995471</c:v>
                </c:pt>
                <c:pt idx="294">
                  <c:v>0.22979999999995471</c:v>
                </c:pt>
                <c:pt idx="295">
                  <c:v>0.22979999999995471</c:v>
                </c:pt>
                <c:pt idx="296">
                  <c:v>0.22979999999995471</c:v>
                </c:pt>
                <c:pt idx="297">
                  <c:v>0.22979999999995471</c:v>
                </c:pt>
                <c:pt idx="298">
                  <c:v>0.22979999999995471</c:v>
                </c:pt>
                <c:pt idx="299">
                  <c:v>0.22989999999998645</c:v>
                </c:pt>
                <c:pt idx="300">
                  <c:v>0.22989999999998645</c:v>
                </c:pt>
                <c:pt idx="301">
                  <c:v>0.22989999999998645</c:v>
                </c:pt>
                <c:pt idx="302">
                  <c:v>0.22989999999998645</c:v>
                </c:pt>
                <c:pt idx="303">
                  <c:v>0.22989999999998645</c:v>
                </c:pt>
                <c:pt idx="304">
                  <c:v>0.22989999999998645</c:v>
                </c:pt>
                <c:pt idx="305">
                  <c:v>0.22989999999998645</c:v>
                </c:pt>
                <c:pt idx="306">
                  <c:v>0.22989999999998645</c:v>
                </c:pt>
                <c:pt idx="307">
                  <c:v>0.22999999999996135</c:v>
                </c:pt>
                <c:pt idx="308">
                  <c:v>0.22999999999996135</c:v>
                </c:pt>
                <c:pt idx="309">
                  <c:v>0.22999999999996135</c:v>
                </c:pt>
                <c:pt idx="310">
                  <c:v>0.22999999999996135</c:v>
                </c:pt>
                <c:pt idx="311">
                  <c:v>0.22999999999996135</c:v>
                </c:pt>
                <c:pt idx="312">
                  <c:v>0.22999999999996135</c:v>
                </c:pt>
                <c:pt idx="313">
                  <c:v>0.22999999999996135</c:v>
                </c:pt>
                <c:pt idx="314">
                  <c:v>0.22999999999996135</c:v>
                </c:pt>
                <c:pt idx="315">
                  <c:v>0.23009999999999309</c:v>
                </c:pt>
                <c:pt idx="316">
                  <c:v>0.23009999999999309</c:v>
                </c:pt>
                <c:pt idx="317">
                  <c:v>0.23009999999999309</c:v>
                </c:pt>
                <c:pt idx="318">
                  <c:v>0.22999999999996135</c:v>
                </c:pt>
                <c:pt idx="319">
                  <c:v>0.22979999999995471</c:v>
                </c:pt>
                <c:pt idx="320">
                  <c:v>0.22959999999994807</c:v>
                </c:pt>
                <c:pt idx="321">
                  <c:v>0.22939999999999827</c:v>
                </c:pt>
                <c:pt idx="322">
                  <c:v>0.22919999999999163</c:v>
                </c:pt>
                <c:pt idx="323">
                  <c:v>0.22889999999995325</c:v>
                </c:pt>
                <c:pt idx="324">
                  <c:v>0.22859999999997171</c:v>
                </c:pt>
                <c:pt idx="325">
                  <c:v>0.22829999999999018</c:v>
                </c:pt>
                <c:pt idx="326">
                  <c:v>0.22809999999998354</c:v>
                </c:pt>
                <c:pt idx="327">
                  <c:v>0.227800000000002</c:v>
                </c:pt>
                <c:pt idx="328">
                  <c:v>0.22759999999999536</c:v>
                </c:pt>
                <c:pt idx="329">
                  <c:v>0.22729999999995698</c:v>
                </c:pt>
                <c:pt idx="330">
                  <c:v>0.22709999999995034</c:v>
                </c:pt>
                <c:pt idx="331">
                  <c:v>0.22690000000000055</c:v>
                </c:pt>
                <c:pt idx="332">
                  <c:v>0.22669999999999391</c:v>
                </c:pt>
                <c:pt idx="333">
                  <c:v>0.22649999999998727</c:v>
                </c:pt>
                <c:pt idx="334">
                  <c:v>0.22629999999998063</c:v>
                </c:pt>
                <c:pt idx="335">
                  <c:v>0.22609999999997399</c:v>
                </c:pt>
                <c:pt idx="336">
                  <c:v>0.22589999999996735</c:v>
                </c:pt>
                <c:pt idx="337">
                  <c:v>0.22569999999996071</c:v>
                </c:pt>
                <c:pt idx="338">
                  <c:v>0.22559999999998581</c:v>
                </c:pt>
                <c:pt idx="339">
                  <c:v>0.22539999999997917</c:v>
                </c:pt>
                <c:pt idx="340">
                  <c:v>0.22519999999997253</c:v>
                </c:pt>
                <c:pt idx="341">
                  <c:v>0.22499999999996589</c:v>
                </c:pt>
                <c:pt idx="342">
                  <c:v>0.22499999999996589</c:v>
                </c:pt>
                <c:pt idx="343">
                  <c:v>0.22529999999994743</c:v>
                </c:pt>
                <c:pt idx="344">
                  <c:v>0.22569999999996071</c:v>
                </c:pt>
                <c:pt idx="345">
                  <c:v>0.22619999999994889</c:v>
                </c:pt>
                <c:pt idx="346">
                  <c:v>0.22690000000000055</c:v>
                </c:pt>
                <c:pt idx="347">
                  <c:v>0.22759999999999536</c:v>
                </c:pt>
                <c:pt idx="348">
                  <c:v>0.22839999999996508</c:v>
                </c:pt>
                <c:pt idx="349">
                  <c:v>0.22909999999995989</c:v>
                </c:pt>
                <c:pt idx="350">
                  <c:v>0.22979999999995471</c:v>
                </c:pt>
                <c:pt idx="351">
                  <c:v>0.23049999999994952</c:v>
                </c:pt>
                <c:pt idx="352">
                  <c:v>0.23120000000000118</c:v>
                </c:pt>
                <c:pt idx="353">
                  <c:v>0.231899999999996</c:v>
                </c:pt>
                <c:pt idx="354">
                  <c:v>0.23249999999995907</c:v>
                </c:pt>
                <c:pt idx="355">
                  <c:v>0.23309999999997899</c:v>
                </c:pt>
                <c:pt idx="356">
                  <c:v>0.23359999999996717</c:v>
                </c:pt>
                <c:pt idx="357">
                  <c:v>0.23419999999998709</c:v>
                </c:pt>
                <c:pt idx="358">
                  <c:v>0.23469999999997526</c:v>
                </c:pt>
                <c:pt idx="359">
                  <c:v>0.23509999999998854</c:v>
                </c:pt>
                <c:pt idx="360">
                  <c:v>0.23559999999997672</c:v>
                </c:pt>
                <c:pt idx="361">
                  <c:v>0.23559999999997672</c:v>
                </c:pt>
                <c:pt idx="362">
                  <c:v>0.23599999999999</c:v>
                </c:pt>
                <c:pt idx="363">
                  <c:v>0.23639999999994643</c:v>
                </c:pt>
                <c:pt idx="364">
                  <c:v>0.23669999999998481</c:v>
                </c:pt>
                <c:pt idx="365">
                  <c:v>0.23709999999999809</c:v>
                </c:pt>
                <c:pt idx="366">
                  <c:v>0.23739999999997963</c:v>
                </c:pt>
                <c:pt idx="367">
                  <c:v>0.23769999999996116</c:v>
                </c:pt>
                <c:pt idx="368">
                  <c:v>0.23799999999999955</c:v>
                </c:pt>
                <c:pt idx="369">
                  <c:v>0.23819999999994934</c:v>
                </c:pt>
                <c:pt idx="370">
                  <c:v>0.23849999999998772</c:v>
                </c:pt>
                <c:pt idx="371">
                  <c:v>0.23869999999999436</c:v>
                </c:pt>
                <c:pt idx="372">
                  <c:v>0.2389999999999759</c:v>
                </c:pt>
                <c:pt idx="373">
                  <c:v>0.2390999999999508</c:v>
                </c:pt>
                <c:pt idx="374">
                  <c:v>0.2389999999999759</c:v>
                </c:pt>
                <c:pt idx="375">
                  <c:v>0.23879999999996926</c:v>
                </c:pt>
                <c:pt idx="376">
                  <c:v>0.23849999999998772</c:v>
                </c:pt>
                <c:pt idx="377">
                  <c:v>0.23809999999997444</c:v>
                </c:pt>
                <c:pt idx="378">
                  <c:v>0.23759999999998627</c:v>
                </c:pt>
                <c:pt idx="379">
                  <c:v>0.23709999999999809</c:v>
                </c:pt>
                <c:pt idx="380">
                  <c:v>0.23659999999995307</c:v>
                </c:pt>
                <c:pt idx="381">
                  <c:v>0.23609999999996489</c:v>
                </c:pt>
                <c:pt idx="382">
                  <c:v>0.23559999999997672</c:v>
                </c:pt>
                <c:pt idx="383">
                  <c:v>0.23509999999998854</c:v>
                </c:pt>
                <c:pt idx="384">
                  <c:v>0.23469999999997526</c:v>
                </c:pt>
                <c:pt idx="385">
                  <c:v>0.23419999999998709</c:v>
                </c:pt>
                <c:pt idx="386">
                  <c:v>0.23379999999997381</c:v>
                </c:pt>
                <c:pt idx="387">
                  <c:v>0.23349999999999227</c:v>
                </c:pt>
                <c:pt idx="388">
                  <c:v>0.23309999999997899</c:v>
                </c:pt>
                <c:pt idx="389">
                  <c:v>0.23279999999999745</c:v>
                </c:pt>
                <c:pt idx="390">
                  <c:v>0.23249999999995907</c:v>
                </c:pt>
                <c:pt idx="391">
                  <c:v>0.23219999999997754</c:v>
                </c:pt>
                <c:pt idx="392">
                  <c:v>0.231899999999996</c:v>
                </c:pt>
                <c:pt idx="393">
                  <c:v>0.23169999999998936</c:v>
                </c:pt>
                <c:pt idx="394">
                  <c:v>0.23149999999998272</c:v>
                </c:pt>
                <c:pt idx="395">
                  <c:v>0.23129999999997608</c:v>
                </c:pt>
                <c:pt idx="396">
                  <c:v>0.23109999999996944</c:v>
                </c:pt>
                <c:pt idx="397">
                  <c:v>0.2308999999999628</c:v>
                </c:pt>
                <c:pt idx="398">
                  <c:v>0.23069999999995616</c:v>
                </c:pt>
                <c:pt idx="399">
                  <c:v>0.23059999999998126</c:v>
                </c:pt>
                <c:pt idx="400">
                  <c:v>0.23039999999997463</c:v>
                </c:pt>
                <c:pt idx="401">
                  <c:v>0.23029999999999973</c:v>
                </c:pt>
                <c:pt idx="402">
                  <c:v>0.23019999999996799</c:v>
                </c:pt>
                <c:pt idx="403">
                  <c:v>0.23009999999999309</c:v>
                </c:pt>
                <c:pt idx="404">
                  <c:v>0.22989999999998645</c:v>
                </c:pt>
                <c:pt idx="405">
                  <c:v>0.22989999999998645</c:v>
                </c:pt>
                <c:pt idx="406">
                  <c:v>0.22979999999995471</c:v>
                </c:pt>
                <c:pt idx="407">
                  <c:v>0.22969999999997981</c:v>
                </c:pt>
                <c:pt idx="408">
                  <c:v>0.22959999999994807</c:v>
                </c:pt>
                <c:pt idx="409">
                  <c:v>0.22949999999997317</c:v>
                </c:pt>
                <c:pt idx="410">
                  <c:v>0.22949999999997317</c:v>
                </c:pt>
                <c:pt idx="411">
                  <c:v>0.22939999999999827</c:v>
                </c:pt>
                <c:pt idx="412">
                  <c:v>0.22929999999996653</c:v>
                </c:pt>
                <c:pt idx="413">
                  <c:v>0.22929999999996653</c:v>
                </c:pt>
                <c:pt idx="414">
                  <c:v>0.22919999999999163</c:v>
                </c:pt>
                <c:pt idx="415">
                  <c:v>0.22919999999999163</c:v>
                </c:pt>
                <c:pt idx="416">
                  <c:v>0.22919999999999163</c:v>
                </c:pt>
                <c:pt idx="417">
                  <c:v>0.22909999999995989</c:v>
                </c:pt>
                <c:pt idx="418">
                  <c:v>0.22909999999995989</c:v>
                </c:pt>
                <c:pt idx="419">
                  <c:v>0.22909999999995989</c:v>
                </c:pt>
                <c:pt idx="420">
                  <c:v>0.22899999999998499</c:v>
                </c:pt>
                <c:pt idx="421">
                  <c:v>0.22899999999998499</c:v>
                </c:pt>
                <c:pt idx="422">
                  <c:v>0.22899999999998499</c:v>
                </c:pt>
                <c:pt idx="423">
                  <c:v>0.22889999999995325</c:v>
                </c:pt>
                <c:pt idx="424">
                  <c:v>0.22889999999995325</c:v>
                </c:pt>
                <c:pt idx="425">
                  <c:v>0.22889999999995325</c:v>
                </c:pt>
                <c:pt idx="426">
                  <c:v>0.22889999999995325</c:v>
                </c:pt>
                <c:pt idx="427">
                  <c:v>0.22899999999998499</c:v>
                </c:pt>
                <c:pt idx="428">
                  <c:v>0.22899999999998499</c:v>
                </c:pt>
                <c:pt idx="429">
                  <c:v>0.22899999999998499</c:v>
                </c:pt>
                <c:pt idx="430">
                  <c:v>0.22909999999995989</c:v>
                </c:pt>
                <c:pt idx="431">
                  <c:v>0.22909999999995989</c:v>
                </c:pt>
                <c:pt idx="432">
                  <c:v>0.22909999999995989</c:v>
                </c:pt>
                <c:pt idx="433">
                  <c:v>0.22919999999999163</c:v>
                </c:pt>
                <c:pt idx="434">
                  <c:v>0.22919999999999163</c:v>
                </c:pt>
                <c:pt idx="435">
                  <c:v>0.22929999999996653</c:v>
                </c:pt>
                <c:pt idx="436">
                  <c:v>0.22929999999996653</c:v>
                </c:pt>
                <c:pt idx="437">
                  <c:v>0.22929999999996653</c:v>
                </c:pt>
                <c:pt idx="438">
                  <c:v>0.22939999999999827</c:v>
                </c:pt>
                <c:pt idx="439">
                  <c:v>0.22939999999999827</c:v>
                </c:pt>
                <c:pt idx="440">
                  <c:v>0.22939999999999827</c:v>
                </c:pt>
                <c:pt idx="441">
                  <c:v>0.22949999999997317</c:v>
                </c:pt>
                <c:pt idx="442">
                  <c:v>0.22949999999997317</c:v>
                </c:pt>
                <c:pt idx="443">
                  <c:v>0.22949999999997317</c:v>
                </c:pt>
                <c:pt idx="444">
                  <c:v>0.22959999999994807</c:v>
                </c:pt>
                <c:pt idx="445">
                  <c:v>0.22959999999994807</c:v>
                </c:pt>
                <c:pt idx="446">
                  <c:v>0.22959999999994807</c:v>
                </c:pt>
                <c:pt idx="447">
                  <c:v>0.22969999999997981</c:v>
                </c:pt>
                <c:pt idx="448">
                  <c:v>0.22969999999997981</c:v>
                </c:pt>
                <c:pt idx="449">
                  <c:v>0.22969999999997981</c:v>
                </c:pt>
                <c:pt idx="450">
                  <c:v>0.22969999999997981</c:v>
                </c:pt>
                <c:pt idx="451">
                  <c:v>0.22979999999995471</c:v>
                </c:pt>
                <c:pt idx="452">
                  <c:v>0.22979999999995471</c:v>
                </c:pt>
                <c:pt idx="453">
                  <c:v>0.22979999999995471</c:v>
                </c:pt>
                <c:pt idx="454">
                  <c:v>0.22979999999995471</c:v>
                </c:pt>
                <c:pt idx="455">
                  <c:v>0.22979999999995471</c:v>
                </c:pt>
                <c:pt idx="456">
                  <c:v>0.22979999999995471</c:v>
                </c:pt>
                <c:pt idx="457">
                  <c:v>0.22979999999995471</c:v>
                </c:pt>
                <c:pt idx="458">
                  <c:v>0.22989999999998645</c:v>
                </c:pt>
                <c:pt idx="459">
                  <c:v>0.22989999999998645</c:v>
                </c:pt>
                <c:pt idx="460">
                  <c:v>0.22989999999998645</c:v>
                </c:pt>
                <c:pt idx="461">
                  <c:v>0.22989999999998645</c:v>
                </c:pt>
                <c:pt idx="462">
                  <c:v>0.22989999999998645</c:v>
                </c:pt>
                <c:pt idx="463">
                  <c:v>0.22989999999998645</c:v>
                </c:pt>
                <c:pt idx="464">
                  <c:v>0.22989999999998645</c:v>
                </c:pt>
                <c:pt idx="465">
                  <c:v>0.22989999999998645</c:v>
                </c:pt>
                <c:pt idx="466">
                  <c:v>0.22999999999996135</c:v>
                </c:pt>
                <c:pt idx="467">
                  <c:v>0.22999999999996135</c:v>
                </c:pt>
                <c:pt idx="468">
                  <c:v>0.22999999999996135</c:v>
                </c:pt>
                <c:pt idx="469">
                  <c:v>0.22999999999996135</c:v>
                </c:pt>
                <c:pt idx="470">
                  <c:v>0.22999999999996135</c:v>
                </c:pt>
                <c:pt idx="471">
                  <c:v>0.22999999999996135</c:v>
                </c:pt>
                <c:pt idx="472">
                  <c:v>0.22999999999996135</c:v>
                </c:pt>
                <c:pt idx="473">
                  <c:v>0.22999999999996135</c:v>
                </c:pt>
                <c:pt idx="474">
                  <c:v>0.23009999999999309</c:v>
                </c:pt>
                <c:pt idx="475">
                  <c:v>0.23009999999999309</c:v>
                </c:pt>
                <c:pt idx="476">
                  <c:v>0.23009999999999309</c:v>
                </c:pt>
                <c:pt idx="477">
                  <c:v>0.22999999999996135</c:v>
                </c:pt>
                <c:pt idx="478">
                  <c:v>0.22979999999995471</c:v>
                </c:pt>
                <c:pt idx="479">
                  <c:v>0.22959999999994807</c:v>
                </c:pt>
                <c:pt idx="480">
                  <c:v>0.22939999999999827</c:v>
                </c:pt>
                <c:pt idx="481">
                  <c:v>0.22909999999995989</c:v>
                </c:pt>
                <c:pt idx="482">
                  <c:v>0.22879999999997835</c:v>
                </c:pt>
                <c:pt idx="483">
                  <c:v>0.22859999999997171</c:v>
                </c:pt>
                <c:pt idx="484">
                  <c:v>0.22829999999999018</c:v>
                </c:pt>
                <c:pt idx="485">
                  <c:v>0.2279999999999518</c:v>
                </c:pt>
                <c:pt idx="486">
                  <c:v>0.227800000000002</c:v>
                </c:pt>
                <c:pt idx="487">
                  <c:v>0.22749999999996362</c:v>
                </c:pt>
                <c:pt idx="488">
                  <c:v>0.22729999999995698</c:v>
                </c:pt>
                <c:pt idx="489">
                  <c:v>0.22709999999995034</c:v>
                </c:pt>
                <c:pt idx="490">
                  <c:v>0.2267999999999688</c:v>
                </c:pt>
                <c:pt idx="491">
                  <c:v>0.22659999999996217</c:v>
                </c:pt>
                <c:pt idx="492">
                  <c:v>0.22639999999995553</c:v>
                </c:pt>
                <c:pt idx="493">
                  <c:v>0.22619999999994889</c:v>
                </c:pt>
                <c:pt idx="494">
                  <c:v>0.22599999999999909</c:v>
                </c:pt>
                <c:pt idx="495">
                  <c:v>0.22589999999996735</c:v>
                </c:pt>
                <c:pt idx="496">
                  <c:v>0.22569999999996071</c:v>
                </c:pt>
                <c:pt idx="497">
                  <c:v>0.22549999999995407</c:v>
                </c:pt>
                <c:pt idx="498">
                  <c:v>0.22539999999997917</c:v>
                </c:pt>
                <c:pt idx="499">
                  <c:v>0.22519999999997253</c:v>
                </c:pt>
                <c:pt idx="500">
                  <c:v>0.22499999999996589</c:v>
                </c:pt>
                <c:pt idx="501">
                  <c:v>0.22509999999999764</c:v>
                </c:pt>
                <c:pt idx="502">
                  <c:v>0.22529999999994743</c:v>
                </c:pt>
                <c:pt idx="503">
                  <c:v>0.22579999999999245</c:v>
                </c:pt>
                <c:pt idx="504">
                  <c:v>0.22639999999995553</c:v>
                </c:pt>
                <c:pt idx="505">
                  <c:v>0.22699999999997544</c:v>
                </c:pt>
                <c:pt idx="506">
                  <c:v>0.22769999999997026</c:v>
                </c:pt>
                <c:pt idx="507">
                  <c:v>0.22849999999999682</c:v>
                </c:pt>
                <c:pt idx="508">
                  <c:v>0.22919999999999163</c:v>
                </c:pt>
                <c:pt idx="509">
                  <c:v>0.22999999999996135</c:v>
                </c:pt>
                <c:pt idx="510">
                  <c:v>0.23069999999995616</c:v>
                </c:pt>
                <c:pt idx="511">
                  <c:v>0.23129999999997608</c:v>
                </c:pt>
                <c:pt idx="512">
                  <c:v>0.2319999999999709</c:v>
                </c:pt>
                <c:pt idx="513">
                  <c:v>0.23259999999999081</c:v>
                </c:pt>
                <c:pt idx="514">
                  <c:v>0.23319999999995389</c:v>
                </c:pt>
                <c:pt idx="515">
                  <c:v>0.23369999999999891</c:v>
                </c:pt>
                <c:pt idx="516">
                  <c:v>0.23429999999996198</c:v>
                </c:pt>
                <c:pt idx="517">
                  <c:v>0.23479999999995016</c:v>
                </c:pt>
                <c:pt idx="518">
                  <c:v>0.23519999999996344</c:v>
                </c:pt>
                <c:pt idx="519">
                  <c:v>0.23569999999995161</c:v>
                </c:pt>
                <c:pt idx="520">
                  <c:v>0.23609999999996489</c:v>
                </c:pt>
                <c:pt idx="521">
                  <c:v>0.23649999999997817</c:v>
                </c:pt>
                <c:pt idx="522">
                  <c:v>0.23679999999995971</c:v>
                </c:pt>
                <c:pt idx="523">
                  <c:v>0.23709999999999809</c:v>
                </c:pt>
                <c:pt idx="524">
                  <c:v>0.23749999999995453</c:v>
                </c:pt>
                <c:pt idx="525">
                  <c:v>0.23779999999999291</c:v>
                </c:pt>
                <c:pt idx="526">
                  <c:v>0.23799999999999955</c:v>
                </c:pt>
                <c:pt idx="527">
                  <c:v>0.23829999999998108</c:v>
                </c:pt>
                <c:pt idx="528">
                  <c:v>0.23849999999998772</c:v>
                </c:pt>
                <c:pt idx="529">
                  <c:v>0.23879999999996926</c:v>
                </c:pt>
                <c:pt idx="530">
                  <c:v>0.2389999999999759</c:v>
                </c:pt>
                <c:pt idx="531">
                  <c:v>0.2390999999999508</c:v>
                </c:pt>
                <c:pt idx="532">
                  <c:v>0.2389999999999759</c:v>
                </c:pt>
              </c:numCache>
            </c:numRef>
          </c:yVal>
          <c:smooth val="1"/>
          <c:extLst>
            <c:ext xmlns:c16="http://schemas.microsoft.com/office/drawing/2014/chart" uri="{C3380CC4-5D6E-409C-BE32-E72D297353CC}">
              <c16:uniqueId val="{0000000A-4233-4E9D-9D6D-D06060CC9530}"/>
            </c:ext>
          </c:extLst>
        </c:ser>
        <c:ser>
          <c:idx val="11"/>
          <c:order val="11"/>
          <c:tx>
            <c:strRef>
              <c:f>PM50000_Temps_oc5l2_50000!$BBN$1</c:f>
              <c:strCache>
                <c:ptCount val="1"/>
                <c:pt idx="0">
                  <c:v>TELE_PM_INTERIOR.12</c:v>
                </c:pt>
              </c:strCache>
            </c:strRef>
          </c:tx>
          <c:spPr>
            <a:ln w="19050" cap="rnd">
              <a:solidFill>
                <a:schemeClr val="accent6">
                  <a:lumMod val="60000"/>
                </a:schemeClr>
              </a:solidFill>
              <a:round/>
            </a:ln>
            <a:effectLst/>
          </c:spPr>
          <c:marker>
            <c:symbol val="circle"/>
            <c:size val="5"/>
            <c:spPr>
              <a:solidFill>
                <a:schemeClr val="accent6">
                  <a:lumMod val="60000"/>
                </a:schemeClr>
              </a:solidFill>
              <a:ln w="9525">
                <a:solidFill>
                  <a:schemeClr val="accent6">
                    <a:lumMod val="6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PM50000_Temps_oc5l2_50000!$BBN$2:$BBN$536</c:f>
              <c:numCache>
                <c:formatCode>General</c:formatCode>
                <c:ptCount val="533"/>
                <c:pt idx="0">
                  <c:v>0</c:v>
                </c:pt>
                <c:pt idx="1">
                  <c:v>9.9999999997635314E-4</c:v>
                </c:pt>
                <c:pt idx="2">
                  <c:v>5.599999999958527E-3</c:v>
                </c:pt>
                <c:pt idx="3">
                  <c:v>1.3800000000003365E-2</c:v>
                </c:pt>
                <c:pt idx="4">
                  <c:v>2.4499999999989086E-2</c:v>
                </c:pt>
                <c:pt idx="5">
                  <c:v>3.669999999999618E-2</c:v>
                </c:pt>
                <c:pt idx="6">
                  <c:v>4.9499999999966349E-2</c:v>
                </c:pt>
                <c:pt idx="7">
                  <c:v>6.2399999999968259E-2</c:v>
                </c:pt>
                <c:pt idx="8">
                  <c:v>7.5099999999963529E-2</c:v>
                </c:pt>
                <c:pt idx="9">
                  <c:v>8.7199999999995725E-2</c:v>
                </c:pt>
                <c:pt idx="10">
                  <c:v>9.869999999995116E-2</c:v>
                </c:pt>
                <c:pt idx="11">
                  <c:v>0.10939999999999372</c:v>
                </c:pt>
                <c:pt idx="12">
                  <c:v>0.11949999999995953</c:v>
                </c:pt>
                <c:pt idx="13">
                  <c:v>0.12869999999998072</c:v>
                </c:pt>
                <c:pt idx="14">
                  <c:v>0.13729999999998199</c:v>
                </c:pt>
                <c:pt idx="15">
                  <c:v>0.14519999999998845</c:v>
                </c:pt>
                <c:pt idx="16">
                  <c:v>0.15249999999997499</c:v>
                </c:pt>
                <c:pt idx="17">
                  <c:v>0.15909999999996671</c:v>
                </c:pt>
                <c:pt idx="18">
                  <c:v>0.16519999999997026</c:v>
                </c:pt>
                <c:pt idx="19">
                  <c:v>0.17079999999998563</c:v>
                </c:pt>
                <c:pt idx="20">
                  <c:v>0.17589999999995598</c:v>
                </c:pt>
                <c:pt idx="21">
                  <c:v>0.1805999999999699</c:v>
                </c:pt>
                <c:pt idx="22">
                  <c:v>0.18489999999997053</c:v>
                </c:pt>
                <c:pt idx="23">
                  <c:v>0.18879999999995789</c:v>
                </c:pt>
                <c:pt idx="24">
                  <c:v>0.19239999999996371</c:v>
                </c:pt>
                <c:pt idx="25">
                  <c:v>0.19569999999998799</c:v>
                </c:pt>
                <c:pt idx="26">
                  <c:v>0.1986999999999739</c:v>
                </c:pt>
                <c:pt idx="27">
                  <c:v>0.20139999999997826</c:v>
                </c:pt>
                <c:pt idx="28">
                  <c:v>0.20399999999995089</c:v>
                </c:pt>
                <c:pt idx="29">
                  <c:v>0.20669999999995525</c:v>
                </c:pt>
                <c:pt idx="30">
                  <c:v>0.20929999999998472</c:v>
                </c:pt>
                <c:pt idx="31">
                  <c:v>0.21189999999995734</c:v>
                </c:pt>
                <c:pt idx="32">
                  <c:v>0.21449999999998681</c:v>
                </c:pt>
                <c:pt idx="33">
                  <c:v>0.2168999999999528</c:v>
                </c:pt>
                <c:pt idx="34">
                  <c:v>0.21920000000000073</c:v>
                </c:pt>
                <c:pt idx="35">
                  <c:v>0.22139999999996007</c:v>
                </c:pt>
                <c:pt idx="36">
                  <c:v>0.22339999999996962</c:v>
                </c:pt>
                <c:pt idx="37">
                  <c:v>0.22530000000000427</c:v>
                </c:pt>
                <c:pt idx="38">
                  <c:v>0.22709999999995034</c:v>
                </c:pt>
                <c:pt idx="39">
                  <c:v>0.22879999999997835</c:v>
                </c:pt>
                <c:pt idx="40">
                  <c:v>0.23029999999999973</c:v>
                </c:pt>
                <c:pt idx="41">
                  <c:v>0.23179999999996426</c:v>
                </c:pt>
                <c:pt idx="42">
                  <c:v>0.23309999999997899</c:v>
                </c:pt>
                <c:pt idx="43">
                  <c:v>0.23429999999996198</c:v>
                </c:pt>
                <c:pt idx="44">
                  <c:v>0.23550000000000182</c:v>
                </c:pt>
                <c:pt idx="45">
                  <c:v>0.23649999999997817</c:v>
                </c:pt>
                <c:pt idx="46">
                  <c:v>0.23749999999995453</c:v>
                </c:pt>
                <c:pt idx="47">
                  <c:v>0.23839999999995598</c:v>
                </c:pt>
                <c:pt idx="48">
                  <c:v>0.23929999999995744</c:v>
                </c:pt>
                <c:pt idx="49">
                  <c:v>0.24009999999998399</c:v>
                </c:pt>
                <c:pt idx="50">
                  <c:v>0.24079999999997881</c:v>
                </c:pt>
                <c:pt idx="51">
                  <c:v>0.24149999999997362</c:v>
                </c:pt>
                <c:pt idx="52">
                  <c:v>0.24209999999999354</c:v>
                </c:pt>
                <c:pt idx="53">
                  <c:v>0.24269999999995662</c:v>
                </c:pt>
                <c:pt idx="54">
                  <c:v>0.24320000000000164</c:v>
                </c:pt>
                <c:pt idx="55">
                  <c:v>0.24369999999998981</c:v>
                </c:pt>
                <c:pt idx="56">
                  <c:v>0.24419999999997799</c:v>
                </c:pt>
                <c:pt idx="57">
                  <c:v>0.24459999999999127</c:v>
                </c:pt>
                <c:pt idx="58">
                  <c:v>0.24489999999997281</c:v>
                </c:pt>
                <c:pt idx="59">
                  <c:v>0.24509999999997945</c:v>
                </c:pt>
                <c:pt idx="60">
                  <c:v>0.24500000000000455</c:v>
                </c:pt>
                <c:pt idx="61">
                  <c:v>0.24479999999999791</c:v>
                </c:pt>
                <c:pt idx="62">
                  <c:v>0.24449999999995953</c:v>
                </c:pt>
                <c:pt idx="63">
                  <c:v>0.24419999999997799</c:v>
                </c:pt>
                <c:pt idx="64">
                  <c:v>0.24379999999996471</c:v>
                </c:pt>
                <c:pt idx="65">
                  <c:v>0.24339999999995143</c:v>
                </c:pt>
                <c:pt idx="66">
                  <c:v>0.242999999999995</c:v>
                </c:pt>
                <c:pt idx="67">
                  <c:v>0.24259999999998172</c:v>
                </c:pt>
                <c:pt idx="68">
                  <c:v>0.24219999999996844</c:v>
                </c:pt>
                <c:pt idx="69">
                  <c:v>0.24179999999995516</c:v>
                </c:pt>
                <c:pt idx="70">
                  <c:v>0.24149999999997362</c:v>
                </c:pt>
                <c:pt idx="71">
                  <c:v>0.24109999999996035</c:v>
                </c:pt>
                <c:pt idx="72">
                  <c:v>0.24079999999997881</c:v>
                </c:pt>
                <c:pt idx="73">
                  <c:v>0.24059999999997217</c:v>
                </c:pt>
                <c:pt idx="74">
                  <c:v>0.24029999999999063</c:v>
                </c:pt>
                <c:pt idx="75">
                  <c:v>0.23999999999995225</c:v>
                </c:pt>
                <c:pt idx="76">
                  <c:v>0.23980000000000246</c:v>
                </c:pt>
                <c:pt idx="77">
                  <c:v>0.23959999999999582</c:v>
                </c:pt>
                <c:pt idx="78">
                  <c:v>0.23939999999998918</c:v>
                </c:pt>
                <c:pt idx="79">
                  <c:v>0.23919999999998254</c:v>
                </c:pt>
                <c:pt idx="80">
                  <c:v>0.2389999999999759</c:v>
                </c:pt>
                <c:pt idx="81">
                  <c:v>0.238900000000001</c:v>
                </c:pt>
                <c:pt idx="82">
                  <c:v>0.23869999999999436</c:v>
                </c:pt>
                <c:pt idx="83">
                  <c:v>0.23859999999996262</c:v>
                </c:pt>
                <c:pt idx="84">
                  <c:v>0.23849999999998772</c:v>
                </c:pt>
                <c:pt idx="85">
                  <c:v>0.23839999999995598</c:v>
                </c:pt>
                <c:pt idx="86">
                  <c:v>0.23829999999998108</c:v>
                </c:pt>
                <c:pt idx="87">
                  <c:v>0.23820000000000618</c:v>
                </c:pt>
                <c:pt idx="88">
                  <c:v>0.23809999999997444</c:v>
                </c:pt>
                <c:pt idx="89">
                  <c:v>0.23799999999999955</c:v>
                </c:pt>
                <c:pt idx="90">
                  <c:v>0.2378999999999678</c:v>
                </c:pt>
                <c:pt idx="91">
                  <c:v>0.23779999999999291</c:v>
                </c:pt>
                <c:pt idx="92">
                  <c:v>0.23779999999999291</c:v>
                </c:pt>
                <c:pt idx="93">
                  <c:v>0.23769999999996116</c:v>
                </c:pt>
                <c:pt idx="94">
                  <c:v>0.23759999999998627</c:v>
                </c:pt>
                <c:pt idx="95">
                  <c:v>0.23759999999998627</c:v>
                </c:pt>
                <c:pt idx="96">
                  <c:v>0.23749999999995453</c:v>
                </c:pt>
                <c:pt idx="97">
                  <c:v>0.23749999999995453</c:v>
                </c:pt>
                <c:pt idx="98">
                  <c:v>0.23749999999995453</c:v>
                </c:pt>
                <c:pt idx="99">
                  <c:v>0.23739999999997963</c:v>
                </c:pt>
                <c:pt idx="100">
                  <c:v>0.23739999999997963</c:v>
                </c:pt>
                <c:pt idx="101">
                  <c:v>0.23730000000000473</c:v>
                </c:pt>
                <c:pt idx="102">
                  <c:v>0.23730000000000473</c:v>
                </c:pt>
                <c:pt idx="103">
                  <c:v>0.23730000000000473</c:v>
                </c:pt>
                <c:pt idx="104">
                  <c:v>0.23730000000000473</c:v>
                </c:pt>
                <c:pt idx="105">
                  <c:v>0.23719999999997299</c:v>
                </c:pt>
                <c:pt idx="106">
                  <c:v>0.23719999999997299</c:v>
                </c:pt>
                <c:pt idx="107">
                  <c:v>0.23719999999997299</c:v>
                </c:pt>
                <c:pt idx="108">
                  <c:v>0.23719999999997299</c:v>
                </c:pt>
                <c:pt idx="109">
                  <c:v>0.23719999999997299</c:v>
                </c:pt>
                <c:pt idx="110">
                  <c:v>0.23719999999997299</c:v>
                </c:pt>
                <c:pt idx="111">
                  <c:v>0.23719999999997299</c:v>
                </c:pt>
                <c:pt idx="112">
                  <c:v>0.23719999999997299</c:v>
                </c:pt>
                <c:pt idx="113">
                  <c:v>0.23730000000000473</c:v>
                </c:pt>
                <c:pt idx="114">
                  <c:v>0.23730000000000473</c:v>
                </c:pt>
                <c:pt idx="115">
                  <c:v>0.23730000000000473</c:v>
                </c:pt>
                <c:pt idx="116">
                  <c:v>0.23739999999997963</c:v>
                </c:pt>
                <c:pt idx="117">
                  <c:v>0.23739999999997963</c:v>
                </c:pt>
                <c:pt idx="118">
                  <c:v>0.23749999999995453</c:v>
                </c:pt>
                <c:pt idx="119">
                  <c:v>0.23749999999995453</c:v>
                </c:pt>
                <c:pt idx="120">
                  <c:v>0.23759999999998627</c:v>
                </c:pt>
                <c:pt idx="121">
                  <c:v>0.23759999999998627</c:v>
                </c:pt>
                <c:pt idx="122">
                  <c:v>0.23759999999998627</c:v>
                </c:pt>
                <c:pt idx="123">
                  <c:v>0.23769999999996116</c:v>
                </c:pt>
                <c:pt idx="124">
                  <c:v>0.23769999999996116</c:v>
                </c:pt>
                <c:pt idx="125">
                  <c:v>0.23779999999999291</c:v>
                </c:pt>
                <c:pt idx="126">
                  <c:v>0.23779999999999291</c:v>
                </c:pt>
                <c:pt idx="127">
                  <c:v>0.23779999999999291</c:v>
                </c:pt>
                <c:pt idx="128">
                  <c:v>0.23779999999999291</c:v>
                </c:pt>
                <c:pt idx="129">
                  <c:v>0.2378999999999678</c:v>
                </c:pt>
                <c:pt idx="130">
                  <c:v>0.2378999999999678</c:v>
                </c:pt>
                <c:pt idx="131">
                  <c:v>0.2378999999999678</c:v>
                </c:pt>
                <c:pt idx="132">
                  <c:v>0.23799999999999955</c:v>
                </c:pt>
                <c:pt idx="133">
                  <c:v>0.23799999999999955</c:v>
                </c:pt>
                <c:pt idx="134">
                  <c:v>0.23799999999999955</c:v>
                </c:pt>
                <c:pt idx="135">
                  <c:v>0.23799999999999955</c:v>
                </c:pt>
                <c:pt idx="136">
                  <c:v>0.23809999999997444</c:v>
                </c:pt>
                <c:pt idx="137">
                  <c:v>0.23809999999997444</c:v>
                </c:pt>
                <c:pt idx="138">
                  <c:v>0.23809999999997444</c:v>
                </c:pt>
                <c:pt idx="139">
                  <c:v>0.23809999999997444</c:v>
                </c:pt>
                <c:pt idx="140">
                  <c:v>0.23809999999997444</c:v>
                </c:pt>
                <c:pt idx="141">
                  <c:v>0.23809999999997444</c:v>
                </c:pt>
                <c:pt idx="142">
                  <c:v>0.23820000000000618</c:v>
                </c:pt>
                <c:pt idx="143">
                  <c:v>0.23820000000000618</c:v>
                </c:pt>
                <c:pt idx="144">
                  <c:v>0.23820000000000618</c:v>
                </c:pt>
                <c:pt idx="145">
                  <c:v>0.23820000000000618</c:v>
                </c:pt>
                <c:pt idx="146">
                  <c:v>0.23820000000000618</c:v>
                </c:pt>
                <c:pt idx="147">
                  <c:v>0.23820000000000618</c:v>
                </c:pt>
                <c:pt idx="148">
                  <c:v>0.23820000000000618</c:v>
                </c:pt>
                <c:pt idx="149">
                  <c:v>0.23820000000000618</c:v>
                </c:pt>
                <c:pt idx="150">
                  <c:v>0.23829999999998108</c:v>
                </c:pt>
                <c:pt idx="151">
                  <c:v>0.23829999999998108</c:v>
                </c:pt>
                <c:pt idx="152">
                  <c:v>0.23829999999998108</c:v>
                </c:pt>
                <c:pt idx="153">
                  <c:v>0.23829999999998108</c:v>
                </c:pt>
                <c:pt idx="154">
                  <c:v>0.23829999999998108</c:v>
                </c:pt>
                <c:pt idx="155">
                  <c:v>0.23829999999998108</c:v>
                </c:pt>
                <c:pt idx="156">
                  <c:v>0.23829999999998108</c:v>
                </c:pt>
                <c:pt idx="157">
                  <c:v>0.23829999999998108</c:v>
                </c:pt>
                <c:pt idx="158">
                  <c:v>0.23839999999995598</c:v>
                </c:pt>
                <c:pt idx="159">
                  <c:v>0.23839999999995598</c:v>
                </c:pt>
                <c:pt idx="160">
                  <c:v>0.23839999999995598</c:v>
                </c:pt>
                <c:pt idx="161">
                  <c:v>0.23820000000000618</c:v>
                </c:pt>
                <c:pt idx="162">
                  <c:v>0.23809999999997444</c:v>
                </c:pt>
                <c:pt idx="163">
                  <c:v>0.2378999999999678</c:v>
                </c:pt>
                <c:pt idx="164">
                  <c:v>0.23759999999998627</c:v>
                </c:pt>
                <c:pt idx="165">
                  <c:v>0.23739999999997963</c:v>
                </c:pt>
                <c:pt idx="166">
                  <c:v>0.23709999999999809</c:v>
                </c:pt>
                <c:pt idx="167">
                  <c:v>0.23679999999995971</c:v>
                </c:pt>
                <c:pt idx="168">
                  <c:v>0.23659999999995307</c:v>
                </c:pt>
                <c:pt idx="169">
                  <c:v>0.23629999999997153</c:v>
                </c:pt>
                <c:pt idx="170">
                  <c:v>0.23609999999996489</c:v>
                </c:pt>
                <c:pt idx="171">
                  <c:v>0.23579999999998336</c:v>
                </c:pt>
                <c:pt idx="172">
                  <c:v>0.23559999999997672</c:v>
                </c:pt>
                <c:pt idx="173">
                  <c:v>0.23529999999999518</c:v>
                </c:pt>
                <c:pt idx="174">
                  <c:v>0.23509999999998854</c:v>
                </c:pt>
                <c:pt idx="175">
                  <c:v>0.2348999999999819</c:v>
                </c:pt>
                <c:pt idx="176">
                  <c:v>0.23469999999997526</c:v>
                </c:pt>
                <c:pt idx="177">
                  <c:v>0.23449999999996862</c:v>
                </c:pt>
                <c:pt idx="178">
                  <c:v>0.23429999999996198</c:v>
                </c:pt>
                <c:pt idx="179">
                  <c:v>0.23419999999998709</c:v>
                </c:pt>
                <c:pt idx="180">
                  <c:v>0.23399999999998045</c:v>
                </c:pt>
                <c:pt idx="181">
                  <c:v>0.23379999999997381</c:v>
                </c:pt>
                <c:pt idx="182">
                  <c:v>0.23369999999999891</c:v>
                </c:pt>
                <c:pt idx="183">
                  <c:v>0.23349999999999227</c:v>
                </c:pt>
                <c:pt idx="184">
                  <c:v>0.23329999999998563</c:v>
                </c:pt>
                <c:pt idx="185">
                  <c:v>0.23339999999996053</c:v>
                </c:pt>
                <c:pt idx="186">
                  <c:v>0.23369999999999891</c:v>
                </c:pt>
                <c:pt idx="187">
                  <c:v>0.23409999999995534</c:v>
                </c:pt>
                <c:pt idx="188">
                  <c:v>0.23469999999997526</c:v>
                </c:pt>
                <c:pt idx="189">
                  <c:v>0.23539999999997008</c:v>
                </c:pt>
                <c:pt idx="190">
                  <c:v>0.23609999999996489</c:v>
                </c:pt>
                <c:pt idx="191">
                  <c:v>0.23689999999999145</c:v>
                </c:pt>
                <c:pt idx="192">
                  <c:v>0.23759999999998627</c:v>
                </c:pt>
                <c:pt idx="193">
                  <c:v>0.23839999999995598</c:v>
                </c:pt>
                <c:pt idx="194">
                  <c:v>0.2390999999999508</c:v>
                </c:pt>
                <c:pt idx="195">
                  <c:v>0.23969999999997071</c:v>
                </c:pt>
                <c:pt idx="196">
                  <c:v>0.24039999999996553</c:v>
                </c:pt>
                <c:pt idx="197">
                  <c:v>0.24099999999998545</c:v>
                </c:pt>
                <c:pt idx="198">
                  <c:v>0.24160000000000537</c:v>
                </c:pt>
                <c:pt idx="199">
                  <c:v>0.24209999999999354</c:v>
                </c:pt>
                <c:pt idx="200">
                  <c:v>0.24259999999998172</c:v>
                </c:pt>
                <c:pt idx="201">
                  <c:v>0.2430999999999699</c:v>
                </c:pt>
                <c:pt idx="202">
                  <c:v>0.24349999999998317</c:v>
                </c:pt>
                <c:pt idx="203">
                  <c:v>0.24399999999997135</c:v>
                </c:pt>
                <c:pt idx="204">
                  <c:v>0.24439999999998463</c:v>
                </c:pt>
                <c:pt idx="205">
                  <c:v>0.24469999999996617</c:v>
                </c:pt>
                <c:pt idx="206">
                  <c:v>0.24509999999997945</c:v>
                </c:pt>
                <c:pt idx="207">
                  <c:v>0.24539999999996098</c:v>
                </c:pt>
                <c:pt idx="208">
                  <c:v>0.24569999999999936</c:v>
                </c:pt>
                <c:pt idx="209">
                  <c:v>0.2459999999999809</c:v>
                </c:pt>
                <c:pt idx="210">
                  <c:v>0.24629999999996244</c:v>
                </c:pt>
                <c:pt idx="211">
                  <c:v>0.24649999999996908</c:v>
                </c:pt>
                <c:pt idx="212">
                  <c:v>0.24679999999995061</c:v>
                </c:pt>
                <c:pt idx="213">
                  <c:v>0.24699999999995725</c:v>
                </c:pt>
                <c:pt idx="214">
                  <c:v>0.24719999999996389</c:v>
                </c:pt>
                <c:pt idx="215">
                  <c:v>0.24729999999999563</c:v>
                </c:pt>
                <c:pt idx="216">
                  <c:v>0.24719999999996389</c:v>
                </c:pt>
                <c:pt idx="217">
                  <c:v>0.24699999999995725</c:v>
                </c:pt>
                <c:pt idx="218">
                  <c:v>0.24660000000000082</c:v>
                </c:pt>
                <c:pt idx="219">
                  <c:v>0.24619999999998754</c:v>
                </c:pt>
                <c:pt idx="220">
                  <c:v>0.24569999999999936</c:v>
                </c:pt>
                <c:pt idx="221">
                  <c:v>0.24519999999995434</c:v>
                </c:pt>
                <c:pt idx="222">
                  <c:v>0.24459999999999127</c:v>
                </c:pt>
                <c:pt idx="223">
                  <c:v>0.24410000000000309</c:v>
                </c:pt>
                <c:pt idx="224">
                  <c:v>0.24369999999998981</c:v>
                </c:pt>
                <c:pt idx="225">
                  <c:v>0.24320000000000164</c:v>
                </c:pt>
                <c:pt idx="226">
                  <c:v>0.24269999999995662</c:v>
                </c:pt>
                <c:pt idx="227">
                  <c:v>0.24230000000000018</c:v>
                </c:pt>
                <c:pt idx="228">
                  <c:v>0.2418999999999869</c:v>
                </c:pt>
                <c:pt idx="229">
                  <c:v>0.24160000000000537</c:v>
                </c:pt>
                <c:pt idx="230">
                  <c:v>0.24119999999999209</c:v>
                </c:pt>
                <c:pt idx="231">
                  <c:v>0.24089999999995371</c:v>
                </c:pt>
                <c:pt idx="232">
                  <c:v>0.24059999999997217</c:v>
                </c:pt>
                <c:pt idx="233">
                  <c:v>0.24039999999996553</c:v>
                </c:pt>
                <c:pt idx="234">
                  <c:v>0.24009999999998399</c:v>
                </c:pt>
                <c:pt idx="235">
                  <c:v>0.23989999999997735</c:v>
                </c:pt>
                <c:pt idx="236">
                  <c:v>0.23959999999999582</c:v>
                </c:pt>
                <c:pt idx="237">
                  <c:v>0.23939999999998918</c:v>
                </c:pt>
                <c:pt idx="238">
                  <c:v>0.23929999999995744</c:v>
                </c:pt>
                <c:pt idx="239">
                  <c:v>0.2390999999999508</c:v>
                </c:pt>
                <c:pt idx="240">
                  <c:v>0.238900000000001</c:v>
                </c:pt>
                <c:pt idx="241">
                  <c:v>0.23879999999996926</c:v>
                </c:pt>
                <c:pt idx="242">
                  <c:v>0.23859999999996262</c:v>
                </c:pt>
                <c:pt idx="243">
                  <c:v>0.23849999999998772</c:v>
                </c:pt>
                <c:pt idx="244">
                  <c:v>0.23839999999995598</c:v>
                </c:pt>
                <c:pt idx="245">
                  <c:v>0.23829999999998108</c:v>
                </c:pt>
                <c:pt idx="246">
                  <c:v>0.23820000000000618</c:v>
                </c:pt>
                <c:pt idx="247">
                  <c:v>0.23809999999997444</c:v>
                </c:pt>
                <c:pt idx="248">
                  <c:v>0.23799999999999955</c:v>
                </c:pt>
                <c:pt idx="249">
                  <c:v>0.2378999999999678</c:v>
                </c:pt>
                <c:pt idx="250">
                  <c:v>0.2378999999999678</c:v>
                </c:pt>
                <c:pt idx="251">
                  <c:v>0.23779999999999291</c:v>
                </c:pt>
                <c:pt idx="252">
                  <c:v>0.23769999999996116</c:v>
                </c:pt>
                <c:pt idx="253">
                  <c:v>0.23769999999996116</c:v>
                </c:pt>
                <c:pt idx="254">
                  <c:v>0.23759999999998627</c:v>
                </c:pt>
                <c:pt idx="255">
                  <c:v>0.23759999999998627</c:v>
                </c:pt>
                <c:pt idx="256">
                  <c:v>0.23749999999995453</c:v>
                </c:pt>
                <c:pt idx="257">
                  <c:v>0.23749999999995453</c:v>
                </c:pt>
                <c:pt idx="258">
                  <c:v>0.23739999999997963</c:v>
                </c:pt>
                <c:pt idx="259">
                  <c:v>0.23739999999997963</c:v>
                </c:pt>
                <c:pt idx="260">
                  <c:v>0.23739999999997963</c:v>
                </c:pt>
                <c:pt idx="261">
                  <c:v>0.23730000000000473</c:v>
                </c:pt>
                <c:pt idx="262">
                  <c:v>0.23730000000000473</c:v>
                </c:pt>
                <c:pt idx="263">
                  <c:v>0.23730000000000473</c:v>
                </c:pt>
                <c:pt idx="264">
                  <c:v>0.23730000000000473</c:v>
                </c:pt>
                <c:pt idx="265">
                  <c:v>0.23719999999997299</c:v>
                </c:pt>
                <c:pt idx="266">
                  <c:v>0.23719999999997299</c:v>
                </c:pt>
                <c:pt idx="267">
                  <c:v>0.23719999999997299</c:v>
                </c:pt>
                <c:pt idx="268">
                  <c:v>0.23730000000000473</c:v>
                </c:pt>
                <c:pt idx="269">
                  <c:v>0.23730000000000473</c:v>
                </c:pt>
                <c:pt idx="270">
                  <c:v>0.23730000000000473</c:v>
                </c:pt>
                <c:pt idx="271">
                  <c:v>0.23739999999997963</c:v>
                </c:pt>
                <c:pt idx="272">
                  <c:v>0.23739999999997963</c:v>
                </c:pt>
                <c:pt idx="273">
                  <c:v>0.23739999999997963</c:v>
                </c:pt>
                <c:pt idx="274">
                  <c:v>0.23749999999995453</c:v>
                </c:pt>
                <c:pt idx="275">
                  <c:v>0.23749999999995453</c:v>
                </c:pt>
                <c:pt idx="276">
                  <c:v>0.23759999999998627</c:v>
                </c:pt>
                <c:pt idx="277">
                  <c:v>0.23759999999998627</c:v>
                </c:pt>
                <c:pt idx="278">
                  <c:v>0.23759999999998627</c:v>
                </c:pt>
                <c:pt idx="279">
                  <c:v>0.23769999999996116</c:v>
                </c:pt>
                <c:pt idx="280">
                  <c:v>0.23769999999996116</c:v>
                </c:pt>
                <c:pt idx="281">
                  <c:v>0.23769999999996116</c:v>
                </c:pt>
                <c:pt idx="282">
                  <c:v>0.23779999999999291</c:v>
                </c:pt>
                <c:pt idx="283">
                  <c:v>0.23779999999999291</c:v>
                </c:pt>
                <c:pt idx="284">
                  <c:v>0.23779999999999291</c:v>
                </c:pt>
                <c:pt idx="285">
                  <c:v>0.2378999999999678</c:v>
                </c:pt>
                <c:pt idx="286">
                  <c:v>0.2378999999999678</c:v>
                </c:pt>
                <c:pt idx="287">
                  <c:v>0.2378999999999678</c:v>
                </c:pt>
                <c:pt idx="288">
                  <c:v>0.23799999999999955</c:v>
                </c:pt>
                <c:pt idx="289">
                  <c:v>0.23799999999999955</c:v>
                </c:pt>
                <c:pt idx="290">
                  <c:v>0.23799999999999955</c:v>
                </c:pt>
                <c:pt idx="291">
                  <c:v>0.23799999999999955</c:v>
                </c:pt>
                <c:pt idx="292">
                  <c:v>0.23799999999999955</c:v>
                </c:pt>
                <c:pt idx="293">
                  <c:v>0.23809999999997444</c:v>
                </c:pt>
                <c:pt idx="294">
                  <c:v>0.23809999999997444</c:v>
                </c:pt>
                <c:pt idx="295">
                  <c:v>0.23809999999997444</c:v>
                </c:pt>
                <c:pt idx="296">
                  <c:v>0.23809999999997444</c:v>
                </c:pt>
                <c:pt idx="297">
                  <c:v>0.23809999999997444</c:v>
                </c:pt>
                <c:pt idx="298">
                  <c:v>0.23820000000000618</c:v>
                </c:pt>
                <c:pt idx="299">
                  <c:v>0.23820000000000618</c:v>
                </c:pt>
                <c:pt idx="300">
                  <c:v>0.23820000000000618</c:v>
                </c:pt>
                <c:pt idx="301">
                  <c:v>0.23820000000000618</c:v>
                </c:pt>
                <c:pt idx="302">
                  <c:v>0.23820000000000618</c:v>
                </c:pt>
                <c:pt idx="303">
                  <c:v>0.23820000000000618</c:v>
                </c:pt>
                <c:pt idx="304">
                  <c:v>0.23820000000000618</c:v>
                </c:pt>
                <c:pt idx="305">
                  <c:v>0.23820000000000618</c:v>
                </c:pt>
                <c:pt idx="306">
                  <c:v>0.23829999999998108</c:v>
                </c:pt>
                <c:pt idx="307">
                  <c:v>0.23829999999998108</c:v>
                </c:pt>
                <c:pt idx="308">
                  <c:v>0.23829999999998108</c:v>
                </c:pt>
                <c:pt idx="309">
                  <c:v>0.23829999999998108</c:v>
                </c:pt>
                <c:pt idx="310">
                  <c:v>0.23829999999998108</c:v>
                </c:pt>
                <c:pt idx="311">
                  <c:v>0.23829999999998108</c:v>
                </c:pt>
                <c:pt idx="312">
                  <c:v>0.23829999999998108</c:v>
                </c:pt>
                <c:pt idx="313">
                  <c:v>0.23829999999998108</c:v>
                </c:pt>
                <c:pt idx="314">
                  <c:v>0.23829999999998108</c:v>
                </c:pt>
                <c:pt idx="315">
                  <c:v>0.23839999999995598</c:v>
                </c:pt>
                <c:pt idx="316">
                  <c:v>0.23839999999995598</c:v>
                </c:pt>
                <c:pt idx="317">
                  <c:v>0.23839999999995598</c:v>
                </c:pt>
                <c:pt idx="318">
                  <c:v>0.23820000000000618</c:v>
                </c:pt>
                <c:pt idx="319">
                  <c:v>0.23809999999997444</c:v>
                </c:pt>
                <c:pt idx="320">
                  <c:v>0.23779999999999291</c:v>
                </c:pt>
                <c:pt idx="321">
                  <c:v>0.23759999999998627</c:v>
                </c:pt>
                <c:pt idx="322">
                  <c:v>0.23730000000000473</c:v>
                </c:pt>
                <c:pt idx="323">
                  <c:v>0.23709999999999809</c:v>
                </c:pt>
                <c:pt idx="324">
                  <c:v>0.23679999999995971</c:v>
                </c:pt>
                <c:pt idx="325">
                  <c:v>0.23649999999997817</c:v>
                </c:pt>
                <c:pt idx="326">
                  <c:v>0.23629999999997153</c:v>
                </c:pt>
                <c:pt idx="327">
                  <c:v>0.23599999999999</c:v>
                </c:pt>
                <c:pt idx="328">
                  <c:v>0.23579999999998336</c:v>
                </c:pt>
                <c:pt idx="329">
                  <c:v>0.23550000000000182</c:v>
                </c:pt>
                <c:pt idx="330">
                  <c:v>0.23529999999999518</c:v>
                </c:pt>
                <c:pt idx="331">
                  <c:v>0.23509999999998854</c:v>
                </c:pt>
                <c:pt idx="332">
                  <c:v>0.2348999999999819</c:v>
                </c:pt>
                <c:pt idx="333">
                  <c:v>0.23469999999997526</c:v>
                </c:pt>
                <c:pt idx="334">
                  <c:v>0.23449999999996862</c:v>
                </c:pt>
                <c:pt idx="335">
                  <c:v>0.23429999999996198</c:v>
                </c:pt>
                <c:pt idx="336">
                  <c:v>0.23419999999998709</c:v>
                </c:pt>
                <c:pt idx="337">
                  <c:v>0.23399999999998045</c:v>
                </c:pt>
                <c:pt idx="338">
                  <c:v>0.23379999999997381</c:v>
                </c:pt>
                <c:pt idx="339">
                  <c:v>0.23369999999999891</c:v>
                </c:pt>
                <c:pt idx="340">
                  <c:v>0.23349999999999227</c:v>
                </c:pt>
                <c:pt idx="341">
                  <c:v>0.23329999999998563</c:v>
                </c:pt>
                <c:pt idx="342">
                  <c:v>0.23339999999996053</c:v>
                </c:pt>
                <c:pt idx="343">
                  <c:v>0.23369999999999891</c:v>
                </c:pt>
                <c:pt idx="344">
                  <c:v>0.23419999999998709</c:v>
                </c:pt>
                <c:pt idx="345">
                  <c:v>0.234800000000007</c:v>
                </c:pt>
                <c:pt idx="346">
                  <c:v>0.23550000000000182</c:v>
                </c:pt>
                <c:pt idx="347">
                  <c:v>0.23619999999999663</c:v>
                </c:pt>
                <c:pt idx="348">
                  <c:v>0.23699999999996635</c:v>
                </c:pt>
                <c:pt idx="349">
                  <c:v>0.23769999999996116</c:v>
                </c:pt>
                <c:pt idx="350">
                  <c:v>0.23839999999995598</c:v>
                </c:pt>
                <c:pt idx="351">
                  <c:v>0.2390999999999508</c:v>
                </c:pt>
                <c:pt idx="352">
                  <c:v>0.23980000000000246</c:v>
                </c:pt>
                <c:pt idx="353">
                  <c:v>0.24039999999996553</c:v>
                </c:pt>
                <c:pt idx="354">
                  <c:v>0.24109999999996035</c:v>
                </c:pt>
                <c:pt idx="355">
                  <c:v>0.24160000000000537</c:v>
                </c:pt>
                <c:pt idx="356">
                  <c:v>0.24219999999996844</c:v>
                </c:pt>
                <c:pt idx="357">
                  <c:v>0.24269999999995662</c:v>
                </c:pt>
                <c:pt idx="358">
                  <c:v>0.24320000000000164</c:v>
                </c:pt>
                <c:pt idx="359">
                  <c:v>0.24359999999995807</c:v>
                </c:pt>
                <c:pt idx="360">
                  <c:v>0.24399999999997135</c:v>
                </c:pt>
                <c:pt idx="361">
                  <c:v>0.24399999999997135</c:v>
                </c:pt>
                <c:pt idx="362">
                  <c:v>0.24439999999998463</c:v>
                </c:pt>
                <c:pt idx="363">
                  <c:v>0.24479999999999791</c:v>
                </c:pt>
                <c:pt idx="364">
                  <c:v>0.24509999999997945</c:v>
                </c:pt>
                <c:pt idx="365">
                  <c:v>0.24549999999999272</c:v>
                </c:pt>
                <c:pt idx="366">
                  <c:v>0.24579999999997426</c:v>
                </c:pt>
                <c:pt idx="367">
                  <c:v>0.2460999999999558</c:v>
                </c:pt>
                <c:pt idx="368">
                  <c:v>0.24629999999996244</c:v>
                </c:pt>
                <c:pt idx="369">
                  <c:v>0.24660000000000082</c:v>
                </c:pt>
                <c:pt idx="370">
                  <c:v>0.24679999999995061</c:v>
                </c:pt>
                <c:pt idx="371">
                  <c:v>0.24699999999995725</c:v>
                </c:pt>
                <c:pt idx="372">
                  <c:v>0.24719999999996389</c:v>
                </c:pt>
                <c:pt idx="373">
                  <c:v>0.24729999999999563</c:v>
                </c:pt>
                <c:pt idx="374">
                  <c:v>0.24719999999996389</c:v>
                </c:pt>
                <c:pt idx="375">
                  <c:v>0.24689999999998236</c:v>
                </c:pt>
                <c:pt idx="376">
                  <c:v>0.24660000000000082</c:v>
                </c:pt>
                <c:pt idx="377">
                  <c:v>0.2460999999999558</c:v>
                </c:pt>
                <c:pt idx="378">
                  <c:v>0.24559999999996762</c:v>
                </c:pt>
                <c:pt idx="379">
                  <c:v>0.24509999999997945</c:v>
                </c:pt>
                <c:pt idx="380">
                  <c:v>0.24459999999999127</c:v>
                </c:pt>
                <c:pt idx="381">
                  <c:v>0.24410000000000309</c:v>
                </c:pt>
                <c:pt idx="382">
                  <c:v>0.24359999999995807</c:v>
                </c:pt>
                <c:pt idx="383">
                  <c:v>0.2430999999999699</c:v>
                </c:pt>
                <c:pt idx="384">
                  <c:v>0.24269999999995662</c:v>
                </c:pt>
                <c:pt idx="385">
                  <c:v>0.24230000000000018</c:v>
                </c:pt>
                <c:pt idx="386">
                  <c:v>0.2418999999999869</c:v>
                </c:pt>
                <c:pt idx="387">
                  <c:v>0.24149999999997362</c:v>
                </c:pt>
                <c:pt idx="388">
                  <c:v>0.24119999999999209</c:v>
                </c:pt>
                <c:pt idx="389">
                  <c:v>0.24089999999995371</c:v>
                </c:pt>
                <c:pt idx="390">
                  <c:v>0.24059999999997217</c:v>
                </c:pt>
                <c:pt idx="391">
                  <c:v>0.24029999999999063</c:v>
                </c:pt>
                <c:pt idx="392">
                  <c:v>0.24009999999998399</c:v>
                </c:pt>
                <c:pt idx="393">
                  <c:v>0.23980000000000246</c:v>
                </c:pt>
                <c:pt idx="394">
                  <c:v>0.23959999999999582</c:v>
                </c:pt>
                <c:pt idx="395">
                  <c:v>0.23939999999998918</c:v>
                </c:pt>
                <c:pt idx="396">
                  <c:v>0.23919999999998254</c:v>
                </c:pt>
                <c:pt idx="397">
                  <c:v>0.2390999999999508</c:v>
                </c:pt>
                <c:pt idx="398">
                  <c:v>0.238900000000001</c:v>
                </c:pt>
                <c:pt idx="399">
                  <c:v>0.23879999999996926</c:v>
                </c:pt>
                <c:pt idx="400">
                  <c:v>0.23859999999996262</c:v>
                </c:pt>
                <c:pt idx="401">
                  <c:v>0.23849999999998772</c:v>
                </c:pt>
                <c:pt idx="402">
                  <c:v>0.23839999999995598</c:v>
                </c:pt>
                <c:pt idx="403">
                  <c:v>0.23829999999998108</c:v>
                </c:pt>
                <c:pt idx="404">
                  <c:v>0.23820000000000618</c:v>
                </c:pt>
                <c:pt idx="405">
                  <c:v>0.23809999999997444</c:v>
                </c:pt>
                <c:pt idx="406">
                  <c:v>0.23799999999999955</c:v>
                </c:pt>
                <c:pt idx="407">
                  <c:v>0.2378999999999678</c:v>
                </c:pt>
                <c:pt idx="408">
                  <c:v>0.23779999999999291</c:v>
                </c:pt>
                <c:pt idx="409">
                  <c:v>0.23779999999999291</c:v>
                </c:pt>
                <c:pt idx="410">
                  <c:v>0.23769999999996116</c:v>
                </c:pt>
                <c:pt idx="411">
                  <c:v>0.23769999999996116</c:v>
                </c:pt>
                <c:pt idx="412">
                  <c:v>0.23759999999998627</c:v>
                </c:pt>
                <c:pt idx="413">
                  <c:v>0.23759999999998627</c:v>
                </c:pt>
                <c:pt idx="414">
                  <c:v>0.23749999999995453</c:v>
                </c:pt>
                <c:pt idx="415">
                  <c:v>0.23749999999995453</c:v>
                </c:pt>
                <c:pt idx="416">
                  <c:v>0.23739999999997963</c:v>
                </c:pt>
                <c:pt idx="417">
                  <c:v>0.23739999999997963</c:v>
                </c:pt>
                <c:pt idx="418">
                  <c:v>0.23739999999997963</c:v>
                </c:pt>
                <c:pt idx="419">
                  <c:v>0.23730000000000473</c:v>
                </c:pt>
                <c:pt idx="420">
                  <c:v>0.23730000000000473</c:v>
                </c:pt>
                <c:pt idx="421">
                  <c:v>0.23730000000000473</c:v>
                </c:pt>
                <c:pt idx="422">
                  <c:v>0.23719999999997299</c:v>
                </c:pt>
                <c:pt idx="423">
                  <c:v>0.23719999999997299</c:v>
                </c:pt>
                <c:pt idx="424">
                  <c:v>0.23719999999997299</c:v>
                </c:pt>
                <c:pt idx="425">
                  <c:v>0.23719999999997299</c:v>
                </c:pt>
                <c:pt idx="426">
                  <c:v>0.23730000000000473</c:v>
                </c:pt>
                <c:pt idx="427">
                  <c:v>0.23730000000000473</c:v>
                </c:pt>
                <c:pt idx="428">
                  <c:v>0.23730000000000473</c:v>
                </c:pt>
                <c:pt idx="429">
                  <c:v>0.23739999999997963</c:v>
                </c:pt>
                <c:pt idx="430">
                  <c:v>0.23739999999997963</c:v>
                </c:pt>
                <c:pt idx="431">
                  <c:v>0.23739999999997963</c:v>
                </c:pt>
                <c:pt idx="432">
                  <c:v>0.23749999999995453</c:v>
                </c:pt>
                <c:pt idx="433">
                  <c:v>0.23749999999995453</c:v>
                </c:pt>
                <c:pt idx="434">
                  <c:v>0.23759999999998627</c:v>
                </c:pt>
                <c:pt idx="435">
                  <c:v>0.23759999999998627</c:v>
                </c:pt>
                <c:pt idx="436">
                  <c:v>0.23759999999998627</c:v>
                </c:pt>
                <c:pt idx="437">
                  <c:v>0.23769999999996116</c:v>
                </c:pt>
                <c:pt idx="438">
                  <c:v>0.23769999999996116</c:v>
                </c:pt>
                <c:pt idx="439">
                  <c:v>0.23769999999996116</c:v>
                </c:pt>
                <c:pt idx="440">
                  <c:v>0.23779999999999291</c:v>
                </c:pt>
                <c:pt idx="441">
                  <c:v>0.23779999999999291</c:v>
                </c:pt>
                <c:pt idx="442">
                  <c:v>0.23779999999999291</c:v>
                </c:pt>
                <c:pt idx="443">
                  <c:v>0.2378999999999678</c:v>
                </c:pt>
                <c:pt idx="444">
                  <c:v>0.2378999999999678</c:v>
                </c:pt>
                <c:pt idx="445">
                  <c:v>0.2378999999999678</c:v>
                </c:pt>
                <c:pt idx="446">
                  <c:v>0.23799999999999955</c:v>
                </c:pt>
                <c:pt idx="447">
                  <c:v>0.23799999999999955</c:v>
                </c:pt>
                <c:pt idx="448">
                  <c:v>0.23799999999999955</c:v>
                </c:pt>
                <c:pt idx="449">
                  <c:v>0.23799999999999955</c:v>
                </c:pt>
                <c:pt idx="450">
                  <c:v>0.23809999999997444</c:v>
                </c:pt>
                <c:pt idx="451">
                  <c:v>0.23809999999997444</c:v>
                </c:pt>
                <c:pt idx="452">
                  <c:v>0.23809999999997444</c:v>
                </c:pt>
                <c:pt idx="453">
                  <c:v>0.23809999999997444</c:v>
                </c:pt>
                <c:pt idx="454">
                  <c:v>0.23809999999997444</c:v>
                </c:pt>
                <c:pt idx="455">
                  <c:v>0.23809999999997444</c:v>
                </c:pt>
                <c:pt idx="456">
                  <c:v>0.23809999999997444</c:v>
                </c:pt>
                <c:pt idx="457">
                  <c:v>0.23820000000000618</c:v>
                </c:pt>
                <c:pt idx="458">
                  <c:v>0.23820000000000618</c:v>
                </c:pt>
                <c:pt idx="459">
                  <c:v>0.23820000000000618</c:v>
                </c:pt>
                <c:pt idx="460">
                  <c:v>0.23820000000000618</c:v>
                </c:pt>
                <c:pt idx="461">
                  <c:v>0.23820000000000618</c:v>
                </c:pt>
                <c:pt idx="462">
                  <c:v>0.23820000000000618</c:v>
                </c:pt>
                <c:pt idx="463">
                  <c:v>0.23820000000000618</c:v>
                </c:pt>
                <c:pt idx="464">
                  <c:v>0.23820000000000618</c:v>
                </c:pt>
                <c:pt idx="465">
                  <c:v>0.23829999999998108</c:v>
                </c:pt>
                <c:pt idx="466">
                  <c:v>0.23829999999998108</c:v>
                </c:pt>
                <c:pt idx="467">
                  <c:v>0.23829999999998108</c:v>
                </c:pt>
                <c:pt idx="468">
                  <c:v>0.23829999999998108</c:v>
                </c:pt>
                <c:pt idx="469">
                  <c:v>0.23829999999998108</c:v>
                </c:pt>
                <c:pt idx="470">
                  <c:v>0.23829999999998108</c:v>
                </c:pt>
                <c:pt idx="471">
                  <c:v>0.23829999999998108</c:v>
                </c:pt>
                <c:pt idx="472">
                  <c:v>0.23829999999998108</c:v>
                </c:pt>
                <c:pt idx="473">
                  <c:v>0.23829999999998108</c:v>
                </c:pt>
                <c:pt idx="474">
                  <c:v>0.23839999999995598</c:v>
                </c:pt>
                <c:pt idx="475">
                  <c:v>0.23839999999995598</c:v>
                </c:pt>
                <c:pt idx="476">
                  <c:v>0.23829999999998108</c:v>
                </c:pt>
                <c:pt idx="477">
                  <c:v>0.23820000000000618</c:v>
                </c:pt>
                <c:pt idx="478">
                  <c:v>0.23799999999999955</c:v>
                </c:pt>
                <c:pt idx="479">
                  <c:v>0.23779999999999291</c:v>
                </c:pt>
                <c:pt idx="480">
                  <c:v>0.23759999999998627</c:v>
                </c:pt>
                <c:pt idx="481">
                  <c:v>0.23730000000000473</c:v>
                </c:pt>
                <c:pt idx="482">
                  <c:v>0.23699999999996635</c:v>
                </c:pt>
                <c:pt idx="483">
                  <c:v>0.23679999999995971</c:v>
                </c:pt>
                <c:pt idx="484">
                  <c:v>0.23649999999997817</c:v>
                </c:pt>
                <c:pt idx="485">
                  <c:v>0.23619999999999663</c:v>
                </c:pt>
                <c:pt idx="486">
                  <c:v>0.23599999999999</c:v>
                </c:pt>
                <c:pt idx="487">
                  <c:v>0.23569999999995161</c:v>
                </c:pt>
                <c:pt idx="488">
                  <c:v>0.23550000000000182</c:v>
                </c:pt>
                <c:pt idx="489">
                  <c:v>0.23529999999999518</c:v>
                </c:pt>
                <c:pt idx="490">
                  <c:v>0.23509999999998854</c:v>
                </c:pt>
                <c:pt idx="491">
                  <c:v>0.2348999999999819</c:v>
                </c:pt>
                <c:pt idx="492">
                  <c:v>0.23469999999997526</c:v>
                </c:pt>
                <c:pt idx="493">
                  <c:v>0.23449999999996862</c:v>
                </c:pt>
                <c:pt idx="494">
                  <c:v>0.23429999999996198</c:v>
                </c:pt>
                <c:pt idx="495">
                  <c:v>0.23409999999995534</c:v>
                </c:pt>
                <c:pt idx="496">
                  <c:v>0.23399999999998045</c:v>
                </c:pt>
                <c:pt idx="497">
                  <c:v>0.23379999999997381</c:v>
                </c:pt>
                <c:pt idx="498">
                  <c:v>0.23369999999999891</c:v>
                </c:pt>
                <c:pt idx="499">
                  <c:v>0.23349999999999227</c:v>
                </c:pt>
                <c:pt idx="500">
                  <c:v>0.23329999999998563</c:v>
                </c:pt>
                <c:pt idx="501">
                  <c:v>0.23339999999996053</c:v>
                </c:pt>
                <c:pt idx="502">
                  <c:v>0.23379999999997381</c:v>
                </c:pt>
                <c:pt idx="503">
                  <c:v>0.23429999999996198</c:v>
                </c:pt>
                <c:pt idx="504">
                  <c:v>0.2348999999999819</c:v>
                </c:pt>
                <c:pt idx="505">
                  <c:v>0.23559999999997672</c:v>
                </c:pt>
                <c:pt idx="506">
                  <c:v>0.23640000000000327</c:v>
                </c:pt>
                <c:pt idx="507">
                  <c:v>0.23709999999999809</c:v>
                </c:pt>
                <c:pt idx="508">
                  <c:v>0.2378999999999678</c:v>
                </c:pt>
                <c:pt idx="509">
                  <c:v>0.23859999999996262</c:v>
                </c:pt>
                <c:pt idx="510">
                  <c:v>0.23929999999995744</c:v>
                </c:pt>
                <c:pt idx="511">
                  <c:v>0.23989999999997735</c:v>
                </c:pt>
                <c:pt idx="512">
                  <c:v>0.24059999999997217</c:v>
                </c:pt>
                <c:pt idx="513">
                  <c:v>0.24119999999999209</c:v>
                </c:pt>
                <c:pt idx="514">
                  <c:v>0.24169999999998026</c:v>
                </c:pt>
                <c:pt idx="515">
                  <c:v>0.24230000000000018</c:v>
                </c:pt>
                <c:pt idx="516">
                  <c:v>0.24279999999998836</c:v>
                </c:pt>
                <c:pt idx="517">
                  <c:v>0.24320000000000164</c:v>
                </c:pt>
                <c:pt idx="518">
                  <c:v>0.24369999999998981</c:v>
                </c:pt>
                <c:pt idx="519">
                  <c:v>0.24410000000000309</c:v>
                </c:pt>
                <c:pt idx="520">
                  <c:v>0.24449999999995953</c:v>
                </c:pt>
                <c:pt idx="521">
                  <c:v>0.24489999999997281</c:v>
                </c:pt>
                <c:pt idx="522">
                  <c:v>0.24519999999995434</c:v>
                </c:pt>
                <c:pt idx="523">
                  <c:v>0.24549999999999272</c:v>
                </c:pt>
                <c:pt idx="524">
                  <c:v>0.24579999999997426</c:v>
                </c:pt>
                <c:pt idx="525">
                  <c:v>0.2460999999999558</c:v>
                </c:pt>
                <c:pt idx="526">
                  <c:v>0.24639999999999418</c:v>
                </c:pt>
                <c:pt idx="527">
                  <c:v>0.24660000000000082</c:v>
                </c:pt>
                <c:pt idx="528">
                  <c:v>0.24689999999998236</c:v>
                </c:pt>
                <c:pt idx="529">
                  <c:v>0.247099999999989</c:v>
                </c:pt>
                <c:pt idx="530">
                  <c:v>0.24729999999999563</c:v>
                </c:pt>
                <c:pt idx="531">
                  <c:v>0.24729999999999563</c:v>
                </c:pt>
                <c:pt idx="532">
                  <c:v>0.24719999999996389</c:v>
                </c:pt>
              </c:numCache>
            </c:numRef>
          </c:yVal>
          <c:smooth val="1"/>
          <c:extLst>
            <c:ext xmlns:c16="http://schemas.microsoft.com/office/drawing/2014/chart" uri="{C3380CC4-5D6E-409C-BE32-E72D297353CC}">
              <c16:uniqueId val="{0000000B-4233-4E9D-9D6D-D06060CC9530}"/>
            </c:ext>
          </c:extLst>
        </c:ser>
        <c:ser>
          <c:idx val="12"/>
          <c:order val="12"/>
          <c:tx>
            <c:strRef>
              <c:f>PM50000_Temps_oc5l2_50000!$BBO$1</c:f>
              <c:strCache>
                <c:ptCount val="1"/>
                <c:pt idx="0">
                  <c:v>TELE_PM_INTERIOR.13</c:v>
                </c:pt>
              </c:strCache>
            </c:strRef>
          </c:tx>
          <c:spPr>
            <a:ln w="19050" cap="rnd">
              <a:solidFill>
                <a:schemeClr val="accent1">
                  <a:lumMod val="80000"/>
                  <a:lumOff val="20000"/>
                </a:schemeClr>
              </a:solidFill>
              <a:round/>
            </a:ln>
            <a:effectLst/>
          </c:spPr>
          <c:marker>
            <c:symbol val="circle"/>
            <c:size val="5"/>
            <c:spPr>
              <a:solidFill>
                <a:schemeClr val="accent1">
                  <a:lumMod val="80000"/>
                  <a:lumOff val="20000"/>
                </a:schemeClr>
              </a:solidFill>
              <a:ln w="9525">
                <a:solidFill>
                  <a:schemeClr val="accent1">
                    <a:lumMod val="80000"/>
                    <a:lumOff val="2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PM50000_Temps_oc5l2_50000!$BBO$2:$BBO$536</c:f>
              <c:numCache>
                <c:formatCode>General</c:formatCode>
                <c:ptCount val="533"/>
                <c:pt idx="0">
                  <c:v>0</c:v>
                </c:pt>
                <c:pt idx="1">
                  <c:v>6.9999999999481588E-4</c:v>
                </c:pt>
                <c:pt idx="2">
                  <c:v>4.500000000007276E-3</c:v>
                </c:pt>
                <c:pt idx="3">
                  <c:v>1.1399999999980537E-2</c:v>
                </c:pt>
                <c:pt idx="4">
                  <c:v>2.0699999999976626E-2</c:v>
                </c:pt>
                <c:pt idx="5">
                  <c:v>3.1599999999968986E-2</c:v>
                </c:pt>
                <c:pt idx="6">
                  <c:v>4.3399999999962802E-2</c:v>
                </c:pt>
                <c:pt idx="7">
                  <c:v>5.5499999999994998E-2</c:v>
                </c:pt>
                <c:pt idx="8">
                  <c:v>6.7499999999995453E-2</c:v>
                </c:pt>
                <c:pt idx="9">
                  <c:v>7.920000000001437E-2</c:v>
                </c:pt>
                <c:pt idx="10">
                  <c:v>9.0399999999988268E-2</c:v>
                </c:pt>
                <c:pt idx="11">
                  <c:v>0.10099999999999909</c:v>
                </c:pt>
                <c:pt idx="12">
                  <c:v>0.1109000000000151</c:v>
                </c:pt>
                <c:pt idx="13">
                  <c:v>0.12020000000001119</c:v>
                </c:pt>
                <c:pt idx="14">
                  <c:v>0.12880000000001246</c:v>
                </c:pt>
                <c:pt idx="15">
                  <c:v>0.13669999999996207</c:v>
                </c:pt>
                <c:pt idx="16">
                  <c:v>0.14409999999998035</c:v>
                </c:pt>
                <c:pt idx="17">
                  <c:v>0.15089999999997872</c:v>
                </c:pt>
                <c:pt idx="18">
                  <c:v>0.15710000000001401</c:v>
                </c:pt>
                <c:pt idx="19">
                  <c:v>0.16280000000000427</c:v>
                </c:pt>
                <c:pt idx="20">
                  <c:v>0.16809999999998126</c:v>
                </c:pt>
                <c:pt idx="21">
                  <c:v>0.17289999999997008</c:v>
                </c:pt>
                <c:pt idx="22">
                  <c:v>0.17730000000000246</c:v>
                </c:pt>
                <c:pt idx="23">
                  <c:v>0.18129999999996471</c:v>
                </c:pt>
                <c:pt idx="24">
                  <c:v>0.18500000000000227</c:v>
                </c:pt>
                <c:pt idx="25">
                  <c:v>0.18840000000000146</c:v>
                </c:pt>
                <c:pt idx="26">
                  <c:v>0.19149999999996226</c:v>
                </c:pt>
                <c:pt idx="27">
                  <c:v>0.19429999999999836</c:v>
                </c:pt>
                <c:pt idx="28">
                  <c:v>0.19700000000000273</c:v>
                </c:pt>
                <c:pt idx="29">
                  <c:v>0.19970000000000709</c:v>
                </c:pt>
                <c:pt idx="30">
                  <c:v>0.20240000000001146</c:v>
                </c:pt>
                <c:pt idx="31">
                  <c:v>0.20510000000001583</c:v>
                </c:pt>
                <c:pt idx="32">
                  <c:v>0.20769999999998845</c:v>
                </c:pt>
                <c:pt idx="33">
                  <c:v>0.21019999999998618</c:v>
                </c:pt>
                <c:pt idx="34">
                  <c:v>0.212600000000009</c:v>
                </c:pt>
                <c:pt idx="35">
                  <c:v>0.21479999999996835</c:v>
                </c:pt>
                <c:pt idx="36">
                  <c:v>0.21699999999998454</c:v>
                </c:pt>
                <c:pt idx="37">
                  <c:v>0.21889999999996235</c:v>
                </c:pt>
                <c:pt idx="38">
                  <c:v>0.220799999999997</c:v>
                </c:pt>
                <c:pt idx="39">
                  <c:v>0.22249999999996817</c:v>
                </c:pt>
                <c:pt idx="40">
                  <c:v>0.22409999999996444</c:v>
                </c:pt>
                <c:pt idx="41">
                  <c:v>0.22559999999998581</c:v>
                </c:pt>
                <c:pt idx="42">
                  <c:v>0.22699999999997544</c:v>
                </c:pt>
                <c:pt idx="43">
                  <c:v>0.22829999999999018</c:v>
                </c:pt>
                <c:pt idx="44">
                  <c:v>0.22949999999997317</c:v>
                </c:pt>
                <c:pt idx="45">
                  <c:v>0.23059999999998126</c:v>
                </c:pt>
                <c:pt idx="46">
                  <c:v>0.23169999999998936</c:v>
                </c:pt>
                <c:pt idx="47">
                  <c:v>0.23259999999999081</c:v>
                </c:pt>
                <c:pt idx="48">
                  <c:v>0.23349999999999227</c:v>
                </c:pt>
                <c:pt idx="49">
                  <c:v>0.23429999999996198</c:v>
                </c:pt>
                <c:pt idx="50">
                  <c:v>0.23509999999998854</c:v>
                </c:pt>
                <c:pt idx="51">
                  <c:v>0.23579999999998336</c:v>
                </c:pt>
                <c:pt idx="52">
                  <c:v>0.23649999999997817</c:v>
                </c:pt>
                <c:pt idx="53">
                  <c:v>0.23709999999999809</c:v>
                </c:pt>
                <c:pt idx="54">
                  <c:v>0.23759999999998627</c:v>
                </c:pt>
                <c:pt idx="55">
                  <c:v>0.23809999999997444</c:v>
                </c:pt>
                <c:pt idx="56">
                  <c:v>0.23859999999996262</c:v>
                </c:pt>
                <c:pt idx="57">
                  <c:v>0.23910000000000764</c:v>
                </c:pt>
                <c:pt idx="58">
                  <c:v>0.23939999999998918</c:v>
                </c:pt>
                <c:pt idx="59">
                  <c:v>0.23959999999999582</c:v>
                </c:pt>
                <c:pt idx="60">
                  <c:v>0.23959999999999582</c:v>
                </c:pt>
                <c:pt idx="61">
                  <c:v>0.23939999999998918</c:v>
                </c:pt>
                <c:pt idx="62">
                  <c:v>0.23910000000000764</c:v>
                </c:pt>
                <c:pt idx="63">
                  <c:v>0.23879999999996926</c:v>
                </c:pt>
                <c:pt idx="64">
                  <c:v>0.23840000000001282</c:v>
                </c:pt>
                <c:pt idx="65">
                  <c:v>0.23799999999999955</c:v>
                </c:pt>
                <c:pt idx="66">
                  <c:v>0.23759999999998627</c:v>
                </c:pt>
                <c:pt idx="67">
                  <c:v>0.23719999999997299</c:v>
                </c:pt>
                <c:pt idx="68">
                  <c:v>0.23680000000001655</c:v>
                </c:pt>
                <c:pt idx="69">
                  <c:v>0.23640000000000327</c:v>
                </c:pt>
                <c:pt idx="70">
                  <c:v>0.23599999999999</c:v>
                </c:pt>
                <c:pt idx="71">
                  <c:v>0.23570000000000846</c:v>
                </c:pt>
                <c:pt idx="72">
                  <c:v>0.23529999999999518</c:v>
                </c:pt>
                <c:pt idx="73">
                  <c:v>0.23500000000001364</c:v>
                </c:pt>
                <c:pt idx="74">
                  <c:v>0.234800000000007</c:v>
                </c:pt>
                <c:pt idx="75">
                  <c:v>0.23449999999996862</c:v>
                </c:pt>
                <c:pt idx="76">
                  <c:v>0.23429999999996198</c:v>
                </c:pt>
                <c:pt idx="77">
                  <c:v>0.23399999999998045</c:v>
                </c:pt>
                <c:pt idx="78">
                  <c:v>0.23379999999997381</c:v>
                </c:pt>
                <c:pt idx="79">
                  <c:v>0.23359999999996717</c:v>
                </c:pt>
                <c:pt idx="80">
                  <c:v>0.23340000000001737</c:v>
                </c:pt>
                <c:pt idx="81">
                  <c:v>0.23329999999998563</c:v>
                </c:pt>
                <c:pt idx="82">
                  <c:v>0.23309999999997899</c:v>
                </c:pt>
                <c:pt idx="83">
                  <c:v>0.23300000000000409</c:v>
                </c:pt>
                <c:pt idx="84">
                  <c:v>0.23279999999999745</c:v>
                </c:pt>
                <c:pt idx="85">
                  <c:v>0.23269999999996571</c:v>
                </c:pt>
                <c:pt idx="86">
                  <c:v>0.23259999999999081</c:v>
                </c:pt>
                <c:pt idx="87">
                  <c:v>0.23250000000001592</c:v>
                </c:pt>
                <c:pt idx="88">
                  <c:v>0.23239999999998417</c:v>
                </c:pt>
                <c:pt idx="89">
                  <c:v>0.23230000000000928</c:v>
                </c:pt>
                <c:pt idx="90">
                  <c:v>0.23219999999997754</c:v>
                </c:pt>
                <c:pt idx="91">
                  <c:v>0.23210000000000264</c:v>
                </c:pt>
                <c:pt idx="92">
                  <c:v>0.23210000000000264</c:v>
                </c:pt>
                <c:pt idx="93">
                  <c:v>0.2319999999999709</c:v>
                </c:pt>
                <c:pt idx="94">
                  <c:v>0.231899999999996</c:v>
                </c:pt>
                <c:pt idx="95">
                  <c:v>0.231899999999996</c:v>
                </c:pt>
                <c:pt idx="96">
                  <c:v>0.23179999999996426</c:v>
                </c:pt>
                <c:pt idx="97">
                  <c:v>0.23179999999996426</c:v>
                </c:pt>
                <c:pt idx="98">
                  <c:v>0.23169999999998936</c:v>
                </c:pt>
                <c:pt idx="99">
                  <c:v>0.23169999999998936</c:v>
                </c:pt>
                <c:pt idx="100">
                  <c:v>0.23169999999998936</c:v>
                </c:pt>
                <c:pt idx="101">
                  <c:v>0.23160000000001446</c:v>
                </c:pt>
                <c:pt idx="102">
                  <c:v>0.23160000000001446</c:v>
                </c:pt>
                <c:pt idx="103">
                  <c:v>0.23160000000001446</c:v>
                </c:pt>
                <c:pt idx="104">
                  <c:v>0.23149999999998272</c:v>
                </c:pt>
                <c:pt idx="105">
                  <c:v>0.23149999999998272</c:v>
                </c:pt>
                <c:pt idx="106">
                  <c:v>0.23149999999998272</c:v>
                </c:pt>
                <c:pt idx="107">
                  <c:v>0.23149999999998272</c:v>
                </c:pt>
                <c:pt idx="108">
                  <c:v>0.23140000000000782</c:v>
                </c:pt>
                <c:pt idx="109">
                  <c:v>0.23140000000000782</c:v>
                </c:pt>
                <c:pt idx="110">
                  <c:v>0.23140000000000782</c:v>
                </c:pt>
                <c:pt idx="111">
                  <c:v>0.23149999999998272</c:v>
                </c:pt>
                <c:pt idx="112">
                  <c:v>0.23149999999998272</c:v>
                </c:pt>
                <c:pt idx="113">
                  <c:v>0.23149999999998272</c:v>
                </c:pt>
                <c:pt idx="114">
                  <c:v>0.23160000000001446</c:v>
                </c:pt>
                <c:pt idx="115">
                  <c:v>0.23160000000001446</c:v>
                </c:pt>
                <c:pt idx="116">
                  <c:v>0.23160000000001446</c:v>
                </c:pt>
                <c:pt idx="117">
                  <c:v>0.23169999999998936</c:v>
                </c:pt>
                <c:pt idx="118">
                  <c:v>0.23169999999998936</c:v>
                </c:pt>
                <c:pt idx="119">
                  <c:v>0.23179999999996426</c:v>
                </c:pt>
                <c:pt idx="120">
                  <c:v>0.23179999999996426</c:v>
                </c:pt>
                <c:pt idx="121">
                  <c:v>0.23179999999996426</c:v>
                </c:pt>
                <c:pt idx="122">
                  <c:v>0.231899999999996</c:v>
                </c:pt>
                <c:pt idx="123">
                  <c:v>0.231899999999996</c:v>
                </c:pt>
                <c:pt idx="124">
                  <c:v>0.2319999999999709</c:v>
                </c:pt>
                <c:pt idx="125">
                  <c:v>0.2319999999999709</c:v>
                </c:pt>
                <c:pt idx="126">
                  <c:v>0.2319999999999709</c:v>
                </c:pt>
                <c:pt idx="127">
                  <c:v>0.23210000000000264</c:v>
                </c:pt>
                <c:pt idx="128">
                  <c:v>0.23210000000000264</c:v>
                </c:pt>
                <c:pt idx="129">
                  <c:v>0.23210000000000264</c:v>
                </c:pt>
                <c:pt idx="130">
                  <c:v>0.23219999999997754</c:v>
                </c:pt>
                <c:pt idx="131">
                  <c:v>0.23219999999997754</c:v>
                </c:pt>
                <c:pt idx="132">
                  <c:v>0.23219999999997754</c:v>
                </c:pt>
                <c:pt idx="133">
                  <c:v>0.23219999999997754</c:v>
                </c:pt>
                <c:pt idx="134">
                  <c:v>0.23230000000000928</c:v>
                </c:pt>
                <c:pt idx="135">
                  <c:v>0.23230000000000928</c:v>
                </c:pt>
                <c:pt idx="136">
                  <c:v>0.23230000000000928</c:v>
                </c:pt>
                <c:pt idx="137">
                  <c:v>0.23230000000000928</c:v>
                </c:pt>
                <c:pt idx="138">
                  <c:v>0.23230000000000928</c:v>
                </c:pt>
                <c:pt idx="139">
                  <c:v>0.23239999999998417</c:v>
                </c:pt>
                <c:pt idx="140">
                  <c:v>0.23239999999998417</c:v>
                </c:pt>
                <c:pt idx="141">
                  <c:v>0.23239999999998417</c:v>
                </c:pt>
                <c:pt idx="142">
                  <c:v>0.23239999999998417</c:v>
                </c:pt>
                <c:pt idx="143">
                  <c:v>0.23239999999998417</c:v>
                </c:pt>
                <c:pt idx="144">
                  <c:v>0.23239999999998417</c:v>
                </c:pt>
                <c:pt idx="145">
                  <c:v>0.23239999999998417</c:v>
                </c:pt>
                <c:pt idx="146">
                  <c:v>0.23250000000001592</c:v>
                </c:pt>
                <c:pt idx="147">
                  <c:v>0.23250000000001592</c:v>
                </c:pt>
                <c:pt idx="148">
                  <c:v>0.23250000000001592</c:v>
                </c:pt>
                <c:pt idx="149">
                  <c:v>0.23250000000001592</c:v>
                </c:pt>
                <c:pt idx="150">
                  <c:v>0.23250000000001592</c:v>
                </c:pt>
                <c:pt idx="151">
                  <c:v>0.23250000000001592</c:v>
                </c:pt>
                <c:pt idx="152">
                  <c:v>0.23250000000001592</c:v>
                </c:pt>
                <c:pt idx="153">
                  <c:v>0.23250000000001592</c:v>
                </c:pt>
                <c:pt idx="154">
                  <c:v>0.23250000000001592</c:v>
                </c:pt>
                <c:pt idx="155">
                  <c:v>0.23250000000001592</c:v>
                </c:pt>
                <c:pt idx="156">
                  <c:v>0.23250000000001592</c:v>
                </c:pt>
                <c:pt idx="157">
                  <c:v>0.23259999999999081</c:v>
                </c:pt>
                <c:pt idx="158">
                  <c:v>0.23259999999999081</c:v>
                </c:pt>
                <c:pt idx="159">
                  <c:v>0.23259999999999081</c:v>
                </c:pt>
                <c:pt idx="160">
                  <c:v>0.23259999999999081</c:v>
                </c:pt>
                <c:pt idx="161">
                  <c:v>0.23250000000001592</c:v>
                </c:pt>
                <c:pt idx="162">
                  <c:v>0.23239999999998417</c:v>
                </c:pt>
                <c:pt idx="163">
                  <c:v>0.23210000000000264</c:v>
                </c:pt>
                <c:pt idx="164">
                  <c:v>0.231899999999996</c:v>
                </c:pt>
                <c:pt idx="165">
                  <c:v>0.23160000000001446</c:v>
                </c:pt>
                <c:pt idx="166">
                  <c:v>0.23140000000000782</c:v>
                </c:pt>
                <c:pt idx="167">
                  <c:v>0.23109999999996944</c:v>
                </c:pt>
                <c:pt idx="168">
                  <c:v>0.2307999999999879</c:v>
                </c:pt>
                <c:pt idx="169">
                  <c:v>0.23050000000000637</c:v>
                </c:pt>
                <c:pt idx="170">
                  <c:v>0.23029999999999973</c:v>
                </c:pt>
                <c:pt idx="171">
                  <c:v>0.23000000000001819</c:v>
                </c:pt>
                <c:pt idx="172">
                  <c:v>0.22980000000001155</c:v>
                </c:pt>
                <c:pt idx="173">
                  <c:v>0.22949999999997317</c:v>
                </c:pt>
                <c:pt idx="174">
                  <c:v>0.22929999999996653</c:v>
                </c:pt>
                <c:pt idx="175">
                  <c:v>0.22910000000001673</c:v>
                </c:pt>
                <c:pt idx="176">
                  <c:v>0.2289000000000101</c:v>
                </c:pt>
                <c:pt idx="177">
                  <c:v>0.22870000000000346</c:v>
                </c:pt>
                <c:pt idx="178">
                  <c:v>0.22849999999999682</c:v>
                </c:pt>
                <c:pt idx="179">
                  <c:v>0.22829999999999018</c:v>
                </c:pt>
                <c:pt idx="180">
                  <c:v>0.22809999999998354</c:v>
                </c:pt>
                <c:pt idx="181">
                  <c:v>0.22800000000000864</c:v>
                </c:pt>
                <c:pt idx="182">
                  <c:v>0.227800000000002</c:v>
                </c:pt>
                <c:pt idx="183">
                  <c:v>0.22759999999999536</c:v>
                </c:pt>
                <c:pt idx="184">
                  <c:v>0.22739999999998872</c:v>
                </c:pt>
                <c:pt idx="185">
                  <c:v>0.22739999999998872</c:v>
                </c:pt>
                <c:pt idx="186">
                  <c:v>0.22769999999997026</c:v>
                </c:pt>
                <c:pt idx="187">
                  <c:v>0.22809999999998354</c:v>
                </c:pt>
                <c:pt idx="188">
                  <c:v>0.22870000000000346</c:v>
                </c:pt>
                <c:pt idx="189">
                  <c:v>0.22939999999999827</c:v>
                </c:pt>
                <c:pt idx="190">
                  <c:v>0.23019999999996799</c:v>
                </c:pt>
                <c:pt idx="191">
                  <c:v>0.2308999999999628</c:v>
                </c:pt>
                <c:pt idx="192">
                  <c:v>0.23169999999998936</c:v>
                </c:pt>
                <c:pt idx="193">
                  <c:v>0.23239999999998417</c:v>
                </c:pt>
                <c:pt idx="194">
                  <c:v>0.23320000000001073</c:v>
                </c:pt>
                <c:pt idx="195">
                  <c:v>0.23390000000000555</c:v>
                </c:pt>
                <c:pt idx="196">
                  <c:v>0.23449999999996862</c:v>
                </c:pt>
                <c:pt idx="197">
                  <c:v>0.23519999999996344</c:v>
                </c:pt>
                <c:pt idx="198">
                  <c:v>0.23579999999998336</c:v>
                </c:pt>
                <c:pt idx="199">
                  <c:v>0.23640000000000327</c:v>
                </c:pt>
                <c:pt idx="200">
                  <c:v>0.23689999999999145</c:v>
                </c:pt>
                <c:pt idx="201">
                  <c:v>0.23739999999997963</c:v>
                </c:pt>
                <c:pt idx="202">
                  <c:v>0.2378999999999678</c:v>
                </c:pt>
                <c:pt idx="203">
                  <c:v>0.23829999999998108</c:v>
                </c:pt>
                <c:pt idx="204">
                  <c:v>0.23879999999996926</c:v>
                </c:pt>
                <c:pt idx="205">
                  <c:v>0.23919999999998254</c:v>
                </c:pt>
                <c:pt idx="206">
                  <c:v>0.23949999999996407</c:v>
                </c:pt>
                <c:pt idx="207">
                  <c:v>0.23989999999997735</c:v>
                </c:pt>
                <c:pt idx="208">
                  <c:v>0.24020000000001573</c:v>
                </c:pt>
                <c:pt idx="209">
                  <c:v>0.24049999999999727</c:v>
                </c:pt>
                <c:pt idx="210">
                  <c:v>0.24079999999997881</c:v>
                </c:pt>
                <c:pt idx="211">
                  <c:v>0.24110000000001719</c:v>
                </c:pt>
                <c:pt idx="212">
                  <c:v>0.24129999999996699</c:v>
                </c:pt>
                <c:pt idx="213">
                  <c:v>0.24160000000000537</c:v>
                </c:pt>
                <c:pt idx="214">
                  <c:v>0.24180000000001201</c:v>
                </c:pt>
                <c:pt idx="215">
                  <c:v>0.2418999999999869</c:v>
                </c:pt>
                <c:pt idx="216">
                  <c:v>0.2418999999999869</c:v>
                </c:pt>
                <c:pt idx="217">
                  <c:v>0.24169999999998026</c:v>
                </c:pt>
                <c:pt idx="218">
                  <c:v>0.24129999999996699</c:v>
                </c:pt>
                <c:pt idx="219">
                  <c:v>0.24090000000001055</c:v>
                </c:pt>
                <c:pt idx="220">
                  <c:v>0.24039999999996553</c:v>
                </c:pt>
                <c:pt idx="221">
                  <c:v>0.23980000000000246</c:v>
                </c:pt>
                <c:pt idx="222">
                  <c:v>0.23930000000001428</c:v>
                </c:pt>
                <c:pt idx="223">
                  <c:v>0.23879999999996926</c:v>
                </c:pt>
                <c:pt idx="224">
                  <c:v>0.23829999999998108</c:v>
                </c:pt>
                <c:pt idx="225">
                  <c:v>0.23779999999999291</c:v>
                </c:pt>
                <c:pt idx="226">
                  <c:v>0.23730000000000473</c:v>
                </c:pt>
                <c:pt idx="227">
                  <c:v>0.23689999999999145</c:v>
                </c:pt>
                <c:pt idx="228">
                  <c:v>0.23649999999997817</c:v>
                </c:pt>
                <c:pt idx="229">
                  <c:v>0.23609999999996489</c:v>
                </c:pt>
                <c:pt idx="230">
                  <c:v>0.23570000000000846</c:v>
                </c:pt>
                <c:pt idx="231">
                  <c:v>0.23539999999997008</c:v>
                </c:pt>
                <c:pt idx="232">
                  <c:v>0.23509999999998854</c:v>
                </c:pt>
                <c:pt idx="233">
                  <c:v>0.234800000000007</c:v>
                </c:pt>
                <c:pt idx="234">
                  <c:v>0.23449999999996862</c:v>
                </c:pt>
                <c:pt idx="235">
                  <c:v>0.23429999999996198</c:v>
                </c:pt>
                <c:pt idx="236">
                  <c:v>0.23410000000001219</c:v>
                </c:pt>
                <c:pt idx="237">
                  <c:v>0.23379999999997381</c:v>
                </c:pt>
                <c:pt idx="238">
                  <c:v>0.23359999999996717</c:v>
                </c:pt>
                <c:pt idx="239">
                  <c:v>0.23349999999999227</c:v>
                </c:pt>
                <c:pt idx="240">
                  <c:v>0.23329999999998563</c:v>
                </c:pt>
                <c:pt idx="241">
                  <c:v>0.23309999999997899</c:v>
                </c:pt>
                <c:pt idx="242">
                  <c:v>0.23300000000000409</c:v>
                </c:pt>
                <c:pt idx="243">
                  <c:v>0.23279999999999745</c:v>
                </c:pt>
                <c:pt idx="244">
                  <c:v>0.23269999999996571</c:v>
                </c:pt>
                <c:pt idx="245">
                  <c:v>0.23259999999999081</c:v>
                </c:pt>
                <c:pt idx="246">
                  <c:v>0.23250000000001592</c:v>
                </c:pt>
                <c:pt idx="247">
                  <c:v>0.23239999999998417</c:v>
                </c:pt>
                <c:pt idx="248">
                  <c:v>0.23230000000000928</c:v>
                </c:pt>
                <c:pt idx="249">
                  <c:v>0.23219999999997754</c:v>
                </c:pt>
                <c:pt idx="250">
                  <c:v>0.23210000000000264</c:v>
                </c:pt>
                <c:pt idx="251">
                  <c:v>0.23210000000000264</c:v>
                </c:pt>
                <c:pt idx="252">
                  <c:v>0.2319999999999709</c:v>
                </c:pt>
                <c:pt idx="253">
                  <c:v>0.231899999999996</c:v>
                </c:pt>
                <c:pt idx="254">
                  <c:v>0.231899999999996</c:v>
                </c:pt>
                <c:pt idx="255">
                  <c:v>0.23179999999996426</c:v>
                </c:pt>
                <c:pt idx="256">
                  <c:v>0.23179999999996426</c:v>
                </c:pt>
                <c:pt idx="257">
                  <c:v>0.23169999999998936</c:v>
                </c:pt>
                <c:pt idx="258">
                  <c:v>0.23169999999998936</c:v>
                </c:pt>
                <c:pt idx="259">
                  <c:v>0.23169999999998936</c:v>
                </c:pt>
                <c:pt idx="260">
                  <c:v>0.23160000000001446</c:v>
                </c:pt>
                <c:pt idx="261">
                  <c:v>0.23160000000001446</c:v>
                </c:pt>
                <c:pt idx="262">
                  <c:v>0.23160000000001446</c:v>
                </c:pt>
                <c:pt idx="263">
                  <c:v>0.23149999999998272</c:v>
                </c:pt>
                <c:pt idx="264">
                  <c:v>0.23149999999998272</c:v>
                </c:pt>
                <c:pt idx="265">
                  <c:v>0.23149999999998272</c:v>
                </c:pt>
                <c:pt idx="266">
                  <c:v>0.23149999999998272</c:v>
                </c:pt>
                <c:pt idx="267">
                  <c:v>0.23149999999998272</c:v>
                </c:pt>
                <c:pt idx="268">
                  <c:v>0.23149999999998272</c:v>
                </c:pt>
                <c:pt idx="269">
                  <c:v>0.23149999999998272</c:v>
                </c:pt>
                <c:pt idx="270">
                  <c:v>0.23160000000001446</c:v>
                </c:pt>
                <c:pt idx="271">
                  <c:v>0.23160000000001446</c:v>
                </c:pt>
                <c:pt idx="272">
                  <c:v>0.23160000000001446</c:v>
                </c:pt>
                <c:pt idx="273">
                  <c:v>0.23169999999998936</c:v>
                </c:pt>
                <c:pt idx="274">
                  <c:v>0.23169999999998936</c:v>
                </c:pt>
                <c:pt idx="275">
                  <c:v>0.23179999999996426</c:v>
                </c:pt>
                <c:pt idx="276">
                  <c:v>0.23179999999996426</c:v>
                </c:pt>
                <c:pt idx="277">
                  <c:v>0.23179999999996426</c:v>
                </c:pt>
                <c:pt idx="278">
                  <c:v>0.231899999999996</c:v>
                </c:pt>
                <c:pt idx="279">
                  <c:v>0.231899999999996</c:v>
                </c:pt>
                <c:pt idx="280">
                  <c:v>0.231899999999996</c:v>
                </c:pt>
                <c:pt idx="281">
                  <c:v>0.2319999999999709</c:v>
                </c:pt>
                <c:pt idx="282">
                  <c:v>0.2319999999999709</c:v>
                </c:pt>
                <c:pt idx="283">
                  <c:v>0.23210000000000264</c:v>
                </c:pt>
                <c:pt idx="284">
                  <c:v>0.23210000000000264</c:v>
                </c:pt>
                <c:pt idx="285">
                  <c:v>0.23210000000000264</c:v>
                </c:pt>
                <c:pt idx="286">
                  <c:v>0.23210000000000264</c:v>
                </c:pt>
                <c:pt idx="287">
                  <c:v>0.23219999999997754</c:v>
                </c:pt>
                <c:pt idx="288">
                  <c:v>0.23219999999997754</c:v>
                </c:pt>
                <c:pt idx="289">
                  <c:v>0.23219999999997754</c:v>
                </c:pt>
                <c:pt idx="290">
                  <c:v>0.23219999999997754</c:v>
                </c:pt>
                <c:pt idx="291">
                  <c:v>0.23230000000000928</c:v>
                </c:pt>
                <c:pt idx="292">
                  <c:v>0.23230000000000928</c:v>
                </c:pt>
                <c:pt idx="293">
                  <c:v>0.23230000000000928</c:v>
                </c:pt>
                <c:pt idx="294">
                  <c:v>0.23230000000000928</c:v>
                </c:pt>
                <c:pt idx="295">
                  <c:v>0.23239999999998417</c:v>
                </c:pt>
                <c:pt idx="296">
                  <c:v>0.23239999999998417</c:v>
                </c:pt>
                <c:pt idx="297">
                  <c:v>0.23239999999998417</c:v>
                </c:pt>
                <c:pt idx="298">
                  <c:v>0.23239999999998417</c:v>
                </c:pt>
                <c:pt idx="299">
                  <c:v>0.23239999999998417</c:v>
                </c:pt>
                <c:pt idx="300">
                  <c:v>0.23239999999998417</c:v>
                </c:pt>
                <c:pt idx="301">
                  <c:v>0.23239999999998417</c:v>
                </c:pt>
                <c:pt idx="302">
                  <c:v>0.23250000000001592</c:v>
                </c:pt>
                <c:pt idx="303">
                  <c:v>0.23250000000001592</c:v>
                </c:pt>
                <c:pt idx="304">
                  <c:v>0.23250000000001592</c:v>
                </c:pt>
                <c:pt idx="305">
                  <c:v>0.23250000000001592</c:v>
                </c:pt>
                <c:pt idx="306">
                  <c:v>0.23250000000001592</c:v>
                </c:pt>
                <c:pt idx="307">
                  <c:v>0.23250000000001592</c:v>
                </c:pt>
                <c:pt idx="308">
                  <c:v>0.23250000000001592</c:v>
                </c:pt>
                <c:pt idx="309">
                  <c:v>0.23250000000001592</c:v>
                </c:pt>
                <c:pt idx="310">
                  <c:v>0.23250000000001592</c:v>
                </c:pt>
                <c:pt idx="311">
                  <c:v>0.23250000000001592</c:v>
                </c:pt>
                <c:pt idx="312">
                  <c:v>0.23250000000001592</c:v>
                </c:pt>
                <c:pt idx="313">
                  <c:v>0.23259999999999081</c:v>
                </c:pt>
                <c:pt idx="314">
                  <c:v>0.23259999999999081</c:v>
                </c:pt>
                <c:pt idx="315">
                  <c:v>0.23259999999999081</c:v>
                </c:pt>
                <c:pt idx="316">
                  <c:v>0.23259999999999081</c:v>
                </c:pt>
                <c:pt idx="317">
                  <c:v>0.23259999999999081</c:v>
                </c:pt>
                <c:pt idx="318">
                  <c:v>0.23250000000001592</c:v>
                </c:pt>
                <c:pt idx="319">
                  <c:v>0.23230000000000928</c:v>
                </c:pt>
                <c:pt idx="320">
                  <c:v>0.23210000000000264</c:v>
                </c:pt>
                <c:pt idx="321">
                  <c:v>0.231899999999996</c:v>
                </c:pt>
                <c:pt idx="322">
                  <c:v>0.23160000000001446</c:v>
                </c:pt>
                <c:pt idx="323">
                  <c:v>0.23129999999997608</c:v>
                </c:pt>
                <c:pt idx="324">
                  <c:v>0.23109999999996944</c:v>
                </c:pt>
                <c:pt idx="325">
                  <c:v>0.2307999999999879</c:v>
                </c:pt>
                <c:pt idx="326">
                  <c:v>0.23050000000000637</c:v>
                </c:pt>
                <c:pt idx="327">
                  <c:v>0.23019999999996799</c:v>
                </c:pt>
                <c:pt idx="328">
                  <c:v>0.23000000000001819</c:v>
                </c:pt>
                <c:pt idx="329">
                  <c:v>0.22969999999997981</c:v>
                </c:pt>
                <c:pt idx="330">
                  <c:v>0.22949999999997317</c:v>
                </c:pt>
                <c:pt idx="331">
                  <c:v>0.22929999999996653</c:v>
                </c:pt>
                <c:pt idx="332">
                  <c:v>0.22910000000001673</c:v>
                </c:pt>
                <c:pt idx="333">
                  <c:v>0.2289000000000101</c:v>
                </c:pt>
                <c:pt idx="334">
                  <c:v>0.22870000000000346</c:v>
                </c:pt>
                <c:pt idx="335">
                  <c:v>0.22849999999999682</c:v>
                </c:pt>
                <c:pt idx="336">
                  <c:v>0.22829999999999018</c:v>
                </c:pt>
                <c:pt idx="337">
                  <c:v>0.22809999999998354</c:v>
                </c:pt>
                <c:pt idx="338">
                  <c:v>0.22800000000000864</c:v>
                </c:pt>
                <c:pt idx="339">
                  <c:v>0.227800000000002</c:v>
                </c:pt>
                <c:pt idx="340">
                  <c:v>0.22759999999999536</c:v>
                </c:pt>
                <c:pt idx="341">
                  <c:v>0.22739999999998872</c:v>
                </c:pt>
                <c:pt idx="342">
                  <c:v>0.22749999999996362</c:v>
                </c:pt>
                <c:pt idx="343">
                  <c:v>0.22769999999997026</c:v>
                </c:pt>
                <c:pt idx="344">
                  <c:v>0.22820000000001528</c:v>
                </c:pt>
                <c:pt idx="345">
                  <c:v>0.22879999999997835</c:v>
                </c:pt>
                <c:pt idx="346">
                  <c:v>0.22949999999997317</c:v>
                </c:pt>
                <c:pt idx="347">
                  <c:v>0.23029999999999973</c:v>
                </c:pt>
                <c:pt idx="348">
                  <c:v>0.23099999999999454</c:v>
                </c:pt>
                <c:pt idx="349">
                  <c:v>0.23179999999996426</c:v>
                </c:pt>
                <c:pt idx="350">
                  <c:v>0.23250000000001592</c:v>
                </c:pt>
                <c:pt idx="351">
                  <c:v>0.23329999999998563</c:v>
                </c:pt>
                <c:pt idx="352">
                  <c:v>0.23399999999998045</c:v>
                </c:pt>
                <c:pt idx="353">
                  <c:v>0.23460000000000036</c:v>
                </c:pt>
                <c:pt idx="354">
                  <c:v>0.23529999999999518</c:v>
                </c:pt>
                <c:pt idx="355">
                  <c:v>0.2359000000000151</c:v>
                </c:pt>
                <c:pt idx="356">
                  <c:v>0.23640000000000327</c:v>
                </c:pt>
                <c:pt idx="357">
                  <c:v>0.23699999999996635</c:v>
                </c:pt>
                <c:pt idx="358">
                  <c:v>0.23750000000001137</c:v>
                </c:pt>
                <c:pt idx="359">
                  <c:v>0.23799999999999955</c:v>
                </c:pt>
                <c:pt idx="360">
                  <c:v>0.23840000000001282</c:v>
                </c:pt>
                <c:pt idx="361">
                  <c:v>0.23840000000001282</c:v>
                </c:pt>
                <c:pt idx="362">
                  <c:v>0.23879999999996926</c:v>
                </c:pt>
                <c:pt idx="363">
                  <c:v>0.23919999999998254</c:v>
                </c:pt>
                <c:pt idx="364">
                  <c:v>0.23959999999999582</c:v>
                </c:pt>
                <c:pt idx="365">
                  <c:v>0.23989999999997735</c:v>
                </c:pt>
                <c:pt idx="366">
                  <c:v>0.24029999999999063</c:v>
                </c:pt>
                <c:pt idx="367">
                  <c:v>0.24059999999997217</c:v>
                </c:pt>
                <c:pt idx="368">
                  <c:v>0.24079999999997881</c:v>
                </c:pt>
                <c:pt idx="369">
                  <c:v>0.24110000000001719</c:v>
                </c:pt>
                <c:pt idx="370">
                  <c:v>0.24139999999999873</c:v>
                </c:pt>
                <c:pt idx="371">
                  <c:v>0.24160000000000537</c:v>
                </c:pt>
                <c:pt idx="372">
                  <c:v>0.24180000000001201</c:v>
                </c:pt>
                <c:pt idx="373">
                  <c:v>0.2418999999999869</c:v>
                </c:pt>
                <c:pt idx="374">
                  <c:v>0.24180000000001201</c:v>
                </c:pt>
                <c:pt idx="375">
                  <c:v>0.24160000000000537</c:v>
                </c:pt>
                <c:pt idx="376">
                  <c:v>0.24119999999999209</c:v>
                </c:pt>
                <c:pt idx="377">
                  <c:v>0.24079999999997881</c:v>
                </c:pt>
                <c:pt idx="378">
                  <c:v>0.24029999999999063</c:v>
                </c:pt>
                <c:pt idx="379">
                  <c:v>0.23980000000000246</c:v>
                </c:pt>
                <c:pt idx="380">
                  <c:v>0.23919999999998254</c:v>
                </c:pt>
                <c:pt idx="381">
                  <c:v>0.23869999999999436</c:v>
                </c:pt>
                <c:pt idx="382">
                  <c:v>0.23820000000000618</c:v>
                </c:pt>
                <c:pt idx="383">
                  <c:v>0.23770000000001801</c:v>
                </c:pt>
                <c:pt idx="384">
                  <c:v>0.23730000000000473</c:v>
                </c:pt>
                <c:pt idx="385">
                  <c:v>0.23680000000001655</c:v>
                </c:pt>
                <c:pt idx="386">
                  <c:v>0.23640000000000327</c:v>
                </c:pt>
                <c:pt idx="387">
                  <c:v>0.23599999999999</c:v>
                </c:pt>
                <c:pt idx="388">
                  <c:v>0.23570000000000846</c:v>
                </c:pt>
                <c:pt idx="389">
                  <c:v>0.23539999999997008</c:v>
                </c:pt>
                <c:pt idx="390">
                  <c:v>0.23500000000001364</c:v>
                </c:pt>
                <c:pt idx="391">
                  <c:v>0.234800000000007</c:v>
                </c:pt>
                <c:pt idx="392">
                  <c:v>0.23449999999996862</c:v>
                </c:pt>
                <c:pt idx="393">
                  <c:v>0.23419999999998709</c:v>
                </c:pt>
                <c:pt idx="394">
                  <c:v>0.23399999999998045</c:v>
                </c:pt>
                <c:pt idx="395">
                  <c:v>0.23379999999997381</c:v>
                </c:pt>
                <c:pt idx="396">
                  <c:v>0.23359999999996717</c:v>
                </c:pt>
                <c:pt idx="397">
                  <c:v>0.23340000000001737</c:v>
                </c:pt>
                <c:pt idx="398">
                  <c:v>0.23329999999998563</c:v>
                </c:pt>
                <c:pt idx="399">
                  <c:v>0.23309999999997899</c:v>
                </c:pt>
                <c:pt idx="400">
                  <c:v>0.23300000000000409</c:v>
                </c:pt>
                <c:pt idx="401">
                  <c:v>0.23279999999999745</c:v>
                </c:pt>
                <c:pt idx="402">
                  <c:v>0.23269999999996571</c:v>
                </c:pt>
                <c:pt idx="403">
                  <c:v>0.23259999999999081</c:v>
                </c:pt>
                <c:pt idx="404">
                  <c:v>0.23250000000001592</c:v>
                </c:pt>
                <c:pt idx="405">
                  <c:v>0.23239999999998417</c:v>
                </c:pt>
                <c:pt idx="406">
                  <c:v>0.23230000000000928</c:v>
                </c:pt>
                <c:pt idx="407">
                  <c:v>0.23219999999997754</c:v>
                </c:pt>
                <c:pt idx="408">
                  <c:v>0.23210000000000264</c:v>
                </c:pt>
                <c:pt idx="409">
                  <c:v>0.23210000000000264</c:v>
                </c:pt>
                <c:pt idx="410">
                  <c:v>0.2319999999999709</c:v>
                </c:pt>
                <c:pt idx="411">
                  <c:v>0.231899999999996</c:v>
                </c:pt>
                <c:pt idx="412">
                  <c:v>0.231899999999996</c:v>
                </c:pt>
                <c:pt idx="413">
                  <c:v>0.23179999999996426</c:v>
                </c:pt>
                <c:pt idx="414">
                  <c:v>0.23179999999996426</c:v>
                </c:pt>
                <c:pt idx="415">
                  <c:v>0.23169999999998936</c:v>
                </c:pt>
                <c:pt idx="416">
                  <c:v>0.23169999999998936</c:v>
                </c:pt>
                <c:pt idx="417">
                  <c:v>0.23169999999998936</c:v>
                </c:pt>
                <c:pt idx="418">
                  <c:v>0.23160000000001446</c:v>
                </c:pt>
                <c:pt idx="419">
                  <c:v>0.23160000000001446</c:v>
                </c:pt>
                <c:pt idx="420">
                  <c:v>0.23160000000001446</c:v>
                </c:pt>
                <c:pt idx="421">
                  <c:v>0.23149999999998272</c:v>
                </c:pt>
                <c:pt idx="422">
                  <c:v>0.23149999999998272</c:v>
                </c:pt>
                <c:pt idx="423">
                  <c:v>0.23149999999998272</c:v>
                </c:pt>
                <c:pt idx="424">
                  <c:v>0.23149999999998272</c:v>
                </c:pt>
                <c:pt idx="425">
                  <c:v>0.23149999999998272</c:v>
                </c:pt>
                <c:pt idx="426">
                  <c:v>0.23149999999998272</c:v>
                </c:pt>
                <c:pt idx="427">
                  <c:v>0.23149999999998272</c:v>
                </c:pt>
                <c:pt idx="428">
                  <c:v>0.23160000000001446</c:v>
                </c:pt>
                <c:pt idx="429">
                  <c:v>0.23160000000001446</c:v>
                </c:pt>
                <c:pt idx="430">
                  <c:v>0.23160000000001446</c:v>
                </c:pt>
                <c:pt idx="431">
                  <c:v>0.23169999999998936</c:v>
                </c:pt>
                <c:pt idx="432">
                  <c:v>0.23169999999998936</c:v>
                </c:pt>
                <c:pt idx="433">
                  <c:v>0.23179999999996426</c:v>
                </c:pt>
                <c:pt idx="434">
                  <c:v>0.23179999999996426</c:v>
                </c:pt>
                <c:pt idx="435">
                  <c:v>0.23179999999996426</c:v>
                </c:pt>
                <c:pt idx="436">
                  <c:v>0.231899999999996</c:v>
                </c:pt>
                <c:pt idx="437">
                  <c:v>0.231899999999996</c:v>
                </c:pt>
                <c:pt idx="438">
                  <c:v>0.2319999999999709</c:v>
                </c:pt>
                <c:pt idx="439">
                  <c:v>0.2319999999999709</c:v>
                </c:pt>
                <c:pt idx="440">
                  <c:v>0.2319999999999709</c:v>
                </c:pt>
                <c:pt idx="441">
                  <c:v>0.23210000000000264</c:v>
                </c:pt>
                <c:pt idx="442">
                  <c:v>0.23210000000000264</c:v>
                </c:pt>
                <c:pt idx="443">
                  <c:v>0.23210000000000264</c:v>
                </c:pt>
                <c:pt idx="444">
                  <c:v>0.23210000000000264</c:v>
                </c:pt>
                <c:pt idx="445">
                  <c:v>0.23219999999997754</c:v>
                </c:pt>
                <c:pt idx="446">
                  <c:v>0.23219999999997754</c:v>
                </c:pt>
                <c:pt idx="447">
                  <c:v>0.23219999999997754</c:v>
                </c:pt>
                <c:pt idx="448">
                  <c:v>0.23219999999997754</c:v>
                </c:pt>
                <c:pt idx="449">
                  <c:v>0.23230000000000928</c:v>
                </c:pt>
                <c:pt idx="450">
                  <c:v>0.23230000000000928</c:v>
                </c:pt>
                <c:pt idx="451">
                  <c:v>0.23230000000000928</c:v>
                </c:pt>
                <c:pt idx="452">
                  <c:v>0.23230000000000928</c:v>
                </c:pt>
                <c:pt idx="453">
                  <c:v>0.23230000000000928</c:v>
                </c:pt>
                <c:pt idx="454">
                  <c:v>0.23239999999998417</c:v>
                </c:pt>
                <c:pt idx="455">
                  <c:v>0.23239999999998417</c:v>
                </c:pt>
                <c:pt idx="456">
                  <c:v>0.23239999999998417</c:v>
                </c:pt>
                <c:pt idx="457">
                  <c:v>0.23239999999998417</c:v>
                </c:pt>
                <c:pt idx="458">
                  <c:v>0.23239999999998417</c:v>
                </c:pt>
                <c:pt idx="459">
                  <c:v>0.23239999999998417</c:v>
                </c:pt>
                <c:pt idx="460">
                  <c:v>0.23239999999998417</c:v>
                </c:pt>
                <c:pt idx="461">
                  <c:v>0.23250000000001592</c:v>
                </c:pt>
                <c:pt idx="462">
                  <c:v>0.23250000000001592</c:v>
                </c:pt>
                <c:pt idx="463">
                  <c:v>0.23250000000001592</c:v>
                </c:pt>
                <c:pt idx="464">
                  <c:v>0.23250000000001592</c:v>
                </c:pt>
                <c:pt idx="465">
                  <c:v>0.23250000000001592</c:v>
                </c:pt>
                <c:pt idx="466">
                  <c:v>0.23250000000001592</c:v>
                </c:pt>
                <c:pt idx="467">
                  <c:v>0.23250000000001592</c:v>
                </c:pt>
                <c:pt idx="468">
                  <c:v>0.23250000000001592</c:v>
                </c:pt>
                <c:pt idx="469">
                  <c:v>0.23250000000001592</c:v>
                </c:pt>
                <c:pt idx="470">
                  <c:v>0.23250000000001592</c:v>
                </c:pt>
                <c:pt idx="471">
                  <c:v>0.23250000000001592</c:v>
                </c:pt>
                <c:pt idx="472">
                  <c:v>0.23259999999999081</c:v>
                </c:pt>
                <c:pt idx="473">
                  <c:v>0.23259999999999081</c:v>
                </c:pt>
                <c:pt idx="474">
                  <c:v>0.23259999999999081</c:v>
                </c:pt>
                <c:pt idx="475">
                  <c:v>0.23259999999999081</c:v>
                </c:pt>
                <c:pt idx="476">
                  <c:v>0.23259999999999081</c:v>
                </c:pt>
                <c:pt idx="477">
                  <c:v>0.23250000000001592</c:v>
                </c:pt>
                <c:pt idx="478">
                  <c:v>0.23230000000000928</c:v>
                </c:pt>
                <c:pt idx="479">
                  <c:v>0.23210000000000264</c:v>
                </c:pt>
                <c:pt idx="480">
                  <c:v>0.23179999999996426</c:v>
                </c:pt>
                <c:pt idx="481">
                  <c:v>0.23160000000001446</c:v>
                </c:pt>
                <c:pt idx="482">
                  <c:v>0.23129999999997608</c:v>
                </c:pt>
                <c:pt idx="483">
                  <c:v>0.23099999999999454</c:v>
                </c:pt>
                <c:pt idx="484">
                  <c:v>0.23070000000001301</c:v>
                </c:pt>
                <c:pt idx="485">
                  <c:v>0.23050000000000637</c:v>
                </c:pt>
                <c:pt idx="486">
                  <c:v>0.23019999999996799</c:v>
                </c:pt>
                <c:pt idx="487">
                  <c:v>0.22989999999998645</c:v>
                </c:pt>
                <c:pt idx="488">
                  <c:v>0.22969999999997981</c:v>
                </c:pt>
                <c:pt idx="489">
                  <c:v>0.22949999999997317</c:v>
                </c:pt>
                <c:pt idx="490">
                  <c:v>0.22919999999999163</c:v>
                </c:pt>
                <c:pt idx="491">
                  <c:v>0.22899999999998499</c:v>
                </c:pt>
                <c:pt idx="492">
                  <c:v>0.22879999999997835</c:v>
                </c:pt>
                <c:pt idx="493">
                  <c:v>0.22859999999997171</c:v>
                </c:pt>
                <c:pt idx="494">
                  <c:v>0.22839999999996508</c:v>
                </c:pt>
                <c:pt idx="495">
                  <c:v>0.22829999999999018</c:v>
                </c:pt>
                <c:pt idx="496">
                  <c:v>0.22809999999998354</c:v>
                </c:pt>
                <c:pt idx="497">
                  <c:v>0.2278999999999769</c:v>
                </c:pt>
                <c:pt idx="498">
                  <c:v>0.227800000000002</c:v>
                </c:pt>
                <c:pt idx="499">
                  <c:v>0.22759999999999536</c:v>
                </c:pt>
                <c:pt idx="500">
                  <c:v>0.22739999999998872</c:v>
                </c:pt>
                <c:pt idx="501">
                  <c:v>0.22749999999996362</c:v>
                </c:pt>
                <c:pt idx="502">
                  <c:v>0.227800000000002</c:v>
                </c:pt>
                <c:pt idx="503">
                  <c:v>0.22829999999999018</c:v>
                </c:pt>
                <c:pt idx="504">
                  <c:v>0.2289000000000101</c:v>
                </c:pt>
                <c:pt idx="505">
                  <c:v>0.22960000000000491</c:v>
                </c:pt>
                <c:pt idx="506">
                  <c:v>0.23039999999997463</c:v>
                </c:pt>
                <c:pt idx="507">
                  <c:v>0.23120000000000118</c:v>
                </c:pt>
                <c:pt idx="508">
                  <c:v>0.231899999999996</c:v>
                </c:pt>
                <c:pt idx="509">
                  <c:v>0.23269999999996571</c:v>
                </c:pt>
                <c:pt idx="510">
                  <c:v>0.23340000000001737</c:v>
                </c:pt>
                <c:pt idx="511">
                  <c:v>0.23410000000001219</c:v>
                </c:pt>
                <c:pt idx="512">
                  <c:v>0.23469999999997526</c:v>
                </c:pt>
                <c:pt idx="513">
                  <c:v>0.23539999999997008</c:v>
                </c:pt>
                <c:pt idx="514">
                  <c:v>0.23599999999999</c:v>
                </c:pt>
                <c:pt idx="515">
                  <c:v>0.23649999999997817</c:v>
                </c:pt>
                <c:pt idx="516">
                  <c:v>0.23709999999999809</c:v>
                </c:pt>
                <c:pt idx="517">
                  <c:v>0.23759999999998627</c:v>
                </c:pt>
                <c:pt idx="518">
                  <c:v>0.23799999999999955</c:v>
                </c:pt>
                <c:pt idx="519">
                  <c:v>0.23849999999998772</c:v>
                </c:pt>
                <c:pt idx="520">
                  <c:v>0.238900000000001</c:v>
                </c:pt>
                <c:pt idx="521">
                  <c:v>0.23930000000001428</c:v>
                </c:pt>
                <c:pt idx="522">
                  <c:v>0.23959999999999582</c:v>
                </c:pt>
                <c:pt idx="523">
                  <c:v>0.24000000000000909</c:v>
                </c:pt>
                <c:pt idx="524">
                  <c:v>0.24029999999999063</c:v>
                </c:pt>
                <c:pt idx="525">
                  <c:v>0.24059999999997217</c:v>
                </c:pt>
                <c:pt idx="526">
                  <c:v>0.24090000000001055</c:v>
                </c:pt>
                <c:pt idx="527">
                  <c:v>0.24119999999999209</c:v>
                </c:pt>
                <c:pt idx="528">
                  <c:v>0.24139999999999873</c:v>
                </c:pt>
                <c:pt idx="529">
                  <c:v>0.24160000000000537</c:v>
                </c:pt>
                <c:pt idx="530">
                  <c:v>0.24180000000001201</c:v>
                </c:pt>
                <c:pt idx="531">
                  <c:v>0.2418999999999869</c:v>
                </c:pt>
                <c:pt idx="532">
                  <c:v>0.24180000000001201</c:v>
                </c:pt>
              </c:numCache>
            </c:numRef>
          </c:yVal>
          <c:smooth val="1"/>
          <c:extLst>
            <c:ext xmlns:c16="http://schemas.microsoft.com/office/drawing/2014/chart" uri="{C3380CC4-5D6E-409C-BE32-E72D297353CC}">
              <c16:uniqueId val="{0000000C-4233-4E9D-9D6D-D06060CC9530}"/>
            </c:ext>
          </c:extLst>
        </c:ser>
        <c:ser>
          <c:idx val="13"/>
          <c:order val="13"/>
          <c:tx>
            <c:strRef>
              <c:f>PM50000_Temps_oc5l2_50000!$BBP$1</c:f>
              <c:strCache>
                <c:ptCount val="1"/>
                <c:pt idx="0">
                  <c:v>TELE_PM_INTERIOR.14</c:v>
                </c:pt>
              </c:strCache>
            </c:strRef>
          </c:tx>
          <c:spPr>
            <a:ln w="19050" cap="rnd">
              <a:solidFill>
                <a:schemeClr val="accent2">
                  <a:lumMod val="80000"/>
                  <a:lumOff val="20000"/>
                </a:schemeClr>
              </a:solidFill>
              <a:round/>
            </a:ln>
            <a:effectLst/>
          </c:spPr>
          <c:marker>
            <c:symbol val="circle"/>
            <c:size val="5"/>
            <c:spPr>
              <a:solidFill>
                <a:schemeClr val="accent2">
                  <a:lumMod val="80000"/>
                  <a:lumOff val="20000"/>
                </a:schemeClr>
              </a:solidFill>
              <a:ln w="9525">
                <a:solidFill>
                  <a:schemeClr val="accent2">
                    <a:lumMod val="80000"/>
                    <a:lumOff val="2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PM50000_Temps_oc5l2_50000!$BBP$2:$BBP$536</c:f>
              <c:numCache>
                <c:formatCode>General</c:formatCode>
                <c:ptCount val="533"/>
                <c:pt idx="0">
                  <c:v>0</c:v>
                </c:pt>
                <c:pt idx="1">
                  <c:v>6.0000000001991793E-4</c:v>
                </c:pt>
                <c:pt idx="2">
                  <c:v>4.0999999999939973E-3</c:v>
                </c:pt>
                <c:pt idx="3">
                  <c:v>1.0699999999985721E-2</c:v>
                </c:pt>
                <c:pt idx="4">
                  <c:v>1.9700000000000273E-2</c:v>
                </c:pt>
                <c:pt idx="5">
                  <c:v>3.0300000000011096E-2</c:v>
                </c:pt>
                <c:pt idx="6">
                  <c:v>4.1800000000023374E-2</c:v>
                </c:pt>
                <c:pt idx="7">
                  <c:v>5.3600000000017189E-2</c:v>
                </c:pt>
                <c:pt idx="8">
                  <c:v>6.5299999999979264E-2</c:v>
                </c:pt>
                <c:pt idx="9">
                  <c:v>7.6799999999991542E-2</c:v>
                </c:pt>
                <c:pt idx="10">
                  <c:v>8.7800000000015643E-2</c:v>
                </c:pt>
                <c:pt idx="11">
                  <c:v>9.8200000000019827E-2</c:v>
                </c:pt>
                <c:pt idx="12">
                  <c:v>0.10800000000000409</c:v>
                </c:pt>
                <c:pt idx="13">
                  <c:v>0.11709999999999354</c:v>
                </c:pt>
                <c:pt idx="14">
                  <c:v>0.12560000000001992</c:v>
                </c:pt>
                <c:pt idx="15">
                  <c:v>0.13350000000002638</c:v>
                </c:pt>
                <c:pt idx="16">
                  <c:v>0.14080000000001291</c:v>
                </c:pt>
                <c:pt idx="17">
                  <c:v>0.14749999999997954</c:v>
                </c:pt>
                <c:pt idx="18">
                  <c:v>0.15370000000001482</c:v>
                </c:pt>
                <c:pt idx="19">
                  <c:v>0.15929999999997335</c:v>
                </c:pt>
                <c:pt idx="20">
                  <c:v>0.16460000000000719</c:v>
                </c:pt>
                <c:pt idx="21">
                  <c:v>0.169399999999996</c:v>
                </c:pt>
                <c:pt idx="22">
                  <c:v>0.17369999999999663</c:v>
                </c:pt>
                <c:pt idx="23">
                  <c:v>0.17779999999999063</c:v>
                </c:pt>
                <c:pt idx="24">
                  <c:v>0.18150000000002819</c:v>
                </c:pt>
                <c:pt idx="25">
                  <c:v>0.18479999999999563</c:v>
                </c:pt>
                <c:pt idx="26">
                  <c:v>0.18790000000001328</c:v>
                </c:pt>
                <c:pt idx="27">
                  <c:v>0.19069999999999254</c:v>
                </c:pt>
                <c:pt idx="28">
                  <c:v>0.19339999999999691</c:v>
                </c:pt>
                <c:pt idx="29">
                  <c:v>0.19610000000000127</c:v>
                </c:pt>
                <c:pt idx="30">
                  <c:v>0.19880000000000564</c:v>
                </c:pt>
                <c:pt idx="31">
                  <c:v>0.20150000000001</c:v>
                </c:pt>
                <c:pt idx="32">
                  <c:v>0.20409999999998263</c:v>
                </c:pt>
                <c:pt idx="33">
                  <c:v>0.20659999999998035</c:v>
                </c:pt>
                <c:pt idx="34">
                  <c:v>0.20900000000000318</c:v>
                </c:pt>
                <c:pt idx="35">
                  <c:v>0.21129999999999427</c:v>
                </c:pt>
                <c:pt idx="36">
                  <c:v>0.21339999999997872</c:v>
                </c:pt>
                <c:pt idx="37">
                  <c:v>0.21539999999998827</c:v>
                </c:pt>
                <c:pt idx="38">
                  <c:v>0.21719999999999118</c:v>
                </c:pt>
                <c:pt idx="39">
                  <c:v>0.21899999999999409</c:v>
                </c:pt>
                <c:pt idx="40">
                  <c:v>0.22059999999999036</c:v>
                </c:pt>
                <c:pt idx="41">
                  <c:v>0.22210000000001173</c:v>
                </c:pt>
                <c:pt idx="42">
                  <c:v>0.22350000000000136</c:v>
                </c:pt>
                <c:pt idx="43">
                  <c:v>0.22469999999998436</c:v>
                </c:pt>
                <c:pt idx="44">
                  <c:v>0.22590000000002419</c:v>
                </c:pt>
                <c:pt idx="45">
                  <c:v>0.22710000000000719</c:v>
                </c:pt>
                <c:pt idx="46">
                  <c:v>0.22809999999998354</c:v>
                </c:pt>
                <c:pt idx="47">
                  <c:v>0.22910000000001673</c:v>
                </c:pt>
                <c:pt idx="48">
                  <c:v>0.22989999999998645</c:v>
                </c:pt>
                <c:pt idx="49">
                  <c:v>0.2307999999999879</c:v>
                </c:pt>
                <c:pt idx="50">
                  <c:v>0.23149999999998272</c:v>
                </c:pt>
                <c:pt idx="51">
                  <c:v>0.23219999999997754</c:v>
                </c:pt>
                <c:pt idx="52">
                  <c:v>0.23289999999997235</c:v>
                </c:pt>
                <c:pt idx="53">
                  <c:v>0.23349999999999227</c:v>
                </c:pt>
                <c:pt idx="54">
                  <c:v>0.23410000000001219</c:v>
                </c:pt>
                <c:pt idx="55">
                  <c:v>0.23460000000000036</c:v>
                </c:pt>
                <c:pt idx="56">
                  <c:v>0.23509999999998854</c:v>
                </c:pt>
                <c:pt idx="57">
                  <c:v>0.23550000000000182</c:v>
                </c:pt>
                <c:pt idx="58">
                  <c:v>0.2359000000000151</c:v>
                </c:pt>
                <c:pt idx="59">
                  <c:v>0.23599999999999</c:v>
                </c:pt>
                <c:pt idx="60">
                  <c:v>0.23599999999999</c:v>
                </c:pt>
                <c:pt idx="61">
                  <c:v>0.2359000000000151</c:v>
                </c:pt>
                <c:pt idx="62">
                  <c:v>0.23559999999997672</c:v>
                </c:pt>
                <c:pt idx="63">
                  <c:v>0.23520000000002028</c:v>
                </c:pt>
                <c:pt idx="64">
                  <c:v>0.234800000000007</c:v>
                </c:pt>
                <c:pt idx="65">
                  <c:v>0.23439999999999372</c:v>
                </c:pt>
                <c:pt idx="66">
                  <c:v>0.23399999999998045</c:v>
                </c:pt>
                <c:pt idx="67">
                  <c:v>0.23360000000002401</c:v>
                </c:pt>
                <c:pt idx="68">
                  <c:v>0.23320000000001073</c:v>
                </c:pt>
                <c:pt idx="69">
                  <c:v>0.23279999999999745</c:v>
                </c:pt>
                <c:pt idx="70">
                  <c:v>0.23250000000001592</c:v>
                </c:pt>
                <c:pt idx="71">
                  <c:v>0.23210000000000264</c:v>
                </c:pt>
                <c:pt idx="72">
                  <c:v>0.2318000000000211</c:v>
                </c:pt>
                <c:pt idx="73">
                  <c:v>0.23149999999998272</c:v>
                </c:pt>
                <c:pt idx="74">
                  <c:v>0.23120000000000118</c:v>
                </c:pt>
                <c:pt idx="75">
                  <c:v>0.23099999999999454</c:v>
                </c:pt>
                <c:pt idx="76">
                  <c:v>0.23070000000001301</c:v>
                </c:pt>
                <c:pt idx="77">
                  <c:v>0.23050000000000637</c:v>
                </c:pt>
                <c:pt idx="78">
                  <c:v>0.23029999999999973</c:v>
                </c:pt>
                <c:pt idx="79">
                  <c:v>0.23009999999999309</c:v>
                </c:pt>
                <c:pt idx="80">
                  <c:v>0.22989999999998645</c:v>
                </c:pt>
                <c:pt idx="81">
                  <c:v>0.22969999999997981</c:v>
                </c:pt>
                <c:pt idx="82">
                  <c:v>0.22960000000000491</c:v>
                </c:pt>
                <c:pt idx="83">
                  <c:v>0.22939999999999827</c:v>
                </c:pt>
                <c:pt idx="84">
                  <c:v>0.22930000000002337</c:v>
                </c:pt>
                <c:pt idx="85">
                  <c:v>0.22919999999999163</c:v>
                </c:pt>
                <c:pt idx="86">
                  <c:v>0.22899999999998499</c:v>
                </c:pt>
                <c:pt idx="87">
                  <c:v>0.2289000000000101</c:v>
                </c:pt>
                <c:pt idx="88">
                  <c:v>0.22879999999997835</c:v>
                </c:pt>
                <c:pt idx="89">
                  <c:v>0.22879999999997835</c:v>
                </c:pt>
                <c:pt idx="90">
                  <c:v>0.22870000000000346</c:v>
                </c:pt>
                <c:pt idx="91">
                  <c:v>0.22860000000002856</c:v>
                </c:pt>
                <c:pt idx="92">
                  <c:v>0.22849999999999682</c:v>
                </c:pt>
                <c:pt idx="93">
                  <c:v>0.22849999999999682</c:v>
                </c:pt>
                <c:pt idx="94">
                  <c:v>0.22840000000002192</c:v>
                </c:pt>
                <c:pt idx="95">
                  <c:v>0.22829999999999018</c:v>
                </c:pt>
                <c:pt idx="96">
                  <c:v>0.22829999999999018</c:v>
                </c:pt>
                <c:pt idx="97">
                  <c:v>0.22820000000001528</c:v>
                </c:pt>
                <c:pt idx="98">
                  <c:v>0.22820000000001528</c:v>
                </c:pt>
                <c:pt idx="99">
                  <c:v>0.22809999999998354</c:v>
                </c:pt>
                <c:pt idx="100">
                  <c:v>0.22809999999998354</c:v>
                </c:pt>
                <c:pt idx="101">
                  <c:v>0.22809999999998354</c:v>
                </c:pt>
                <c:pt idx="102">
                  <c:v>0.22800000000000864</c:v>
                </c:pt>
                <c:pt idx="103">
                  <c:v>0.22800000000000864</c:v>
                </c:pt>
                <c:pt idx="104">
                  <c:v>0.22800000000000864</c:v>
                </c:pt>
                <c:pt idx="105">
                  <c:v>0.22800000000000864</c:v>
                </c:pt>
                <c:pt idx="106">
                  <c:v>0.2278999999999769</c:v>
                </c:pt>
                <c:pt idx="107">
                  <c:v>0.2278999999999769</c:v>
                </c:pt>
                <c:pt idx="108">
                  <c:v>0.2278999999999769</c:v>
                </c:pt>
                <c:pt idx="109">
                  <c:v>0.2278999999999769</c:v>
                </c:pt>
                <c:pt idx="110">
                  <c:v>0.2278999999999769</c:v>
                </c:pt>
                <c:pt idx="111">
                  <c:v>0.2278999999999769</c:v>
                </c:pt>
                <c:pt idx="112">
                  <c:v>0.2278999999999769</c:v>
                </c:pt>
                <c:pt idx="113">
                  <c:v>0.22800000000000864</c:v>
                </c:pt>
                <c:pt idx="114">
                  <c:v>0.22800000000000864</c:v>
                </c:pt>
                <c:pt idx="115">
                  <c:v>0.22800000000000864</c:v>
                </c:pt>
                <c:pt idx="116">
                  <c:v>0.22809999999998354</c:v>
                </c:pt>
                <c:pt idx="117">
                  <c:v>0.22809999999998354</c:v>
                </c:pt>
                <c:pt idx="118">
                  <c:v>0.22820000000001528</c:v>
                </c:pt>
                <c:pt idx="119">
                  <c:v>0.22820000000001528</c:v>
                </c:pt>
                <c:pt idx="120">
                  <c:v>0.22820000000001528</c:v>
                </c:pt>
                <c:pt idx="121">
                  <c:v>0.22829999999999018</c:v>
                </c:pt>
                <c:pt idx="122">
                  <c:v>0.22829999999999018</c:v>
                </c:pt>
                <c:pt idx="123">
                  <c:v>0.22840000000002192</c:v>
                </c:pt>
                <c:pt idx="124">
                  <c:v>0.22840000000002192</c:v>
                </c:pt>
                <c:pt idx="125">
                  <c:v>0.22840000000002192</c:v>
                </c:pt>
                <c:pt idx="126">
                  <c:v>0.22849999999999682</c:v>
                </c:pt>
                <c:pt idx="127">
                  <c:v>0.22849999999999682</c:v>
                </c:pt>
                <c:pt idx="128">
                  <c:v>0.22849999999999682</c:v>
                </c:pt>
                <c:pt idx="129">
                  <c:v>0.22860000000002856</c:v>
                </c:pt>
                <c:pt idx="130">
                  <c:v>0.22860000000002856</c:v>
                </c:pt>
                <c:pt idx="131">
                  <c:v>0.22860000000002856</c:v>
                </c:pt>
                <c:pt idx="132">
                  <c:v>0.22860000000002856</c:v>
                </c:pt>
                <c:pt idx="133">
                  <c:v>0.22870000000000346</c:v>
                </c:pt>
                <c:pt idx="134">
                  <c:v>0.22870000000000346</c:v>
                </c:pt>
                <c:pt idx="135">
                  <c:v>0.22870000000000346</c:v>
                </c:pt>
                <c:pt idx="136">
                  <c:v>0.22870000000000346</c:v>
                </c:pt>
                <c:pt idx="137">
                  <c:v>0.22879999999997835</c:v>
                </c:pt>
                <c:pt idx="138">
                  <c:v>0.22879999999997835</c:v>
                </c:pt>
                <c:pt idx="139">
                  <c:v>0.22879999999997835</c:v>
                </c:pt>
                <c:pt idx="140">
                  <c:v>0.22879999999997835</c:v>
                </c:pt>
                <c:pt idx="141">
                  <c:v>0.22879999999997835</c:v>
                </c:pt>
                <c:pt idx="142">
                  <c:v>0.22879999999997835</c:v>
                </c:pt>
                <c:pt idx="143">
                  <c:v>0.2289000000000101</c:v>
                </c:pt>
                <c:pt idx="144">
                  <c:v>0.2289000000000101</c:v>
                </c:pt>
                <c:pt idx="145">
                  <c:v>0.2289000000000101</c:v>
                </c:pt>
                <c:pt idx="146">
                  <c:v>0.2289000000000101</c:v>
                </c:pt>
                <c:pt idx="147">
                  <c:v>0.2289000000000101</c:v>
                </c:pt>
                <c:pt idx="148">
                  <c:v>0.2289000000000101</c:v>
                </c:pt>
                <c:pt idx="149">
                  <c:v>0.2289000000000101</c:v>
                </c:pt>
                <c:pt idx="150">
                  <c:v>0.2289000000000101</c:v>
                </c:pt>
                <c:pt idx="151">
                  <c:v>0.22899999999998499</c:v>
                </c:pt>
                <c:pt idx="152">
                  <c:v>0.22899999999998499</c:v>
                </c:pt>
                <c:pt idx="153">
                  <c:v>0.22899999999998499</c:v>
                </c:pt>
                <c:pt idx="154">
                  <c:v>0.22899999999998499</c:v>
                </c:pt>
                <c:pt idx="155">
                  <c:v>0.22899999999998499</c:v>
                </c:pt>
                <c:pt idx="156">
                  <c:v>0.22899999999998499</c:v>
                </c:pt>
                <c:pt idx="157">
                  <c:v>0.22899999999998499</c:v>
                </c:pt>
                <c:pt idx="158">
                  <c:v>0.22899999999998499</c:v>
                </c:pt>
                <c:pt idx="159">
                  <c:v>0.22910000000001673</c:v>
                </c:pt>
                <c:pt idx="160">
                  <c:v>0.22899999999998499</c:v>
                </c:pt>
                <c:pt idx="161">
                  <c:v>0.2289000000000101</c:v>
                </c:pt>
                <c:pt idx="162">
                  <c:v>0.22879999999997835</c:v>
                </c:pt>
                <c:pt idx="163">
                  <c:v>0.22860000000002856</c:v>
                </c:pt>
                <c:pt idx="164">
                  <c:v>0.22829999999999018</c:v>
                </c:pt>
                <c:pt idx="165">
                  <c:v>0.22800000000000864</c:v>
                </c:pt>
                <c:pt idx="166">
                  <c:v>0.227800000000002</c:v>
                </c:pt>
                <c:pt idx="167">
                  <c:v>0.22750000000002046</c:v>
                </c:pt>
                <c:pt idx="168">
                  <c:v>0.22719999999998208</c:v>
                </c:pt>
                <c:pt idx="169">
                  <c:v>0.22699999999997544</c:v>
                </c:pt>
                <c:pt idx="170">
                  <c:v>0.22669999999999391</c:v>
                </c:pt>
                <c:pt idx="171">
                  <c:v>0.22640000000001237</c:v>
                </c:pt>
                <c:pt idx="172">
                  <c:v>0.22620000000000573</c:v>
                </c:pt>
                <c:pt idx="173">
                  <c:v>0.22590000000002419</c:v>
                </c:pt>
                <c:pt idx="174">
                  <c:v>0.22570000000001755</c:v>
                </c:pt>
                <c:pt idx="175">
                  <c:v>0.22550000000001091</c:v>
                </c:pt>
                <c:pt idx="176">
                  <c:v>0.22530000000000427</c:v>
                </c:pt>
                <c:pt idx="177">
                  <c:v>0.22509999999999764</c:v>
                </c:pt>
                <c:pt idx="178">
                  <c:v>0.224899999999991</c:v>
                </c:pt>
                <c:pt idx="179">
                  <c:v>0.22469999999998436</c:v>
                </c:pt>
                <c:pt idx="180">
                  <c:v>0.22449999999997772</c:v>
                </c:pt>
                <c:pt idx="181">
                  <c:v>0.22440000000000282</c:v>
                </c:pt>
                <c:pt idx="182">
                  <c:v>0.22419999999999618</c:v>
                </c:pt>
                <c:pt idx="183">
                  <c:v>0.22399999999998954</c:v>
                </c:pt>
                <c:pt idx="184">
                  <c:v>0.22390000000001464</c:v>
                </c:pt>
                <c:pt idx="185">
                  <c:v>0.22390000000001464</c:v>
                </c:pt>
                <c:pt idx="186">
                  <c:v>0.22410000000002128</c:v>
                </c:pt>
                <c:pt idx="187">
                  <c:v>0.22460000000000946</c:v>
                </c:pt>
                <c:pt idx="188">
                  <c:v>0.22519999999997253</c:v>
                </c:pt>
                <c:pt idx="189">
                  <c:v>0.22590000000002419</c:v>
                </c:pt>
                <c:pt idx="190">
                  <c:v>0.22660000000001901</c:v>
                </c:pt>
                <c:pt idx="191">
                  <c:v>0.22739999999998872</c:v>
                </c:pt>
                <c:pt idx="192">
                  <c:v>0.22809999999998354</c:v>
                </c:pt>
                <c:pt idx="193">
                  <c:v>0.2289000000000101</c:v>
                </c:pt>
                <c:pt idx="194">
                  <c:v>0.22960000000000491</c:v>
                </c:pt>
                <c:pt idx="195">
                  <c:v>0.23029999999999973</c:v>
                </c:pt>
                <c:pt idx="196">
                  <c:v>0.23099999999999454</c:v>
                </c:pt>
                <c:pt idx="197">
                  <c:v>0.23160000000001446</c:v>
                </c:pt>
                <c:pt idx="198">
                  <c:v>0.23219999999997754</c:v>
                </c:pt>
                <c:pt idx="199">
                  <c:v>0.23279999999999745</c:v>
                </c:pt>
                <c:pt idx="200">
                  <c:v>0.23340000000001737</c:v>
                </c:pt>
                <c:pt idx="201">
                  <c:v>0.23390000000000555</c:v>
                </c:pt>
                <c:pt idx="202">
                  <c:v>0.23430000000001883</c:v>
                </c:pt>
                <c:pt idx="203">
                  <c:v>0.234800000000007</c:v>
                </c:pt>
                <c:pt idx="204">
                  <c:v>0.23520000000002028</c:v>
                </c:pt>
                <c:pt idx="205">
                  <c:v>0.23559999999997672</c:v>
                </c:pt>
                <c:pt idx="206">
                  <c:v>0.23599999999999</c:v>
                </c:pt>
                <c:pt idx="207">
                  <c:v>0.23630000000002838</c:v>
                </c:pt>
                <c:pt idx="208">
                  <c:v>0.23669999999998481</c:v>
                </c:pt>
                <c:pt idx="209">
                  <c:v>0.23700000000002319</c:v>
                </c:pt>
                <c:pt idx="210">
                  <c:v>0.23730000000000473</c:v>
                </c:pt>
                <c:pt idx="211">
                  <c:v>0.23750000000001137</c:v>
                </c:pt>
                <c:pt idx="212">
                  <c:v>0.23779999999999291</c:v>
                </c:pt>
                <c:pt idx="213">
                  <c:v>0.23799999999999955</c:v>
                </c:pt>
                <c:pt idx="214">
                  <c:v>0.23820000000000618</c:v>
                </c:pt>
                <c:pt idx="215">
                  <c:v>0.23840000000001282</c:v>
                </c:pt>
                <c:pt idx="216">
                  <c:v>0.23829999999998108</c:v>
                </c:pt>
                <c:pt idx="217">
                  <c:v>0.23809999999997444</c:v>
                </c:pt>
                <c:pt idx="218">
                  <c:v>0.23770000000001801</c:v>
                </c:pt>
                <c:pt idx="219">
                  <c:v>0.23730000000000473</c:v>
                </c:pt>
                <c:pt idx="220">
                  <c:v>0.23680000000001655</c:v>
                </c:pt>
                <c:pt idx="221">
                  <c:v>0.23630000000002838</c:v>
                </c:pt>
                <c:pt idx="222">
                  <c:v>0.23579999999998336</c:v>
                </c:pt>
                <c:pt idx="223">
                  <c:v>0.23520000000002028</c:v>
                </c:pt>
                <c:pt idx="224">
                  <c:v>0.23469999999997526</c:v>
                </c:pt>
                <c:pt idx="225">
                  <c:v>0.23419999999998709</c:v>
                </c:pt>
                <c:pt idx="226">
                  <c:v>0.23379999999997381</c:v>
                </c:pt>
                <c:pt idx="227">
                  <c:v>0.23340000000001737</c:v>
                </c:pt>
                <c:pt idx="228">
                  <c:v>0.23289999999997235</c:v>
                </c:pt>
                <c:pt idx="229">
                  <c:v>0.23259999999999081</c:v>
                </c:pt>
                <c:pt idx="230">
                  <c:v>0.23219999999997754</c:v>
                </c:pt>
                <c:pt idx="231">
                  <c:v>0.231899999999996</c:v>
                </c:pt>
                <c:pt idx="232">
                  <c:v>0.23160000000001446</c:v>
                </c:pt>
                <c:pt idx="233">
                  <c:v>0.23129999999997608</c:v>
                </c:pt>
                <c:pt idx="234">
                  <c:v>0.23099999999999454</c:v>
                </c:pt>
                <c:pt idx="235">
                  <c:v>0.23070000000001301</c:v>
                </c:pt>
                <c:pt idx="236">
                  <c:v>0.23050000000000637</c:v>
                </c:pt>
                <c:pt idx="237">
                  <c:v>0.23029999999999973</c:v>
                </c:pt>
                <c:pt idx="238">
                  <c:v>0.23009999999999309</c:v>
                </c:pt>
                <c:pt idx="239">
                  <c:v>0.22989999999998645</c:v>
                </c:pt>
                <c:pt idx="240">
                  <c:v>0.22969999999997981</c:v>
                </c:pt>
                <c:pt idx="241">
                  <c:v>0.22960000000000491</c:v>
                </c:pt>
                <c:pt idx="242">
                  <c:v>0.22939999999999827</c:v>
                </c:pt>
                <c:pt idx="243">
                  <c:v>0.22930000000002337</c:v>
                </c:pt>
                <c:pt idx="244">
                  <c:v>0.22919999999999163</c:v>
                </c:pt>
                <c:pt idx="245">
                  <c:v>0.22910000000001673</c:v>
                </c:pt>
                <c:pt idx="246">
                  <c:v>0.22899999999998499</c:v>
                </c:pt>
                <c:pt idx="247">
                  <c:v>0.2289000000000101</c:v>
                </c:pt>
                <c:pt idx="248">
                  <c:v>0.22879999999997835</c:v>
                </c:pt>
                <c:pt idx="249">
                  <c:v>0.22870000000000346</c:v>
                </c:pt>
                <c:pt idx="250">
                  <c:v>0.22860000000002856</c:v>
                </c:pt>
                <c:pt idx="251">
                  <c:v>0.22849999999999682</c:v>
                </c:pt>
                <c:pt idx="252">
                  <c:v>0.22849999999999682</c:v>
                </c:pt>
                <c:pt idx="253">
                  <c:v>0.22840000000002192</c:v>
                </c:pt>
                <c:pt idx="254">
                  <c:v>0.22829999999999018</c:v>
                </c:pt>
                <c:pt idx="255">
                  <c:v>0.22829999999999018</c:v>
                </c:pt>
                <c:pt idx="256">
                  <c:v>0.22820000000001528</c:v>
                </c:pt>
                <c:pt idx="257">
                  <c:v>0.22820000000001528</c:v>
                </c:pt>
                <c:pt idx="258">
                  <c:v>0.22820000000001528</c:v>
                </c:pt>
                <c:pt idx="259">
                  <c:v>0.22809999999998354</c:v>
                </c:pt>
                <c:pt idx="260">
                  <c:v>0.22809999999998354</c:v>
                </c:pt>
                <c:pt idx="261">
                  <c:v>0.22800000000000864</c:v>
                </c:pt>
                <c:pt idx="262">
                  <c:v>0.22800000000000864</c:v>
                </c:pt>
                <c:pt idx="263">
                  <c:v>0.22800000000000864</c:v>
                </c:pt>
                <c:pt idx="264">
                  <c:v>0.22800000000000864</c:v>
                </c:pt>
                <c:pt idx="265">
                  <c:v>0.2278999999999769</c:v>
                </c:pt>
                <c:pt idx="266">
                  <c:v>0.2278999999999769</c:v>
                </c:pt>
                <c:pt idx="267">
                  <c:v>0.2278999999999769</c:v>
                </c:pt>
                <c:pt idx="268">
                  <c:v>0.2278999999999769</c:v>
                </c:pt>
                <c:pt idx="269">
                  <c:v>0.22800000000000864</c:v>
                </c:pt>
                <c:pt idx="270">
                  <c:v>0.22800000000000864</c:v>
                </c:pt>
                <c:pt idx="271">
                  <c:v>0.22800000000000864</c:v>
                </c:pt>
                <c:pt idx="272">
                  <c:v>0.22809999999998354</c:v>
                </c:pt>
                <c:pt idx="273">
                  <c:v>0.22809999999998354</c:v>
                </c:pt>
                <c:pt idx="274">
                  <c:v>0.22820000000001528</c:v>
                </c:pt>
                <c:pt idx="275">
                  <c:v>0.22820000000001528</c:v>
                </c:pt>
                <c:pt idx="276">
                  <c:v>0.22820000000001528</c:v>
                </c:pt>
                <c:pt idx="277">
                  <c:v>0.22829999999999018</c:v>
                </c:pt>
                <c:pt idx="278">
                  <c:v>0.22829999999999018</c:v>
                </c:pt>
                <c:pt idx="279">
                  <c:v>0.22829999999999018</c:v>
                </c:pt>
                <c:pt idx="280">
                  <c:v>0.22840000000002192</c:v>
                </c:pt>
                <c:pt idx="281">
                  <c:v>0.22840000000002192</c:v>
                </c:pt>
                <c:pt idx="282">
                  <c:v>0.22849999999999682</c:v>
                </c:pt>
                <c:pt idx="283">
                  <c:v>0.22849999999999682</c:v>
                </c:pt>
                <c:pt idx="284">
                  <c:v>0.22849999999999682</c:v>
                </c:pt>
                <c:pt idx="285">
                  <c:v>0.22860000000002856</c:v>
                </c:pt>
                <c:pt idx="286">
                  <c:v>0.22860000000002856</c:v>
                </c:pt>
                <c:pt idx="287">
                  <c:v>0.22860000000002856</c:v>
                </c:pt>
                <c:pt idx="288">
                  <c:v>0.22860000000002856</c:v>
                </c:pt>
                <c:pt idx="289">
                  <c:v>0.22870000000000346</c:v>
                </c:pt>
                <c:pt idx="290">
                  <c:v>0.22870000000000346</c:v>
                </c:pt>
                <c:pt idx="291">
                  <c:v>0.22870000000000346</c:v>
                </c:pt>
                <c:pt idx="292">
                  <c:v>0.22870000000000346</c:v>
                </c:pt>
                <c:pt idx="293">
                  <c:v>0.22879999999997835</c:v>
                </c:pt>
                <c:pt idx="294">
                  <c:v>0.22879999999997835</c:v>
                </c:pt>
                <c:pt idx="295">
                  <c:v>0.22879999999997835</c:v>
                </c:pt>
                <c:pt idx="296">
                  <c:v>0.22879999999997835</c:v>
                </c:pt>
                <c:pt idx="297">
                  <c:v>0.22879999999997835</c:v>
                </c:pt>
                <c:pt idx="298">
                  <c:v>0.22879999999997835</c:v>
                </c:pt>
                <c:pt idx="299">
                  <c:v>0.2289000000000101</c:v>
                </c:pt>
                <c:pt idx="300">
                  <c:v>0.2289000000000101</c:v>
                </c:pt>
                <c:pt idx="301">
                  <c:v>0.2289000000000101</c:v>
                </c:pt>
                <c:pt idx="302">
                  <c:v>0.2289000000000101</c:v>
                </c:pt>
                <c:pt idx="303">
                  <c:v>0.2289000000000101</c:v>
                </c:pt>
                <c:pt idx="304">
                  <c:v>0.2289000000000101</c:v>
                </c:pt>
                <c:pt idx="305">
                  <c:v>0.2289000000000101</c:v>
                </c:pt>
                <c:pt idx="306">
                  <c:v>0.2289000000000101</c:v>
                </c:pt>
                <c:pt idx="307">
                  <c:v>0.22899999999998499</c:v>
                </c:pt>
                <c:pt idx="308">
                  <c:v>0.22899999999998499</c:v>
                </c:pt>
                <c:pt idx="309">
                  <c:v>0.22899999999998499</c:v>
                </c:pt>
                <c:pt idx="310">
                  <c:v>0.22899999999998499</c:v>
                </c:pt>
                <c:pt idx="311">
                  <c:v>0.22899999999998499</c:v>
                </c:pt>
                <c:pt idx="312">
                  <c:v>0.22899999999998499</c:v>
                </c:pt>
                <c:pt idx="313">
                  <c:v>0.22899999999998499</c:v>
                </c:pt>
                <c:pt idx="314">
                  <c:v>0.22899999999998499</c:v>
                </c:pt>
                <c:pt idx="315">
                  <c:v>0.22910000000001673</c:v>
                </c:pt>
                <c:pt idx="316">
                  <c:v>0.22910000000001673</c:v>
                </c:pt>
                <c:pt idx="317">
                  <c:v>0.22899999999998499</c:v>
                </c:pt>
                <c:pt idx="318">
                  <c:v>0.2289000000000101</c:v>
                </c:pt>
                <c:pt idx="319">
                  <c:v>0.22870000000000346</c:v>
                </c:pt>
                <c:pt idx="320">
                  <c:v>0.22849999999999682</c:v>
                </c:pt>
                <c:pt idx="321">
                  <c:v>0.22829999999999018</c:v>
                </c:pt>
                <c:pt idx="322">
                  <c:v>0.22800000000000864</c:v>
                </c:pt>
                <c:pt idx="323">
                  <c:v>0.2277000000000271</c:v>
                </c:pt>
                <c:pt idx="324">
                  <c:v>0.22750000000002046</c:v>
                </c:pt>
                <c:pt idx="325">
                  <c:v>0.22719999999998208</c:v>
                </c:pt>
                <c:pt idx="326">
                  <c:v>0.22690000000000055</c:v>
                </c:pt>
                <c:pt idx="327">
                  <c:v>0.22669999999999391</c:v>
                </c:pt>
                <c:pt idx="328">
                  <c:v>0.22640000000001237</c:v>
                </c:pt>
                <c:pt idx="329">
                  <c:v>0.22620000000000573</c:v>
                </c:pt>
                <c:pt idx="330">
                  <c:v>0.22590000000002419</c:v>
                </c:pt>
                <c:pt idx="331">
                  <c:v>0.22570000000001755</c:v>
                </c:pt>
                <c:pt idx="332">
                  <c:v>0.22550000000001091</c:v>
                </c:pt>
                <c:pt idx="333">
                  <c:v>0.22530000000000427</c:v>
                </c:pt>
                <c:pt idx="334">
                  <c:v>0.22509999999999764</c:v>
                </c:pt>
                <c:pt idx="335">
                  <c:v>0.224899999999991</c:v>
                </c:pt>
                <c:pt idx="336">
                  <c:v>0.22469999999998436</c:v>
                </c:pt>
                <c:pt idx="337">
                  <c:v>0.22449999999997772</c:v>
                </c:pt>
                <c:pt idx="338">
                  <c:v>0.22440000000000282</c:v>
                </c:pt>
                <c:pt idx="339">
                  <c:v>0.22419999999999618</c:v>
                </c:pt>
                <c:pt idx="340">
                  <c:v>0.22399999999998954</c:v>
                </c:pt>
                <c:pt idx="341">
                  <c:v>0.22390000000001464</c:v>
                </c:pt>
                <c:pt idx="342">
                  <c:v>0.22390000000001464</c:v>
                </c:pt>
                <c:pt idx="343">
                  <c:v>0.22419999999999618</c:v>
                </c:pt>
                <c:pt idx="344">
                  <c:v>0.22469999999998436</c:v>
                </c:pt>
                <c:pt idx="345">
                  <c:v>0.22530000000000427</c:v>
                </c:pt>
                <c:pt idx="346">
                  <c:v>0.22599999999999909</c:v>
                </c:pt>
                <c:pt idx="347">
                  <c:v>0.22669999999999391</c:v>
                </c:pt>
                <c:pt idx="348">
                  <c:v>0.22750000000002046</c:v>
                </c:pt>
                <c:pt idx="349">
                  <c:v>0.22820000000001528</c:v>
                </c:pt>
                <c:pt idx="350">
                  <c:v>0.22899999999998499</c:v>
                </c:pt>
                <c:pt idx="351">
                  <c:v>0.22969999999997981</c:v>
                </c:pt>
                <c:pt idx="352">
                  <c:v>0.23039999999997463</c:v>
                </c:pt>
                <c:pt idx="353">
                  <c:v>0.23110000000002628</c:v>
                </c:pt>
                <c:pt idx="354">
                  <c:v>0.23169999999998936</c:v>
                </c:pt>
                <c:pt idx="355">
                  <c:v>0.23230000000000928</c:v>
                </c:pt>
                <c:pt idx="356">
                  <c:v>0.23289999999997235</c:v>
                </c:pt>
                <c:pt idx="357">
                  <c:v>0.23340000000001737</c:v>
                </c:pt>
                <c:pt idx="358">
                  <c:v>0.23390000000000555</c:v>
                </c:pt>
                <c:pt idx="359">
                  <c:v>0.23439999999999372</c:v>
                </c:pt>
                <c:pt idx="360">
                  <c:v>0.2348999999999819</c:v>
                </c:pt>
                <c:pt idx="361">
                  <c:v>0.2348999999999819</c:v>
                </c:pt>
                <c:pt idx="362">
                  <c:v>0.23529999999999518</c:v>
                </c:pt>
                <c:pt idx="363">
                  <c:v>0.23570000000000846</c:v>
                </c:pt>
                <c:pt idx="364">
                  <c:v>0.23599999999999</c:v>
                </c:pt>
                <c:pt idx="365">
                  <c:v>0.23640000000000327</c:v>
                </c:pt>
                <c:pt idx="366">
                  <c:v>0.23669999999998481</c:v>
                </c:pt>
                <c:pt idx="367">
                  <c:v>0.23700000000002319</c:v>
                </c:pt>
                <c:pt idx="368">
                  <c:v>0.23730000000000473</c:v>
                </c:pt>
                <c:pt idx="369">
                  <c:v>0.23759999999998627</c:v>
                </c:pt>
                <c:pt idx="370">
                  <c:v>0.23779999999999291</c:v>
                </c:pt>
                <c:pt idx="371">
                  <c:v>0.23799999999999955</c:v>
                </c:pt>
                <c:pt idx="372">
                  <c:v>0.23829999999998108</c:v>
                </c:pt>
                <c:pt idx="373">
                  <c:v>0.23840000000001282</c:v>
                </c:pt>
                <c:pt idx="374">
                  <c:v>0.23829999999998108</c:v>
                </c:pt>
                <c:pt idx="375">
                  <c:v>0.23799999999999955</c:v>
                </c:pt>
                <c:pt idx="376">
                  <c:v>0.23770000000001801</c:v>
                </c:pt>
                <c:pt idx="377">
                  <c:v>0.23719999999997299</c:v>
                </c:pt>
                <c:pt idx="378">
                  <c:v>0.23669999999998481</c:v>
                </c:pt>
                <c:pt idx="379">
                  <c:v>0.23619999999999663</c:v>
                </c:pt>
                <c:pt idx="380">
                  <c:v>0.23570000000000846</c:v>
                </c:pt>
                <c:pt idx="381">
                  <c:v>0.23520000000002028</c:v>
                </c:pt>
                <c:pt idx="382">
                  <c:v>0.23469999999997526</c:v>
                </c:pt>
                <c:pt idx="383">
                  <c:v>0.23419999999998709</c:v>
                </c:pt>
                <c:pt idx="384">
                  <c:v>0.23369999999999891</c:v>
                </c:pt>
                <c:pt idx="385">
                  <c:v>0.23329999999998563</c:v>
                </c:pt>
                <c:pt idx="386">
                  <c:v>0.23289999999997235</c:v>
                </c:pt>
                <c:pt idx="387">
                  <c:v>0.23250000000001592</c:v>
                </c:pt>
                <c:pt idx="388">
                  <c:v>0.23210000000000264</c:v>
                </c:pt>
                <c:pt idx="389">
                  <c:v>0.2318000000000211</c:v>
                </c:pt>
                <c:pt idx="390">
                  <c:v>0.23149999999998272</c:v>
                </c:pt>
                <c:pt idx="391">
                  <c:v>0.23120000000000118</c:v>
                </c:pt>
                <c:pt idx="392">
                  <c:v>0.23099999999999454</c:v>
                </c:pt>
                <c:pt idx="393">
                  <c:v>0.23070000000001301</c:v>
                </c:pt>
                <c:pt idx="394">
                  <c:v>0.23050000000000637</c:v>
                </c:pt>
                <c:pt idx="395">
                  <c:v>0.23029999999999973</c:v>
                </c:pt>
                <c:pt idx="396">
                  <c:v>0.23009999999999309</c:v>
                </c:pt>
                <c:pt idx="397">
                  <c:v>0.22989999999998645</c:v>
                </c:pt>
                <c:pt idx="398">
                  <c:v>0.22969999999997981</c:v>
                </c:pt>
                <c:pt idx="399">
                  <c:v>0.22960000000000491</c:v>
                </c:pt>
                <c:pt idx="400">
                  <c:v>0.22939999999999827</c:v>
                </c:pt>
                <c:pt idx="401">
                  <c:v>0.22930000000002337</c:v>
                </c:pt>
                <c:pt idx="402">
                  <c:v>0.22919999999999163</c:v>
                </c:pt>
                <c:pt idx="403">
                  <c:v>0.22899999999998499</c:v>
                </c:pt>
                <c:pt idx="404">
                  <c:v>0.2289000000000101</c:v>
                </c:pt>
                <c:pt idx="405">
                  <c:v>0.22879999999997835</c:v>
                </c:pt>
                <c:pt idx="406">
                  <c:v>0.22879999999997835</c:v>
                </c:pt>
                <c:pt idx="407">
                  <c:v>0.22870000000000346</c:v>
                </c:pt>
                <c:pt idx="408">
                  <c:v>0.22860000000002856</c:v>
                </c:pt>
                <c:pt idx="409">
                  <c:v>0.22849999999999682</c:v>
                </c:pt>
                <c:pt idx="410">
                  <c:v>0.22849999999999682</c:v>
                </c:pt>
                <c:pt idx="411">
                  <c:v>0.22840000000002192</c:v>
                </c:pt>
                <c:pt idx="412">
                  <c:v>0.22829999999999018</c:v>
                </c:pt>
                <c:pt idx="413">
                  <c:v>0.22829999999999018</c:v>
                </c:pt>
                <c:pt idx="414">
                  <c:v>0.22820000000001528</c:v>
                </c:pt>
                <c:pt idx="415">
                  <c:v>0.22820000000001528</c:v>
                </c:pt>
                <c:pt idx="416">
                  <c:v>0.22820000000001528</c:v>
                </c:pt>
                <c:pt idx="417">
                  <c:v>0.22809999999998354</c:v>
                </c:pt>
                <c:pt idx="418">
                  <c:v>0.22809999999998354</c:v>
                </c:pt>
                <c:pt idx="419">
                  <c:v>0.22800000000000864</c:v>
                </c:pt>
                <c:pt idx="420">
                  <c:v>0.22800000000000864</c:v>
                </c:pt>
                <c:pt idx="421">
                  <c:v>0.22800000000000864</c:v>
                </c:pt>
                <c:pt idx="422">
                  <c:v>0.22800000000000864</c:v>
                </c:pt>
                <c:pt idx="423">
                  <c:v>0.2278999999999769</c:v>
                </c:pt>
                <c:pt idx="424">
                  <c:v>0.2278999999999769</c:v>
                </c:pt>
                <c:pt idx="425">
                  <c:v>0.2278999999999769</c:v>
                </c:pt>
                <c:pt idx="426">
                  <c:v>0.2278999999999769</c:v>
                </c:pt>
                <c:pt idx="427">
                  <c:v>0.22800000000000864</c:v>
                </c:pt>
                <c:pt idx="428">
                  <c:v>0.22800000000000864</c:v>
                </c:pt>
                <c:pt idx="429">
                  <c:v>0.22800000000000864</c:v>
                </c:pt>
                <c:pt idx="430">
                  <c:v>0.22809999999998354</c:v>
                </c:pt>
                <c:pt idx="431">
                  <c:v>0.22809999999998354</c:v>
                </c:pt>
                <c:pt idx="432">
                  <c:v>0.22820000000001528</c:v>
                </c:pt>
                <c:pt idx="433">
                  <c:v>0.22820000000001528</c:v>
                </c:pt>
                <c:pt idx="434">
                  <c:v>0.22820000000001528</c:v>
                </c:pt>
                <c:pt idx="435">
                  <c:v>0.22829999999999018</c:v>
                </c:pt>
                <c:pt idx="436">
                  <c:v>0.22829999999999018</c:v>
                </c:pt>
                <c:pt idx="437">
                  <c:v>0.22840000000002192</c:v>
                </c:pt>
                <c:pt idx="438">
                  <c:v>0.22840000000002192</c:v>
                </c:pt>
                <c:pt idx="439">
                  <c:v>0.22840000000002192</c:v>
                </c:pt>
                <c:pt idx="440">
                  <c:v>0.22849999999999682</c:v>
                </c:pt>
                <c:pt idx="441">
                  <c:v>0.22849999999999682</c:v>
                </c:pt>
                <c:pt idx="442">
                  <c:v>0.22849999999999682</c:v>
                </c:pt>
                <c:pt idx="443">
                  <c:v>0.22860000000002856</c:v>
                </c:pt>
                <c:pt idx="444">
                  <c:v>0.22860000000002856</c:v>
                </c:pt>
                <c:pt idx="445">
                  <c:v>0.22860000000002856</c:v>
                </c:pt>
                <c:pt idx="446">
                  <c:v>0.22860000000002856</c:v>
                </c:pt>
                <c:pt idx="447">
                  <c:v>0.22870000000000346</c:v>
                </c:pt>
                <c:pt idx="448">
                  <c:v>0.22870000000000346</c:v>
                </c:pt>
                <c:pt idx="449">
                  <c:v>0.22870000000000346</c:v>
                </c:pt>
                <c:pt idx="450">
                  <c:v>0.22870000000000346</c:v>
                </c:pt>
                <c:pt idx="451">
                  <c:v>0.22879999999997835</c:v>
                </c:pt>
                <c:pt idx="452">
                  <c:v>0.22879999999997835</c:v>
                </c:pt>
                <c:pt idx="453">
                  <c:v>0.22879999999997835</c:v>
                </c:pt>
                <c:pt idx="454">
                  <c:v>0.22879999999997835</c:v>
                </c:pt>
                <c:pt idx="455">
                  <c:v>0.22879999999997835</c:v>
                </c:pt>
                <c:pt idx="456">
                  <c:v>0.22879999999997835</c:v>
                </c:pt>
                <c:pt idx="457">
                  <c:v>0.22879999999997835</c:v>
                </c:pt>
                <c:pt idx="458">
                  <c:v>0.2289000000000101</c:v>
                </c:pt>
                <c:pt idx="459">
                  <c:v>0.2289000000000101</c:v>
                </c:pt>
                <c:pt idx="460">
                  <c:v>0.2289000000000101</c:v>
                </c:pt>
                <c:pt idx="461">
                  <c:v>0.2289000000000101</c:v>
                </c:pt>
                <c:pt idx="462">
                  <c:v>0.2289000000000101</c:v>
                </c:pt>
                <c:pt idx="463">
                  <c:v>0.2289000000000101</c:v>
                </c:pt>
                <c:pt idx="464">
                  <c:v>0.2289000000000101</c:v>
                </c:pt>
                <c:pt idx="465">
                  <c:v>0.2289000000000101</c:v>
                </c:pt>
                <c:pt idx="466">
                  <c:v>0.22899999999998499</c:v>
                </c:pt>
                <c:pt idx="467">
                  <c:v>0.22899999999998499</c:v>
                </c:pt>
                <c:pt idx="468">
                  <c:v>0.22899999999998499</c:v>
                </c:pt>
                <c:pt idx="469">
                  <c:v>0.22899999999998499</c:v>
                </c:pt>
                <c:pt idx="470">
                  <c:v>0.22899999999998499</c:v>
                </c:pt>
                <c:pt idx="471">
                  <c:v>0.22899999999998499</c:v>
                </c:pt>
                <c:pt idx="472">
                  <c:v>0.22899999999998499</c:v>
                </c:pt>
                <c:pt idx="473">
                  <c:v>0.22899999999998499</c:v>
                </c:pt>
                <c:pt idx="474">
                  <c:v>0.22910000000001673</c:v>
                </c:pt>
                <c:pt idx="475">
                  <c:v>0.22910000000001673</c:v>
                </c:pt>
                <c:pt idx="476">
                  <c:v>0.22899999999998499</c:v>
                </c:pt>
                <c:pt idx="477">
                  <c:v>0.2289000000000101</c:v>
                </c:pt>
                <c:pt idx="478">
                  <c:v>0.22870000000000346</c:v>
                </c:pt>
                <c:pt idx="479">
                  <c:v>0.22849999999999682</c:v>
                </c:pt>
                <c:pt idx="480">
                  <c:v>0.22820000000001528</c:v>
                </c:pt>
                <c:pt idx="481">
                  <c:v>0.22800000000000864</c:v>
                </c:pt>
                <c:pt idx="482">
                  <c:v>0.2277000000000271</c:v>
                </c:pt>
                <c:pt idx="483">
                  <c:v>0.22739999999998872</c:v>
                </c:pt>
                <c:pt idx="484">
                  <c:v>0.22710000000000719</c:v>
                </c:pt>
                <c:pt idx="485">
                  <c:v>0.22690000000000055</c:v>
                </c:pt>
                <c:pt idx="486">
                  <c:v>0.22660000000001901</c:v>
                </c:pt>
                <c:pt idx="487">
                  <c:v>0.22640000000001237</c:v>
                </c:pt>
                <c:pt idx="488">
                  <c:v>0.22609999999997399</c:v>
                </c:pt>
                <c:pt idx="489">
                  <c:v>0.22590000000002419</c:v>
                </c:pt>
                <c:pt idx="490">
                  <c:v>0.22570000000001755</c:v>
                </c:pt>
                <c:pt idx="491">
                  <c:v>0.22539999999997917</c:v>
                </c:pt>
                <c:pt idx="492">
                  <c:v>0.22519999999997253</c:v>
                </c:pt>
                <c:pt idx="493">
                  <c:v>0.22500000000002274</c:v>
                </c:pt>
                <c:pt idx="494">
                  <c:v>0.2248000000000161</c:v>
                </c:pt>
                <c:pt idx="495">
                  <c:v>0.22469999999998436</c:v>
                </c:pt>
                <c:pt idx="496">
                  <c:v>0.22449999999997772</c:v>
                </c:pt>
                <c:pt idx="497">
                  <c:v>0.22430000000002792</c:v>
                </c:pt>
                <c:pt idx="498">
                  <c:v>0.22419999999999618</c:v>
                </c:pt>
                <c:pt idx="499">
                  <c:v>0.22399999999998954</c:v>
                </c:pt>
                <c:pt idx="500">
                  <c:v>0.22390000000001464</c:v>
                </c:pt>
                <c:pt idx="501">
                  <c:v>0.22390000000001464</c:v>
                </c:pt>
                <c:pt idx="502">
                  <c:v>0.22430000000002792</c:v>
                </c:pt>
                <c:pt idx="503">
                  <c:v>0.2248000000000161</c:v>
                </c:pt>
                <c:pt idx="504">
                  <c:v>0.22539999999997917</c:v>
                </c:pt>
                <c:pt idx="505">
                  <c:v>0.22609999999997399</c:v>
                </c:pt>
                <c:pt idx="506">
                  <c:v>0.22690000000000055</c:v>
                </c:pt>
                <c:pt idx="507">
                  <c:v>0.22759999999999536</c:v>
                </c:pt>
                <c:pt idx="508">
                  <c:v>0.22840000000002192</c:v>
                </c:pt>
                <c:pt idx="509">
                  <c:v>0.22910000000001673</c:v>
                </c:pt>
                <c:pt idx="510">
                  <c:v>0.22980000000001155</c:v>
                </c:pt>
                <c:pt idx="511">
                  <c:v>0.23050000000000637</c:v>
                </c:pt>
                <c:pt idx="512">
                  <c:v>0.23120000000000118</c:v>
                </c:pt>
                <c:pt idx="513">
                  <c:v>0.2318000000000211</c:v>
                </c:pt>
                <c:pt idx="514">
                  <c:v>0.23239999999998417</c:v>
                </c:pt>
                <c:pt idx="515">
                  <c:v>0.23300000000000409</c:v>
                </c:pt>
                <c:pt idx="516">
                  <c:v>0.23349999999999227</c:v>
                </c:pt>
                <c:pt idx="517">
                  <c:v>0.23399999999998045</c:v>
                </c:pt>
                <c:pt idx="518">
                  <c:v>0.23450000000002547</c:v>
                </c:pt>
                <c:pt idx="519">
                  <c:v>0.2348999999999819</c:v>
                </c:pt>
                <c:pt idx="520">
                  <c:v>0.23529999999999518</c:v>
                </c:pt>
                <c:pt idx="521">
                  <c:v>0.23570000000000846</c:v>
                </c:pt>
                <c:pt idx="522">
                  <c:v>0.23610000000002174</c:v>
                </c:pt>
                <c:pt idx="523">
                  <c:v>0.23640000000000327</c:v>
                </c:pt>
                <c:pt idx="524">
                  <c:v>0.23680000000001655</c:v>
                </c:pt>
                <c:pt idx="525">
                  <c:v>0.23709999999999809</c:v>
                </c:pt>
                <c:pt idx="526">
                  <c:v>0.23730000000000473</c:v>
                </c:pt>
                <c:pt idx="527">
                  <c:v>0.23759999999998627</c:v>
                </c:pt>
                <c:pt idx="528">
                  <c:v>0.23790000000002465</c:v>
                </c:pt>
                <c:pt idx="529">
                  <c:v>0.23809999999997444</c:v>
                </c:pt>
                <c:pt idx="530">
                  <c:v>0.23829999999998108</c:v>
                </c:pt>
                <c:pt idx="531">
                  <c:v>0.23840000000001282</c:v>
                </c:pt>
                <c:pt idx="532">
                  <c:v>0.23829999999998108</c:v>
                </c:pt>
              </c:numCache>
            </c:numRef>
          </c:yVal>
          <c:smooth val="1"/>
          <c:extLst>
            <c:ext xmlns:c16="http://schemas.microsoft.com/office/drawing/2014/chart" uri="{C3380CC4-5D6E-409C-BE32-E72D297353CC}">
              <c16:uniqueId val="{0000000D-4233-4E9D-9D6D-D06060CC9530}"/>
            </c:ext>
          </c:extLst>
        </c:ser>
        <c:ser>
          <c:idx val="14"/>
          <c:order val="14"/>
          <c:tx>
            <c:strRef>
              <c:f>PM50000_Temps_oc5l2_50000!$BBQ$1</c:f>
              <c:strCache>
                <c:ptCount val="1"/>
                <c:pt idx="0">
                  <c:v>TELE_PM_INTERIOR.15</c:v>
                </c:pt>
              </c:strCache>
            </c:strRef>
          </c:tx>
          <c:spPr>
            <a:ln w="19050" cap="rnd">
              <a:solidFill>
                <a:schemeClr val="accent3">
                  <a:lumMod val="80000"/>
                  <a:lumOff val="20000"/>
                </a:schemeClr>
              </a:solidFill>
              <a:round/>
            </a:ln>
            <a:effectLst/>
          </c:spPr>
          <c:marker>
            <c:symbol val="circle"/>
            <c:size val="5"/>
            <c:spPr>
              <a:solidFill>
                <a:schemeClr val="accent3">
                  <a:lumMod val="80000"/>
                  <a:lumOff val="20000"/>
                </a:schemeClr>
              </a:solidFill>
              <a:ln w="9525">
                <a:solidFill>
                  <a:schemeClr val="accent3">
                    <a:lumMod val="80000"/>
                    <a:lumOff val="2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PM50000_Temps_oc5l2_50000!$BBQ$2:$BBQ$536</c:f>
              <c:numCache>
                <c:formatCode>General</c:formatCode>
                <c:ptCount val="533"/>
                <c:pt idx="0">
                  <c:v>0</c:v>
                </c:pt>
                <c:pt idx="1">
                  <c:v>6.9999999999481588E-4</c:v>
                </c:pt>
                <c:pt idx="2">
                  <c:v>4.5999999999821739E-3</c:v>
                </c:pt>
                <c:pt idx="3">
                  <c:v>1.1700000000018917E-2</c:v>
                </c:pt>
                <c:pt idx="4">
                  <c:v>2.1299999999996544E-2</c:v>
                </c:pt>
                <c:pt idx="5">
                  <c:v>3.2600000000002183E-2</c:v>
                </c:pt>
                <c:pt idx="6">
                  <c:v>4.4699999999977535E-2</c:v>
                </c:pt>
                <c:pt idx="7">
                  <c:v>5.7099999999991269E-2</c:v>
                </c:pt>
                <c:pt idx="8">
                  <c:v>6.9500000000005002E-2</c:v>
                </c:pt>
                <c:pt idx="9">
                  <c:v>8.1500000000005457E-2</c:v>
                </c:pt>
                <c:pt idx="10">
                  <c:v>9.2899999999985994E-2</c:v>
                </c:pt>
                <c:pt idx="11">
                  <c:v>0.10370000000000346</c:v>
                </c:pt>
                <c:pt idx="12">
                  <c:v>0.11379999999996926</c:v>
                </c:pt>
                <c:pt idx="13">
                  <c:v>0.12319999999999709</c:v>
                </c:pt>
                <c:pt idx="14">
                  <c:v>0.13189999999997326</c:v>
                </c:pt>
                <c:pt idx="15">
                  <c:v>0.13999999999998636</c:v>
                </c:pt>
                <c:pt idx="16">
                  <c:v>0.14740000000000464</c:v>
                </c:pt>
                <c:pt idx="17">
                  <c:v>0.154200000000003</c:v>
                </c:pt>
                <c:pt idx="18">
                  <c:v>0.16050000000001319</c:v>
                </c:pt>
                <c:pt idx="19">
                  <c:v>0.16620000000000346</c:v>
                </c:pt>
                <c:pt idx="20">
                  <c:v>0.17149999999998045</c:v>
                </c:pt>
                <c:pt idx="21">
                  <c:v>0.17629999999996926</c:v>
                </c:pt>
                <c:pt idx="22">
                  <c:v>0.18070000000000164</c:v>
                </c:pt>
                <c:pt idx="23">
                  <c:v>0.18479999999999563</c:v>
                </c:pt>
                <c:pt idx="24">
                  <c:v>0.18849999999997635</c:v>
                </c:pt>
                <c:pt idx="25">
                  <c:v>0.19189999999997553</c:v>
                </c:pt>
                <c:pt idx="26">
                  <c:v>0.19499999999999318</c:v>
                </c:pt>
                <c:pt idx="27">
                  <c:v>0.19769999999999754</c:v>
                </c:pt>
                <c:pt idx="28">
                  <c:v>0.20040000000000191</c:v>
                </c:pt>
                <c:pt idx="29">
                  <c:v>0.20310000000000628</c:v>
                </c:pt>
                <c:pt idx="30">
                  <c:v>0.20580000000001064</c:v>
                </c:pt>
                <c:pt idx="31">
                  <c:v>0.20839999999998327</c:v>
                </c:pt>
                <c:pt idx="32">
                  <c:v>0.21100000000001273</c:v>
                </c:pt>
                <c:pt idx="33">
                  <c:v>0.21339999999997872</c:v>
                </c:pt>
                <c:pt idx="34">
                  <c:v>0.21580000000000155</c:v>
                </c:pt>
                <c:pt idx="35">
                  <c:v>0.21800000000001774</c:v>
                </c:pt>
                <c:pt idx="36">
                  <c:v>0.22010000000000218</c:v>
                </c:pt>
                <c:pt idx="37">
                  <c:v>0.22199999999997999</c:v>
                </c:pt>
                <c:pt idx="38">
                  <c:v>0.2237999999999829</c:v>
                </c:pt>
                <c:pt idx="39">
                  <c:v>0.22550000000001091</c:v>
                </c:pt>
                <c:pt idx="40">
                  <c:v>0.22710000000000719</c:v>
                </c:pt>
                <c:pt idx="41">
                  <c:v>0.22849999999999682</c:v>
                </c:pt>
                <c:pt idx="42">
                  <c:v>0.22989999999998645</c:v>
                </c:pt>
                <c:pt idx="43">
                  <c:v>0.23120000000000118</c:v>
                </c:pt>
                <c:pt idx="44">
                  <c:v>0.23230000000000928</c:v>
                </c:pt>
                <c:pt idx="45">
                  <c:v>0.23340000000001737</c:v>
                </c:pt>
                <c:pt idx="46">
                  <c:v>0.23439999999999372</c:v>
                </c:pt>
                <c:pt idx="47">
                  <c:v>0.23529999999999518</c:v>
                </c:pt>
                <c:pt idx="48">
                  <c:v>0.23619999999999663</c:v>
                </c:pt>
                <c:pt idx="49">
                  <c:v>0.23699999999996635</c:v>
                </c:pt>
                <c:pt idx="50">
                  <c:v>0.23779999999999291</c:v>
                </c:pt>
                <c:pt idx="51">
                  <c:v>0.23840000000001282</c:v>
                </c:pt>
                <c:pt idx="52">
                  <c:v>0.23910000000000764</c:v>
                </c:pt>
                <c:pt idx="53">
                  <c:v>0.23969999999997071</c:v>
                </c:pt>
                <c:pt idx="54">
                  <c:v>0.24020000000001573</c:v>
                </c:pt>
                <c:pt idx="55">
                  <c:v>0.24070000000000391</c:v>
                </c:pt>
                <c:pt idx="56">
                  <c:v>0.24119999999999209</c:v>
                </c:pt>
                <c:pt idx="57">
                  <c:v>0.24169999999998026</c:v>
                </c:pt>
                <c:pt idx="58">
                  <c:v>0.24200000000001864</c:v>
                </c:pt>
                <c:pt idx="59">
                  <c:v>0.24219999999996844</c:v>
                </c:pt>
                <c:pt idx="60">
                  <c:v>0.24219999999996844</c:v>
                </c:pt>
                <c:pt idx="61">
                  <c:v>0.24200000000001864</c:v>
                </c:pt>
                <c:pt idx="62">
                  <c:v>0.24180000000001201</c:v>
                </c:pt>
                <c:pt idx="63">
                  <c:v>0.24149999999997362</c:v>
                </c:pt>
                <c:pt idx="64">
                  <c:v>0.24110000000001719</c:v>
                </c:pt>
                <c:pt idx="65">
                  <c:v>0.24070000000000391</c:v>
                </c:pt>
                <c:pt idx="66">
                  <c:v>0.24029999999999063</c:v>
                </c:pt>
                <c:pt idx="67">
                  <c:v>0.23989999999997735</c:v>
                </c:pt>
                <c:pt idx="68">
                  <c:v>0.23959999999999582</c:v>
                </c:pt>
                <c:pt idx="69">
                  <c:v>0.23919999999998254</c:v>
                </c:pt>
                <c:pt idx="70">
                  <c:v>0.238900000000001</c:v>
                </c:pt>
                <c:pt idx="71">
                  <c:v>0.23859999999996262</c:v>
                </c:pt>
                <c:pt idx="72">
                  <c:v>0.23829999999998108</c:v>
                </c:pt>
                <c:pt idx="73">
                  <c:v>0.23799999999999955</c:v>
                </c:pt>
                <c:pt idx="74">
                  <c:v>0.23770000000001801</c:v>
                </c:pt>
                <c:pt idx="75">
                  <c:v>0.23750000000001137</c:v>
                </c:pt>
                <c:pt idx="76">
                  <c:v>0.23730000000000473</c:v>
                </c:pt>
                <c:pt idx="77">
                  <c:v>0.23699999999996635</c:v>
                </c:pt>
                <c:pt idx="78">
                  <c:v>0.23689999999999145</c:v>
                </c:pt>
                <c:pt idx="79">
                  <c:v>0.23669999999998481</c:v>
                </c:pt>
                <c:pt idx="80">
                  <c:v>0.23649999999997817</c:v>
                </c:pt>
                <c:pt idx="81">
                  <c:v>0.23629999999997153</c:v>
                </c:pt>
                <c:pt idx="82">
                  <c:v>0.23619999999999663</c:v>
                </c:pt>
                <c:pt idx="83">
                  <c:v>0.23609999999996489</c:v>
                </c:pt>
                <c:pt idx="84">
                  <c:v>0.2359000000000151</c:v>
                </c:pt>
                <c:pt idx="85">
                  <c:v>0.23579999999998336</c:v>
                </c:pt>
                <c:pt idx="86">
                  <c:v>0.23570000000000846</c:v>
                </c:pt>
                <c:pt idx="87">
                  <c:v>0.23559999999997672</c:v>
                </c:pt>
                <c:pt idx="88">
                  <c:v>0.23550000000000182</c:v>
                </c:pt>
                <c:pt idx="89">
                  <c:v>0.23539999999997008</c:v>
                </c:pt>
                <c:pt idx="90">
                  <c:v>0.23539999999997008</c:v>
                </c:pt>
                <c:pt idx="91">
                  <c:v>0.23529999999999518</c:v>
                </c:pt>
                <c:pt idx="92">
                  <c:v>0.23519999999996344</c:v>
                </c:pt>
                <c:pt idx="93">
                  <c:v>0.23519999999996344</c:v>
                </c:pt>
                <c:pt idx="94">
                  <c:v>0.23509999999998854</c:v>
                </c:pt>
                <c:pt idx="95">
                  <c:v>0.23509999999998854</c:v>
                </c:pt>
                <c:pt idx="96">
                  <c:v>0.23500000000001364</c:v>
                </c:pt>
                <c:pt idx="97">
                  <c:v>0.23500000000001364</c:v>
                </c:pt>
                <c:pt idx="98">
                  <c:v>0.2348999999999819</c:v>
                </c:pt>
                <c:pt idx="99">
                  <c:v>0.2348999999999819</c:v>
                </c:pt>
                <c:pt idx="100">
                  <c:v>0.234800000000007</c:v>
                </c:pt>
                <c:pt idx="101">
                  <c:v>0.234800000000007</c:v>
                </c:pt>
                <c:pt idx="102">
                  <c:v>0.234800000000007</c:v>
                </c:pt>
                <c:pt idx="103">
                  <c:v>0.234800000000007</c:v>
                </c:pt>
                <c:pt idx="104">
                  <c:v>0.23469999999997526</c:v>
                </c:pt>
                <c:pt idx="105">
                  <c:v>0.23469999999997526</c:v>
                </c:pt>
                <c:pt idx="106">
                  <c:v>0.23469999999997526</c:v>
                </c:pt>
                <c:pt idx="107">
                  <c:v>0.23469999999997526</c:v>
                </c:pt>
                <c:pt idx="108">
                  <c:v>0.23460000000000036</c:v>
                </c:pt>
                <c:pt idx="109">
                  <c:v>0.23460000000000036</c:v>
                </c:pt>
                <c:pt idx="110">
                  <c:v>0.23460000000000036</c:v>
                </c:pt>
                <c:pt idx="111">
                  <c:v>0.23460000000000036</c:v>
                </c:pt>
                <c:pt idx="112">
                  <c:v>0.23469999999997526</c:v>
                </c:pt>
                <c:pt idx="113">
                  <c:v>0.23469999999997526</c:v>
                </c:pt>
                <c:pt idx="114">
                  <c:v>0.23469999999997526</c:v>
                </c:pt>
                <c:pt idx="115">
                  <c:v>0.234800000000007</c:v>
                </c:pt>
                <c:pt idx="116">
                  <c:v>0.234800000000007</c:v>
                </c:pt>
                <c:pt idx="117">
                  <c:v>0.2348999999999819</c:v>
                </c:pt>
                <c:pt idx="118">
                  <c:v>0.2348999999999819</c:v>
                </c:pt>
                <c:pt idx="119">
                  <c:v>0.2348999999999819</c:v>
                </c:pt>
                <c:pt idx="120">
                  <c:v>0.23500000000001364</c:v>
                </c:pt>
                <c:pt idx="121">
                  <c:v>0.23500000000001364</c:v>
                </c:pt>
                <c:pt idx="122">
                  <c:v>0.23509999999998854</c:v>
                </c:pt>
                <c:pt idx="123">
                  <c:v>0.23509999999998854</c:v>
                </c:pt>
                <c:pt idx="124">
                  <c:v>0.23509999999998854</c:v>
                </c:pt>
                <c:pt idx="125">
                  <c:v>0.23519999999996344</c:v>
                </c:pt>
                <c:pt idx="126">
                  <c:v>0.23519999999996344</c:v>
                </c:pt>
                <c:pt idx="127">
                  <c:v>0.23519999999996344</c:v>
                </c:pt>
                <c:pt idx="128">
                  <c:v>0.23529999999999518</c:v>
                </c:pt>
                <c:pt idx="129">
                  <c:v>0.23529999999999518</c:v>
                </c:pt>
                <c:pt idx="130">
                  <c:v>0.23529999999999518</c:v>
                </c:pt>
                <c:pt idx="131">
                  <c:v>0.23539999999997008</c:v>
                </c:pt>
                <c:pt idx="132">
                  <c:v>0.23539999999997008</c:v>
                </c:pt>
                <c:pt idx="133">
                  <c:v>0.23539999999997008</c:v>
                </c:pt>
                <c:pt idx="134">
                  <c:v>0.23550000000000182</c:v>
                </c:pt>
                <c:pt idx="135">
                  <c:v>0.23550000000000182</c:v>
                </c:pt>
                <c:pt idx="136">
                  <c:v>0.23550000000000182</c:v>
                </c:pt>
                <c:pt idx="137">
                  <c:v>0.23550000000000182</c:v>
                </c:pt>
                <c:pt idx="138">
                  <c:v>0.23550000000000182</c:v>
                </c:pt>
                <c:pt idx="139">
                  <c:v>0.23559999999997672</c:v>
                </c:pt>
                <c:pt idx="140">
                  <c:v>0.23559999999997672</c:v>
                </c:pt>
                <c:pt idx="141">
                  <c:v>0.23559999999997672</c:v>
                </c:pt>
                <c:pt idx="142">
                  <c:v>0.23559999999997672</c:v>
                </c:pt>
                <c:pt idx="143">
                  <c:v>0.23559999999997672</c:v>
                </c:pt>
                <c:pt idx="144">
                  <c:v>0.23559999999997672</c:v>
                </c:pt>
                <c:pt idx="145">
                  <c:v>0.23570000000000846</c:v>
                </c:pt>
                <c:pt idx="146">
                  <c:v>0.23570000000000846</c:v>
                </c:pt>
                <c:pt idx="147">
                  <c:v>0.23570000000000846</c:v>
                </c:pt>
                <c:pt idx="148">
                  <c:v>0.23570000000000846</c:v>
                </c:pt>
                <c:pt idx="149">
                  <c:v>0.23570000000000846</c:v>
                </c:pt>
                <c:pt idx="150">
                  <c:v>0.23570000000000846</c:v>
                </c:pt>
                <c:pt idx="151">
                  <c:v>0.23570000000000846</c:v>
                </c:pt>
                <c:pt idx="152">
                  <c:v>0.23570000000000846</c:v>
                </c:pt>
                <c:pt idx="153">
                  <c:v>0.23570000000000846</c:v>
                </c:pt>
                <c:pt idx="154">
                  <c:v>0.23570000000000846</c:v>
                </c:pt>
                <c:pt idx="155">
                  <c:v>0.23579999999998336</c:v>
                </c:pt>
                <c:pt idx="156">
                  <c:v>0.23579999999998336</c:v>
                </c:pt>
                <c:pt idx="157">
                  <c:v>0.23579999999998336</c:v>
                </c:pt>
                <c:pt idx="158">
                  <c:v>0.23579999999998336</c:v>
                </c:pt>
                <c:pt idx="159">
                  <c:v>0.2359000000000151</c:v>
                </c:pt>
                <c:pt idx="160">
                  <c:v>0.23579999999998336</c:v>
                </c:pt>
                <c:pt idx="161">
                  <c:v>0.23579999999998336</c:v>
                </c:pt>
                <c:pt idx="162">
                  <c:v>0.23559999999997672</c:v>
                </c:pt>
                <c:pt idx="163">
                  <c:v>0.23539999999997008</c:v>
                </c:pt>
                <c:pt idx="164">
                  <c:v>0.23519999999996344</c:v>
                </c:pt>
                <c:pt idx="165">
                  <c:v>0.2348999999999819</c:v>
                </c:pt>
                <c:pt idx="166">
                  <c:v>0.23469999999997526</c:v>
                </c:pt>
                <c:pt idx="167">
                  <c:v>0.23439999999999372</c:v>
                </c:pt>
                <c:pt idx="168">
                  <c:v>0.23419999999998709</c:v>
                </c:pt>
                <c:pt idx="169">
                  <c:v>0.23390000000000555</c:v>
                </c:pt>
                <c:pt idx="170">
                  <c:v>0.23359999999996717</c:v>
                </c:pt>
                <c:pt idx="171">
                  <c:v>0.23340000000001737</c:v>
                </c:pt>
                <c:pt idx="172">
                  <c:v>0.23320000000001073</c:v>
                </c:pt>
                <c:pt idx="173">
                  <c:v>0.23289999999997235</c:v>
                </c:pt>
                <c:pt idx="174">
                  <c:v>0.23269999999996571</c:v>
                </c:pt>
                <c:pt idx="175">
                  <c:v>0.23250000000001592</c:v>
                </c:pt>
                <c:pt idx="176">
                  <c:v>0.23230000000000928</c:v>
                </c:pt>
                <c:pt idx="177">
                  <c:v>0.23210000000000264</c:v>
                </c:pt>
                <c:pt idx="178">
                  <c:v>0.231899999999996</c:v>
                </c:pt>
                <c:pt idx="179">
                  <c:v>0.23179999999996426</c:v>
                </c:pt>
                <c:pt idx="180">
                  <c:v>0.23160000000001446</c:v>
                </c:pt>
                <c:pt idx="181">
                  <c:v>0.23140000000000782</c:v>
                </c:pt>
                <c:pt idx="182">
                  <c:v>0.23129999999997608</c:v>
                </c:pt>
                <c:pt idx="183">
                  <c:v>0.23109999999996944</c:v>
                </c:pt>
                <c:pt idx="184">
                  <c:v>0.2308999999999628</c:v>
                </c:pt>
                <c:pt idx="185">
                  <c:v>0.2308999999999628</c:v>
                </c:pt>
                <c:pt idx="186">
                  <c:v>0.23120000000000118</c:v>
                </c:pt>
                <c:pt idx="187">
                  <c:v>0.23160000000001446</c:v>
                </c:pt>
                <c:pt idx="188">
                  <c:v>0.23210000000000264</c:v>
                </c:pt>
                <c:pt idx="189">
                  <c:v>0.23279999999999745</c:v>
                </c:pt>
                <c:pt idx="190">
                  <c:v>0.23349999999999227</c:v>
                </c:pt>
                <c:pt idx="191">
                  <c:v>0.23419999999998709</c:v>
                </c:pt>
                <c:pt idx="192">
                  <c:v>0.2348999999999819</c:v>
                </c:pt>
                <c:pt idx="193">
                  <c:v>0.23559999999997672</c:v>
                </c:pt>
                <c:pt idx="194">
                  <c:v>0.23629999999997153</c:v>
                </c:pt>
                <c:pt idx="195">
                  <c:v>0.23699999999996635</c:v>
                </c:pt>
                <c:pt idx="196">
                  <c:v>0.23759999999998627</c:v>
                </c:pt>
                <c:pt idx="197">
                  <c:v>0.23820000000000618</c:v>
                </c:pt>
                <c:pt idx="198">
                  <c:v>0.23879999999996926</c:v>
                </c:pt>
                <c:pt idx="199">
                  <c:v>0.23930000000001428</c:v>
                </c:pt>
                <c:pt idx="200">
                  <c:v>0.23980000000000246</c:v>
                </c:pt>
                <c:pt idx="201">
                  <c:v>0.24029999999999063</c:v>
                </c:pt>
                <c:pt idx="202">
                  <c:v>0.24070000000000391</c:v>
                </c:pt>
                <c:pt idx="203">
                  <c:v>0.24119999999999209</c:v>
                </c:pt>
                <c:pt idx="204">
                  <c:v>0.24160000000000537</c:v>
                </c:pt>
                <c:pt idx="205">
                  <c:v>0.2418999999999869</c:v>
                </c:pt>
                <c:pt idx="206">
                  <c:v>0.24230000000000018</c:v>
                </c:pt>
                <c:pt idx="207">
                  <c:v>0.24259999999998172</c:v>
                </c:pt>
                <c:pt idx="208">
                  <c:v>0.24289999999996326</c:v>
                </c:pt>
                <c:pt idx="209">
                  <c:v>0.24320000000000164</c:v>
                </c:pt>
                <c:pt idx="210">
                  <c:v>0.24349999999998317</c:v>
                </c:pt>
                <c:pt idx="211">
                  <c:v>0.24369999999998981</c:v>
                </c:pt>
                <c:pt idx="212">
                  <c:v>0.24399999999997135</c:v>
                </c:pt>
                <c:pt idx="213">
                  <c:v>0.24419999999997799</c:v>
                </c:pt>
                <c:pt idx="214">
                  <c:v>0.24439999999998463</c:v>
                </c:pt>
                <c:pt idx="215">
                  <c:v>0.24450000000001637</c:v>
                </c:pt>
                <c:pt idx="216">
                  <c:v>0.24450000000001637</c:v>
                </c:pt>
                <c:pt idx="217">
                  <c:v>0.24430000000000973</c:v>
                </c:pt>
                <c:pt idx="218">
                  <c:v>0.24399999999997135</c:v>
                </c:pt>
                <c:pt idx="219">
                  <c:v>0.24360000000001492</c:v>
                </c:pt>
                <c:pt idx="220">
                  <c:v>0.2430999999999699</c:v>
                </c:pt>
                <c:pt idx="221">
                  <c:v>0.24259999999998172</c:v>
                </c:pt>
                <c:pt idx="222">
                  <c:v>0.24209999999999354</c:v>
                </c:pt>
                <c:pt idx="223">
                  <c:v>0.24160000000000537</c:v>
                </c:pt>
                <c:pt idx="224">
                  <c:v>0.24110000000001719</c:v>
                </c:pt>
                <c:pt idx="225">
                  <c:v>0.24070000000000391</c:v>
                </c:pt>
                <c:pt idx="226">
                  <c:v>0.24020000000001573</c:v>
                </c:pt>
                <c:pt idx="227">
                  <c:v>0.23980000000000246</c:v>
                </c:pt>
                <c:pt idx="228">
                  <c:v>0.23939999999998918</c:v>
                </c:pt>
                <c:pt idx="229">
                  <c:v>0.23910000000000764</c:v>
                </c:pt>
                <c:pt idx="230">
                  <c:v>0.23869999999999436</c:v>
                </c:pt>
                <c:pt idx="231">
                  <c:v>0.23840000000001282</c:v>
                </c:pt>
                <c:pt idx="232">
                  <c:v>0.23809999999997444</c:v>
                </c:pt>
                <c:pt idx="233">
                  <c:v>0.23779999999999291</c:v>
                </c:pt>
                <c:pt idx="234">
                  <c:v>0.23759999999998627</c:v>
                </c:pt>
                <c:pt idx="235">
                  <c:v>0.23739999999997963</c:v>
                </c:pt>
                <c:pt idx="236">
                  <c:v>0.23709999999999809</c:v>
                </c:pt>
                <c:pt idx="237">
                  <c:v>0.23689999999999145</c:v>
                </c:pt>
                <c:pt idx="238">
                  <c:v>0.23669999999998481</c:v>
                </c:pt>
                <c:pt idx="239">
                  <c:v>0.23660000000000991</c:v>
                </c:pt>
                <c:pt idx="240">
                  <c:v>0.23640000000000327</c:v>
                </c:pt>
                <c:pt idx="241">
                  <c:v>0.23629999999997153</c:v>
                </c:pt>
                <c:pt idx="242">
                  <c:v>0.23609999999996489</c:v>
                </c:pt>
                <c:pt idx="243">
                  <c:v>0.23599999999999</c:v>
                </c:pt>
                <c:pt idx="244">
                  <c:v>0.2359000000000151</c:v>
                </c:pt>
                <c:pt idx="245">
                  <c:v>0.23579999999998336</c:v>
                </c:pt>
                <c:pt idx="246">
                  <c:v>0.23570000000000846</c:v>
                </c:pt>
                <c:pt idx="247">
                  <c:v>0.23559999999997672</c:v>
                </c:pt>
                <c:pt idx="248">
                  <c:v>0.23550000000000182</c:v>
                </c:pt>
                <c:pt idx="249">
                  <c:v>0.23539999999997008</c:v>
                </c:pt>
                <c:pt idx="250">
                  <c:v>0.23529999999999518</c:v>
                </c:pt>
                <c:pt idx="251">
                  <c:v>0.23529999999999518</c:v>
                </c:pt>
                <c:pt idx="252">
                  <c:v>0.23519999999996344</c:v>
                </c:pt>
                <c:pt idx="253">
                  <c:v>0.23509999999998854</c:v>
                </c:pt>
                <c:pt idx="254">
                  <c:v>0.23509999999998854</c:v>
                </c:pt>
                <c:pt idx="255">
                  <c:v>0.23500000000001364</c:v>
                </c:pt>
                <c:pt idx="256">
                  <c:v>0.23500000000001364</c:v>
                </c:pt>
                <c:pt idx="257">
                  <c:v>0.2348999999999819</c:v>
                </c:pt>
                <c:pt idx="258">
                  <c:v>0.2348999999999819</c:v>
                </c:pt>
                <c:pt idx="259">
                  <c:v>0.2348999999999819</c:v>
                </c:pt>
                <c:pt idx="260">
                  <c:v>0.234800000000007</c:v>
                </c:pt>
                <c:pt idx="261">
                  <c:v>0.234800000000007</c:v>
                </c:pt>
                <c:pt idx="262">
                  <c:v>0.234800000000007</c:v>
                </c:pt>
                <c:pt idx="263">
                  <c:v>0.23469999999997526</c:v>
                </c:pt>
                <c:pt idx="264">
                  <c:v>0.23469999999997526</c:v>
                </c:pt>
                <c:pt idx="265">
                  <c:v>0.23469999999997526</c:v>
                </c:pt>
                <c:pt idx="266">
                  <c:v>0.23469999999997526</c:v>
                </c:pt>
                <c:pt idx="267">
                  <c:v>0.23469999999997526</c:v>
                </c:pt>
                <c:pt idx="268">
                  <c:v>0.23469999999997526</c:v>
                </c:pt>
                <c:pt idx="269">
                  <c:v>0.23469999999997526</c:v>
                </c:pt>
                <c:pt idx="270">
                  <c:v>0.234800000000007</c:v>
                </c:pt>
                <c:pt idx="271">
                  <c:v>0.234800000000007</c:v>
                </c:pt>
                <c:pt idx="272">
                  <c:v>0.234800000000007</c:v>
                </c:pt>
                <c:pt idx="273">
                  <c:v>0.2348999999999819</c:v>
                </c:pt>
                <c:pt idx="274">
                  <c:v>0.2348999999999819</c:v>
                </c:pt>
                <c:pt idx="275">
                  <c:v>0.2348999999999819</c:v>
                </c:pt>
                <c:pt idx="276">
                  <c:v>0.23500000000001364</c:v>
                </c:pt>
                <c:pt idx="277">
                  <c:v>0.23500000000001364</c:v>
                </c:pt>
                <c:pt idx="278">
                  <c:v>0.23509999999998854</c:v>
                </c:pt>
                <c:pt idx="279">
                  <c:v>0.23509999999998854</c:v>
                </c:pt>
                <c:pt idx="280">
                  <c:v>0.23509999999998854</c:v>
                </c:pt>
                <c:pt idx="281">
                  <c:v>0.23519999999996344</c:v>
                </c:pt>
                <c:pt idx="282">
                  <c:v>0.23519999999996344</c:v>
                </c:pt>
                <c:pt idx="283">
                  <c:v>0.23519999999996344</c:v>
                </c:pt>
                <c:pt idx="284">
                  <c:v>0.23529999999999518</c:v>
                </c:pt>
                <c:pt idx="285">
                  <c:v>0.23529999999999518</c:v>
                </c:pt>
                <c:pt idx="286">
                  <c:v>0.23529999999999518</c:v>
                </c:pt>
                <c:pt idx="287">
                  <c:v>0.23539999999997008</c:v>
                </c:pt>
                <c:pt idx="288">
                  <c:v>0.23539999999997008</c:v>
                </c:pt>
                <c:pt idx="289">
                  <c:v>0.23539999999997008</c:v>
                </c:pt>
                <c:pt idx="290">
                  <c:v>0.23539999999997008</c:v>
                </c:pt>
                <c:pt idx="291">
                  <c:v>0.23550000000000182</c:v>
                </c:pt>
                <c:pt idx="292">
                  <c:v>0.23550000000000182</c:v>
                </c:pt>
                <c:pt idx="293">
                  <c:v>0.23550000000000182</c:v>
                </c:pt>
                <c:pt idx="294">
                  <c:v>0.23550000000000182</c:v>
                </c:pt>
                <c:pt idx="295">
                  <c:v>0.23559999999997672</c:v>
                </c:pt>
                <c:pt idx="296">
                  <c:v>0.23559999999997672</c:v>
                </c:pt>
                <c:pt idx="297">
                  <c:v>0.23559999999997672</c:v>
                </c:pt>
                <c:pt idx="298">
                  <c:v>0.23559999999997672</c:v>
                </c:pt>
                <c:pt idx="299">
                  <c:v>0.23559999999997672</c:v>
                </c:pt>
                <c:pt idx="300">
                  <c:v>0.23559999999997672</c:v>
                </c:pt>
                <c:pt idx="301">
                  <c:v>0.23570000000000846</c:v>
                </c:pt>
                <c:pt idx="302">
                  <c:v>0.23570000000000846</c:v>
                </c:pt>
                <c:pt idx="303">
                  <c:v>0.23570000000000846</c:v>
                </c:pt>
                <c:pt idx="304">
                  <c:v>0.23570000000000846</c:v>
                </c:pt>
                <c:pt idx="305">
                  <c:v>0.23570000000000846</c:v>
                </c:pt>
                <c:pt idx="306">
                  <c:v>0.23570000000000846</c:v>
                </c:pt>
                <c:pt idx="307">
                  <c:v>0.23570000000000846</c:v>
                </c:pt>
                <c:pt idx="308">
                  <c:v>0.23570000000000846</c:v>
                </c:pt>
                <c:pt idx="309">
                  <c:v>0.23570000000000846</c:v>
                </c:pt>
                <c:pt idx="310">
                  <c:v>0.23570000000000846</c:v>
                </c:pt>
                <c:pt idx="311">
                  <c:v>0.23579999999998336</c:v>
                </c:pt>
                <c:pt idx="312">
                  <c:v>0.23579999999998336</c:v>
                </c:pt>
                <c:pt idx="313">
                  <c:v>0.23579999999998336</c:v>
                </c:pt>
                <c:pt idx="314">
                  <c:v>0.23579999999998336</c:v>
                </c:pt>
                <c:pt idx="315">
                  <c:v>0.23579999999998336</c:v>
                </c:pt>
                <c:pt idx="316">
                  <c:v>0.2359000000000151</c:v>
                </c:pt>
                <c:pt idx="317">
                  <c:v>0.23579999999998336</c:v>
                </c:pt>
                <c:pt idx="318">
                  <c:v>0.23570000000000846</c:v>
                </c:pt>
                <c:pt idx="319">
                  <c:v>0.23559999999997672</c:v>
                </c:pt>
                <c:pt idx="320">
                  <c:v>0.23539999999997008</c:v>
                </c:pt>
                <c:pt idx="321">
                  <c:v>0.23519999999996344</c:v>
                </c:pt>
                <c:pt idx="322">
                  <c:v>0.2348999999999819</c:v>
                </c:pt>
                <c:pt idx="323">
                  <c:v>0.23460000000000036</c:v>
                </c:pt>
                <c:pt idx="324">
                  <c:v>0.23439999999999372</c:v>
                </c:pt>
                <c:pt idx="325">
                  <c:v>0.23410000000001219</c:v>
                </c:pt>
                <c:pt idx="326">
                  <c:v>0.23390000000000555</c:v>
                </c:pt>
                <c:pt idx="327">
                  <c:v>0.23359999999996717</c:v>
                </c:pt>
                <c:pt idx="328">
                  <c:v>0.23340000000001737</c:v>
                </c:pt>
                <c:pt idx="329">
                  <c:v>0.23309999999997899</c:v>
                </c:pt>
                <c:pt idx="330">
                  <c:v>0.23289999999997235</c:v>
                </c:pt>
                <c:pt idx="331">
                  <c:v>0.23269999999996571</c:v>
                </c:pt>
                <c:pt idx="332">
                  <c:v>0.23250000000001592</c:v>
                </c:pt>
                <c:pt idx="333">
                  <c:v>0.23230000000000928</c:v>
                </c:pt>
                <c:pt idx="334">
                  <c:v>0.23210000000000264</c:v>
                </c:pt>
                <c:pt idx="335">
                  <c:v>0.231899999999996</c:v>
                </c:pt>
                <c:pt idx="336">
                  <c:v>0.23179999999996426</c:v>
                </c:pt>
                <c:pt idx="337">
                  <c:v>0.23160000000001446</c:v>
                </c:pt>
                <c:pt idx="338">
                  <c:v>0.23140000000000782</c:v>
                </c:pt>
                <c:pt idx="339">
                  <c:v>0.23129999999997608</c:v>
                </c:pt>
                <c:pt idx="340">
                  <c:v>0.23109999999996944</c:v>
                </c:pt>
                <c:pt idx="341">
                  <c:v>0.2308999999999628</c:v>
                </c:pt>
                <c:pt idx="342">
                  <c:v>0.23099999999999454</c:v>
                </c:pt>
                <c:pt idx="343">
                  <c:v>0.23120000000000118</c:v>
                </c:pt>
                <c:pt idx="344">
                  <c:v>0.23160000000001446</c:v>
                </c:pt>
                <c:pt idx="345">
                  <c:v>0.23219999999997754</c:v>
                </c:pt>
                <c:pt idx="346">
                  <c:v>0.23289999999997235</c:v>
                </c:pt>
                <c:pt idx="347">
                  <c:v>0.23359999999996717</c:v>
                </c:pt>
                <c:pt idx="348">
                  <c:v>0.23430000000001883</c:v>
                </c:pt>
                <c:pt idx="349">
                  <c:v>0.23500000000001364</c:v>
                </c:pt>
                <c:pt idx="350">
                  <c:v>0.23570000000000846</c:v>
                </c:pt>
                <c:pt idx="351">
                  <c:v>0.23640000000000327</c:v>
                </c:pt>
                <c:pt idx="352">
                  <c:v>0.23709999999999809</c:v>
                </c:pt>
                <c:pt idx="353">
                  <c:v>0.23770000000001801</c:v>
                </c:pt>
                <c:pt idx="354">
                  <c:v>0.23829999999998108</c:v>
                </c:pt>
                <c:pt idx="355">
                  <c:v>0.23879999999996926</c:v>
                </c:pt>
                <c:pt idx="356">
                  <c:v>0.23939999999998918</c:v>
                </c:pt>
                <c:pt idx="357">
                  <c:v>0.23989999999997735</c:v>
                </c:pt>
                <c:pt idx="358">
                  <c:v>0.24039999999996553</c:v>
                </c:pt>
                <c:pt idx="359">
                  <c:v>0.24079999999997881</c:v>
                </c:pt>
                <c:pt idx="360">
                  <c:v>0.24119999999999209</c:v>
                </c:pt>
                <c:pt idx="361">
                  <c:v>0.24119999999999209</c:v>
                </c:pt>
                <c:pt idx="362">
                  <c:v>0.24160000000000537</c:v>
                </c:pt>
                <c:pt idx="363">
                  <c:v>0.24200000000001864</c:v>
                </c:pt>
                <c:pt idx="364">
                  <c:v>0.24230000000000018</c:v>
                </c:pt>
                <c:pt idx="365">
                  <c:v>0.24270000000001346</c:v>
                </c:pt>
                <c:pt idx="366">
                  <c:v>0.242999999999995</c:v>
                </c:pt>
                <c:pt idx="367">
                  <c:v>0.24329999999997654</c:v>
                </c:pt>
                <c:pt idx="368">
                  <c:v>0.24349999999998317</c:v>
                </c:pt>
                <c:pt idx="369">
                  <c:v>0.24379999999996471</c:v>
                </c:pt>
                <c:pt idx="370">
                  <c:v>0.24399999999997135</c:v>
                </c:pt>
                <c:pt idx="371">
                  <c:v>0.24419999999997799</c:v>
                </c:pt>
                <c:pt idx="372">
                  <c:v>0.24439999999998463</c:v>
                </c:pt>
                <c:pt idx="373">
                  <c:v>0.24450000000001637</c:v>
                </c:pt>
                <c:pt idx="374">
                  <c:v>0.24450000000001637</c:v>
                </c:pt>
                <c:pt idx="375">
                  <c:v>0.24430000000000973</c:v>
                </c:pt>
                <c:pt idx="376">
                  <c:v>0.24389999999999645</c:v>
                </c:pt>
                <c:pt idx="377">
                  <c:v>0.24349999999998317</c:v>
                </c:pt>
                <c:pt idx="378">
                  <c:v>0.242999999999995</c:v>
                </c:pt>
                <c:pt idx="379">
                  <c:v>0.24250000000000682</c:v>
                </c:pt>
                <c:pt idx="380">
                  <c:v>0.24200000000001864</c:v>
                </c:pt>
                <c:pt idx="381">
                  <c:v>0.24149999999997362</c:v>
                </c:pt>
                <c:pt idx="382">
                  <c:v>0.24099999999998545</c:v>
                </c:pt>
                <c:pt idx="383">
                  <c:v>0.24059999999997217</c:v>
                </c:pt>
                <c:pt idx="384">
                  <c:v>0.24020000000001573</c:v>
                </c:pt>
                <c:pt idx="385">
                  <c:v>0.23980000000000246</c:v>
                </c:pt>
                <c:pt idx="386">
                  <c:v>0.23939999999998918</c:v>
                </c:pt>
                <c:pt idx="387">
                  <c:v>0.2389999999999759</c:v>
                </c:pt>
                <c:pt idx="388">
                  <c:v>0.23869999999999436</c:v>
                </c:pt>
                <c:pt idx="389">
                  <c:v>0.23840000000001282</c:v>
                </c:pt>
                <c:pt idx="390">
                  <c:v>0.23809999999997444</c:v>
                </c:pt>
                <c:pt idx="391">
                  <c:v>0.23779999999999291</c:v>
                </c:pt>
                <c:pt idx="392">
                  <c:v>0.23759999999998627</c:v>
                </c:pt>
                <c:pt idx="393">
                  <c:v>0.23730000000000473</c:v>
                </c:pt>
                <c:pt idx="394">
                  <c:v>0.23709999999999809</c:v>
                </c:pt>
                <c:pt idx="395">
                  <c:v>0.23689999999999145</c:v>
                </c:pt>
                <c:pt idx="396">
                  <c:v>0.23669999999998481</c:v>
                </c:pt>
                <c:pt idx="397">
                  <c:v>0.23649999999997817</c:v>
                </c:pt>
                <c:pt idx="398">
                  <c:v>0.23640000000000327</c:v>
                </c:pt>
                <c:pt idx="399">
                  <c:v>0.23619999999999663</c:v>
                </c:pt>
                <c:pt idx="400">
                  <c:v>0.23609999999996489</c:v>
                </c:pt>
                <c:pt idx="401">
                  <c:v>0.23599999999999</c:v>
                </c:pt>
                <c:pt idx="402">
                  <c:v>0.2359000000000151</c:v>
                </c:pt>
                <c:pt idx="403">
                  <c:v>0.23579999999998336</c:v>
                </c:pt>
                <c:pt idx="404">
                  <c:v>0.23570000000000846</c:v>
                </c:pt>
                <c:pt idx="405">
                  <c:v>0.23559999999997672</c:v>
                </c:pt>
                <c:pt idx="406">
                  <c:v>0.23550000000000182</c:v>
                </c:pt>
                <c:pt idx="407">
                  <c:v>0.23539999999997008</c:v>
                </c:pt>
                <c:pt idx="408">
                  <c:v>0.23529999999999518</c:v>
                </c:pt>
                <c:pt idx="409">
                  <c:v>0.23529999999999518</c:v>
                </c:pt>
                <c:pt idx="410">
                  <c:v>0.23519999999996344</c:v>
                </c:pt>
                <c:pt idx="411">
                  <c:v>0.23509999999998854</c:v>
                </c:pt>
                <c:pt idx="412">
                  <c:v>0.23509999999998854</c:v>
                </c:pt>
                <c:pt idx="413">
                  <c:v>0.23500000000001364</c:v>
                </c:pt>
                <c:pt idx="414">
                  <c:v>0.23500000000001364</c:v>
                </c:pt>
                <c:pt idx="415">
                  <c:v>0.2348999999999819</c:v>
                </c:pt>
                <c:pt idx="416">
                  <c:v>0.2348999999999819</c:v>
                </c:pt>
                <c:pt idx="417">
                  <c:v>0.2348999999999819</c:v>
                </c:pt>
                <c:pt idx="418">
                  <c:v>0.234800000000007</c:v>
                </c:pt>
                <c:pt idx="419">
                  <c:v>0.234800000000007</c:v>
                </c:pt>
                <c:pt idx="420">
                  <c:v>0.234800000000007</c:v>
                </c:pt>
                <c:pt idx="421">
                  <c:v>0.23469999999997526</c:v>
                </c:pt>
                <c:pt idx="422">
                  <c:v>0.23469999999997526</c:v>
                </c:pt>
                <c:pt idx="423">
                  <c:v>0.23469999999997526</c:v>
                </c:pt>
                <c:pt idx="424">
                  <c:v>0.23469999999997526</c:v>
                </c:pt>
                <c:pt idx="425">
                  <c:v>0.23469999999997526</c:v>
                </c:pt>
                <c:pt idx="426">
                  <c:v>0.23469999999997526</c:v>
                </c:pt>
                <c:pt idx="427">
                  <c:v>0.23469999999997526</c:v>
                </c:pt>
                <c:pt idx="428">
                  <c:v>0.234800000000007</c:v>
                </c:pt>
                <c:pt idx="429">
                  <c:v>0.234800000000007</c:v>
                </c:pt>
                <c:pt idx="430">
                  <c:v>0.234800000000007</c:v>
                </c:pt>
                <c:pt idx="431">
                  <c:v>0.2348999999999819</c:v>
                </c:pt>
                <c:pt idx="432">
                  <c:v>0.2348999999999819</c:v>
                </c:pt>
                <c:pt idx="433">
                  <c:v>0.23500000000001364</c:v>
                </c:pt>
                <c:pt idx="434">
                  <c:v>0.23500000000001364</c:v>
                </c:pt>
                <c:pt idx="435">
                  <c:v>0.23500000000001364</c:v>
                </c:pt>
                <c:pt idx="436">
                  <c:v>0.23509999999998854</c:v>
                </c:pt>
                <c:pt idx="437">
                  <c:v>0.23509999999998854</c:v>
                </c:pt>
                <c:pt idx="438">
                  <c:v>0.23509999999998854</c:v>
                </c:pt>
                <c:pt idx="439">
                  <c:v>0.23519999999996344</c:v>
                </c:pt>
                <c:pt idx="440">
                  <c:v>0.23519999999996344</c:v>
                </c:pt>
                <c:pt idx="441">
                  <c:v>0.23519999999996344</c:v>
                </c:pt>
                <c:pt idx="442">
                  <c:v>0.23529999999999518</c:v>
                </c:pt>
                <c:pt idx="443">
                  <c:v>0.23529999999999518</c:v>
                </c:pt>
                <c:pt idx="444">
                  <c:v>0.23529999999999518</c:v>
                </c:pt>
                <c:pt idx="445">
                  <c:v>0.23539999999997008</c:v>
                </c:pt>
                <c:pt idx="446">
                  <c:v>0.23539999999997008</c:v>
                </c:pt>
                <c:pt idx="447">
                  <c:v>0.23539999999997008</c:v>
                </c:pt>
                <c:pt idx="448">
                  <c:v>0.23550000000000182</c:v>
                </c:pt>
                <c:pt idx="449">
                  <c:v>0.23550000000000182</c:v>
                </c:pt>
                <c:pt idx="450">
                  <c:v>0.23550000000000182</c:v>
                </c:pt>
                <c:pt idx="451">
                  <c:v>0.23550000000000182</c:v>
                </c:pt>
                <c:pt idx="452">
                  <c:v>0.23550000000000182</c:v>
                </c:pt>
                <c:pt idx="453">
                  <c:v>0.23550000000000182</c:v>
                </c:pt>
                <c:pt idx="454">
                  <c:v>0.23559999999997672</c:v>
                </c:pt>
                <c:pt idx="455">
                  <c:v>0.23559999999997672</c:v>
                </c:pt>
                <c:pt idx="456">
                  <c:v>0.23559999999997672</c:v>
                </c:pt>
                <c:pt idx="457">
                  <c:v>0.23559999999997672</c:v>
                </c:pt>
                <c:pt idx="458">
                  <c:v>0.23559999999997672</c:v>
                </c:pt>
                <c:pt idx="459">
                  <c:v>0.23559999999997672</c:v>
                </c:pt>
                <c:pt idx="460">
                  <c:v>0.23570000000000846</c:v>
                </c:pt>
                <c:pt idx="461">
                  <c:v>0.23570000000000846</c:v>
                </c:pt>
                <c:pt idx="462">
                  <c:v>0.23570000000000846</c:v>
                </c:pt>
                <c:pt idx="463">
                  <c:v>0.23570000000000846</c:v>
                </c:pt>
                <c:pt idx="464">
                  <c:v>0.23570000000000846</c:v>
                </c:pt>
                <c:pt idx="465">
                  <c:v>0.23570000000000846</c:v>
                </c:pt>
                <c:pt idx="466">
                  <c:v>0.23570000000000846</c:v>
                </c:pt>
                <c:pt idx="467">
                  <c:v>0.23570000000000846</c:v>
                </c:pt>
                <c:pt idx="468">
                  <c:v>0.23570000000000846</c:v>
                </c:pt>
                <c:pt idx="469">
                  <c:v>0.23570000000000846</c:v>
                </c:pt>
                <c:pt idx="470">
                  <c:v>0.23579999999998336</c:v>
                </c:pt>
                <c:pt idx="471">
                  <c:v>0.23579999999998336</c:v>
                </c:pt>
                <c:pt idx="472">
                  <c:v>0.23579999999998336</c:v>
                </c:pt>
                <c:pt idx="473">
                  <c:v>0.23579999999998336</c:v>
                </c:pt>
                <c:pt idx="474">
                  <c:v>0.23579999999998336</c:v>
                </c:pt>
                <c:pt idx="475">
                  <c:v>0.2359000000000151</c:v>
                </c:pt>
                <c:pt idx="476">
                  <c:v>0.23579999999998336</c:v>
                </c:pt>
                <c:pt idx="477">
                  <c:v>0.23570000000000846</c:v>
                </c:pt>
                <c:pt idx="478">
                  <c:v>0.23559999999997672</c:v>
                </c:pt>
                <c:pt idx="479">
                  <c:v>0.23529999999999518</c:v>
                </c:pt>
                <c:pt idx="480">
                  <c:v>0.23509999999998854</c:v>
                </c:pt>
                <c:pt idx="481">
                  <c:v>0.2348999999999819</c:v>
                </c:pt>
                <c:pt idx="482">
                  <c:v>0.23460000000000036</c:v>
                </c:pt>
                <c:pt idx="483">
                  <c:v>0.23430000000001883</c:v>
                </c:pt>
                <c:pt idx="484">
                  <c:v>0.23410000000001219</c:v>
                </c:pt>
                <c:pt idx="485">
                  <c:v>0.23379999999997381</c:v>
                </c:pt>
                <c:pt idx="486">
                  <c:v>0.23359999999996717</c:v>
                </c:pt>
                <c:pt idx="487">
                  <c:v>0.23329999999998563</c:v>
                </c:pt>
                <c:pt idx="488">
                  <c:v>0.23309999999997899</c:v>
                </c:pt>
                <c:pt idx="489">
                  <c:v>0.23289999999997235</c:v>
                </c:pt>
                <c:pt idx="490">
                  <c:v>0.23269999999996571</c:v>
                </c:pt>
                <c:pt idx="491">
                  <c:v>0.23250000000001592</c:v>
                </c:pt>
                <c:pt idx="492">
                  <c:v>0.23230000000000928</c:v>
                </c:pt>
                <c:pt idx="493">
                  <c:v>0.23210000000000264</c:v>
                </c:pt>
                <c:pt idx="494">
                  <c:v>0.231899999999996</c:v>
                </c:pt>
                <c:pt idx="495">
                  <c:v>0.23169999999998936</c:v>
                </c:pt>
                <c:pt idx="496">
                  <c:v>0.23160000000001446</c:v>
                </c:pt>
                <c:pt idx="497">
                  <c:v>0.23140000000000782</c:v>
                </c:pt>
                <c:pt idx="498">
                  <c:v>0.23129999999997608</c:v>
                </c:pt>
                <c:pt idx="499">
                  <c:v>0.23109999999996944</c:v>
                </c:pt>
                <c:pt idx="500">
                  <c:v>0.2308999999999628</c:v>
                </c:pt>
                <c:pt idx="501">
                  <c:v>0.23099999999999454</c:v>
                </c:pt>
                <c:pt idx="502">
                  <c:v>0.23129999999997608</c:v>
                </c:pt>
                <c:pt idx="503">
                  <c:v>0.23169999999998936</c:v>
                </c:pt>
                <c:pt idx="504">
                  <c:v>0.23230000000000928</c:v>
                </c:pt>
                <c:pt idx="505">
                  <c:v>0.23300000000000409</c:v>
                </c:pt>
                <c:pt idx="506">
                  <c:v>0.23369999999999891</c:v>
                </c:pt>
                <c:pt idx="507">
                  <c:v>0.23439999999999372</c:v>
                </c:pt>
                <c:pt idx="508">
                  <c:v>0.23509999999998854</c:v>
                </c:pt>
                <c:pt idx="509">
                  <c:v>0.23579999999998336</c:v>
                </c:pt>
                <c:pt idx="510">
                  <c:v>0.23649999999997817</c:v>
                </c:pt>
                <c:pt idx="511">
                  <c:v>0.23719999999997299</c:v>
                </c:pt>
                <c:pt idx="512">
                  <c:v>0.23779999999999291</c:v>
                </c:pt>
                <c:pt idx="513">
                  <c:v>0.23840000000001282</c:v>
                </c:pt>
                <c:pt idx="514">
                  <c:v>0.238900000000001</c:v>
                </c:pt>
                <c:pt idx="515">
                  <c:v>0.23949999999996407</c:v>
                </c:pt>
                <c:pt idx="516">
                  <c:v>0.24000000000000909</c:v>
                </c:pt>
                <c:pt idx="517">
                  <c:v>0.24039999999996553</c:v>
                </c:pt>
                <c:pt idx="518">
                  <c:v>0.24090000000001055</c:v>
                </c:pt>
                <c:pt idx="519">
                  <c:v>0.24129999999996699</c:v>
                </c:pt>
                <c:pt idx="520">
                  <c:v>0.24169999999998026</c:v>
                </c:pt>
                <c:pt idx="521">
                  <c:v>0.24209999999999354</c:v>
                </c:pt>
                <c:pt idx="522">
                  <c:v>0.24239999999997508</c:v>
                </c:pt>
                <c:pt idx="523">
                  <c:v>0.24270000000001346</c:v>
                </c:pt>
                <c:pt idx="524">
                  <c:v>0.242999999999995</c:v>
                </c:pt>
                <c:pt idx="525">
                  <c:v>0.24329999999997654</c:v>
                </c:pt>
                <c:pt idx="526">
                  <c:v>0.24360000000001492</c:v>
                </c:pt>
                <c:pt idx="527">
                  <c:v>0.24379999999996471</c:v>
                </c:pt>
                <c:pt idx="528">
                  <c:v>0.24399999999997135</c:v>
                </c:pt>
                <c:pt idx="529">
                  <c:v>0.24430000000000973</c:v>
                </c:pt>
                <c:pt idx="530">
                  <c:v>0.24450000000001637</c:v>
                </c:pt>
                <c:pt idx="531">
                  <c:v>0.24459999999999127</c:v>
                </c:pt>
                <c:pt idx="532">
                  <c:v>0.24450000000001637</c:v>
                </c:pt>
              </c:numCache>
            </c:numRef>
          </c:yVal>
          <c:smooth val="1"/>
          <c:extLst>
            <c:ext xmlns:c16="http://schemas.microsoft.com/office/drawing/2014/chart" uri="{C3380CC4-5D6E-409C-BE32-E72D297353CC}">
              <c16:uniqueId val="{0000000E-4233-4E9D-9D6D-D06060CC9530}"/>
            </c:ext>
          </c:extLst>
        </c:ser>
        <c:ser>
          <c:idx val="15"/>
          <c:order val="15"/>
          <c:tx>
            <c:strRef>
              <c:f>PM50000_Temps_oc5l2_50000!$BBR$1</c:f>
              <c:strCache>
                <c:ptCount val="1"/>
                <c:pt idx="0">
                  <c:v>TELE_PM_INTERIOR.16</c:v>
                </c:pt>
              </c:strCache>
            </c:strRef>
          </c:tx>
          <c:spPr>
            <a:ln w="19050" cap="rnd">
              <a:solidFill>
                <a:schemeClr val="accent4">
                  <a:lumMod val="80000"/>
                  <a:lumOff val="20000"/>
                </a:schemeClr>
              </a:solidFill>
              <a:round/>
            </a:ln>
            <a:effectLst/>
          </c:spPr>
          <c:marker>
            <c:symbol val="circle"/>
            <c:size val="5"/>
            <c:spPr>
              <a:solidFill>
                <a:schemeClr val="accent4">
                  <a:lumMod val="80000"/>
                  <a:lumOff val="20000"/>
                </a:schemeClr>
              </a:solidFill>
              <a:ln w="9525">
                <a:solidFill>
                  <a:schemeClr val="accent4">
                    <a:lumMod val="80000"/>
                    <a:lumOff val="2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PM50000_Temps_oc5l2_50000!$BBR$2:$BBR$536</c:f>
              <c:numCache>
                <c:formatCode>General</c:formatCode>
                <c:ptCount val="533"/>
                <c:pt idx="0">
                  <c:v>0</c:v>
                </c:pt>
                <c:pt idx="1">
                  <c:v>1.0000000000331966E-3</c:v>
                </c:pt>
                <c:pt idx="2">
                  <c:v>5.7000000000471118E-3</c:v>
                </c:pt>
                <c:pt idx="3">
                  <c:v>1.4000000000010004E-2</c:v>
                </c:pt>
                <c:pt idx="4">
                  <c:v>2.4900000000002365E-2</c:v>
                </c:pt>
                <c:pt idx="5">
                  <c:v>3.7300000000016098E-2</c:v>
                </c:pt>
                <c:pt idx="6">
                  <c:v>5.0300000000049749E-2</c:v>
                </c:pt>
                <c:pt idx="7">
                  <c:v>6.3400000000001455E-2</c:v>
                </c:pt>
                <c:pt idx="8">
                  <c:v>7.6300000000003365E-2</c:v>
                </c:pt>
                <c:pt idx="9">
                  <c:v>8.8600000000042201E-2</c:v>
                </c:pt>
                <c:pt idx="10">
                  <c:v>0.10020000000002938</c:v>
                </c:pt>
                <c:pt idx="11">
                  <c:v>0.11110000000002174</c:v>
                </c:pt>
                <c:pt idx="12">
                  <c:v>0.12130000000001928</c:v>
                </c:pt>
                <c:pt idx="13">
                  <c:v>0.13070000000004711</c:v>
                </c:pt>
                <c:pt idx="14">
                  <c:v>0.13940000000002328</c:v>
                </c:pt>
                <c:pt idx="15">
                  <c:v>0.14740000000000464</c:v>
                </c:pt>
                <c:pt idx="16">
                  <c:v>0.15470000000004802</c:v>
                </c:pt>
                <c:pt idx="17">
                  <c:v>0.16150000000004638</c:v>
                </c:pt>
                <c:pt idx="18">
                  <c:v>0.16760000000004993</c:v>
                </c:pt>
                <c:pt idx="19">
                  <c:v>0.1733000000000402</c:v>
                </c:pt>
                <c:pt idx="20">
                  <c:v>0.17850000000004229</c:v>
                </c:pt>
                <c:pt idx="21">
                  <c:v>0.18319999999999936</c:v>
                </c:pt>
                <c:pt idx="22">
                  <c:v>0.1875</c:v>
                </c:pt>
                <c:pt idx="23">
                  <c:v>0.1915000000000191</c:v>
                </c:pt>
                <c:pt idx="24">
                  <c:v>0.19510000000002492</c:v>
                </c:pt>
                <c:pt idx="25">
                  <c:v>0.1984000000000492</c:v>
                </c:pt>
                <c:pt idx="26">
                  <c:v>0.20140000000003511</c:v>
                </c:pt>
                <c:pt idx="27">
                  <c:v>0.20410000000003947</c:v>
                </c:pt>
                <c:pt idx="28">
                  <c:v>0.20680000000004384</c:v>
                </c:pt>
                <c:pt idx="29">
                  <c:v>0.20940000000001646</c:v>
                </c:pt>
                <c:pt idx="30">
                  <c:v>0.21210000000002083</c:v>
                </c:pt>
                <c:pt idx="31">
                  <c:v>0.2147000000000503</c:v>
                </c:pt>
                <c:pt idx="32">
                  <c:v>0.21720000000004802</c:v>
                </c:pt>
                <c:pt idx="33">
                  <c:v>0.21960000000001401</c:v>
                </c:pt>
                <c:pt idx="34">
                  <c:v>0.22190000000000509</c:v>
                </c:pt>
                <c:pt idx="35">
                  <c:v>0.22400000000004638</c:v>
                </c:pt>
                <c:pt idx="36">
                  <c:v>0.22610000000003083</c:v>
                </c:pt>
                <c:pt idx="37">
                  <c:v>0.22790000000003374</c:v>
                </c:pt>
                <c:pt idx="38">
                  <c:v>0.22970000000003665</c:v>
                </c:pt>
                <c:pt idx="39">
                  <c:v>0.23140000000000782</c:v>
                </c:pt>
                <c:pt idx="40">
                  <c:v>0.23290000000002919</c:v>
                </c:pt>
                <c:pt idx="41">
                  <c:v>0.23430000000001883</c:v>
                </c:pt>
                <c:pt idx="42">
                  <c:v>0.23560000000003356</c:v>
                </c:pt>
                <c:pt idx="43">
                  <c:v>0.23680000000001655</c:v>
                </c:pt>
                <c:pt idx="44">
                  <c:v>0.23799999999999955</c:v>
                </c:pt>
                <c:pt idx="45">
                  <c:v>0.23900000000003274</c:v>
                </c:pt>
                <c:pt idx="46">
                  <c:v>0.24000000000000909</c:v>
                </c:pt>
                <c:pt idx="47">
                  <c:v>0.24090000000001055</c:v>
                </c:pt>
                <c:pt idx="48">
                  <c:v>0.24170000000003711</c:v>
                </c:pt>
                <c:pt idx="49">
                  <c:v>0.24250000000000682</c:v>
                </c:pt>
                <c:pt idx="50">
                  <c:v>0.24320000000000164</c:v>
                </c:pt>
                <c:pt idx="51">
                  <c:v>0.24389999999999645</c:v>
                </c:pt>
                <c:pt idx="52">
                  <c:v>0.24450000000001637</c:v>
                </c:pt>
                <c:pt idx="53">
                  <c:v>0.24510000000003629</c:v>
                </c:pt>
                <c:pt idx="54">
                  <c:v>0.24560000000002447</c:v>
                </c:pt>
                <c:pt idx="55">
                  <c:v>0.24610000000001264</c:v>
                </c:pt>
                <c:pt idx="56">
                  <c:v>0.24660000000000082</c:v>
                </c:pt>
                <c:pt idx="57">
                  <c:v>0.2470000000000141</c:v>
                </c:pt>
                <c:pt idx="58">
                  <c:v>0.24740000000002738</c:v>
                </c:pt>
                <c:pt idx="59">
                  <c:v>0.24750000000000227</c:v>
                </c:pt>
                <c:pt idx="60">
                  <c:v>0.24750000000000227</c:v>
                </c:pt>
                <c:pt idx="61">
                  <c:v>0.24729999999999563</c:v>
                </c:pt>
                <c:pt idx="62">
                  <c:v>0.2470000000000141</c:v>
                </c:pt>
                <c:pt idx="63">
                  <c:v>0.24670000000003256</c:v>
                </c:pt>
                <c:pt idx="64">
                  <c:v>0.24630000000001928</c:v>
                </c:pt>
                <c:pt idx="65">
                  <c:v>0.245900000000006</c:v>
                </c:pt>
                <c:pt idx="66">
                  <c:v>0.24550000000004957</c:v>
                </c:pt>
                <c:pt idx="67">
                  <c:v>0.24520000000001119</c:v>
                </c:pt>
                <c:pt idx="68">
                  <c:v>0.24479999999999791</c:v>
                </c:pt>
                <c:pt idx="69">
                  <c:v>0.24440000000004147</c:v>
                </c:pt>
                <c:pt idx="70">
                  <c:v>0.24410000000000309</c:v>
                </c:pt>
                <c:pt idx="71">
                  <c:v>0.24380000000002156</c:v>
                </c:pt>
                <c:pt idx="72">
                  <c:v>0.24350000000004002</c:v>
                </c:pt>
                <c:pt idx="73">
                  <c:v>0.24320000000000164</c:v>
                </c:pt>
                <c:pt idx="74">
                  <c:v>0.242999999999995</c:v>
                </c:pt>
                <c:pt idx="75">
                  <c:v>0.24270000000001346</c:v>
                </c:pt>
                <c:pt idx="76">
                  <c:v>0.24250000000000682</c:v>
                </c:pt>
                <c:pt idx="77">
                  <c:v>0.24230000000000018</c:v>
                </c:pt>
                <c:pt idx="78">
                  <c:v>0.24210000000005039</c:v>
                </c:pt>
                <c:pt idx="79">
                  <c:v>0.24200000000001864</c:v>
                </c:pt>
                <c:pt idx="80">
                  <c:v>0.24180000000001201</c:v>
                </c:pt>
                <c:pt idx="81">
                  <c:v>0.24160000000000537</c:v>
                </c:pt>
                <c:pt idx="82">
                  <c:v>0.24150000000003047</c:v>
                </c:pt>
                <c:pt idx="83">
                  <c:v>0.24139999999999873</c:v>
                </c:pt>
                <c:pt idx="84">
                  <c:v>0.24120000000004893</c:v>
                </c:pt>
                <c:pt idx="85">
                  <c:v>0.24110000000001719</c:v>
                </c:pt>
                <c:pt idx="86">
                  <c:v>0.24100000000004229</c:v>
                </c:pt>
                <c:pt idx="87">
                  <c:v>0.24090000000001055</c:v>
                </c:pt>
                <c:pt idx="88">
                  <c:v>0.24080000000003565</c:v>
                </c:pt>
                <c:pt idx="89">
                  <c:v>0.24080000000003565</c:v>
                </c:pt>
                <c:pt idx="90">
                  <c:v>0.24070000000000391</c:v>
                </c:pt>
                <c:pt idx="91">
                  <c:v>0.24060000000002901</c:v>
                </c:pt>
                <c:pt idx="92">
                  <c:v>0.24060000000002901</c:v>
                </c:pt>
                <c:pt idx="93">
                  <c:v>0.24049999999999727</c:v>
                </c:pt>
                <c:pt idx="94">
                  <c:v>0.24040000000002237</c:v>
                </c:pt>
                <c:pt idx="95">
                  <c:v>0.24040000000002237</c:v>
                </c:pt>
                <c:pt idx="96">
                  <c:v>0.24030000000004748</c:v>
                </c:pt>
                <c:pt idx="97">
                  <c:v>0.24030000000004748</c:v>
                </c:pt>
                <c:pt idx="98">
                  <c:v>0.24030000000004748</c:v>
                </c:pt>
                <c:pt idx="99">
                  <c:v>0.24020000000001573</c:v>
                </c:pt>
                <c:pt idx="100">
                  <c:v>0.24020000000001573</c:v>
                </c:pt>
                <c:pt idx="101">
                  <c:v>0.24020000000001573</c:v>
                </c:pt>
                <c:pt idx="102">
                  <c:v>0.24010000000004084</c:v>
                </c:pt>
                <c:pt idx="103">
                  <c:v>0.24010000000004084</c:v>
                </c:pt>
                <c:pt idx="104">
                  <c:v>0.24010000000004084</c:v>
                </c:pt>
                <c:pt idx="105">
                  <c:v>0.24000000000000909</c:v>
                </c:pt>
                <c:pt idx="106">
                  <c:v>0.24000000000000909</c:v>
                </c:pt>
                <c:pt idx="107">
                  <c:v>0.24000000000000909</c:v>
                </c:pt>
                <c:pt idx="108">
                  <c:v>0.24000000000000909</c:v>
                </c:pt>
                <c:pt idx="109">
                  <c:v>0.24000000000000909</c:v>
                </c:pt>
                <c:pt idx="110">
                  <c:v>0.24000000000000909</c:v>
                </c:pt>
                <c:pt idx="111">
                  <c:v>0.24000000000000909</c:v>
                </c:pt>
                <c:pt idx="112">
                  <c:v>0.24000000000000909</c:v>
                </c:pt>
                <c:pt idx="113">
                  <c:v>0.24010000000004084</c:v>
                </c:pt>
                <c:pt idx="114">
                  <c:v>0.24010000000004084</c:v>
                </c:pt>
                <c:pt idx="115">
                  <c:v>0.24010000000004084</c:v>
                </c:pt>
                <c:pt idx="116">
                  <c:v>0.24020000000001573</c:v>
                </c:pt>
                <c:pt idx="117">
                  <c:v>0.24020000000001573</c:v>
                </c:pt>
                <c:pt idx="118">
                  <c:v>0.24030000000004748</c:v>
                </c:pt>
                <c:pt idx="119">
                  <c:v>0.24030000000004748</c:v>
                </c:pt>
                <c:pt idx="120">
                  <c:v>0.24040000000002237</c:v>
                </c:pt>
                <c:pt idx="121">
                  <c:v>0.24040000000002237</c:v>
                </c:pt>
                <c:pt idx="122">
                  <c:v>0.24040000000002237</c:v>
                </c:pt>
                <c:pt idx="123">
                  <c:v>0.24049999999999727</c:v>
                </c:pt>
                <c:pt idx="124">
                  <c:v>0.24049999999999727</c:v>
                </c:pt>
                <c:pt idx="125">
                  <c:v>0.24060000000002901</c:v>
                </c:pt>
                <c:pt idx="126">
                  <c:v>0.24060000000002901</c:v>
                </c:pt>
                <c:pt idx="127">
                  <c:v>0.24060000000002901</c:v>
                </c:pt>
                <c:pt idx="128">
                  <c:v>0.24070000000000391</c:v>
                </c:pt>
                <c:pt idx="129">
                  <c:v>0.24070000000000391</c:v>
                </c:pt>
                <c:pt idx="130">
                  <c:v>0.24070000000000391</c:v>
                </c:pt>
                <c:pt idx="131">
                  <c:v>0.24070000000000391</c:v>
                </c:pt>
                <c:pt idx="132">
                  <c:v>0.24080000000003565</c:v>
                </c:pt>
                <c:pt idx="133">
                  <c:v>0.24080000000003565</c:v>
                </c:pt>
                <c:pt idx="134">
                  <c:v>0.24080000000003565</c:v>
                </c:pt>
                <c:pt idx="135">
                  <c:v>0.24080000000003565</c:v>
                </c:pt>
                <c:pt idx="136">
                  <c:v>0.24090000000001055</c:v>
                </c:pt>
                <c:pt idx="137">
                  <c:v>0.24090000000001055</c:v>
                </c:pt>
                <c:pt idx="138">
                  <c:v>0.24090000000001055</c:v>
                </c:pt>
                <c:pt idx="139">
                  <c:v>0.24090000000001055</c:v>
                </c:pt>
                <c:pt idx="140">
                  <c:v>0.24090000000001055</c:v>
                </c:pt>
                <c:pt idx="141">
                  <c:v>0.24100000000004229</c:v>
                </c:pt>
                <c:pt idx="142">
                  <c:v>0.24100000000004229</c:v>
                </c:pt>
                <c:pt idx="143">
                  <c:v>0.24100000000004229</c:v>
                </c:pt>
                <c:pt idx="144">
                  <c:v>0.24100000000004229</c:v>
                </c:pt>
                <c:pt idx="145">
                  <c:v>0.24100000000004229</c:v>
                </c:pt>
                <c:pt idx="146">
                  <c:v>0.24100000000004229</c:v>
                </c:pt>
                <c:pt idx="147">
                  <c:v>0.24100000000004229</c:v>
                </c:pt>
                <c:pt idx="148">
                  <c:v>0.24100000000004229</c:v>
                </c:pt>
                <c:pt idx="149">
                  <c:v>0.24110000000001719</c:v>
                </c:pt>
                <c:pt idx="150">
                  <c:v>0.24110000000001719</c:v>
                </c:pt>
                <c:pt idx="151">
                  <c:v>0.24110000000001719</c:v>
                </c:pt>
                <c:pt idx="152">
                  <c:v>0.24110000000001719</c:v>
                </c:pt>
                <c:pt idx="153">
                  <c:v>0.24110000000001719</c:v>
                </c:pt>
                <c:pt idx="154">
                  <c:v>0.24110000000001719</c:v>
                </c:pt>
                <c:pt idx="155">
                  <c:v>0.24110000000001719</c:v>
                </c:pt>
                <c:pt idx="156">
                  <c:v>0.24110000000001719</c:v>
                </c:pt>
                <c:pt idx="157">
                  <c:v>0.24110000000001719</c:v>
                </c:pt>
                <c:pt idx="158">
                  <c:v>0.24120000000004893</c:v>
                </c:pt>
                <c:pt idx="159">
                  <c:v>0.24120000000004893</c:v>
                </c:pt>
                <c:pt idx="160">
                  <c:v>0.24120000000004893</c:v>
                </c:pt>
                <c:pt idx="161">
                  <c:v>0.24110000000001719</c:v>
                </c:pt>
                <c:pt idx="162">
                  <c:v>0.24090000000001055</c:v>
                </c:pt>
                <c:pt idx="163">
                  <c:v>0.24070000000000391</c:v>
                </c:pt>
                <c:pt idx="164">
                  <c:v>0.24049999999999727</c:v>
                </c:pt>
                <c:pt idx="165">
                  <c:v>0.24020000000001573</c:v>
                </c:pt>
                <c:pt idx="166">
                  <c:v>0.24000000000000909</c:v>
                </c:pt>
                <c:pt idx="167">
                  <c:v>0.23970000000002756</c:v>
                </c:pt>
                <c:pt idx="168">
                  <c:v>0.23950000000002092</c:v>
                </c:pt>
                <c:pt idx="169">
                  <c:v>0.23920000000003938</c:v>
                </c:pt>
                <c:pt idx="170">
                  <c:v>0.23900000000003274</c:v>
                </c:pt>
                <c:pt idx="171">
                  <c:v>0.2387000000000512</c:v>
                </c:pt>
                <c:pt idx="172">
                  <c:v>0.23850000000004457</c:v>
                </c:pt>
                <c:pt idx="173">
                  <c:v>0.23830000000003793</c:v>
                </c:pt>
                <c:pt idx="174">
                  <c:v>0.23810000000003129</c:v>
                </c:pt>
                <c:pt idx="175">
                  <c:v>0.23790000000002465</c:v>
                </c:pt>
                <c:pt idx="176">
                  <c:v>0.23770000000001801</c:v>
                </c:pt>
                <c:pt idx="177">
                  <c:v>0.23750000000001137</c:v>
                </c:pt>
                <c:pt idx="178">
                  <c:v>0.23730000000000473</c:v>
                </c:pt>
                <c:pt idx="179">
                  <c:v>0.23709999999999809</c:v>
                </c:pt>
                <c:pt idx="180">
                  <c:v>0.23700000000002319</c:v>
                </c:pt>
                <c:pt idx="181">
                  <c:v>0.23680000000001655</c:v>
                </c:pt>
                <c:pt idx="182">
                  <c:v>0.23670000000004165</c:v>
                </c:pt>
                <c:pt idx="183">
                  <c:v>0.23650000000003502</c:v>
                </c:pt>
                <c:pt idx="184">
                  <c:v>0.23630000000002838</c:v>
                </c:pt>
                <c:pt idx="185">
                  <c:v>0.23640000000000327</c:v>
                </c:pt>
                <c:pt idx="186">
                  <c:v>0.23660000000000991</c:v>
                </c:pt>
                <c:pt idx="187">
                  <c:v>0.23700000000002319</c:v>
                </c:pt>
                <c:pt idx="188">
                  <c:v>0.23760000000004311</c:v>
                </c:pt>
                <c:pt idx="189">
                  <c:v>0.23830000000003793</c:v>
                </c:pt>
                <c:pt idx="190">
                  <c:v>0.23900000000003274</c:v>
                </c:pt>
                <c:pt idx="191">
                  <c:v>0.23970000000002756</c:v>
                </c:pt>
                <c:pt idx="192">
                  <c:v>0.24040000000002237</c:v>
                </c:pt>
                <c:pt idx="193">
                  <c:v>0.24110000000001719</c:v>
                </c:pt>
                <c:pt idx="194">
                  <c:v>0.24180000000001201</c:v>
                </c:pt>
                <c:pt idx="195">
                  <c:v>0.24240000000003192</c:v>
                </c:pt>
                <c:pt idx="196">
                  <c:v>0.24310000000002674</c:v>
                </c:pt>
                <c:pt idx="197">
                  <c:v>0.24360000000001492</c:v>
                </c:pt>
                <c:pt idx="198">
                  <c:v>0.24420000000003483</c:v>
                </c:pt>
                <c:pt idx="199">
                  <c:v>0.24470000000002301</c:v>
                </c:pt>
                <c:pt idx="200">
                  <c:v>0.24520000000001119</c:v>
                </c:pt>
                <c:pt idx="201">
                  <c:v>0.24569999999999936</c:v>
                </c:pt>
                <c:pt idx="202">
                  <c:v>0.24610000000001264</c:v>
                </c:pt>
                <c:pt idx="203">
                  <c:v>0.24650000000002592</c:v>
                </c:pt>
                <c:pt idx="204">
                  <c:v>0.2469000000000392</c:v>
                </c:pt>
                <c:pt idx="205">
                  <c:v>0.24729999999999563</c:v>
                </c:pt>
                <c:pt idx="206">
                  <c:v>0.24760000000003402</c:v>
                </c:pt>
                <c:pt idx="207">
                  <c:v>0.24790000000001555</c:v>
                </c:pt>
                <c:pt idx="208">
                  <c:v>0.24819999999999709</c:v>
                </c:pt>
                <c:pt idx="209">
                  <c:v>0.24850000000003547</c:v>
                </c:pt>
                <c:pt idx="210">
                  <c:v>0.24880000000001701</c:v>
                </c:pt>
                <c:pt idx="211">
                  <c:v>0.24900000000002365</c:v>
                </c:pt>
                <c:pt idx="212">
                  <c:v>0.24930000000000518</c:v>
                </c:pt>
                <c:pt idx="213">
                  <c:v>0.24950000000001182</c:v>
                </c:pt>
                <c:pt idx="214">
                  <c:v>0.24970000000001846</c:v>
                </c:pt>
                <c:pt idx="215">
                  <c:v>0.2498000000000502</c:v>
                </c:pt>
                <c:pt idx="216">
                  <c:v>0.24970000000001846</c:v>
                </c:pt>
                <c:pt idx="217">
                  <c:v>0.24950000000001182</c:v>
                </c:pt>
                <c:pt idx="218">
                  <c:v>0.24920000000003029</c:v>
                </c:pt>
                <c:pt idx="219">
                  <c:v>0.24870000000004211</c:v>
                </c:pt>
                <c:pt idx="220">
                  <c:v>0.24819999999999709</c:v>
                </c:pt>
                <c:pt idx="221">
                  <c:v>0.24770000000000891</c:v>
                </c:pt>
                <c:pt idx="222">
                  <c:v>0.24720000000002074</c:v>
                </c:pt>
                <c:pt idx="223">
                  <c:v>0.24680000000000746</c:v>
                </c:pt>
                <c:pt idx="224">
                  <c:v>0.24630000000001928</c:v>
                </c:pt>
                <c:pt idx="225">
                  <c:v>0.2458000000000311</c:v>
                </c:pt>
                <c:pt idx="226">
                  <c:v>0.24540000000001783</c:v>
                </c:pt>
                <c:pt idx="227">
                  <c:v>0.24500000000000455</c:v>
                </c:pt>
                <c:pt idx="228">
                  <c:v>0.24460000000004811</c:v>
                </c:pt>
                <c:pt idx="229">
                  <c:v>0.24430000000000973</c:v>
                </c:pt>
                <c:pt idx="230">
                  <c:v>0.24389999999999645</c:v>
                </c:pt>
                <c:pt idx="231">
                  <c:v>0.24360000000001492</c:v>
                </c:pt>
                <c:pt idx="232">
                  <c:v>0.24340000000000828</c:v>
                </c:pt>
                <c:pt idx="233">
                  <c:v>0.24310000000002674</c:v>
                </c:pt>
                <c:pt idx="234">
                  <c:v>0.2428000000000452</c:v>
                </c:pt>
                <c:pt idx="235">
                  <c:v>0.24260000000003856</c:v>
                </c:pt>
                <c:pt idx="236">
                  <c:v>0.24240000000003192</c:v>
                </c:pt>
                <c:pt idx="237">
                  <c:v>0.24220000000002528</c:v>
                </c:pt>
                <c:pt idx="238">
                  <c:v>0.24200000000001864</c:v>
                </c:pt>
                <c:pt idx="239">
                  <c:v>0.24190000000004375</c:v>
                </c:pt>
                <c:pt idx="240">
                  <c:v>0.24170000000003711</c:v>
                </c:pt>
                <c:pt idx="241">
                  <c:v>0.24160000000000537</c:v>
                </c:pt>
                <c:pt idx="242">
                  <c:v>0.24139999999999873</c:v>
                </c:pt>
                <c:pt idx="243">
                  <c:v>0.24130000000002383</c:v>
                </c:pt>
                <c:pt idx="244">
                  <c:v>0.24120000000004893</c:v>
                </c:pt>
                <c:pt idx="245">
                  <c:v>0.24110000000001719</c:v>
                </c:pt>
                <c:pt idx="246">
                  <c:v>0.24100000000004229</c:v>
                </c:pt>
                <c:pt idx="247">
                  <c:v>0.24090000000001055</c:v>
                </c:pt>
                <c:pt idx="248">
                  <c:v>0.24080000000003565</c:v>
                </c:pt>
                <c:pt idx="249">
                  <c:v>0.24070000000000391</c:v>
                </c:pt>
                <c:pt idx="250">
                  <c:v>0.24070000000000391</c:v>
                </c:pt>
                <c:pt idx="251">
                  <c:v>0.24060000000002901</c:v>
                </c:pt>
                <c:pt idx="252">
                  <c:v>0.24049999999999727</c:v>
                </c:pt>
                <c:pt idx="253">
                  <c:v>0.24049999999999727</c:v>
                </c:pt>
                <c:pt idx="254">
                  <c:v>0.24040000000002237</c:v>
                </c:pt>
                <c:pt idx="255">
                  <c:v>0.24040000000002237</c:v>
                </c:pt>
                <c:pt idx="256">
                  <c:v>0.24030000000004748</c:v>
                </c:pt>
                <c:pt idx="257">
                  <c:v>0.24030000000004748</c:v>
                </c:pt>
                <c:pt idx="258">
                  <c:v>0.24020000000001573</c:v>
                </c:pt>
                <c:pt idx="259">
                  <c:v>0.24020000000001573</c:v>
                </c:pt>
                <c:pt idx="260">
                  <c:v>0.24020000000001573</c:v>
                </c:pt>
                <c:pt idx="261">
                  <c:v>0.24010000000004084</c:v>
                </c:pt>
                <c:pt idx="262">
                  <c:v>0.24010000000004084</c:v>
                </c:pt>
                <c:pt idx="263">
                  <c:v>0.24010000000004084</c:v>
                </c:pt>
                <c:pt idx="264">
                  <c:v>0.24010000000004084</c:v>
                </c:pt>
                <c:pt idx="265">
                  <c:v>0.24000000000000909</c:v>
                </c:pt>
                <c:pt idx="266">
                  <c:v>0.24000000000000909</c:v>
                </c:pt>
                <c:pt idx="267">
                  <c:v>0.24000000000000909</c:v>
                </c:pt>
                <c:pt idx="268">
                  <c:v>0.24010000000004084</c:v>
                </c:pt>
                <c:pt idx="269">
                  <c:v>0.24010000000004084</c:v>
                </c:pt>
                <c:pt idx="270">
                  <c:v>0.24010000000004084</c:v>
                </c:pt>
                <c:pt idx="271">
                  <c:v>0.24020000000001573</c:v>
                </c:pt>
                <c:pt idx="272">
                  <c:v>0.24020000000001573</c:v>
                </c:pt>
                <c:pt idx="273">
                  <c:v>0.24020000000001573</c:v>
                </c:pt>
                <c:pt idx="274">
                  <c:v>0.24030000000004748</c:v>
                </c:pt>
                <c:pt idx="275">
                  <c:v>0.24030000000004748</c:v>
                </c:pt>
                <c:pt idx="276">
                  <c:v>0.24040000000002237</c:v>
                </c:pt>
                <c:pt idx="277">
                  <c:v>0.24040000000002237</c:v>
                </c:pt>
                <c:pt idx="278">
                  <c:v>0.24040000000002237</c:v>
                </c:pt>
                <c:pt idx="279">
                  <c:v>0.24049999999999727</c:v>
                </c:pt>
                <c:pt idx="280">
                  <c:v>0.24049999999999727</c:v>
                </c:pt>
                <c:pt idx="281">
                  <c:v>0.24049999999999727</c:v>
                </c:pt>
                <c:pt idx="282">
                  <c:v>0.24060000000002901</c:v>
                </c:pt>
                <c:pt idx="283">
                  <c:v>0.24060000000002901</c:v>
                </c:pt>
                <c:pt idx="284">
                  <c:v>0.24060000000002901</c:v>
                </c:pt>
                <c:pt idx="285">
                  <c:v>0.24070000000000391</c:v>
                </c:pt>
                <c:pt idx="286">
                  <c:v>0.24070000000000391</c:v>
                </c:pt>
                <c:pt idx="287">
                  <c:v>0.24070000000000391</c:v>
                </c:pt>
                <c:pt idx="288">
                  <c:v>0.24080000000003565</c:v>
                </c:pt>
                <c:pt idx="289">
                  <c:v>0.24080000000003565</c:v>
                </c:pt>
                <c:pt idx="290">
                  <c:v>0.24080000000003565</c:v>
                </c:pt>
                <c:pt idx="291">
                  <c:v>0.24080000000003565</c:v>
                </c:pt>
                <c:pt idx="292">
                  <c:v>0.24090000000001055</c:v>
                </c:pt>
                <c:pt idx="293">
                  <c:v>0.24090000000001055</c:v>
                </c:pt>
                <c:pt idx="294">
                  <c:v>0.24090000000001055</c:v>
                </c:pt>
                <c:pt idx="295">
                  <c:v>0.24090000000001055</c:v>
                </c:pt>
                <c:pt idx="296">
                  <c:v>0.24090000000001055</c:v>
                </c:pt>
                <c:pt idx="297">
                  <c:v>0.24100000000004229</c:v>
                </c:pt>
                <c:pt idx="298">
                  <c:v>0.24100000000004229</c:v>
                </c:pt>
                <c:pt idx="299">
                  <c:v>0.24100000000004229</c:v>
                </c:pt>
                <c:pt idx="300">
                  <c:v>0.24100000000004229</c:v>
                </c:pt>
                <c:pt idx="301">
                  <c:v>0.24100000000004229</c:v>
                </c:pt>
                <c:pt idx="302">
                  <c:v>0.24100000000004229</c:v>
                </c:pt>
                <c:pt idx="303">
                  <c:v>0.24100000000004229</c:v>
                </c:pt>
                <c:pt idx="304">
                  <c:v>0.24100000000004229</c:v>
                </c:pt>
                <c:pt idx="305">
                  <c:v>0.24110000000001719</c:v>
                </c:pt>
                <c:pt idx="306">
                  <c:v>0.24110000000001719</c:v>
                </c:pt>
                <c:pt idx="307">
                  <c:v>0.24110000000001719</c:v>
                </c:pt>
                <c:pt idx="308">
                  <c:v>0.24110000000001719</c:v>
                </c:pt>
                <c:pt idx="309">
                  <c:v>0.24110000000001719</c:v>
                </c:pt>
                <c:pt idx="310">
                  <c:v>0.24110000000001719</c:v>
                </c:pt>
                <c:pt idx="311">
                  <c:v>0.24110000000001719</c:v>
                </c:pt>
                <c:pt idx="312">
                  <c:v>0.24110000000001719</c:v>
                </c:pt>
                <c:pt idx="313">
                  <c:v>0.24110000000001719</c:v>
                </c:pt>
                <c:pt idx="314">
                  <c:v>0.24110000000001719</c:v>
                </c:pt>
                <c:pt idx="315">
                  <c:v>0.24120000000004893</c:v>
                </c:pt>
                <c:pt idx="316">
                  <c:v>0.24120000000004893</c:v>
                </c:pt>
                <c:pt idx="317">
                  <c:v>0.24120000000004893</c:v>
                </c:pt>
                <c:pt idx="318">
                  <c:v>0.24110000000001719</c:v>
                </c:pt>
                <c:pt idx="319">
                  <c:v>0.24090000000001055</c:v>
                </c:pt>
                <c:pt idx="320">
                  <c:v>0.24070000000000391</c:v>
                </c:pt>
                <c:pt idx="321">
                  <c:v>0.24049999999999727</c:v>
                </c:pt>
                <c:pt idx="322">
                  <c:v>0.24020000000001573</c:v>
                </c:pt>
                <c:pt idx="323">
                  <c:v>0.24000000000000909</c:v>
                </c:pt>
                <c:pt idx="324">
                  <c:v>0.23970000000002756</c:v>
                </c:pt>
                <c:pt idx="325">
                  <c:v>0.23940000000004602</c:v>
                </c:pt>
                <c:pt idx="326">
                  <c:v>0.23920000000003938</c:v>
                </c:pt>
                <c:pt idx="327">
                  <c:v>0.238900000000001</c:v>
                </c:pt>
                <c:pt idx="328">
                  <c:v>0.2387000000000512</c:v>
                </c:pt>
                <c:pt idx="329">
                  <c:v>0.23850000000004457</c:v>
                </c:pt>
                <c:pt idx="330">
                  <c:v>0.23830000000003793</c:v>
                </c:pt>
                <c:pt idx="331">
                  <c:v>0.23799999999999955</c:v>
                </c:pt>
                <c:pt idx="332">
                  <c:v>0.23780000000004975</c:v>
                </c:pt>
                <c:pt idx="333">
                  <c:v>0.23770000000001801</c:v>
                </c:pt>
                <c:pt idx="334">
                  <c:v>0.23750000000001137</c:v>
                </c:pt>
                <c:pt idx="335">
                  <c:v>0.23730000000000473</c:v>
                </c:pt>
                <c:pt idx="336">
                  <c:v>0.23709999999999809</c:v>
                </c:pt>
                <c:pt idx="337">
                  <c:v>0.23700000000002319</c:v>
                </c:pt>
                <c:pt idx="338">
                  <c:v>0.23680000000001655</c:v>
                </c:pt>
                <c:pt idx="339">
                  <c:v>0.23670000000004165</c:v>
                </c:pt>
                <c:pt idx="340">
                  <c:v>0.23650000000003502</c:v>
                </c:pt>
                <c:pt idx="341">
                  <c:v>0.23630000000002838</c:v>
                </c:pt>
                <c:pt idx="342">
                  <c:v>0.23640000000000327</c:v>
                </c:pt>
                <c:pt idx="343">
                  <c:v>0.23670000000004165</c:v>
                </c:pt>
                <c:pt idx="344">
                  <c:v>0.23709999999999809</c:v>
                </c:pt>
                <c:pt idx="345">
                  <c:v>0.23770000000001801</c:v>
                </c:pt>
                <c:pt idx="346">
                  <c:v>0.23840000000001282</c:v>
                </c:pt>
                <c:pt idx="347">
                  <c:v>0.23910000000000764</c:v>
                </c:pt>
                <c:pt idx="348">
                  <c:v>0.23980000000000246</c:v>
                </c:pt>
                <c:pt idx="349">
                  <c:v>0.24049999999999727</c:v>
                </c:pt>
                <c:pt idx="350">
                  <c:v>0.24120000000004893</c:v>
                </c:pt>
                <c:pt idx="351">
                  <c:v>0.24190000000004375</c:v>
                </c:pt>
                <c:pt idx="352">
                  <c:v>0.24250000000000682</c:v>
                </c:pt>
                <c:pt idx="353">
                  <c:v>0.24310000000002674</c:v>
                </c:pt>
                <c:pt idx="354">
                  <c:v>0.24370000000004666</c:v>
                </c:pt>
                <c:pt idx="355">
                  <c:v>0.24430000000000973</c:v>
                </c:pt>
                <c:pt idx="356">
                  <c:v>0.24479999999999791</c:v>
                </c:pt>
                <c:pt idx="357">
                  <c:v>0.24530000000004293</c:v>
                </c:pt>
                <c:pt idx="358">
                  <c:v>0.2458000000000311</c:v>
                </c:pt>
                <c:pt idx="359">
                  <c:v>0.24620000000004438</c:v>
                </c:pt>
                <c:pt idx="360">
                  <c:v>0.24660000000000082</c:v>
                </c:pt>
                <c:pt idx="361">
                  <c:v>0.24660000000000082</c:v>
                </c:pt>
                <c:pt idx="362">
                  <c:v>0.2470000000000141</c:v>
                </c:pt>
                <c:pt idx="363">
                  <c:v>0.24729999999999563</c:v>
                </c:pt>
                <c:pt idx="364">
                  <c:v>0.24770000000000891</c:v>
                </c:pt>
                <c:pt idx="365">
                  <c:v>0.24800000000004729</c:v>
                </c:pt>
                <c:pt idx="366">
                  <c:v>0.24830000000002883</c:v>
                </c:pt>
                <c:pt idx="367">
                  <c:v>0.24860000000001037</c:v>
                </c:pt>
                <c:pt idx="368">
                  <c:v>0.24880000000001701</c:v>
                </c:pt>
                <c:pt idx="369">
                  <c:v>0.24909999999999854</c:v>
                </c:pt>
                <c:pt idx="370">
                  <c:v>0.24930000000000518</c:v>
                </c:pt>
                <c:pt idx="371">
                  <c:v>0.24950000000001182</c:v>
                </c:pt>
                <c:pt idx="372">
                  <c:v>0.24970000000001846</c:v>
                </c:pt>
                <c:pt idx="373">
                  <c:v>0.2498000000000502</c:v>
                </c:pt>
                <c:pt idx="374">
                  <c:v>0.24970000000001846</c:v>
                </c:pt>
                <c:pt idx="375">
                  <c:v>0.24950000000001182</c:v>
                </c:pt>
                <c:pt idx="376">
                  <c:v>0.24909999999999854</c:v>
                </c:pt>
                <c:pt idx="377">
                  <c:v>0.24870000000004211</c:v>
                </c:pt>
                <c:pt idx="378">
                  <c:v>0.24819999999999709</c:v>
                </c:pt>
                <c:pt idx="379">
                  <c:v>0.24770000000000891</c:v>
                </c:pt>
                <c:pt idx="380">
                  <c:v>0.24720000000002074</c:v>
                </c:pt>
                <c:pt idx="381">
                  <c:v>0.24670000000003256</c:v>
                </c:pt>
                <c:pt idx="382">
                  <c:v>0.24620000000004438</c:v>
                </c:pt>
                <c:pt idx="383">
                  <c:v>0.2458000000000311</c:v>
                </c:pt>
                <c:pt idx="384">
                  <c:v>0.24530000000004293</c:v>
                </c:pt>
                <c:pt idx="385">
                  <c:v>0.24490000000002965</c:v>
                </c:pt>
                <c:pt idx="386">
                  <c:v>0.24460000000004811</c:v>
                </c:pt>
                <c:pt idx="387">
                  <c:v>0.24420000000003483</c:v>
                </c:pt>
                <c:pt idx="388">
                  <c:v>0.24389999999999645</c:v>
                </c:pt>
                <c:pt idx="389">
                  <c:v>0.24360000000001492</c:v>
                </c:pt>
                <c:pt idx="390">
                  <c:v>0.24330000000003338</c:v>
                </c:pt>
                <c:pt idx="391">
                  <c:v>0.242999999999995</c:v>
                </c:pt>
                <c:pt idx="392">
                  <c:v>0.2428000000000452</c:v>
                </c:pt>
                <c:pt idx="393">
                  <c:v>0.24260000000003856</c:v>
                </c:pt>
                <c:pt idx="394">
                  <c:v>0.24240000000003192</c:v>
                </c:pt>
                <c:pt idx="395">
                  <c:v>0.24220000000002528</c:v>
                </c:pt>
                <c:pt idx="396">
                  <c:v>0.24200000000001864</c:v>
                </c:pt>
                <c:pt idx="397">
                  <c:v>0.24180000000001201</c:v>
                </c:pt>
                <c:pt idx="398">
                  <c:v>0.24170000000003711</c:v>
                </c:pt>
                <c:pt idx="399">
                  <c:v>0.24150000000003047</c:v>
                </c:pt>
                <c:pt idx="400">
                  <c:v>0.24139999999999873</c:v>
                </c:pt>
                <c:pt idx="401">
                  <c:v>0.24130000000002383</c:v>
                </c:pt>
                <c:pt idx="402">
                  <c:v>0.24120000000004893</c:v>
                </c:pt>
                <c:pt idx="403">
                  <c:v>0.24110000000001719</c:v>
                </c:pt>
                <c:pt idx="404">
                  <c:v>0.24100000000004229</c:v>
                </c:pt>
                <c:pt idx="405">
                  <c:v>0.24090000000001055</c:v>
                </c:pt>
                <c:pt idx="406">
                  <c:v>0.24080000000003565</c:v>
                </c:pt>
                <c:pt idx="407">
                  <c:v>0.24070000000000391</c:v>
                </c:pt>
                <c:pt idx="408">
                  <c:v>0.24060000000002901</c:v>
                </c:pt>
                <c:pt idx="409">
                  <c:v>0.24060000000002901</c:v>
                </c:pt>
                <c:pt idx="410">
                  <c:v>0.24049999999999727</c:v>
                </c:pt>
                <c:pt idx="411">
                  <c:v>0.24049999999999727</c:v>
                </c:pt>
                <c:pt idx="412">
                  <c:v>0.24040000000002237</c:v>
                </c:pt>
                <c:pt idx="413">
                  <c:v>0.24040000000002237</c:v>
                </c:pt>
                <c:pt idx="414">
                  <c:v>0.24030000000004748</c:v>
                </c:pt>
                <c:pt idx="415">
                  <c:v>0.24030000000004748</c:v>
                </c:pt>
                <c:pt idx="416">
                  <c:v>0.24020000000001573</c:v>
                </c:pt>
                <c:pt idx="417">
                  <c:v>0.24020000000001573</c:v>
                </c:pt>
                <c:pt idx="418">
                  <c:v>0.24020000000001573</c:v>
                </c:pt>
                <c:pt idx="419">
                  <c:v>0.24010000000004084</c:v>
                </c:pt>
                <c:pt idx="420">
                  <c:v>0.24010000000004084</c:v>
                </c:pt>
                <c:pt idx="421">
                  <c:v>0.24010000000004084</c:v>
                </c:pt>
                <c:pt idx="422">
                  <c:v>0.24010000000004084</c:v>
                </c:pt>
                <c:pt idx="423">
                  <c:v>0.24000000000000909</c:v>
                </c:pt>
                <c:pt idx="424">
                  <c:v>0.24000000000000909</c:v>
                </c:pt>
                <c:pt idx="425">
                  <c:v>0.24000000000000909</c:v>
                </c:pt>
                <c:pt idx="426">
                  <c:v>0.24010000000004084</c:v>
                </c:pt>
                <c:pt idx="427">
                  <c:v>0.24010000000004084</c:v>
                </c:pt>
                <c:pt idx="428">
                  <c:v>0.24010000000004084</c:v>
                </c:pt>
                <c:pt idx="429">
                  <c:v>0.24020000000001573</c:v>
                </c:pt>
                <c:pt idx="430">
                  <c:v>0.24020000000001573</c:v>
                </c:pt>
                <c:pt idx="431">
                  <c:v>0.24020000000001573</c:v>
                </c:pt>
                <c:pt idx="432">
                  <c:v>0.24030000000004748</c:v>
                </c:pt>
                <c:pt idx="433">
                  <c:v>0.24030000000004748</c:v>
                </c:pt>
                <c:pt idx="434">
                  <c:v>0.24040000000002237</c:v>
                </c:pt>
                <c:pt idx="435">
                  <c:v>0.24040000000002237</c:v>
                </c:pt>
                <c:pt idx="436">
                  <c:v>0.24040000000002237</c:v>
                </c:pt>
                <c:pt idx="437">
                  <c:v>0.24049999999999727</c:v>
                </c:pt>
                <c:pt idx="438">
                  <c:v>0.24049999999999727</c:v>
                </c:pt>
                <c:pt idx="439">
                  <c:v>0.24049999999999727</c:v>
                </c:pt>
                <c:pt idx="440">
                  <c:v>0.24060000000002901</c:v>
                </c:pt>
                <c:pt idx="441">
                  <c:v>0.24060000000002901</c:v>
                </c:pt>
                <c:pt idx="442">
                  <c:v>0.24060000000002901</c:v>
                </c:pt>
                <c:pt idx="443">
                  <c:v>0.24070000000000391</c:v>
                </c:pt>
                <c:pt idx="444">
                  <c:v>0.24070000000000391</c:v>
                </c:pt>
                <c:pt idx="445">
                  <c:v>0.24070000000000391</c:v>
                </c:pt>
                <c:pt idx="446">
                  <c:v>0.24080000000003565</c:v>
                </c:pt>
                <c:pt idx="447">
                  <c:v>0.24080000000003565</c:v>
                </c:pt>
                <c:pt idx="448">
                  <c:v>0.24080000000003565</c:v>
                </c:pt>
                <c:pt idx="449">
                  <c:v>0.24080000000003565</c:v>
                </c:pt>
                <c:pt idx="450">
                  <c:v>0.24090000000001055</c:v>
                </c:pt>
                <c:pt idx="451">
                  <c:v>0.24090000000001055</c:v>
                </c:pt>
                <c:pt idx="452">
                  <c:v>0.24090000000001055</c:v>
                </c:pt>
                <c:pt idx="453">
                  <c:v>0.24090000000001055</c:v>
                </c:pt>
                <c:pt idx="454">
                  <c:v>0.24090000000001055</c:v>
                </c:pt>
                <c:pt idx="455">
                  <c:v>0.24090000000001055</c:v>
                </c:pt>
                <c:pt idx="456">
                  <c:v>0.24100000000004229</c:v>
                </c:pt>
                <c:pt idx="457">
                  <c:v>0.24100000000004229</c:v>
                </c:pt>
                <c:pt idx="458">
                  <c:v>0.24100000000004229</c:v>
                </c:pt>
                <c:pt idx="459">
                  <c:v>0.24100000000004229</c:v>
                </c:pt>
                <c:pt idx="460">
                  <c:v>0.24100000000004229</c:v>
                </c:pt>
                <c:pt idx="461">
                  <c:v>0.24100000000004229</c:v>
                </c:pt>
                <c:pt idx="462">
                  <c:v>0.24100000000004229</c:v>
                </c:pt>
                <c:pt idx="463">
                  <c:v>0.24100000000004229</c:v>
                </c:pt>
                <c:pt idx="464">
                  <c:v>0.24110000000001719</c:v>
                </c:pt>
                <c:pt idx="465">
                  <c:v>0.24110000000001719</c:v>
                </c:pt>
                <c:pt idx="466">
                  <c:v>0.24110000000001719</c:v>
                </c:pt>
                <c:pt idx="467">
                  <c:v>0.24110000000001719</c:v>
                </c:pt>
                <c:pt idx="468">
                  <c:v>0.24110000000001719</c:v>
                </c:pt>
                <c:pt idx="469">
                  <c:v>0.24110000000001719</c:v>
                </c:pt>
                <c:pt idx="470">
                  <c:v>0.24110000000001719</c:v>
                </c:pt>
                <c:pt idx="471">
                  <c:v>0.24110000000001719</c:v>
                </c:pt>
                <c:pt idx="472">
                  <c:v>0.24110000000001719</c:v>
                </c:pt>
                <c:pt idx="473">
                  <c:v>0.24110000000001719</c:v>
                </c:pt>
                <c:pt idx="474">
                  <c:v>0.24120000000004893</c:v>
                </c:pt>
                <c:pt idx="475">
                  <c:v>0.24120000000004893</c:v>
                </c:pt>
                <c:pt idx="476">
                  <c:v>0.24120000000004893</c:v>
                </c:pt>
                <c:pt idx="477">
                  <c:v>0.24100000000004229</c:v>
                </c:pt>
                <c:pt idx="478">
                  <c:v>0.24090000000001055</c:v>
                </c:pt>
                <c:pt idx="479">
                  <c:v>0.24070000000000391</c:v>
                </c:pt>
                <c:pt idx="480">
                  <c:v>0.24040000000002237</c:v>
                </c:pt>
                <c:pt idx="481">
                  <c:v>0.24020000000001573</c:v>
                </c:pt>
                <c:pt idx="482">
                  <c:v>0.2399000000000342</c:v>
                </c:pt>
                <c:pt idx="483">
                  <c:v>0.23970000000002756</c:v>
                </c:pt>
                <c:pt idx="484">
                  <c:v>0.23940000000004602</c:v>
                </c:pt>
                <c:pt idx="485">
                  <c:v>0.23910000000000764</c:v>
                </c:pt>
                <c:pt idx="486">
                  <c:v>0.238900000000001</c:v>
                </c:pt>
                <c:pt idx="487">
                  <c:v>0.2387000000000512</c:v>
                </c:pt>
                <c:pt idx="488">
                  <c:v>0.23840000000001282</c:v>
                </c:pt>
                <c:pt idx="489">
                  <c:v>0.23820000000000618</c:v>
                </c:pt>
                <c:pt idx="490">
                  <c:v>0.23799999999999955</c:v>
                </c:pt>
                <c:pt idx="491">
                  <c:v>0.23780000000004975</c:v>
                </c:pt>
                <c:pt idx="492">
                  <c:v>0.23760000000004311</c:v>
                </c:pt>
                <c:pt idx="493">
                  <c:v>0.23740000000003647</c:v>
                </c:pt>
                <c:pt idx="494">
                  <c:v>0.23730000000000473</c:v>
                </c:pt>
                <c:pt idx="495">
                  <c:v>0.23709999999999809</c:v>
                </c:pt>
                <c:pt idx="496">
                  <c:v>0.23690000000004829</c:v>
                </c:pt>
                <c:pt idx="497">
                  <c:v>0.23680000000001655</c:v>
                </c:pt>
                <c:pt idx="498">
                  <c:v>0.23660000000000991</c:v>
                </c:pt>
                <c:pt idx="499">
                  <c:v>0.23640000000000327</c:v>
                </c:pt>
                <c:pt idx="500">
                  <c:v>0.23630000000002838</c:v>
                </c:pt>
                <c:pt idx="501">
                  <c:v>0.23640000000000327</c:v>
                </c:pt>
                <c:pt idx="502">
                  <c:v>0.23670000000004165</c:v>
                </c:pt>
                <c:pt idx="503">
                  <c:v>0.23720000000002983</c:v>
                </c:pt>
                <c:pt idx="504">
                  <c:v>0.23780000000004975</c:v>
                </c:pt>
                <c:pt idx="505">
                  <c:v>0.23850000000004457</c:v>
                </c:pt>
                <c:pt idx="506">
                  <c:v>0.23920000000003938</c:v>
                </c:pt>
                <c:pt idx="507">
                  <c:v>0.2399000000000342</c:v>
                </c:pt>
                <c:pt idx="508">
                  <c:v>0.24060000000002901</c:v>
                </c:pt>
                <c:pt idx="509">
                  <c:v>0.24130000000002383</c:v>
                </c:pt>
                <c:pt idx="510">
                  <c:v>0.24200000000001864</c:v>
                </c:pt>
                <c:pt idx="511">
                  <c:v>0.24260000000003856</c:v>
                </c:pt>
                <c:pt idx="512">
                  <c:v>0.24320000000000164</c:v>
                </c:pt>
                <c:pt idx="513">
                  <c:v>0.24380000000002156</c:v>
                </c:pt>
                <c:pt idx="514">
                  <c:v>0.24440000000004147</c:v>
                </c:pt>
                <c:pt idx="515">
                  <c:v>0.24490000000002965</c:v>
                </c:pt>
                <c:pt idx="516">
                  <c:v>0.24540000000001783</c:v>
                </c:pt>
                <c:pt idx="517">
                  <c:v>0.2458000000000311</c:v>
                </c:pt>
                <c:pt idx="518">
                  <c:v>0.24630000000001928</c:v>
                </c:pt>
                <c:pt idx="519">
                  <c:v>0.24670000000003256</c:v>
                </c:pt>
                <c:pt idx="520">
                  <c:v>0.2470000000000141</c:v>
                </c:pt>
                <c:pt idx="521">
                  <c:v>0.24740000000002738</c:v>
                </c:pt>
                <c:pt idx="522">
                  <c:v>0.24770000000000891</c:v>
                </c:pt>
                <c:pt idx="523">
                  <c:v>0.24800000000004729</c:v>
                </c:pt>
                <c:pt idx="524">
                  <c:v>0.24830000000002883</c:v>
                </c:pt>
                <c:pt idx="525">
                  <c:v>0.24860000000001037</c:v>
                </c:pt>
                <c:pt idx="526">
                  <c:v>0.24890000000004875</c:v>
                </c:pt>
                <c:pt idx="527">
                  <c:v>0.24909999999999854</c:v>
                </c:pt>
                <c:pt idx="528">
                  <c:v>0.24930000000000518</c:v>
                </c:pt>
                <c:pt idx="529">
                  <c:v>0.24960000000004356</c:v>
                </c:pt>
                <c:pt idx="530">
                  <c:v>0.24970000000001846</c:v>
                </c:pt>
                <c:pt idx="531">
                  <c:v>0.2498000000000502</c:v>
                </c:pt>
                <c:pt idx="532">
                  <c:v>0.24970000000001846</c:v>
                </c:pt>
              </c:numCache>
            </c:numRef>
          </c:yVal>
          <c:smooth val="1"/>
          <c:extLst>
            <c:ext xmlns:c16="http://schemas.microsoft.com/office/drawing/2014/chart" uri="{C3380CC4-5D6E-409C-BE32-E72D297353CC}">
              <c16:uniqueId val="{0000000F-4233-4E9D-9D6D-D06060CC9530}"/>
            </c:ext>
          </c:extLst>
        </c:ser>
        <c:ser>
          <c:idx val="16"/>
          <c:order val="16"/>
          <c:tx>
            <c:strRef>
              <c:f>PM50000_Temps_oc5l2_50000!$BBS$1</c:f>
              <c:strCache>
                <c:ptCount val="1"/>
                <c:pt idx="0">
                  <c:v>TELE_PM_INTERIOR.17</c:v>
                </c:pt>
              </c:strCache>
            </c:strRef>
          </c:tx>
          <c:spPr>
            <a:ln w="19050" cap="rnd">
              <a:solidFill>
                <a:schemeClr val="accent5">
                  <a:lumMod val="80000"/>
                  <a:lumOff val="20000"/>
                </a:schemeClr>
              </a:solidFill>
              <a:round/>
            </a:ln>
            <a:effectLst/>
          </c:spPr>
          <c:marker>
            <c:symbol val="circle"/>
            <c:size val="5"/>
            <c:spPr>
              <a:solidFill>
                <a:schemeClr val="accent5">
                  <a:lumMod val="80000"/>
                  <a:lumOff val="20000"/>
                </a:schemeClr>
              </a:solidFill>
              <a:ln w="9525">
                <a:solidFill>
                  <a:schemeClr val="accent5">
                    <a:lumMod val="80000"/>
                    <a:lumOff val="2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PM50000_Temps_oc5l2_50000!$BBS$2:$BBS$536</c:f>
              <c:numCache>
                <c:formatCode>General</c:formatCode>
                <c:ptCount val="533"/>
                <c:pt idx="0">
                  <c:v>0</c:v>
                </c:pt>
                <c:pt idx="1">
                  <c:v>6.9999999999481588E-4</c:v>
                </c:pt>
                <c:pt idx="2">
                  <c:v>4.3999999999755346E-3</c:v>
                </c:pt>
                <c:pt idx="3">
                  <c:v>1.1299999999948795E-2</c:v>
                </c:pt>
                <c:pt idx="4">
                  <c:v>2.0699999999976626E-2</c:v>
                </c:pt>
                <c:pt idx="5">
                  <c:v>3.1699999999943884E-2</c:v>
                </c:pt>
                <c:pt idx="6">
                  <c:v>4.3399999999962802E-2</c:v>
                </c:pt>
                <c:pt idx="7">
                  <c:v>5.5399999999963256E-2</c:v>
                </c:pt>
                <c:pt idx="8">
                  <c:v>6.7299999999988813E-2</c:v>
                </c:pt>
                <c:pt idx="9">
                  <c:v>7.8799999999944248E-2</c:v>
                </c:pt>
                <c:pt idx="10">
                  <c:v>8.9699999999993452E-2</c:v>
                </c:pt>
                <c:pt idx="11">
                  <c:v>9.9999999999965894E-2</c:v>
                </c:pt>
                <c:pt idx="12">
                  <c:v>0.10949999999996862</c:v>
                </c:pt>
                <c:pt idx="13">
                  <c:v>0.11839999999995143</c:v>
                </c:pt>
                <c:pt idx="14">
                  <c:v>0.12659999999999627</c:v>
                </c:pt>
                <c:pt idx="15">
                  <c:v>0.13419999999996435</c:v>
                </c:pt>
                <c:pt idx="16">
                  <c:v>0.14109999999999445</c:v>
                </c:pt>
                <c:pt idx="17">
                  <c:v>0.14749999999997954</c:v>
                </c:pt>
                <c:pt idx="18">
                  <c:v>0.15339999999997644</c:v>
                </c:pt>
                <c:pt idx="19">
                  <c:v>0.15879999999998518</c:v>
                </c:pt>
                <c:pt idx="20">
                  <c:v>0.16369999999994889</c:v>
                </c:pt>
                <c:pt idx="21">
                  <c:v>0.16819999999995616</c:v>
                </c:pt>
                <c:pt idx="22">
                  <c:v>0.17229999999995016</c:v>
                </c:pt>
                <c:pt idx="23">
                  <c:v>0.17609999999996262</c:v>
                </c:pt>
                <c:pt idx="24">
                  <c:v>0.17959999999999354</c:v>
                </c:pt>
                <c:pt idx="25">
                  <c:v>0.18269999999995434</c:v>
                </c:pt>
                <c:pt idx="26">
                  <c:v>0.18559999999996535</c:v>
                </c:pt>
                <c:pt idx="27">
                  <c:v>0.18819999999999482</c:v>
                </c:pt>
                <c:pt idx="28">
                  <c:v>0.19069999999999254</c:v>
                </c:pt>
                <c:pt idx="29">
                  <c:v>0.19309999999995853</c:v>
                </c:pt>
                <c:pt idx="30">
                  <c:v>0.19559999999995625</c:v>
                </c:pt>
                <c:pt idx="31">
                  <c:v>0.19809999999995398</c:v>
                </c:pt>
                <c:pt idx="32">
                  <c:v>0.20039999999994507</c:v>
                </c:pt>
                <c:pt idx="33">
                  <c:v>0.202699999999993</c:v>
                </c:pt>
                <c:pt idx="34">
                  <c:v>0.20489999999995234</c:v>
                </c:pt>
                <c:pt idx="35">
                  <c:v>0.20699999999999363</c:v>
                </c:pt>
                <c:pt idx="36">
                  <c:v>0.20889999999997144</c:v>
                </c:pt>
                <c:pt idx="37">
                  <c:v>0.21079999999994925</c:v>
                </c:pt>
                <c:pt idx="38">
                  <c:v>0.21249999999997726</c:v>
                </c:pt>
                <c:pt idx="39">
                  <c:v>0.21399999999999864</c:v>
                </c:pt>
                <c:pt idx="40">
                  <c:v>0.21549999999996317</c:v>
                </c:pt>
                <c:pt idx="41">
                  <c:v>0.2168999999999528</c:v>
                </c:pt>
                <c:pt idx="42">
                  <c:v>0.21819999999996753</c:v>
                </c:pt>
                <c:pt idx="43">
                  <c:v>0.21939999999995052</c:v>
                </c:pt>
                <c:pt idx="44">
                  <c:v>0.22049999999995862</c:v>
                </c:pt>
                <c:pt idx="45">
                  <c:v>0.22149999999999181</c:v>
                </c:pt>
                <c:pt idx="46">
                  <c:v>0.22239999999999327</c:v>
                </c:pt>
                <c:pt idx="47">
                  <c:v>0.22329999999999472</c:v>
                </c:pt>
                <c:pt idx="48">
                  <c:v>0.22409999999996444</c:v>
                </c:pt>
                <c:pt idx="49">
                  <c:v>0.224899999999991</c:v>
                </c:pt>
                <c:pt idx="50">
                  <c:v>0.22559999999998581</c:v>
                </c:pt>
                <c:pt idx="51">
                  <c:v>0.22619999999994889</c:v>
                </c:pt>
                <c:pt idx="52">
                  <c:v>0.2267999999999688</c:v>
                </c:pt>
                <c:pt idx="53">
                  <c:v>0.22739999999998872</c:v>
                </c:pt>
                <c:pt idx="54">
                  <c:v>0.2278999999999769</c:v>
                </c:pt>
                <c:pt idx="55">
                  <c:v>0.22839999999996508</c:v>
                </c:pt>
                <c:pt idx="56">
                  <c:v>0.22879999999997835</c:v>
                </c:pt>
                <c:pt idx="57">
                  <c:v>0.22919999999999163</c:v>
                </c:pt>
                <c:pt idx="58">
                  <c:v>0.22959999999994807</c:v>
                </c:pt>
                <c:pt idx="59">
                  <c:v>0.22979999999995471</c:v>
                </c:pt>
                <c:pt idx="60">
                  <c:v>0.22979999999995471</c:v>
                </c:pt>
                <c:pt idx="61">
                  <c:v>0.22969999999997981</c:v>
                </c:pt>
                <c:pt idx="62">
                  <c:v>0.22949999999997317</c:v>
                </c:pt>
                <c:pt idx="63">
                  <c:v>0.22919999999999163</c:v>
                </c:pt>
                <c:pt idx="64">
                  <c:v>0.22879999999997835</c:v>
                </c:pt>
                <c:pt idx="65">
                  <c:v>0.22849999999999682</c:v>
                </c:pt>
                <c:pt idx="66">
                  <c:v>0.22809999999998354</c:v>
                </c:pt>
                <c:pt idx="67">
                  <c:v>0.22779999999994516</c:v>
                </c:pt>
                <c:pt idx="68">
                  <c:v>0.22739999999998872</c:v>
                </c:pt>
                <c:pt idx="69">
                  <c:v>0.22709999999995034</c:v>
                </c:pt>
                <c:pt idx="70">
                  <c:v>0.2267999999999688</c:v>
                </c:pt>
                <c:pt idx="71">
                  <c:v>0.22649999999998727</c:v>
                </c:pt>
                <c:pt idx="72">
                  <c:v>0.22619999999994889</c:v>
                </c:pt>
                <c:pt idx="73">
                  <c:v>0.22589999999996735</c:v>
                </c:pt>
                <c:pt idx="74">
                  <c:v>0.22569999999996071</c:v>
                </c:pt>
                <c:pt idx="75">
                  <c:v>0.22539999999997917</c:v>
                </c:pt>
                <c:pt idx="76">
                  <c:v>0.22519999999997253</c:v>
                </c:pt>
                <c:pt idx="77">
                  <c:v>0.22499999999996589</c:v>
                </c:pt>
                <c:pt idx="78">
                  <c:v>0.22479999999995925</c:v>
                </c:pt>
                <c:pt idx="79">
                  <c:v>0.22469999999998436</c:v>
                </c:pt>
                <c:pt idx="80">
                  <c:v>0.22449999999997772</c:v>
                </c:pt>
                <c:pt idx="81">
                  <c:v>0.22439999999994598</c:v>
                </c:pt>
                <c:pt idx="82">
                  <c:v>0.22419999999999618</c:v>
                </c:pt>
                <c:pt idx="83">
                  <c:v>0.22409999999996444</c:v>
                </c:pt>
                <c:pt idx="84">
                  <c:v>0.22399999999998954</c:v>
                </c:pt>
                <c:pt idx="85">
                  <c:v>0.2238999999999578</c:v>
                </c:pt>
                <c:pt idx="86">
                  <c:v>0.2237999999999829</c:v>
                </c:pt>
                <c:pt idx="87">
                  <c:v>0.22369999999995116</c:v>
                </c:pt>
                <c:pt idx="88">
                  <c:v>0.22359999999997626</c:v>
                </c:pt>
                <c:pt idx="89">
                  <c:v>0.22349999999994452</c:v>
                </c:pt>
                <c:pt idx="90">
                  <c:v>0.22339999999996962</c:v>
                </c:pt>
                <c:pt idx="91">
                  <c:v>0.22339999999996962</c:v>
                </c:pt>
                <c:pt idx="92">
                  <c:v>0.22329999999999472</c:v>
                </c:pt>
                <c:pt idx="93">
                  <c:v>0.22329999999999472</c:v>
                </c:pt>
                <c:pt idx="94">
                  <c:v>0.22319999999996298</c:v>
                </c:pt>
                <c:pt idx="95">
                  <c:v>0.22319999999996298</c:v>
                </c:pt>
                <c:pt idx="96">
                  <c:v>0.22309999999998809</c:v>
                </c:pt>
                <c:pt idx="97">
                  <c:v>0.22309999999998809</c:v>
                </c:pt>
                <c:pt idx="98">
                  <c:v>0.22299999999995634</c:v>
                </c:pt>
                <c:pt idx="99">
                  <c:v>0.22299999999995634</c:v>
                </c:pt>
                <c:pt idx="100">
                  <c:v>0.22299999999995634</c:v>
                </c:pt>
                <c:pt idx="101">
                  <c:v>0.22289999999998145</c:v>
                </c:pt>
                <c:pt idx="102">
                  <c:v>0.22289999999998145</c:v>
                </c:pt>
                <c:pt idx="103">
                  <c:v>0.22289999999998145</c:v>
                </c:pt>
                <c:pt idx="104">
                  <c:v>0.2227999999999497</c:v>
                </c:pt>
                <c:pt idx="105">
                  <c:v>0.2227999999999497</c:v>
                </c:pt>
                <c:pt idx="106">
                  <c:v>0.2227999999999497</c:v>
                </c:pt>
                <c:pt idx="107">
                  <c:v>0.2227999999999497</c:v>
                </c:pt>
                <c:pt idx="108">
                  <c:v>0.2227999999999497</c:v>
                </c:pt>
                <c:pt idx="109">
                  <c:v>0.22269999999997481</c:v>
                </c:pt>
                <c:pt idx="110">
                  <c:v>0.22269999999997481</c:v>
                </c:pt>
                <c:pt idx="111">
                  <c:v>0.22269999999997481</c:v>
                </c:pt>
                <c:pt idx="112">
                  <c:v>0.2227999999999497</c:v>
                </c:pt>
                <c:pt idx="113">
                  <c:v>0.2227999999999497</c:v>
                </c:pt>
                <c:pt idx="114">
                  <c:v>0.2227999999999497</c:v>
                </c:pt>
                <c:pt idx="115">
                  <c:v>0.22289999999998145</c:v>
                </c:pt>
                <c:pt idx="116">
                  <c:v>0.22289999999998145</c:v>
                </c:pt>
                <c:pt idx="117">
                  <c:v>0.22289999999998145</c:v>
                </c:pt>
                <c:pt idx="118">
                  <c:v>0.22299999999995634</c:v>
                </c:pt>
                <c:pt idx="119">
                  <c:v>0.22299999999995634</c:v>
                </c:pt>
                <c:pt idx="120">
                  <c:v>0.22299999999995634</c:v>
                </c:pt>
                <c:pt idx="121">
                  <c:v>0.22309999999998809</c:v>
                </c:pt>
                <c:pt idx="122">
                  <c:v>0.22309999999998809</c:v>
                </c:pt>
                <c:pt idx="123">
                  <c:v>0.22319999999996298</c:v>
                </c:pt>
                <c:pt idx="124">
                  <c:v>0.22319999999996298</c:v>
                </c:pt>
                <c:pt idx="125">
                  <c:v>0.22319999999996298</c:v>
                </c:pt>
                <c:pt idx="126">
                  <c:v>0.22329999999999472</c:v>
                </c:pt>
                <c:pt idx="127">
                  <c:v>0.22329999999999472</c:v>
                </c:pt>
                <c:pt idx="128">
                  <c:v>0.22329999999999472</c:v>
                </c:pt>
                <c:pt idx="129">
                  <c:v>0.22339999999996962</c:v>
                </c:pt>
                <c:pt idx="130">
                  <c:v>0.22339999999996962</c:v>
                </c:pt>
                <c:pt idx="131">
                  <c:v>0.22339999999996962</c:v>
                </c:pt>
                <c:pt idx="132">
                  <c:v>0.22339999999996962</c:v>
                </c:pt>
                <c:pt idx="133">
                  <c:v>0.22349999999994452</c:v>
                </c:pt>
                <c:pt idx="134">
                  <c:v>0.22349999999994452</c:v>
                </c:pt>
                <c:pt idx="135">
                  <c:v>0.22349999999994452</c:v>
                </c:pt>
                <c:pt idx="136">
                  <c:v>0.22349999999994452</c:v>
                </c:pt>
                <c:pt idx="137">
                  <c:v>0.22349999999994452</c:v>
                </c:pt>
                <c:pt idx="138">
                  <c:v>0.22359999999997626</c:v>
                </c:pt>
                <c:pt idx="139">
                  <c:v>0.22359999999997626</c:v>
                </c:pt>
                <c:pt idx="140">
                  <c:v>0.22359999999997626</c:v>
                </c:pt>
                <c:pt idx="141">
                  <c:v>0.22359999999997626</c:v>
                </c:pt>
                <c:pt idx="142">
                  <c:v>0.22359999999997626</c:v>
                </c:pt>
                <c:pt idx="143">
                  <c:v>0.22369999999995116</c:v>
                </c:pt>
                <c:pt idx="144">
                  <c:v>0.22369999999995116</c:v>
                </c:pt>
                <c:pt idx="145">
                  <c:v>0.22369999999995116</c:v>
                </c:pt>
                <c:pt idx="146">
                  <c:v>0.22369999999995116</c:v>
                </c:pt>
                <c:pt idx="147">
                  <c:v>0.22369999999995116</c:v>
                </c:pt>
                <c:pt idx="148">
                  <c:v>0.22369999999995116</c:v>
                </c:pt>
                <c:pt idx="149">
                  <c:v>0.22369999999995116</c:v>
                </c:pt>
                <c:pt idx="150">
                  <c:v>0.22369999999995116</c:v>
                </c:pt>
                <c:pt idx="151">
                  <c:v>0.22369999999995116</c:v>
                </c:pt>
                <c:pt idx="152">
                  <c:v>0.2237999999999829</c:v>
                </c:pt>
                <c:pt idx="153">
                  <c:v>0.2237999999999829</c:v>
                </c:pt>
                <c:pt idx="154">
                  <c:v>0.2237999999999829</c:v>
                </c:pt>
                <c:pt idx="155">
                  <c:v>0.2237999999999829</c:v>
                </c:pt>
                <c:pt idx="156">
                  <c:v>0.2237999999999829</c:v>
                </c:pt>
                <c:pt idx="157">
                  <c:v>0.2237999999999829</c:v>
                </c:pt>
                <c:pt idx="158">
                  <c:v>0.2237999999999829</c:v>
                </c:pt>
                <c:pt idx="159">
                  <c:v>0.2238999999999578</c:v>
                </c:pt>
                <c:pt idx="160">
                  <c:v>0.2238999999999578</c:v>
                </c:pt>
                <c:pt idx="161">
                  <c:v>0.2237999999999829</c:v>
                </c:pt>
                <c:pt idx="162">
                  <c:v>0.22369999999995116</c:v>
                </c:pt>
                <c:pt idx="163">
                  <c:v>0.22349999999994452</c:v>
                </c:pt>
                <c:pt idx="164">
                  <c:v>0.22329999999999472</c:v>
                </c:pt>
                <c:pt idx="165">
                  <c:v>0.22309999999998809</c:v>
                </c:pt>
                <c:pt idx="166">
                  <c:v>0.2227999999999497</c:v>
                </c:pt>
                <c:pt idx="167">
                  <c:v>0.22259999999999991</c:v>
                </c:pt>
                <c:pt idx="168">
                  <c:v>0.22229999999996153</c:v>
                </c:pt>
                <c:pt idx="169">
                  <c:v>0.22209999999995489</c:v>
                </c:pt>
                <c:pt idx="170">
                  <c:v>0.22189999999994825</c:v>
                </c:pt>
                <c:pt idx="171">
                  <c:v>0.22159999999996671</c:v>
                </c:pt>
                <c:pt idx="172">
                  <c:v>0.22139999999996007</c:v>
                </c:pt>
                <c:pt idx="173">
                  <c:v>0.22119999999995343</c:v>
                </c:pt>
                <c:pt idx="174">
                  <c:v>0.22099999999994679</c:v>
                </c:pt>
                <c:pt idx="175">
                  <c:v>0.220799999999997</c:v>
                </c:pt>
                <c:pt idx="176">
                  <c:v>0.22059999999999036</c:v>
                </c:pt>
                <c:pt idx="177">
                  <c:v>0.22039999999998372</c:v>
                </c:pt>
                <c:pt idx="178">
                  <c:v>0.22019999999997708</c:v>
                </c:pt>
                <c:pt idx="179">
                  <c:v>0.22009999999994534</c:v>
                </c:pt>
                <c:pt idx="180">
                  <c:v>0.21989999999999554</c:v>
                </c:pt>
                <c:pt idx="181">
                  <c:v>0.2197999999999638</c:v>
                </c:pt>
                <c:pt idx="182">
                  <c:v>0.21959999999995716</c:v>
                </c:pt>
                <c:pt idx="183">
                  <c:v>0.21949999999998226</c:v>
                </c:pt>
                <c:pt idx="184">
                  <c:v>0.21929999999997563</c:v>
                </c:pt>
                <c:pt idx="185">
                  <c:v>0.21929999999997563</c:v>
                </c:pt>
                <c:pt idx="186">
                  <c:v>0.21939999999995052</c:v>
                </c:pt>
                <c:pt idx="187">
                  <c:v>0.2197999999999638</c:v>
                </c:pt>
                <c:pt idx="188">
                  <c:v>0.22029999999995198</c:v>
                </c:pt>
                <c:pt idx="189">
                  <c:v>0.2208999999999719</c:v>
                </c:pt>
                <c:pt idx="190">
                  <c:v>0.22149999999999181</c:v>
                </c:pt>
                <c:pt idx="191">
                  <c:v>0.22219999999998663</c:v>
                </c:pt>
                <c:pt idx="192">
                  <c:v>0.22289999999998145</c:v>
                </c:pt>
                <c:pt idx="193">
                  <c:v>0.22349999999994452</c:v>
                </c:pt>
                <c:pt idx="194">
                  <c:v>0.22419999999999618</c:v>
                </c:pt>
                <c:pt idx="195">
                  <c:v>0.22479999999995925</c:v>
                </c:pt>
                <c:pt idx="196">
                  <c:v>0.22539999999997917</c:v>
                </c:pt>
                <c:pt idx="197">
                  <c:v>0.22599999999999909</c:v>
                </c:pt>
                <c:pt idx="198">
                  <c:v>0.22649999999998727</c:v>
                </c:pt>
                <c:pt idx="199">
                  <c:v>0.22699999999997544</c:v>
                </c:pt>
                <c:pt idx="200">
                  <c:v>0.22749999999996362</c:v>
                </c:pt>
                <c:pt idx="201">
                  <c:v>0.2279999999999518</c:v>
                </c:pt>
                <c:pt idx="202">
                  <c:v>0.22839999999996508</c:v>
                </c:pt>
                <c:pt idx="203">
                  <c:v>0.22879999999997835</c:v>
                </c:pt>
                <c:pt idx="204">
                  <c:v>0.22919999999999163</c:v>
                </c:pt>
                <c:pt idx="205">
                  <c:v>0.22949999999997317</c:v>
                </c:pt>
                <c:pt idx="206">
                  <c:v>0.22979999999995471</c:v>
                </c:pt>
                <c:pt idx="207">
                  <c:v>0.23019999999996799</c:v>
                </c:pt>
                <c:pt idx="208">
                  <c:v>0.23039999999997463</c:v>
                </c:pt>
                <c:pt idx="209">
                  <c:v>0.23069999999995616</c:v>
                </c:pt>
                <c:pt idx="210">
                  <c:v>0.23099999999999454</c:v>
                </c:pt>
                <c:pt idx="211">
                  <c:v>0.23119999999994434</c:v>
                </c:pt>
                <c:pt idx="212">
                  <c:v>0.23139999999995098</c:v>
                </c:pt>
                <c:pt idx="213">
                  <c:v>0.23159999999995762</c:v>
                </c:pt>
                <c:pt idx="214">
                  <c:v>0.231899999999996</c:v>
                </c:pt>
                <c:pt idx="215">
                  <c:v>0.2319999999999709</c:v>
                </c:pt>
                <c:pt idx="216">
                  <c:v>0.2319999999999709</c:v>
                </c:pt>
                <c:pt idx="217">
                  <c:v>0.23179999999996426</c:v>
                </c:pt>
                <c:pt idx="218">
                  <c:v>0.23149999999998272</c:v>
                </c:pt>
                <c:pt idx="219">
                  <c:v>0.23109999999996944</c:v>
                </c:pt>
                <c:pt idx="220">
                  <c:v>0.23069999999995616</c:v>
                </c:pt>
                <c:pt idx="221">
                  <c:v>0.23029999999999973</c:v>
                </c:pt>
                <c:pt idx="222">
                  <c:v>0.22979999999995471</c:v>
                </c:pt>
                <c:pt idx="223">
                  <c:v>0.22929999999996653</c:v>
                </c:pt>
                <c:pt idx="224">
                  <c:v>0.22889999999995325</c:v>
                </c:pt>
                <c:pt idx="225">
                  <c:v>0.22839999999996508</c:v>
                </c:pt>
                <c:pt idx="226">
                  <c:v>0.2279999999999518</c:v>
                </c:pt>
                <c:pt idx="227">
                  <c:v>0.22759999999999536</c:v>
                </c:pt>
                <c:pt idx="228">
                  <c:v>0.22729999999995698</c:v>
                </c:pt>
                <c:pt idx="229">
                  <c:v>0.2268999999999437</c:v>
                </c:pt>
                <c:pt idx="230">
                  <c:v>0.22659999999996217</c:v>
                </c:pt>
                <c:pt idx="231">
                  <c:v>0.22629999999998063</c:v>
                </c:pt>
                <c:pt idx="232">
                  <c:v>0.22599999999999909</c:v>
                </c:pt>
                <c:pt idx="233">
                  <c:v>0.22579999999999245</c:v>
                </c:pt>
                <c:pt idx="234">
                  <c:v>0.22549999999995407</c:v>
                </c:pt>
                <c:pt idx="235">
                  <c:v>0.22529999999994743</c:v>
                </c:pt>
                <c:pt idx="236">
                  <c:v>0.22509999999999764</c:v>
                </c:pt>
                <c:pt idx="237">
                  <c:v>0.224899999999991</c:v>
                </c:pt>
                <c:pt idx="238">
                  <c:v>0.22479999999995925</c:v>
                </c:pt>
                <c:pt idx="239">
                  <c:v>0.22459999999995262</c:v>
                </c:pt>
                <c:pt idx="240">
                  <c:v>0.22439999999994598</c:v>
                </c:pt>
                <c:pt idx="241">
                  <c:v>0.22429999999997108</c:v>
                </c:pt>
                <c:pt idx="242">
                  <c:v>0.22419999999999618</c:v>
                </c:pt>
                <c:pt idx="243">
                  <c:v>0.22399999999998954</c:v>
                </c:pt>
                <c:pt idx="244">
                  <c:v>0.2238999999999578</c:v>
                </c:pt>
                <c:pt idx="245">
                  <c:v>0.2237999999999829</c:v>
                </c:pt>
                <c:pt idx="246">
                  <c:v>0.22369999999995116</c:v>
                </c:pt>
                <c:pt idx="247">
                  <c:v>0.22359999999997626</c:v>
                </c:pt>
                <c:pt idx="248">
                  <c:v>0.22359999999997626</c:v>
                </c:pt>
                <c:pt idx="249">
                  <c:v>0.22349999999994452</c:v>
                </c:pt>
                <c:pt idx="250">
                  <c:v>0.22339999999996962</c:v>
                </c:pt>
                <c:pt idx="251">
                  <c:v>0.22339999999996962</c:v>
                </c:pt>
                <c:pt idx="252">
                  <c:v>0.22329999999999472</c:v>
                </c:pt>
                <c:pt idx="253">
                  <c:v>0.22319999999996298</c:v>
                </c:pt>
                <c:pt idx="254">
                  <c:v>0.22319999999996298</c:v>
                </c:pt>
                <c:pt idx="255">
                  <c:v>0.22309999999998809</c:v>
                </c:pt>
                <c:pt idx="256">
                  <c:v>0.22309999999998809</c:v>
                </c:pt>
                <c:pt idx="257">
                  <c:v>0.22309999999998809</c:v>
                </c:pt>
                <c:pt idx="258">
                  <c:v>0.22299999999995634</c:v>
                </c:pt>
                <c:pt idx="259">
                  <c:v>0.22299999999995634</c:v>
                </c:pt>
                <c:pt idx="260">
                  <c:v>0.22299999999995634</c:v>
                </c:pt>
                <c:pt idx="261">
                  <c:v>0.22289999999998145</c:v>
                </c:pt>
                <c:pt idx="262">
                  <c:v>0.22289999999998145</c:v>
                </c:pt>
                <c:pt idx="263">
                  <c:v>0.22289999999998145</c:v>
                </c:pt>
                <c:pt idx="264">
                  <c:v>0.2227999999999497</c:v>
                </c:pt>
                <c:pt idx="265">
                  <c:v>0.2227999999999497</c:v>
                </c:pt>
                <c:pt idx="266">
                  <c:v>0.2227999999999497</c:v>
                </c:pt>
                <c:pt idx="267">
                  <c:v>0.2227999999999497</c:v>
                </c:pt>
                <c:pt idx="268">
                  <c:v>0.2227999999999497</c:v>
                </c:pt>
                <c:pt idx="269">
                  <c:v>0.2227999999999497</c:v>
                </c:pt>
                <c:pt idx="270">
                  <c:v>0.2227999999999497</c:v>
                </c:pt>
                <c:pt idx="271">
                  <c:v>0.22289999999998145</c:v>
                </c:pt>
                <c:pt idx="272">
                  <c:v>0.22289999999998145</c:v>
                </c:pt>
                <c:pt idx="273">
                  <c:v>0.22289999999998145</c:v>
                </c:pt>
                <c:pt idx="274">
                  <c:v>0.22299999999995634</c:v>
                </c:pt>
                <c:pt idx="275">
                  <c:v>0.22299999999995634</c:v>
                </c:pt>
                <c:pt idx="276">
                  <c:v>0.22309999999998809</c:v>
                </c:pt>
                <c:pt idx="277">
                  <c:v>0.22309999999998809</c:v>
                </c:pt>
                <c:pt idx="278">
                  <c:v>0.22309999999998809</c:v>
                </c:pt>
                <c:pt idx="279">
                  <c:v>0.22319999999996298</c:v>
                </c:pt>
                <c:pt idx="280">
                  <c:v>0.22319999999996298</c:v>
                </c:pt>
                <c:pt idx="281">
                  <c:v>0.22319999999996298</c:v>
                </c:pt>
                <c:pt idx="282">
                  <c:v>0.22329999999999472</c:v>
                </c:pt>
                <c:pt idx="283">
                  <c:v>0.22329999999999472</c:v>
                </c:pt>
                <c:pt idx="284">
                  <c:v>0.22329999999999472</c:v>
                </c:pt>
                <c:pt idx="285">
                  <c:v>0.22339999999996962</c:v>
                </c:pt>
                <c:pt idx="286">
                  <c:v>0.22339999999996962</c:v>
                </c:pt>
                <c:pt idx="287">
                  <c:v>0.22339999999996962</c:v>
                </c:pt>
                <c:pt idx="288">
                  <c:v>0.22339999999996962</c:v>
                </c:pt>
                <c:pt idx="289">
                  <c:v>0.22349999999994452</c:v>
                </c:pt>
                <c:pt idx="290">
                  <c:v>0.22349999999994452</c:v>
                </c:pt>
                <c:pt idx="291">
                  <c:v>0.22349999999994452</c:v>
                </c:pt>
                <c:pt idx="292">
                  <c:v>0.22349999999994452</c:v>
                </c:pt>
                <c:pt idx="293">
                  <c:v>0.22349999999994452</c:v>
                </c:pt>
                <c:pt idx="294">
                  <c:v>0.22359999999997626</c:v>
                </c:pt>
                <c:pt idx="295">
                  <c:v>0.22359999999997626</c:v>
                </c:pt>
                <c:pt idx="296">
                  <c:v>0.22359999999997626</c:v>
                </c:pt>
                <c:pt idx="297">
                  <c:v>0.22359999999997626</c:v>
                </c:pt>
                <c:pt idx="298">
                  <c:v>0.22359999999997626</c:v>
                </c:pt>
                <c:pt idx="299">
                  <c:v>0.22369999999995116</c:v>
                </c:pt>
                <c:pt idx="300">
                  <c:v>0.22369999999995116</c:v>
                </c:pt>
                <c:pt idx="301">
                  <c:v>0.22369999999995116</c:v>
                </c:pt>
                <c:pt idx="302">
                  <c:v>0.22369999999995116</c:v>
                </c:pt>
                <c:pt idx="303">
                  <c:v>0.22369999999995116</c:v>
                </c:pt>
                <c:pt idx="304">
                  <c:v>0.22369999999995116</c:v>
                </c:pt>
                <c:pt idx="305">
                  <c:v>0.22369999999995116</c:v>
                </c:pt>
                <c:pt idx="306">
                  <c:v>0.22369999999995116</c:v>
                </c:pt>
                <c:pt idx="307">
                  <c:v>0.22369999999995116</c:v>
                </c:pt>
                <c:pt idx="308">
                  <c:v>0.2237999999999829</c:v>
                </c:pt>
                <c:pt idx="309">
                  <c:v>0.2237999999999829</c:v>
                </c:pt>
                <c:pt idx="310">
                  <c:v>0.2237999999999829</c:v>
                </c:pt>
                <c:pt idx="311">
                  <c:v>0.2237999999999829</c:v>
                </c:pt>
                <c:pt idx="312">
                  <c:v>0.2237999999999829</c:v>
                </c:pt>
                <c:pt idx="313">
                  <c:v>0.2237999999999829</c:v>
                </c:pt>
                <c:pt idx="314">
                  <c:v>0.2237999999999829</c:v>
                </c:pt>
                <c:pt idx="315">
                  <c:v>0.2238999999999578</c:v>
                </c:pt>
                <c:pt idx="316">
                  <c:v>0.2238999999999578</c:v>
                </c:pt>
                <c:pt idx="317">
                  <c:v>0.2238999999999578</c:v>
                </c:pt>
                <c:pt idx="318">
                  <c:v>0.2237999999999829</c:v>
                </c:pt>
                <c:pt idx="319">
                  <c:v>0.22369999999995116</c:v>
                </c:pt>
                <c:pt idx="320">
                  <c:v>0.22349999999994452</c:v>
                </c:pt>
                <c:pt idx="321">
                  <c:v>0.22329999999999472</c:v>
                </c:pt>
                <c:pt idx="322">
                  <c:v>0.22299999999995634</c:v>
                </c:pt>
                <c:pt idx="323">
                  <c:v>0.2227999999999497</c:v>
                </c:pt>
                <c:pt idx="324">
                  <c:v>0.22259999999999991</c:v>
                </c:pt>
                <c:pt idx="325">
                  <c:v>0.22229999999996153</c:v>
                </c:pt>
                <c:pt idx="326">
                  <c:v>0.22209999999995489</c:v>
                </c:pt>
                <c:pt idx="327">
                  <c:v>0.22179999999997335</c:v>
                </c:pt>
                <c:pt idx="328">
                  <c:v>0.22159999999996671</c:v>
                </c:pt>
                <c:pt idx="329">
                  <c:v>0.22139999999996007</c:v>
                </c:pt>
                <c:pt idx="330">
                  <c:v>0.22119999999995343</c:v>
                </c:pt>
                <c:pt idx="331">
                  <c:v>0.22099999999994679</c:v>
                </c:pt>
                <c:pt idx="332">
                  <c:v>0.220799999999997</c:v>
                </c:pt>
                <c:pt idx="333">
                  <c:v>0.22059999999999036</c:v>
                </c:pt>
                <c:pt idx="334">
                  <c:v>0.22039999999998372</c:v>
                </c:pt>
                <c:pt idx="335">
                  <c:v>0.22019999999997708</c:v>
                </c:pt>
                <c:pt idx="336">
                  <c:v>0.22009999999994534</c:v>
                </c:pt>
                <c:pt idx="337">
                  <c:v>0.21989999999999554</c:v>
                </c:pt>
                <c:pt idx="338">
                  <c:v>0.2197999999999638</c:v>
                </c:pt>
                <c:pt idx="339">
                  <c:v>0.21959999999995716</c:v>
                </c:pt>
                <c:pt idx="340">
                  <c:v>0.21939999999995052</c:v>
                </c:pt>
                <c:pt idx="341">
                  <c:v>0.21929999999997563</c:v>
                </c:pt>
                <c:pt idx="342">
                  <c:v>0.21929999999997563</c:v>
                </c:pt>
                <c:pt idx="343">
                  <c:v>0.21949999999998226</c:v>
                </c:pt>
                <c:pt idx="344">
                  <c:v>0.21989999999999554</c:v>
                </c:pt>
                <c:pt idx="345">
                  <c:v>0.22039999999998372</c:v>
                </c:pt>
                <c:pt idx="346">
                  <c:v>0.22099999999994679</c:v>
                </c:pt>
                <c:pt idx="347">
                  <c:v>0.22159999999996671</c:v>
                </c:pt>
                <c:pt idx="348">
                  <c:v>0.22229999999996153</c:v>
                </c:pt>
                <c:pt idx="349">
                  <c:v>0.22299999999995634</c:v>
                </c:pt>
                <c:pt idx="350">
                  <c:v>0.22359999999997626</c:v>
                </c:pt>
                <c:pt idx="351">
                  <c:v>0.22429999999997108</c:v>
                </c:pt>
                <c:pt idx="352">
                  <c:v>0.224899999999991</c:v>
                </c:pt>
                <c:pt idx="353">
                  <c:v>0.22549999999995407</c:v>
                </c:pt>
                <c:pt idx="354">
                  <c:v>0.22609999999997399</c:v>
                </c:pt>
                <c:pt idx="355">
                  <c:v>0.22659999999996217</c:v>
                </c:pt>
                <c:pt idx="356">
                  <c:v>0.22709999999995034</c:v>
                </c:pt>
                <c:pt idx="357">
                  <c:v>0.22759999999999536</c:v>
                </c:pt>
                <c:pt idx="358">
                  <c:v>0.2279999999999518</c:v>
                </c:pt>
                <c:pt idx="359">
                  <c:v>0.22849999999999682</c:v>
                </c:pt>
                <c:pt idx="360">
                  <c:v>0.22879999999997835</c:v>
                </c:pt>
                <c:pt idx="361">
                  <c:v>0.22879999999997835</c:v>
                </c:pt>
                <c:pt idx="362">
                  <c:v>0.22919999999999163</c:v>
                </c:pt>
                <c:pt idx="363">
                  <c:v>0.22959999999994807</c:v>
                </c:pt>
                <c:pt idx="364">
                  <c:v>0.22989999999998645</c:v>
                </c:pt>
                <c:pt idx="365">
                  <c:v>0.23019999999996799</c:v>
                </c:pt>
                <c:pt idx="366">
                  <c:v>0.23049999999994952</c:v>
                </c:pt>
                <c:pt idx="367">
                  <c:v>0.2307999999999879</c:v>
                </c:pt>
                <c:pt idx="368">
                  <c:v>0.23099999999999454</c:v>
                </c:pt>
                <c:pt idx="369">
                  <c:v>0.23119999999994434</c:v>
                </c:pt>
                <c:pt idx="370">
                  <c:v>0.23149999999998272</c:v>
                </c:pt>
                <c:pt idx="371">
                  <c:v>0.23169999999998936</c:v>
                </c:pt>
                <c:pt idx="372">
                  <c:v>0.231899999999996</c:v>
                </c:pt>
                <c:pt idx="373">
                  <c:v>0.2319999999999709</c:v>
                </c:pt>
                <c:pt idx="374">
                  <c:v>0.2319999999999709</c:v>
                </c:pt>
                <c:pt idx="375">
                  <c:v>0.23179999999996426</c:v>
                </c:pt>
                <c:pt idx="376">
                  <c:v>0.23149999999998272</c:v>
                </c:pt>
                <c:pt idx="377">
                  <c:v>0.23109999999996944</c:v>
                </c:pt>
                <c:pt idx="378">
                  <c:v>0.23069999999995616</c:v>
                </c:pt>
                <c:pt idx="379">
                  <c:v>0.23019999999996799</c:v>
                </c:pt>
                <c:pt idx="380">
                  <c:v>0.22969999999997981</c:v>
                </c:pt>
                <c:pt idx="381">
                  <c:v>0.22929999999996653</c:v>
                </c:pt>
                <c:pt idx="382">
                  <c:v>0.22879999999997835</c:v>
                </c:pt>
                <c:pt idx="383">
                  <c:v>0.22839999999996508</c:v>
                </c:pt>
                <c:pt idx="384">
                  <c:v>0.2279999999999518</c:v>
                </c:pt>
                <c:pt idx="385">
                  <c:v>0.22759999999999536</c:v>
                </c:pt>
                <c:pt idx="386">
                  <c:v>0.22719999999998208</c:v>
                </c:pt>
                <c:pt idx="387">
                  <c:v>0.2268999999999437</c:v>
                </c:pt>
                <c:pt idx="388">
                  <c:v>0.22659999999996217</c:v>
                </c:pt>
                <c:pt idx="389">
                  <c:v>0.22629999999998063</c:v>
                </c:pt>
                <c:pt idx="390">
                  <c:v>0.22599999999999909</c:v>
                </c:pt>
                <c:pt idx="391">
                  <c:v>0.22579999999999245</c:v>
                </c:pt>
                <c:pt idx="392">
                  <c:v>0.22549999999995407</c:v>
                </c:pt>
                <c:pt idx="393">
                  <c:v>0.22529999999994743</c:v>
                </c:pt>
                <c:pt idx="394">
                  <c:v>0.22509999999999764</c:v>
                </c:pt>
                <c:pt idx="395">
                  <c:v>0.224899999999991</c:v>
                </c:pt>
                <c:pt idx="396">
                  <c:v>0.22469999999998436</c:v>
                </c:pt>
                <c:pt idx="397">
                  <c:v>0.22459999999995262</c:v>
                </c:pt>
                <c:pt idx="398">
                  <c:v>0.22439999999994598</c:v>
                </c:pt>
                <c:pt idx="399">
                  <c:v>0.22429999999997108</c:v>
                </c:pt>
                <c:pt idx="400">
                  <c:v>0.22409999999996444</c:v>
                </c:pt>
                <c:pt idx="401">
                  <c:v>0.22399999999998954</c:v>
                </c:pt>
                <c:pt idx="402">
                  <c:v>0.2238999999999578</c:v>
                </c:pt>
                <c:pt idx="403">
                  <c:v>0.2237999999999829</c:v>
                </c:pt>
                <c:pt idx="404">
                  <c:v>0.22369999999995116</c:v>
                </c:pt>
                <c:pt idx="405">
                  <c:v>0.22359999999997626</c:v>
                </c:pt>
                <c:pt idx="406">
                  <c:v>0.22359999999997626</c:v>
                </c:pt>
                <c:pt idx="407">
                  <c:v>0.22349999999994452</c:v>
                </c:pt>
                <c:pt idx="408">
                  <c:v>0.22339999999996962</c:v>
                </c:pt>
                <c:pt idx="409">
                  <c:v>0.22329999999999472</c:v>
                </c:pt>
                <c:pt idx="410">
                  <c:v>0.22329999999999472</c:v>
                </c:pt>
                <c:pt idx="411">
                  <c:v>0.22319999999996298</c:v>
                </c:pt>
                <c:pt idx="412">
                  <c:v>0.22319999999996298</c:v>
                </c:pt>
                <c:pt idx="413">
                  <c:v>0.22309999999998809</c:v>
                </c:pt>
                <c:pt idx="414">
                  <c:v>0.22309999999998809</c:v>
                </c:pt>
                <c:pt idx="415">
                  <c:v>0.22309999999998809</c:v>
                </c:pt>
                <c:pt idx="416">
                  <c:v>0.22299999999995634</c:v>
                </c:pt>
                <c:pt idx="417">
                  <c:v>0.22299999999995634</c:v>
                </c:pt>
                <c:pt idx="418">
                  <c:v>0.22289999999998145</c:v>
                </c:pt>
                <c:pt idx="419">
                  <c:v>0.22289999999998145</c:v>
                </c:pt>
                <c:pt idx="420">
                  <c:v>0.22289999999998145</c:v>
                </c:pt>
                <c:pt idx="421">
                  <c:v>0.22289999999998145</c:v>
                </c:pt>
                <c:pt idx="422">
                  <c:v>0.2227999999999497</c:v>
                </c:pt>
                <c:pt idx="423">
                  <c:v>0.2227999999999497</c:v>
                </c:pt>
                <c:pt idx="424">
                  <c:v>0.2227999999999497</c:v>
                </c:pt>
                <c:pt idx="425">
                  <c:v>0.2227999999999497</c:v>
                </c:pt>
                <c:pt idx="426">
                  <c:v>0.2227999999999497</c:v>
                </c:pt>
                <c:pt idx="427">
                  <c:v>0.2227999999999497</c:v>
                </c:pt>
                <c:pt idx="428">
                  <c:v>0.2227999999999497</c:v>
                </c:pt>
                <c:pt idx="429">
                  <c:v>0.22289999999998145</c:v>
                </c:pt>
                <c:pt idx="430">
                  <c:v>0.22289999999998145</c:v>
                </c:pt>
                <c:pt idx="431">
                  <c:v>0.22289999999998145</c:v>
                </c:pt>
                <c:pt idx="432">
                  <c:v>0.22299999999995634</c:v>
                </c:pt>
                <c:pt idx="433">
                  <c:v>0.22299999999995634</c:v>
                </c:pt>
                <c:pt idx="434">
                  <c:v>0.22309999999998809</c:v>
                </c:pt>
                <c:pt idx="435">
                  <c:v>0.22309999999998809</c:v>
                </c:pt>
                <c:pt idx="436">
                  <c:v>0.22309999999998809</c:v>
                </c:pt>
                <c:pt idx="437">
                  <c:v>0.22319999999996298</c:v>
                </c:pt>
                <c:pt idx="438">
                  <c:v>0.22319999999996298</c:v>
                </c:pt>
                <c:pt idx="439">
                  <c:v>0.22319999999996298</c:v>
                </c:pt>
                <c:pt idx="440">
                  <c:v>0.22329999999999472</c:v>
                </c:pt>
                <c:pt idx="441">
                  <c:v>0.22329999999999472</c:v>
                </c:pt>
                <c:pt idx="442">
                  <c:v>0.22329999999999472</c:v>
                </c:pt>
                <c:pt idx="443">
                  <c:v>0.22339999999996962</c:v>
                </c:pt>
                <c:pt idx="444">
                  <c:v>0.22339999999996962</c:v>
                </c:pt>
                <c:pt idx="445">
                  <c:v>0.22339999999996962</c:v>
                </c:pt>
                <c:pt idx="446">
                  <c:v>0.22339999999996962</c:v>
                </c:pt>
                <c:pt idx="447">
                  <c:v>0.22349999999994452</c:v>
                </c:pt>
                <c:pt idx="448">
                  <c:v>0.22349999999994452</c:v>
                </c:pt>
                <c:pt idx="449">
                  <c:v>0.22349999999994452</c:v>
                </c:pt>
                <c:pt idx="450">
                  <c:v>0.22349999999994452</c:v>
                </c:pt>
                <c:pt idx="451">
                  <c:v>0.22359999999997626</c:v>
                </c:pt>
                <c:pt idx="452">
                  <c:v>0.22359999999997626</c:v>
                </c:pt>
                <c:pt idx="453">
                  <c:v>0.22359999999997626</c:v>
                </c:pt>
                <c:pt idx="454">
                  <c:v>0.22359999999997626</c:v>
                </c:pt>
                <c:pt idx="455">
                  <c:v>0.22359999999997626</c:v>
                </c:pt>
                <c:pt idx="456">
                  <c:v>0.22359999999997626</c:v>
                </c:pt>
                <c:pt idx="457">
                  <c:v>0.22359999999997626</c:v>
                </c:pt>
                <c:pt idx="458">
                  <c:v>0.22369999999995116</c:v>
                </c:pt>
                <c:pt idx="459">
                  <c:v>0.22369999999995116</c:v>
                </c:pt>
                <c:pt idx="460">
                  <c:v>0.22369999999995116</c:v>
                </c:pt>
                <c:pt idx="461">
                  <c:v>0.22369999999995116</c:v>
                </c:pt>
                <c:pt idx="462">
                  <c:v>0.22369999999995116</c:v>
                </c:pt>
                <c:pt idx="463">
                  <c:v>0.22369999999995116</c:v>
                </c:pt>
                <c:pt idx="464">
                  <c:v>0.22369999999995116</c:v>
                </c:pt>
                <c:pt idx="465">
                  <c:v>0.22369999999995116</c:v>
                </c:pt>
                <c:pt idx="466">
                  <c:v>0.22369999999995116</c:v>
                </c:pt>
                <c:pt idx="467">
                  <c:v>0.2237999999999829</c:v>
                </c:pt>
                <c:pt idx="468">
                  <c:v>0.2237999999999829</c:v>
                </c:pt>
                <c:pt idx="469">
                  <c:v>0.2237999999999829</c:v>
                </c:pt>
                <c:pt idx="470">
                  <c:v>0.2237999999999829</c:v>
                </c:pt>
                <c:pt idx="471">
                  <c:v>0.2237999999999829</c:v>
                </c:pt>
                <c:pt idx="472">
                  <c:v>0.2237999999999829</c:v>
                </c:pt>
                <c:pt idx="473">
                  <c:v>0.2237999999999829</c:v>
                </c:pt>
                <c:pt idx="474">
                  <c:v>0.2238999999999578</c:v>
                </c:pt>
                <c:pt idx="475">
                  <c:v>0.2238999999999578</c:v>
                </c:pt>
                <c:pt idx="476">
                  <c:v>0.2238999999999578</c:v>
                </c:pt>
                <c:pt idx="477">
                  <c:v>0.2237999999999829</c:v>
                </c:pt>
                <c:pt idx="478">
                  <c:v>0.22359999999997626</c:v>
                </c:pt>
                <c:pt idx="479">
                  <c:v>0.22349999999994452</c:v>
                </c:pt>
                <c:pt idx="480">
                  <c:v>0.22319999999996298</c:v>
                </c:pt>
                <c:pt idx="481">
                  <c:v>0.22299999999995634</c:v>
                </c:pt>
                <c:pt idx="482">
                  <c:v>0.2227999999999497</c:v>
                </c:pt>
                <c:pt idx="483">
                  <c:v>0.22249999999996817</c:v>
                </c:pt>
                <c:pt idx="484">
                  <c:v>0.22229999999996153</c:v>
                </c:pt>
                <c:pt idx="485">
                  <c:v>0.22199999999997999</c:v>
                </c:pt>
                <c:pt idx="486">
                  <c:v>0.22179999999997335</c:v>
                </c:pt>
                <c:pt idx="487">
                  <c:v>0.22159999999996671</c:v>
                </c:pt>
                <c:pt idx="488">
                  <c:v>0.22129999999998518</c:v>
                </c:pt>
                <c:pt idx="489">
                  <c:v>0.22109999999997854</c:v>
                </c:pt>
                <c:pt idx="490">
                  <c:v>0.2208999999999719</c:v>
                </c:pt>
                <c:pt idx="491">
                  <c:v>0.22069999999996526</c:v>
                </c:pt>
                <c:pt idx="492">
                  <c:v>0.22049999999995862</c:v>
                </c:pt>
                <c:pt idx="493">
                  <c:v>0.22039999999998372</c:v>
                </c:pt>
                <c:pt idx="494">
                  <c:v>0.22019999999997708</c:v>
                </c:pt>
                <c:pt idx="495">
                  <c:v>0.21999999999997044</c:v>
                </c:pt>
                <c:pt idx="496">
                  <c:v>0.21989999999999554</c:v>
                </c:pt>
                <c:pt idx="497">
                  <c:v>0.2196999999999889</c:v>
                </c:pt>
                <c:pt idx="498">
                  <c:v>0.21959999999995716</c:v>
                </c:pt>
                <c:pt idx="499">
                  <c:v>0.21939999999995052</c:v>
                </c:pt>
                <c:pt idx="500">
                  <c:v>0.21929999999997563</c:v>
                </c:pt>
                <c:pt idx="501">
                  <c:v>0.21929999999997563</c:v>
                </c:pt>
                <c:pt idx="502">
                  <c:v>0.21949999999998226</c:v>
                </c:pt>
                <c:pt idx="503">
                  <c:v>0.21989999999999554</c:v>
                </c:pt>
                <c:pt idx="504">
                  <c:v>0.22049999999995862</c:v>
                </c:pt>
                <c:pt idx="505">
                  <c:v>0.22109999999997854</c:v>
                </c:pt>
                <c:pt idx="506">
                  <c:v>0.22169999999999845</c:v>
                </c:pt>
                <c:pt idx="507">
                  <c:v>0.22239999999999327</c:v>
                </c:pt>
                <c:pt idx="508">
                  <c:v>0.22309999999998809</c:v>
                </c:pt>
                <c:pt idx="509">
                  <c:v>0.2237999999999829</c:v>
                </c:pt>
                <c:pt idx="510">
                  <c:v>0.22439999999994598</c:v>
                </c:pt>
                <c:pt idx="511">
                  <c:v>0.22499999999996589</c:v>
                </c:pt>
                <c:pt idx="512">
                  <c:v>0.22559999999998581</c:v>
                </c:pt>
                <c:pt idx="513">
                  <c:v>0.22619999999994889</c:v>
                </c:pt>
                <c:pt idx="514">
                  <c:v>0.22669999999999391</c:v>
                </c:pt>
                <c:pt idx="515">
                  <c:v>0.22719999999998208</c:v>
                </c:pt>
                <c:pt idx="516">
                  <c:v>0.22769999999997026</c:v>
                </c:pt>
                <c:pt idx="517">
                  <c:v>0.22809999999998354</c:v>
                </c:pt>
                <c:pt idx="518">
                  <c:v>0.22849999999999682</c:v>
                </c:pt>
                <c:pt idx="519">
                  <c:v>0.22889999999995325</c:v>
                </c:pt>
                <c:pt idx="520">
                  <c:v>0.22929999999996653</c:v>
                </c:pt>
                <c:pt idx="521">
                  <c:v>0.22959999999994807</c:v>
                </c:pt>
                <c:pt idx="522">
                  <c:v>0.22989999999998645</c:v>
                </c:pt>
                <c:pt idx="523">
                  <c:v>0.23029999999999973</c:v>
                </c:pt>
                <c:pt idx="524">
                  <c:v>0.23049999999994952</c:v>
                </c:pt>
                <c:pt idx="525">
                  <c:v>0.2307999999999879</c:v>
                </c:pt>
                <c:pt idx="526">
                  <c:v>0.23109999999996944</c:v>
                </c:pt>
                <c:pt idx="527">
                  <c:v>0.23129999999997608</c:v>
                </c:pt>
                <c:pt idx="528">
                  <c:v>0.23149999999998272</c:v>
                </c:pt>
                <c:pt idx="529">
                  <c:v>0.23169999999998936</c:v>
                </c:pt>
                <c:pt idx="530">
                  <c:v>0.231899999999996</c:v>
                </c:pt>
                <c:pt idx="531">
                  <c:v>0.2319999999999709</c:v>
                </c:pt>
                <c:pt idx="532">
                  <c:v>0.231899999999996</c:v>
                </c:pt>
              </c:numCache>
            </c:numRef>
          </c:yVal>
          <c:smooth val="1"/>
          <c:extLst>
            <c:ext xmlns:c16="http://schemas.microsoft.com/office/drawing/2014/chart" uri="{C3380CC4-5D6E-409C-BE32-E72D297353CC}">
              <c16:uniqueId val="{00000010-4233-4E9D-9D6D-D06060CC9530}"/>
            </c:ext>
          </c:extLst>
        </c:ser>
        <c:ser>
          <c:idx val="17"/>
          <c:order val="17"/>
          <c:tx>
            <c:strRef>
              <c:f>PM50000_Temps_oc5l2_50000!$BBT$1</c:f>
              <c:strCache>
                <c:ptCount val="1"/>
                <c:pt idx="0">
                  <c:v>TELE_PM_INTERIOR.18</c:v>
                </c:pt>
              </c:strCache>
            </c:strRef>
          </c:tx>
          <c:spPr>
            <a:ln w="19050" cap="rnd">
              <a:solidFill>
                <a:schemeClr val="accent6">
                  <a:lumMod val="80000"/>
                  <a:lumOff val="20000"/>
                </a:schemeClr>
              </a:solidFill>
              <a:round/>
            </a:ln>
            <a:effectLst/>
          </c:spPr>
          <c:marker>
            <c:symbol val="circle"/>
            <c:size val="5"/>
            <c:spPr>
              <a:solidFill>
                <a:schemeClr val="accent6">
                  <a:lumMod val="80000"/>
                  <a:lumOff val="20000"/>
                </a:schemeClr>
              </a:solidFill>
              <a:ln w="9525">
                <a:solidFill>
                  <a:schemeClr val="accent6">
                    <a:lumMod val="80000"/>
                    <a:lumOff val="2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PM50000_Temps_oc5l2_50000!$BBT$2:$BBT$536</c:f>
              <c:numCache>
                <c:formatCode>General</c:formatCode>
                <c:ptCount val="533"/>
                <c:pt idx="0">
                  <c:v>0</c:v>
                </c:pt>
                <c:pt idx="1">
                  <c:v>5.9999999996307452E-4</c:v>
                </c:pt>
                <c:pt idx="2">
                  <c:v>4.0999999999939973E-3</c:v>
                </c:pt>
                <c:pt idx="3">
                  <c:v>1.0799999999960619E-2</c:v>
                </c:pt>
                <c:pt idx="4">
                  <c:v>2.0199999999988449E-2</c:v>
                </c:pt>
                <c:pt idx="5">
                  <c:v>3.1199999999955708E-2</c:v>
                </c:pt>
                <c:pt idx="6">
                  <c:v>4.3199999999956162E-2</c:v>
                </c:pt>
                <c:pt idx="7">
                  <c:v>5.5499999999994998E-2</c:v>
                </c:pt>
                <c:pt idx="8">
                  <c:v>6.759999999997035E-2</c:v>
                </c:pt>
                <c:pt idx="9">
                  <c:v>7.9399999999964166E-2</c:v>
                </c:pt>
                <c:pt idx="10">
                  <c:v>9.0599999999994907E-2</c:v>
                </c:pt>
                <c:pt idx="11">
                  <c:v>0.10120000000000573</c:v>
                </c:pt>
                <c:pt idx="12">
                  <c:v>0.11109999999996489</c:v>
                </c:pt>
                <c:pt idx="13">
                  <c:v>0.12020000000001119</c:v>
                </c:pt>
                <c:pt idx="14">
                  <c:v>0.12869999999998072</c:v>
                </c:pt>
                <c:pt idx="15">
                  <c:v>0.13649999999995543</c:v>
                </c:pt>
                <c:pt idx="16">
                  <c:v>0.14369999999996708</c:v>
                </c:pt>
                <c:pt idx="17">
                  <c:v>0.1501999999999839</c:v>
                </c:pt>
                <c:pt idx="18">
                  <c:v>0.15629999999998745</c:v>
                </c:pt>
                <c:pt idx="19">
                  <c:v>0.16179999999997108</c:v>
                </c:pt>
                <c:pt idx="20">
                  <c:v>0.16689999999999827</c:v>
                </c:pt>
                <c:pt idx="21">
                  <c:v>0.17149999999998045</c:v>
                </c:pt>
                <c:pt idx="22">
                  <c:v>0.17579999999998108</c:v>
                </c:pt>
                <c:pt idx="23">
                  <c:v>0.17959999999999354</c:v>
                </c:pt>
                <c:pt idx="24">
                  <c:v>0.18319999999999936</c:v>
                </c:pt>
                <c:pt idx="25">
                  <c:v>0.18639999999999191</c:v>
                </c:pt>
                <c:pt idx="26">
                  <c:v>0.18939999999997781</c:v>
                </c:pt>
                <c:pt idx="27">
                  <c:v>0.19200000000000728</c:v>
                </c:pt>
                <c:pt idx="28">
                  <c:v>0.1945999999999799</c:v>
                </c:pt>
                <c:pt idx="29">
                  <c:v>0.19709999999997763</c:v>
                </c:pt>
                <c:pt idx="30">
                  <c:v>0.19959999999997535</c:v>
                </c:pt>
                <c:pt idx="31">
                  <c:v>0.20209999999997308</c:v>
                </c:pt>
                <c:pt idx="32">
                  <c:v>0.20449999999999591</c:v>
                </c:pt>
                <c:pt idx="33">
                  <c:v>0.20679999999998699</c:v>
                </c:pt>
                <c:pt idx="34">
                  <c:v>0.20900000000000318</c:v>
                </c:pt>
                <c:pt idx="35">
                  <c:v>0.21109999999998763</c:v>
                </c:pt>
                <c:pt idx="36">
                  <c:v>0.21299999999996544</c:v>
                </c:pt>
                <c:pt idx="37">
                  <c:v>0.21479999999996835</c:v>
                </c:pt>
                <c:pt idx="38">
                  <c:v>0.21659999999997126</c:v>
                </c:pt>
                <c:pt idx="39">
                  <c:v>0.21819999999996753</c:v>
                </c:pt>
                <c:pt idx="40">
                  <c:v>0.21959999999995716</c:v>
                </c:pt>
                <c:pt idx="41">
                  <c:v>0.22100000000000364</c:v>
                </c:pt>
                <c:pt idx="42">
                  <c:v>0.22229999999996153</c:v>
                </c:pt>
                <c:pt idx="43">
                  <c:v>0.22350000000000136</c:v>
                </c:pt>
                <c:pt idx="44">
                  <c:v>0.22460000000000946</c:v>
                </c:pt>
                <c:pt idx="45">
                  <c:v>0.22559999999998581</c:v>
                </c:pt>
                <c:pt idx="46">
                  <c:v>0.22659999999996217</c:v>
                </c:pt>
                <c:pt idx="47">
                  <c:v>0.22749999999996362</c:v>
                </c:pt>
                <c:pt idx="48">
                  <c:v>0.22829999999999018</c:v>
                </c:pt>
                <c:pt idx="49">
                  <c:v>0.22899999999998499</c:v>
                </c:pt>
                <c:pt idx="50">
                  <c:v>0.22969999999997981</c:v>
                </c:pt>
                <c:pt idx="51">
                  <c:v>0.23039999999997463</c:v>
                </c:pt>
                <c:pt idx="52">
                  <c:v>0.23099999999999454</c:v>
                </c:pt>
                <c:pt idx="53">
                  <c:v>0.23159999999995762</c:v>
                </c:pt>
                <c:pt idx="54">
                  <c:v>0.23210000000000264</c:v>
                </c:pt>
                <c:pt idx="55">
                  <c:v>0.23259999999999081</c:v>
                </c:pt>
                <c:pt idx="56">
                  <c:v>0.23300000000000409</c:v>
                </c:pt>
                <c:pt idx="57">
                  <c:v>0.23339999999996053</c:v>
                </c:pt>
                <c:pt idx="58">
                  <c:v>0.23379999999997381</c:v>
                </c:pt>
                <c:pt idx="59">
                  <c:v>0.23399999999998045</c:v>
                </c:pt>
                <c:pt idx="60">
                  <c:v>0.23409999999995534</c:v>
                </c:pt>
                <c:pt idx="61">
                  <c:v>0.23399999999998045</c:v>
                </c:pt>
                <c:pt idx="62">
                  <c:v>0.23379999999997381</c:v>
                </c:pt>
                <c:pt idx="63">
                  <c:v>0.23349999999999227</c:v>
                </c:pt>
                <c:pt idx="64">
                  <c:v>0.23320000000001073</c:v>
                </c:pt>
                <c:pt idx="65">
                  <c:v>0.23279999999999745</c:v>
                </c:pt>
                <c:pt idx="66">
                  <c:v>0.23249999999995907</c:v>
                </c:pt>
                <c:pt idx="67">
                  <c:v>0.23219999999997754</c:v>
                </c:pt>
                <c:pt idx="68">
                  <c:v>0.23179999999996426</c:v>
                </c:pt>
                <c:pt idx="69">
                  <c:v>0.23149999999998272</c:v>
                </c:pt>
                <c:pt idx="70">
                  <c:v>0.23120000000000118</c:v>
                </c:pt>
                <c:pt idx="71">
                  <c:v>0.2308999999999628</c:v>
                </c:pt>
                <c:pt idx="72">
                  <c:v>0.23059999999998126</c:v>
                </c:pt>
                <c:pt idx="73">
                  <c:v>0.23039999999997463</c:v>
                </c:pt>
                <c:pt idx="74">
                  <c:v>0.23019999999996799</c:v>
                </c:pt>
                <c:pt idx="75">
                  <c:v>0.22989999999998645</c:v>
                </c:pt>
                <c:pt idx="76">
                  <c:v>0.22969999999997981</c:v>
                </c:pt>
                <c:pt idx="77">
                  <c:v>0.22949999999997317</c:v>
                </c:pt>
                <c:pt idx="78">
                  <c:v>0.22939999999999827</c:v>
                </c:pt>
                <c:pt idx="79">
                  <c:v>0.22919999999999163</c:v>
                </c:pt>
                <c:pt idx="80">
                  <c:v>0.22899999999998499</c:v>
                </c:pt>
                <c:pt idx="81">
                  <c:v>0.2289000000000101</c:v>
                </c:pt>
                <c:pt idx="82">
                  <c:v>0.22879999999997835</c:v>
                </c:pt>
                <c:pt idx="83">
                  <c:v>0.22859999999997171</c:v>
                </c:pt>
                <c:pt idx="84">
                  <c:v>0.22849999999999682</c:v>
                </c:pt>
                <c:pt idx="85">
                  <c:v>0.22839999999996508</c:v>
                </c:pt>
                <c:pt idx="86">
                  <c:v>0.22829999999999018</c:v>
                </c:pt>
                <c:pt idx="87">
                  <c:v>0.22819999999995844</c:v>
                </c:pt>
                <c:pt idx="88">
                  <c:v>0.22819999999995844</c:v>
                </c:pt>
                <c:pt idx="89">
                  <c:v>0.22809999999998354</c:v>
                </c:pt>
                <c:pt idx="90">
                  <c:v>0.22800000000000864</c:v>
                </c:pt>
                <c:pt idx="91">
                  <c:v>0.2278999999999769</c:v>
                </c:pt>
                <c:pt idx="92">
                  <c:v>0.2278999999999769</c:v>
                </c:pt>
                <c:pt idx="93">
                  <c:v>0.227800000000002</c:v>
                </c:pt>
                <c:pt idx="94">
                  <c:v>0.227800000000002</c:v>
                </c:pt>
                <c:pt idx="95">
                  <c:v>0.22769999999997026</c:v>
                </c:pt>
                <c:pt idx="96">
                  <c:v>0.22769999999997026</c:v>
                </c:pt>
                <c:pt idx="97">
                  <c:v>0.22759999999999536</c:v>
                </c:pt>
                <c:pt idx="98">
                  <c:v>0.22759999999999536</c:v>
                </c:pt>
                <c:pt idx="99">
                  <c:v>0.22759999999999536</c:v>
                </c:pt>
                <c:pt idx="100">
                  <c:v>0.22749999999996362</c:v>
                </c:pt>
                <c:pt idx="101">
                  <c:v>0.22749999999996362</c:v>
                </c:pt>
                <c:pt idx="102">
                  <c:v>0.22749999999996362</c:v>
                </c:pt>
                <c:pt idx="103">
                  <c:v>0.22739999999998872</c:v>
                </c:pt>
                <c:pt idx="104">
                  <c:v>0.22739999999998872</c:v>
                </c:pt>
                <c:pt idx="105">
                  <c:v>0.22739999999998872</c:v>
                </c:pt>
                <c:pt idx="106">
                  <c:v>0.22739999999998872</c:v>
                </c:pt>
                <c:pt idx="107">
                  <c:v>0.22739999999998872</c:v>
                </c:pt>
                <c:pt idx="108">
                  <c:v>0.22729999999995698</c:v>
                </c:pt>
                <c:pt idx="109">
                  <c:v>0.22729999999995698</c:v>
                </c:pt>
                <c:pt idx="110">
                  <c:v>0.22729999999995698</c:v>
                </c:pt>
                <c:pt idx="111">
                  <c:v>0.22729999999995698</c:v>
                </c:pt>
                <c:pt idx="112">
                  <c:v>0.22729999999995698</c:v>
                </c:pt>
                <c:pt idx="113">
                  <c:v>0.22739999999998872</c:v>
                </c:pt>
                <c:pt idx="114">
                  <c:v>0.22739999999998872</c:v>
                </c:pt>
                <c:pt idx="115">
                  <c:v>0.22739999999998872</c:v>
                </c:pt>
                <c:pt idx="116">
                  <c:v>0.22749999999996362</c:v>
                </c:pt>
                <c:pt idx="117">
                  <c:v>0.22749999999996362</c:v>
                </c:pt>
                <c:pt idx="118">
                  <c:v>0.22749999999996362</c:v>
                </c:pt>
                <c:pt idx="119">
                  <c:v>0.22759999999999536</c:v>
                </c:pt>
                <c:pt idx="120">
                  <c:v>0.22759999999999536</c:v>
                </c:pt>
                <c:pt idx="121">
                  <c:v>0.22769999999997026</c:v>
                </c:pt>
                <c:pt idx="122">
                  <c:v>0.22769999999997026</c:v>
                </c:pt>
                <c:pt idx="123">
                  <c:v>0.22769999999997026</c:v>
                </c:pt>
                <c:pt idx="124">
                  <c:v>0.227800000000002</c:v>
                </c:pt>
                <c:pt idx="125">
                  <c:v>0.227800000000002</c:v>
                </c:pt>
                <c:pt idx="126">
                  <c:v>0.227800000000002</c:v>
                </c:pt>
                <c:pt idx="127">
                  <c:v>0.2278999999999769</c:v>
                </c:pt>
                <c:pt idx="128">
                  <c:v>0.2278999999999769</c:v>
                </c:pt>
                <c:pt idx="129">
                  <c:v>0.2278999999999769</c:v>
                </c:pt>
                <c:pt idx="130">
                  <c:v>0.22800000000000864</c:v>
                </c:pt>
                <c:pt idx="131">
                  <c:v>0.22800000000000864</c:v>
                </c:pt>
                <c:pt idx="132">
                  <c:v>0.22800000000000864</c:v>
                </c:pt>
                <c:pt idx="133">
                  <c:v>0.22800000000000864</c:v>
                </c:pt>
                <c:pt idx="134">
                  <c:v>0.22809999999998354</c:v>
                </c:pt>
                <c:pt idx="135">
                  <c:v>0.22809999999998354</c:v>
                </c:pt>
                <c:pt idx="136">
                  <c:v>0.22809999999998354</c:v>
                </c:pt>
                <c:pt idx="137">
                  <c:v>0.22809999999998354</c:v>
                </c:pt>
                <c:pt idx="138">
                  <c:v>0.22809999999998354</c:v>
                </c:pt>
                <c:pt idx="139">
                  <c:v>0.22819999999995844</c:v>
                </c:pt>
                <c:pt idx="140">
                  <c:v>0.22819999999995844</c:v>
                </c:pt>
                <c:pt idx="141">
                  <c:v>0.22819999999995844</c:v>
                </c:pt>
                <c:pt idx="142">
                  <c:v>0.22819999999995844</c:v>
                </c:pt>
                <c:pt idx="143">
                  <c:v>0.22819999999995844</c:v>
                </c:pt>
                <c:pt idx="144">
                  <c:v>0.22819999999995844</c:v>
                </c:pt>
                <c:pt idx="145">
                  <c:v>0.22829999999999018</c:v>
                </c:pt>
                <c:pt idx="146">
                  <c:v>0.22829999999999018</c:v>
                </c:pt>
                <c:pt idx="147">
                  <c:v>0.22829999999999018</c:v>
                </c:pt>
                <c:pt idx="148">
                  <c:v>0.22829999999999018</c:v>
                </c:pt>
                <c:pt idx="149">
                  <c:v>0.22829999999999018</c:v>
                </c:pt>
                <c:pt idx="150">
                  <c:v>0.22829999999999018</c:v>
                </c:pt>
                <c:pt idx="151">
                  <c:v>0.22829999999999018</c:v>
                </c:pt>
                <c:pt idx="152">
                  <c:v>0.22829999999999018</c:v>
                </c:pt>
                <c:pt idx="153">
                  <c:v>0.22829999999999018</c:v>
                </c:pt>
                <c:pt idx="154">
                  <c:v>0.22839999999996508</c:v>
                </c:pt>
                <c:pt idx="155">
                  <c:v>0.22839999999996508</c:v>
                </c:pt>
                <c:pt idx="156">
                  <c:v>0.22839999999996508</c:v>
                </c:pt>
                <c:pt idx="157">
                  <c:v>0.22839999999996508</c:v>
                </c:pt>
                <c:pt idx="158">
                  <c:v>0.22839999999996508</c:v>
                </c:pt>
                <c:pt idx="159">
                  <c:v>0.22849999999999682</c:v>
                </c:pt>
                <c:pt idx="160">
                  <c:v>0.22849999999999682</c:v>
                </c:pt>
                <c:pt idx="161">
                  <c:v>0.22839999999996508</c:v>
                </c:pt>
                <c:pt idx="162">
                  <c:v>0.22829999999999018</c:v>
                </c:pt>
                <c:pt idx="163">
                  <c:v>0.22809999999998354</c:v>
                </c:pt>
                <c:pt idx="164">
                  <c:v>0.2278999999999769</c:v>
                </c:pt>
                <c:pt idx="165">
                  <c:v>0.22769999999997026</c:v>
                </c:pt>
                <c:pt idx="166">
                  <c:v>0.22749999999996362</c:v>
                </c:pt>
                <c:pt idx="167">
                  <c:v>0.22719999999998208</c:v>
                </c:pt>
                <c:pt idx="168">
                  <c:v>0.22699999999997544</c:v>
                </c:pt>
                <c:pt idx="169">
                  <c:v>0.2267999999999688</c:v>
                </c:pt>
                <c:pt idx="170">
                  <c:v>0.22649999999998727</c:v>
                </c:pt>
                <c:pt idx="171">
                  <c:v>0.22629999999998063</c:v>
                </c:pt>
                <c:pt idx="172">
                  <c:v>0.22609999999997399</c:v>
                </c:pt>
                <c:pt idx="173">
                  <c:v>0.22589999999996735</c:v>
                </c:pt>
                <c:pt idx="174">
                  <c:v>0.22569999999996071</c:v>
                </c:pt>
                <c:pt idx="175">
                  <c:v>0.22550000000001091</c:v>
                </c:pt>
                <c:pt idx="176">
                  <c:v>0.22530000000000427</c:v>
                </c:pt>
                <c:pt idx="177">
                  <c:v>0.22519999999997253</c:v>
                </c:pt>
                <c:pt idx="178">
                  <c:v>0.22499999999996589</c:v>
                </c:pt>
                <c:pt idx="179">
                  <c:v>0.22479999999995925</c:v>
                </c:pt>
                <c:pt idx="180">
                  <c:v>0.22469999999998436</c:v>
                </c:pt>
                <c:pt idx="181">
                  <c:v>0.22449999999997772</c:v>
                </c:pt>
                <c:pt idx="182">
                  <c:v>0.22440000000000282</c:v>
                </c:pt>
                <c:pt idx="183">
                  <c:v>0.22419999999999618</c:v>
                </c:pt>
                <c:pt idx="184">
                  <c:v>0.22399999999998954</c:v>
                </c:pt>
                <c:pt idx="185">
                  <c:v>0.22399999999998954</c:v>
                </c:pt>
                <c:pt idx="186">
                  <c:v>0.22409999999996444</c:v>
                </c:pt>
                <c:pt idx="187">
                  <c:v>0.22449999999997772</c:v>
                </c:pt>
                <c:pt idx="188">
                  <c:v>0.22499999999996589</c:v>
                </c:pt>
                <c:pt idx="189">
                  <c:v>0.22550000000001091</c:v>
                </c:pt>
                <c:pt idx="190">
                  <c:v>0.22609999999997399</c:v>
                </c:pt>
                <c:pt idx="191">
                  <c:v>0.2267999999999688</c:v>
                </c:pt>
                <c:pt idx="192">
                  <c:v>0.22739999999998872</c:v>
                </c:pt>
                <c:pt idx="193">
                  <c:v>0.22809999999998354</c:v>
                </c:pt>
                <c:pt idx="194">
                  <c:v>0.22870000000000346</c:v>
                </c:pt>
                <c:pt idx="195">
                  <c:v>0.22929999999996653</c:v>
                </c:pt>
                <c:pt idx="196">
                  <c:v>0.22989999999998645</c:v>
                </c:pt>
                <c:pt idx="197">
                  <c:v>0.23050000000000637</c:v>
                </c:pt>
                <c:pt idx="198">
                  <c:v>0.23099999999999454</c:v>
                </c:pt>
                <c:pt idx="199">
                  <c:v>0.23149999999998272</c:v>
                </c:pt>
                <c:pt idx="200">
                  <c:v>0.231899999999996</c:v>
                </c:pt>
                <c:pt idx="201">
                  <c:v>0.23239999999998417</c:v>
                </c:pt>
                <c:pt idx="202">
                  <c:v>0.23279999999999745</c:v>
                </c:pt>
                <c:pt idx="203">
                  <c:v>0.23320000000001073</c:v>
                </c:pt>
                <c:pt idx="204">
                  <c:v>0.23349999999999227</c:v>
                </c:pt>
                <c:pt idx="205">
                  <c:v>0.23390000000000555</c:v>
                </c:pt>
                <c:pt idx="206">
                  <c:v>0.23419999999998709</c:v>
                </c:pt>
                <c:pt idx="207">
                  <c:v>0.23449999999996862</c:v>
                </c:pt>
                <c:pt idx="208">
                  <c:v>0.234800000000007</c:v>
                </c:pt>
                <c:pt idx="209">
                  <c:v>0.23509999999998854</c:v>
                </c:pt>
                <c:pt idx="210">
                  <c:v>0.23529999999999518</c:v>
                </c:pt>
                <c:pt idx="211">
                  <c:v>0.23550000000000182</c:v>
                </c:pt>
                <c:pt idx="212">
                  <c:v>0.23579999999998336</c:v>
                </c:pt>
                <c:pt idx="213">
                  <c:v>0.23599999999999</c:v>
                </c:pt>
                <c:pt idx="214">
                  <c:v>0.23619999999999663</c:v>
                </c:pt>
                <c:pt idx="215">
                  <c:v>0.23629999999997153</c:v>
                </c:pt>
                <c:pt idx="216">
                  <c:v>0.23629999999997153</c:v>
                </c:pt>
                <c:pt idx="217">
                  <c:v>0.23619999999999663</c:v>
                </c:pt>
                <c:pt idx="218">
                  <c:v>0.23589999999995825</c:v>
                </c:pt>
                <c:pt idx="219">
                  <c:v>0.23550000000000182</c:v>
                </c:pt>
                <c:pt idx="220">
                  <c:v>0.23509999999998854</c:v>
                </c:pt>
                <c:pt idx="221">
                  <c:v>0.23469999999997526</c:v>
                </c:pt>
                <c:pt idx="222">
                  <c:v>0.23419999999998709</c:v>
                </c:pt>
                <c:pt idx="223">
                  <c:v>0.23379999999997381</c:v>
                </c:pt>
                <c:pt idx="224">
                  <c:v>0.23329999999998563</c:v>
                </c:pt>
                <c:pt idx="225">
                  <c:v>0.23289999999997235</c:v>
                </c:pt>
                <c:pt idx="226">
                  <c:v>0.23249999999995907</c:v>
                </c:pt>
                <c:pt idx="227">
                  <c:v>0.23210000000000264</c:v>
                </c:pt>
                <c:pt idx="228">
                  <c:v>0.23179999999996426</c:v>
                </c:pt>
                <c:pt idx="229">
                  <c:v>0.23140000000000782</c:v>
                </c:pt>
                <c:pt idx="230">
                  <c:v>0.23109999999996944</c:v>
                </c:pt>
                <c:pt idx="231">
                  <c:v>0.2307999999999879</c:v>
                </c:pt>
                <c:pt idx="232">
                  <c:v>0.23059999999998126</c:v>
                </c:pt>
                <c:pt idx="233">
                  <c:v>0.23029999999999973</c:v>
                </c:pt>
                <c:pt idx="234">
                  <c:v>0.23009999999999309</c:v>
                </c:pt>
                <c:pt idx="235">
                  <c:v>0.22989999999998645</c:v>
                </c:pt>
                <c:pt idx="236">
                  <c:v>0.22969999999997981</c:v>
                </c:pt>
                <c:pt idx="237">
                  <c:v>0.22949999999997317</c:v>
                </c:pt>
                <c:pt idx="238">
                  <c:v>0.22929999999996653</c:v>
                </c:pt>
                <c:pt idx="239">
                  <c:v>0.22909999999995989</c:v>
                </c:pt>
                <c:pt idx="240">
                  <c:v>0.22899999999998499</c:v>
                </c:pt>
                <c:pt idx="241">
                  <c:v>0.2289000000000101</c:v>
                </c:pt>
                <c:pt idx="242">
                  <c:v>0.22870000000000346</c:v>
                </c:pt>
                <c:pt idx="243">
                  <c:v>0.22859999999997171</c:v>
                </c:pt>
                <c:pt idx="244">
                  <c:v>0.22849999999999682</c:v>
                </c:pt>
                <c:pt idx="245">
                  <c:v>0.22839999999996508</c:v>
                </c:pt>
                <c:pt idx="246">
                  <c:v>0.22829999999999018</c:v>
                </c:pt>
                <c:pt idx="247">
                  <c:v>0.22819999999995844</c:v>
                </c:pt>
                <c:pt idx="248">
                  <c:v>0.22809999999998354</c:v>
                </c:pt>
                <c:pt idx="249">
                  <c:v>0.22809999999998354</c:v>
                </c:pt>
                <c:pt idx="250">
                  <c:v>0.22800000000000864</c:v>
                </c:pt>
                <c:pt idx="251">
                  <c:v>0.2278999999999769</c:v>
                </c:pt>
                <c:pt idx="252">
                  <c:v>0.2278999999999769</c:v>
                </c:pt>
                <c:pt idx="253">
                  <c:v>0.227800000000002</c:v>
                </c:pt>
                <c:pt idx="254">
                  <c:v>0.227800000000002</c:v>
                </c:pt>
                <c:pt idx="255">
                  <c:v>0.22769999999997026</c:v>
                </c:pt>
                <c:pt idx="256">
                  <c:v>0.22769999999997026</c:v>
                </c:pt>
                <c:pt idx="257">
                  <c:v>0.22759999999999536</c:v>
                </c:pt>
                <c:pt idx="258">
                  <c:v>0.22759999999999536</c:v>
                </c:pt>
                <c:pt idx="259">
                  <c:v>0.22759999999999536</c:v>
                </c:pt>
                <c:pt idx="260">
                  <c:v>0.22749999999996362</c:v>
                </c:pt>
                <c:pt idx="261">
                  <c:v>0.22749999999996362</c:v>
                </c:pt>
                <c:pt idx="262">
                  <c:v>0.22749999999996362</c:v>
                </c:pt>
                <c:pt idx="263">
                  <c:v>0.22749999999996362</c:v>
                </c:pt>
                <c:pt idx="264">
                  <c:v>0.22739999999998872</c:v>
                </c:pt>
                <c:pt idx="265">
                  <c:v>0.22739999999998872</c:v>
                </c:pt>
                <c:pt idx="266">
                  <c:v>0.22739999999998872</c:v>
                </c:pt>
                <c:pt idx="267">
                  <c:v>0.22739999999998872</c:v>
                </c:pt>
                <c:pt idx="268">
                  <c:v>0.22739999999998872</c:v>
                </c:pt>
                <c:pt idx="269">
                  <c:v>0.22739999999998872</c:v>
                </c:pt>
                <c:pt idx="270">
                  <c:v>0.22739999999998872</c:v>
                </c:pt>
                <c:pt idx="271">
                  <c:v>0.22749999999996362</c:v>
                </c:pt>
                <c:pt idx="272">
                  <c:v>0.22749999999996362</c:v>
                </c:pt>
                <c:pt idx="273">
                  <c:v>0.22749999999996362</c:v>
                </c:pt>
                <c:pt idx="274">
                  <c:v>0.22759999999999536</c:v>
                </c:pt>
                <c:pt idx="275">
                  <c:v>0.22759999999999536</c:v>
                </c:pt>
                <c:pt idx="276">
                  <c:v>0.22759999999999536</c:v>
                </c:pt>
                <c:pt idx="277">
                  <c:v>0.22769999999997026</c:v>
                </c:pt>
                <c:pt idx="278">
                  <c:v>0.22769999999997026</c:v>
                </c:pt>
                <c:pt idx="279">
                  <c:v>0.22769999999997026</c:v>
                </c:pt>
                <c:pt idx="280">
                  <c:v>0.227800000000002</c:v>
                </c:pt>
                <c:pt idx="281">
                  <c:v>0.227800000000002</c:v>
                </c:pt>
                <c:pt idx="282">
                  <c:v>0.227800000000002</c:v>
                </c:pt>
                <c:pt idx="283">
                  <c:v>0.2278999999999769</c:v>
                </c:pt>
                <c:pt idx="284">
                  <c:v>0.2278999999999769</c:v>
                </c:pt>
                <c:pt idx="285">
                  <c:v>0.2278999999999769</c:v>
                </c:pt>
                <c:pt idx="286">
                  <c:v>0.22800000000000864</c:v>
                </c:pt>
                <c:pt idx="287">
                  <c:v>0.22800000000000864</c:v>
                </c:pt>
                <c:pt idx="288">
                  <c:v>0.22800000000000864</c:v>
                </c:pt>
                <c:pt idx="289">
                  <c:v>0.22800000000000864</c:v>
                </c:pt>
                <c:pt idx="290">
                  <c:v>0.22809999999998354</c:v>
                </c:pt>
                <c:pt idx="291">
                  <c:v>0.22809999999998354</c:v>
                </c:pt>
                <c:pt idx="292">
                  <c:v>0.22809999999998354</c:v>
                </c:pt>
                <c:pt idx="293">
                  <c:v>0.22809999999998354</c:v>
                </c:pt>
                <c:pt idx="294">
                  <c:v>0.22809999999998354</c:v>
                </c:pt>
                <c:pt idx="295">
                  <c:v>0.22819999999995844</c:v>
                </c:pt>
                <c:pt idx="296">
                  <c:v>0.22819999999995844</c:v>
                </c:pt>
                <c:pt idx="297">
                  <c:v>0.22819999999995844</c:v>
                </c:pt>
                <c:pt idx="298">
                  <c:v>0.22819999999995844</c:v>
                </c:pt>
                <c:pt idx="299">
                  <c:v>0.22819999999995844</c:v>
                </c:pt>
                <c:pt idx="300">
                  <c:v>0.22819999999995844</c:v>
                </c:pt>
                <c:pt idx="301">
                  <c:v>0.22829999999999018</c:v>
                </c:pt>
                <c:pt idx="302">
                  <c:v>0.22829999999999018</c:v>
                </c:pt>
                <c:pt idx="303">
                  <c:v>0.22829999999999018</c:v>
                </c:pt>
                <c:pt idx="304">
                  <c:v>0.22829999999999018</c:v>
                </c:pt>
                <c:pt idx="305">
                  <c:v>0.22829999999999018</c:v>
                </c:pt>
                <c:pt idx="306">
                  <c:v>0.22829999999999018</c:v>
                </c:pt>
                <c:pt idx="307">
                  <c:v>0.22829999999999018</c:v>
                </c:pt>
                <c:pt idx="308">
                  <c:v>0.22829999999999018</c:v>
                </c:pt>
                <c:pt idx="309">
                  <c:v>0.22829999999999018</c:v>
                </c:pt>
                <c:pt idx="310">
                  <c:v>0.22839999999996508</c:v>
                </c:pt>
                <c:pt idx="311">
                  <c:v>0.22839999999996508</c:v>
                </c:pt>
                <c:pt idx="312">
                  <c:v>0.22839999999996508</c:v>
                </c:pt>
                <c:pt idx="313">
                  <c:v>0.22839999999996508</c:v>
                </c:pt>
                <c:pt idx="314">
                  <c:v>0.22839999999996508</c:v>
                </c:pt>
                <c:pt idx="315">
                  <c:v>0.22839999999996508</c:v>
                </c:pt>
                <c:pt idx="316">
                  <c:v>0.22849999999999682</c:v>
                </c:pt>
                <c:pt idx="317">
                  <c:v>0.22849999999999682</c:v>
                </c:pt>
                <c:pt idx="318">
                  <c:v>0.22839999999996508</c:v>
                </c:pt>
                <c:pt idx="319">
                  <c:v>0.22829999999999018</c:v>
                </c:pt>
                <c:pt idx="320">
                  <c:v>0.22809999999998354</c:v>
                </c:pt>
                <c:pt idx="321">
                  <c:v>0.2278999999999769</c:v>
                </c:pt>
                <c:pt idx="322">
                  <c:v>0.22769999999997026</c:v>
                </c:pt>
                <c:pt idx="323">
                  <c:v>0.22749999999996362</c:v>
                </c:pt>
                <c:pt idx="324">
                  <c:v>0.22719999999998208</c:v>
                </c:pt>
                <c:pt idx="325">
                  <c:v>0.22699999999997544</c:v>
                </c:pt>
                <c:pt idx="326">
                  <c:v>0.2267999999999688</c:v>
                </c:pt>
                <c:pt idx="327">
                  <c:v>0.22649999999998727</c:v>
                </c:pt>
                <c:pt idx="328">
                  <c:v>0.22629999999998063</c:v>
                </c:pt>
                <c:pt idx="329">
                  <c:v>0.22609999999997399</c:v>
                </c:pt>
                <c:pt idx="330">
                  <c:v>0.22589999999996735</c:v>
                </c:pt>
                <c:pt idx="331">
                  <c:v>0.22569999999996071</c:v>
                </c:pt>
                <c:pt idx="332">
                  <c:v>0.22550000000001091</c:v>
                </c:pt>
                <c:pt idx="333">
                  <c:v>0.22530000000000427</c:v>
                </c:pt>
                <c:pt idx="334">
                  <c:v>0.22509999999999764</c:v>
                </c:pt>
                <c:pt idx="335">
                  <c:v>0.22499999999996589</c:v>
                </c:pt>
                <c:pt idx="336">
                  <c:v>0.22479999999995925</c:v>
                </c:pt>
                <c:pt idx="337">
                  <c:v>0.22469999999998436</c:v>
                </c:pt>
                <c:pt idx="338">
                  <c:v>0.22449999999997772</c:v>
                </c:pt>
                <c:pt idx="339">
                  <c:v>0.22440000000000282</c:v>
                </c:pt>
                <c:pt idx="340">
                  <c:v>0.22419999999999618</c:v>
                </c:pt>
                <c:pt idx="341">
                  <c:v>0.22399999999998954</c:v>
                </c:pt>
                <c:pt idx="342">
                  <c:v>0.22399999999998954</c:v>
                </c:pt>
                <c:pt idx="343">
                  <c:v>0.22419999999999618</c:v>
                </c:pt>
                <c:pt idx="344">
                  <c:v>0.22449999999997772</c:v>
                </c:pt>
                <c:pt idx="345">
                  <c:v>0.22499999999996589</c:v>
                </c:pt>
                <c:pt idx="346">
                  <c:v>0.22559999999998581</c:v>
                </c:pt>
                <c:pt idx="347">
                  <c:v>0.22620000000000573</c:v>
                </c:pt>
                <c:pt idx="348">
                  <c:v>0.22690000000000055</c:v>
                </c:pt>
                <c:pt idx="349">
                  <c:v>0.22749999999996362</c:v>
                </c:pt>
                <c:pt idx="350">
                  <c:v>0.22819999999995844</c:v>
                </c:pt>
                <c:pt idx="351">
                  <c:v>0.22879999999997835</c:v>
                </c:pt>
                <c:pt idx="352">
                  <c:v>0.22939999999999827</c:v>
                </c:pt>
                <c:pt idx="353">
                  <c:v>0.22999999999996135</c:v>
                </c:pt>
                <c:pt idx="354">
                  <c:v>0.23050000000000637</c:v>
                </c:pt>
                <c:pt idx="355">
                  <c:v>0.23099999999999454</c:v>
                </c:pt>
                <c:pt idx="356">
                  <c:v>0.23149999999998272</c:v>
                </c:pt>
                <c:pt idx="357">
                  <c:v>0.2319999999999709</c:v>
                </c:pt>
                <c:pt idx="358">
                  <c:v>0.23239999999998417</c:v>
                </c:pt>
                <c:pt idx="359">
                  <c:v>0.23279999999999745</c:v>
                </c:pt>
                <c:pt idx="360">
                  <c:v>0.23320000000001073</c:v>
                </c:pt>
                <c:pt idx="361">
                  <c:v>0.23320000000001073</c:v>
                </c:pt>
                <c:pt idx="362">
                  <c:v>0.23359999999996717</c:v>
                </c:pt>
                <c:pt idx="363">
                  <c:v>0.23390000000000555</c:v>
                </c:pt>
                <c:pt idx="364">
                  <c:v>0.23429999999996198</c:v>
                </c:pt>
                <c:pt idx="365">
                  <c:v>0.23460000000000036</c:v>
                </c:pt>
                <c:pt idx="366">
                  <c:v>0.234800000000007</c:v>
                </c:pt>
                <c:pt idx="367">
                  <c:v>0.23509999999998854</c:v>
                </c:pt>
                <c:pt idx="368">
                  <c:v>0.23529999999999518</c:v>
                </c:pt>
                <c:pt idx="369">
                  <c:v>0.23559999999997672</c:v>
                </c:pt>
                <c:pt idx="370">
                  <c:v>0.23579999999998336</c:v>
                </c:pt>
                <c:pt idx="371">
                  <c:v>0.23599999999999</c:v>
                </c:pt>
                <c:pt idx="372">
                  <c:v>0.23619999999999663</c:v>
                </c:pt>
                <c:pt idx="373">
                  <c:v>0.23629999999997153</c:v>
                </c:pt>
                <c:pt idx="374">
                  <c:v>0.23629999999997153</c:v>
                </c:pt>
                <c:pt idx="375">
                  <c:v>0.23609999999996489</c:v>
                </c:pt>
                <c:pt idx="376">
                  <c:v>0.23579999999998336</c:v>
                </c:pt>
                <c:pt idx="377">
                  <c:v>0.23550000000000182</c:v>
                </c:pt>
                <c:pt idx="378">
                  <c:v>0.23509999999998854</c:v>
                </c:pt>
                <c:pt idx="379">
                  <c:v>0.23460000000000036</c:v>
                </c:pt>
                <c:pt idx="380">
                  <c:v>0.23419999999998709</c:v>
                </c:pt>
                <c:pt idx="381">
                  <c:v>0.23369999999999891</c:v>
                </c:pt>
                <c:pt idx="382">
                  <c:v>0.23329999999998563</c:v>
                </c:pt>
                <c:pt idx="383">
                  <c:v>0.23289999999997235</c:v>
                </c:pt>
                <c:pt idx="384">
                  <c:v>0.23249999999995907</c:v>
                </c:pt>
                <c:pt idx="385">
                  <c:v>0.23210000000000264</c:v>
                </c:pt>
                <c:pt idx="386">
                  <c:v>0.23169999999998936</c:v>
                </c:pt>
                <c:pt idx="387">
                  <c:v>0.23140000000000782</c:v>
                </c:pt>
                <c:pt idx="388">
                  <c:v>0.23109999999996944</c:v>
                </c:pt>
                <c:pt idx="389">
                  <c:v>0.2307999999999879</c:v>
                </c:pt>
                <c:pt idx="390">
                  <c:v>0.23050000000000637</c:v>
                </c:pt>
                <c:pt idx="391">
                  <c:v>0.23029999999999973</c:v>
                </c:pt>
                <c:pt idx="392">
                  <c:v>0.23009999999999309</c:v>
                </c:pt>
                <c:pt idx="393">
                  <c:v>0.22979999999995471</c:v>
                </c:pt>
                <c:pt idx="394">
                  <c:v>0.22960000000000491</c:v>
                </c:pt>
                <c:pt idx="395">
                  <c:v>0.22949999999997317</c:v>
                </c:pt>
                <c:pt idx="396">
                  <c:v>0.22929999999996653</c:v>
                </c:pt>
                <c:pt idx="397">
                  <c:v>0.22909999999995989</c:v>
                </c:pt>
                <c:pt idx="398">
                  <c:v>0.22899999999998499</c:v>
                </c:pt>
                <c:pt idx="399">
                  <c:v>0.22879999999997835</c:v>
                </c:pt>
                <c:pt idx="400">
                  <c:v>0.22870000000000346</c:v>
                </c:pt>
                <c:pt idx="401">
                  <c:v>0.22859999999997171</c:v>
                </c:pt>
                <c:pt idx="402">
                  <c:v>0.22849999999999682</c:v>
                </c:pt>
                <c:pt idx="403">
                  <c:v>0.22839999999996508</c:v>
                </c:pt>
                <c:pt idx="404">
                  <c:v>0.22829999999999018</c:v>
                </c:pt>
                <c:pt idx="405">
                  <c:v>0.22819999999995844</c:v>
                </c:pt>
                <c:pt idx="406">
                  <c:v>0.22809999999998354</c:v>
                </c:pt>
                <c:pt idx="407">
                  <c:v>0.22809999999998354</c:v>
                </c:pt>
                <c:pt idx="408">
                  <c:v>0.22800000000000864</c:v>
                </c:pt>
                <c:pt idx="409">
                  <c:v>0.2278999999999769</c:v>
                </c:pt>
                <c:pt idx="410">
                  <c:v>0.2278999999999769</c:v>
                </c:pt>
                <c:pt idx="411">
                  <c:v>0.227800000000002</c:v>
                </c:pt>
                <c:pt idx="412">
                  <c:v>0.227800000000002</c:v>
                </c:pt>
                <c:pt idx="413">
                  <c:v>0.22769999999997026</c:v>
                </c:pt>
                <c:pt idx="414">
                  <c:v>0.22769999999997026</c:v>
                </c:pt>
                <c:pt idx="415">
                  <c:v>0.22759999999999536</c:v>
                </c:pt>
                <c:pt idx="416">
                  <c:v>0.22759999999999536</c:v>
                </c:pt>
                <c:pt idx="417">
                  <c:v>0.22759999999999536</c:v>
                </c:pt>
                <c:pt idx="418">
                  <c:v>0.22749999999996362</c:v>
                </c:pt>
                <c:pt idx="419">
                  <c:v>0.22749999999996362</c:v>
                </c:pt>
                <c:pt idx="420">
                  <c:v>0.22749999999996362</c:v>
                </c:pt>
                <c:pt idx="421">
                  <c:v>0.22749999999996362</c:v>
                </c:pt>
                <c:pt idx="422">
                  <c:v>0.22739999999998872</c:v>
                </c:pt>
                <c:pt idx="423">
                  <c:v>0.22739999999998872</c:v>
                </c:pt>
                <c:pt idx="424">
                  <c:v>0.22739999999998872</c:v>
                </c:pt>
                <c:pt idx="425">
                  <c:v>0.22739999999998872</c:v>
                </c:pt>
                <c:pt idx="426">
                  <c:v>0.22739999999998872</c:v>
                </c:pt>
                <c:pt idx="427">
                  <c:v>0.22739999999998872</c:v>
                </c:pt>
                <c:pt idx="428">
                  <c:v>0.22739999999998872</c:v>
                </c:pt>
                <c:pt idx="429">
                  <c:v>0.22749999999996362</c:v>
                </c:pt>
                <c:pt idx="430">
                  <c:v>0.22749999999996362</c:v>
                </c:pt>
                <c:pt idx="431">
                  <c:v>0.22749999999996362</c:v>
                </c:pt>
                <c:pt idx="432">
                  <c:v>0.22759999999999536</c:v>
                </c:pt>
                <c:pt idx="433">
                  <c:v>0.22759999999999536</c:v>
                </c:pt>
                <c:pt idx="434">
                  <c:v>0.22759999999999536</c:v>
                </c:pt>
                <c:pt idx="435">
                  <c:v>0.22769999999997026</c:v>
                </c:pt>
                <c:pt idx="436">
                  <c:v>0.22769999999997026</c:v>
                </c:pt>
                <c:pt idx="437">
                  <c:v>0.22769999999997026</c:v>
                </c:pt>
                <c:pt idx="438">
                  <c:v>0.227800000000002</c:v>
                </c:pt>
                <c:pt idx="439">
                  <c:v>0.227800000000002</c:v>
                </c:pt>
                <c:pt idx="440">
                  <c:v>0.227800000000002</c:v>
                </c:pt>
                <c:pt idx="441">
                  <c:v>0.2278999999999769</c:v>
                </c:pt>
                <c:pt idx="442">
                  <c:v>0.2278999999999769</c:v>
                </c:pt>
                <c:pt idx="443">
                  <c:v>0.2278999999999769</c:v>
                </c:pt>
                <c:pt idx="444">
                  <c:v>0.22800000000000864</c:v>
                </c:pt>
                <c:pt idx="445">
                  <c:v>0.22800000000000864</c:v>
                </c:pt>
                <c:pt idx="446">
                  <c:v>0.22800000000000864</c:v>
                </c:pt>
                <c:pt idx="447">
                  <c:v>0.22800000000000864</c:v>
                </c:pt>
                <c:pt idx="448">
                  <c:v>0.22809999999998354</c:v>
                </c:pt>
                <c:pt idx="449">
                  <c:v>0.22809999999998354</c:v>
                </c:pt>
                <c:pt idx="450">
                  <c:v>0.22809999999998354</c:v>
                </c:pt>
                <c:pt idx="451">
                  <c:v>0.22809999999998354</c:v>
                </c:pt>
                <c:pt idx="452">
                  <c:v>0.22809999999998354</c:v>
                </c:pt>
                <c:pt idx="453">
                  <c:v>0.22819999999995844</c:v>
                </c:pt>
                <c:pt idx="454">
                  <c:v>0.22819999999995844</c:v>
                </c:pt>
                <c:pt idx="455">
                  <c:v>0.22819999999995844</c:v>
                </c:pt>
                <c:pt idx="456">
                  <c:v>0.22819999999995844</c:v>
                </c:pt>
                <c:pt idx="457">
                  <c:v>0.22819999999995844</c:v>
                </c:pt>
                <c:pt idx="458">
                  <c:v>0.22819999999995844</c:v>
                </c:pt>
                <c:pt idx="459">
                  <c:v>0.22829999999999018</c:v>
                </c:pt>
                <c:pt idx="460">
                  <c:v>0.22829999999999018</c:v>
                </c:pt>
                <c:pt idx="461">
                  <c:v>0.22829999999999018</c:v>
                </c:pt>
                <c:pt idx="462">
                  <c:v>0.22829999999999018</c:v>
                </c:pt>
                <c:pt idx="463">
                  <c:v>0.22829999999999018</c:v>
                </c:pt>
                <c:pt idx="464">
                  <c:v>0.22829999999999018</c:v>
                </c:pt>
                <c:pt idx="465">
                  <c:v>0.22829999999999018</c:v>
                </c:pt>
                <c:pt idx="466">
                  <c:v>0.22829999999999018</c:v>
                </c:pt>
                <c:pt idx="467">
                  <c:v>0.22829999999999018</c:v>
                </c:pt>
                <c:pt idx="468">
                  <c:v>0.22829999999999018</c:v>
                </c:pt>
                <c:pt idx="469">
                  <c:v>0.22839999999996508</c:v>
                </c:pt>
                <c:pt idx="470">
                  <c:v>0.22839999999996508</c:v>
                </c:pt>
                <c:pt idx="471">
                  <c:v>0.22839999999996508</c:v>
                </c:pt>
                <c:pt idx="472">
                  <c:v>0.22839999999996508</c:v>
                </c:pt>
                <c:pt idx="473">
                  <c:v>0.22839999999996508</c:v>
                </c:pt>
                <c:pt idx="474">
                  <c:v>0.22849999999999682</c:v>
                </c:pt>
                <c:pt idx="475">
                  <c:v>0.22849999999999682</c:v>
                </c:pt>
                <c:pt idx="476">
                  <c:v>0.22849999999999682</c:v>
                </c:pt>
                <c:pt idx="477">
                  <c:v>0.22839999999996508</c:v>
                </c:pt>
                <c:pt idx="478">
                  <c:v>0.22829999999999018</c:v>
                </c:pt>
                <c:pt idx="479">
                  <c:v>0.22809999999998354</c:v>
                </c:pt>
                <c:pt idx="480">
                  <c:v>0.2278999999999769</c:v>
                </c:pt>
                <c:pt idx="481">
                  <c:v>0.22769999999997026</c:v>
                </c:pt>
                <c:pt idx="482">
                  <c:v>0.22739999999998872</c:v>
                </c:pt>
                <c:pt idx="483">
                  <c:v>0.22719999999998208</c:v>
                </c:pt>
                <c:pt idx="484">
                  <c:v>0.22699999999997544</c:v>
                </c:pt>
                <c:pt idx="485">
                  <c:v>0.22669999999999391</c:v>
                </c:pt>
                <c:pt idx="486">
                  <c:v>0.22649999999998727</c:v>
                </c:pt>
                <c:pt idx="487">
                  <c:v>0.22629999999998063</c:v>
                </c:pt>
                <c:pt idx="488">
                  <c:v>0.22609999999997399</c:v>
                </c:pt>
                <c:pt idx="489">
                  <c:v>0.22589999999996735</c:v>
                </c:pt>
                <c:pt idx="490">
                  <c:v>0.22569999999996071</c:v>
                </c:pt>
                <c:pt idx="491">
                  <c:v>0.22550000000001091</c:v>
                </c:pt>
                <c:pt idx="492">
                  <c:v>0.22530000000000427</c:v>
                </c:pt>
                <c:pt idx="493">
                  <c:v>0.22509999999999764</c:v>
                </c:pt>
                <c:pt idx="494">
                  <c:v>0.224899999999991</c:v>
                </c:pt>
                <c:pt idx="495">
                  <c:v>0.22479999999995925</c:v>
                </c:pt>
                <c:pt idx="496">
                  <c:v>0.22460000000000946</c:v>
                </c:pt>
                <c:pt idx="497">
                  <c:v>0.22449999999997772</c:v>
                </c:pt>
                <c:pt idx="498">
                  <c:v>0.22440000000000282</c:v>
                </c:pt>
                <c:pt idx="499">
                  <c:v>0.22419999999999618</c:v>
                </c:pt>
                <c:pt idx="500">
                  <c:v>0.22399999999998954</c:v>
                </c:pt>
                <c:pt idx="501">
                  <c:v>0.22399999999998954</c:v>
                </c:pt>
                <c:pt idx="502">
                  <c:v>0.22419999999999618</c:v>
                </c:pt>
                <c:pt idx="503">
                  <c:v>0.22460000000000946</c:v>
                </c:pt>
                <c:pt idx="504">
                  <c:v>0.22509999999999764</c:v>
                </c:pt>
                <c:pt idx="505">
                  <c:v>0.22569999999996071</c:v>
                </c:pt>
                <c:pt idx="506">
                  <c:v>0.22629999999998063</c:v>
                </c:pt>
                <c:pt idx="507">
                  <c:v>0.22699999999997544</c:v>
                </c:pt>
                <c:pt idx="508">
                  <c:v>0.22759999999999536</c:v>
                </c:pt>
                <c:pt idx="509">
                  <c:v>0.22829999999999018</c:v>
                </c:pt>
                <c:pt idx="510">
                  <c:v>0.2289000000000101</c:v>
                </c:pt>
                <c:pt idx="511">
                  <c:v>0.22949999999997317</c:v>
                </c:pt>
                <c:pt idx="512">
                  <c:v>0.23009999999999309</c:v>
                </c:pt>
                <c:pt idx="513">
                  <c:v>0.23059999999998126</c:v>
                </c:pt>
                <c:pt idx="514">
                  <c:v>0.23109999999996944</c:v>
                </c:pt>
                <c:pt idx="515">
                  <c:v>0.23159999999995762</c:v>
                </c:pt>
                <c:pt idx="516">
                  <c:v>0.23210000000000264</c:v>
                </c:pt>
                <c:pt idx="517">
                  <c:v>0.23249999999995907</c:v>
                </c:pt>
                <c:pt idx="518">
                  <c:v>0.23289999999997235</c:v>
                </c:pt>
                <c:pt idx="519">
                  <c:v>0.23329999999998563</c:v>
                </c:pt>
                <c:pt idx="520">
                  <c:v>0.23369999999999891</c:v>
                </c:pt>
                <c:pt idx="521">
                  <c:v>0.23399999999998045</c:v>
                </c:pt>
                <c:pt idx="522">
                  <c:v>0.23429999999996198</c:v>
                </c:pt>
                <c:pt idx="523">
                  <c:v>0.23460000000000036</c:v>
                </c:pt>
                <c:pt idx="524">
                  <c:v>0.2348999999999819</c:v>
                </c:pt>
                <c:pt idx="525">
                  <c:v>0.23509999999998854</c:v>
                </c:pt>
                <c:pt idx="526">
                  <c:v>0.23539999999997008</c:v>
                </c:pt>
                <c:pt idx="527">
                  <c:v>0.23559999999997672</c:v>
                </c:pt>
                <c:pt idx="528">
                  <c:v>0.23579999999998336</c:v>
                </c:pt>
                <c:pt idx="529">
                  <c:v>0.23599999999999</c:v>
                </c:pt>
                <c:pt idx="530">
                  <c:v>0.23619999999999663</c:v>
                </c:pt>
                <c:pt idx="531">
                  <c:v>0.23629999999997153</c:v>
                </c:pt>
                <c:pt idx="532">
                  <c:v>0.23629999999997153</c:v>
                </c:pt>
              </c:numCache>
            </c:numRef>
          </c:yVal>
          <c:smooth val="1"/>
          <c:extLst>
            <c:ext xmlns:c16="http://schemas.microsoft.com/office/drawing/2014/chart" uri="{C3380CC4-5D6E-409C-BE32-E72D297353CC}">
              <c16:uniqueId val="{00000011-4233-4E9D-9D6D-D06060CC9530}"/>
            </c:ext>
          </c:extLst>
        </c:ser>
        <c:ser>
          <c:idx val="18"/>
          <c:order val="18"/>
          <c:tx>
            <c:strRef>
              <c:f>PM50000_Temps_oc5l2_50000!$BBU$1</c:f>
              <c:strCache>
                <c:ptCount val="1"/>
                <c:pt idx="0">
                  <c:v>TELE_PM_INTERIOR.19</c:v>
                </c:pt>
              </c:strCache>
            </c:strRef>
          </c:tx>
          <c:spPr>
            <a:ln w="19050" cap="rnd">
              <a:solidFill>
                <a:schemeClr val="accent1">
                  <a:lumMod val="80000"/>
                </a:schemeClr>
              </a:solidFill>
              <a:round/>
            </a:ln>
            <a:effectLst/>
          </c:spPr>
          <c:marker>
            <c:symbol val="circle"/>
            <c:size val="5"/>
            <c:spPr>
              <a:solidFill>
                <a:schemeClr val="accent1">
                  <a:lumMod val="80000"/>
                </a:schemeClr>
              </a:solidFill>
              <a:ln w="9525">
                <a:solidFill>
                  <a:schemeClr val="accent1">
                    <a:lumMod val="8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PM50000_Temps_oc5l2_50000!$BBU$2:$BBU$536</c:f>
              <c:numCache>
                <c:formatCode>General</c:formatCode>
                <c:ptCount val="533"/>
                <c:pt idx="0">
                  <c:v>0</c:v>
                </c:pt>
                <c:pt idx="1">
                  <c:v>6.9999999999481588E-4</c:v>
                </c:pt>
                <c:pt idx="2">
                  <c:v>4.3999999999755346E-3</c:v>
                </c:pt>
                <c:pt idx="3">
                  <c:v>1.1399999999980537E-2</c:v>
                </c:pt>
                <c:pt idx="4">
                  <c:v>2.0899999999983265E-2</c:v>
                </c:pt>
                <c:pt idx="5">
                  <c:v>3.2199999999988904E-2</c:v>
                </c:pt>
                <c:pt idx="6">
                  <c:v>4.4399999999995998E-2</c:v>
                </c:pt>
                <c:pt idx="7">
                  <c:v>5.6999999999959527E-2</c:v>
                </c:pt>
                <c:pt idx="8">
                  <c:v>6.9500000000005002E-2</c:v>
                </c:pt>
                <c:pt idx="9">
                  <c:v>8.1599999999980355E-2</c:v>
                </c:pt>
                <c:pt idx="10">
                  <c:v>9.3199999999967531E-2</c:v>
                </c:pt>
                <c:pt idx="11">
                  <c:v>0.10419999999999163</c:v>
                </c:pt>
                <c:pt idx="12">
                  <c:v>0.11439999999998918</c:v>
                </c:pt>
                <c:pt idx="13">
                  <c:v>0.12389999999999191</c:v>
                </c:pt>
                <c:pt idx="14">
                  <c:v>0.13279999999997472</c:v>
                </c:pt>
                <c:pt idx="15">
                  <c:v>0.14089999999998781</c:v>
                </c:pt>
                <c:pt idx="16">
                  <c:v>0.14839999999998099</c:v>
                </c:pt>
                <c:pt idx="17">
                  <c:v>0.15529999999995425</c:v>
                </c:pt>
                <c:pt idx="18">
                  <c:v>0.16169999999999618</c:v>
                </c:pt>
                <c:pt idx="19">
                  <c:v>0.16749999999996135</c:v>
                </c:pt>
                <c:pt idx="20">
                  <c:v>0.17279999999999518</c:v>
                </c:pt>
                <c:pt idx="21">
                  <c:v>0.17769999999995889</c:v>
                </c:pt>
                <c:pt idx="22">
                  <c:v>0.18209999999999127</c:v>
                </c:pt>
                <c:pt idx="23">
                  <c:v>0.18619999999998527</c:v>
                </c:pt>
                <c:pt idx="24">
                  <c:v>0.18989999999996598</c:v>
                </c:pt>
                <c:pt idx="25">
                  <c:v>0.19339999999999691</c:v>
                </c:pt>
                <c:pt idx="26">
                  <c:v>0.19639999999998281</c:v>
                </c:pt>
                <c:pt idx="27">
                  <c:v>0.19919999999996207</c:v>
                </c:pt>
                <c:pt idx="28">
                  <c:v>0.20189999999996644</c:v>
                </c:pt>
                <c:pt idx="29">
                  <c:v>0.20459999999997081</c:v>
                </c:pt>
                <c:pt idx="30">
                  <c:v>0.20720000000000027</c:v>
                </c:pt>
                <c:pt idx="31">
                  <c:v>0.2097999999999729</c:v>
                </c:pt>
                <c:pt idx="32">
                  <c:v>0.21229999999997062</c:v>
                </c:pt>
                <c:pt idx="33">
                  <c:v>0.21479999999996835</c:v>
                </c:pt>
                <c:pt idx="34">
                  <c:v>0.21709999999995944</c:v>
                </c:pt>
                <c:pt idx="35">
                  <c:v>0.21920000000000073</c:v>
                </c:pt>
                <c:pt idx="36">
                  <c:v>0.22129999999998518</c:v>
                </c:pt>
                <c:pt idx="37">
                  <c:v>0.22319999999996298</c:v>
                </c:pt>
                <c:pt idx="38">
                  <c:v>0.22499999999996589</c:v>
                </c:pt>
                <c:pt idx="39">
                  <c:v>0.22659999999996217</c:v>
                </c:pt>
                <c:pt idx="40">
                  <c:v>0.22819999999995844</c:v>
                </c:pt>
                <c:pt idx="41">
                  <c:v>0.22960000000000491</c:v>
                </c:pt>
                <c:pt idx="42">
                  <c:v>0.23099999999999454</c:v>
                </c:pt>
                <c:pt idx="43">
                  <c:v>0.23219999999997754</c:v>
                </c:pt>
                <c:pt idx="44">
                  <c:v>0.23329999999998563</c:v>
                </c:pt>
                <c:pt idx="45">
                  <c:v>0.23439999999999372</c:v>
                </c:pt>
                <c:pt idx="46">
                  <c:v>0.23539999999997008</c:v>
                </c:pt>
                <c:pt idx="47">
                  <c:v>0.23629999999997153</c:v>
                </c:pt>
                <c:pt idx="48">
                  <c:v>0.23719999999997299</c:v>
                </c:pt>
                <c:pt idx="49">
                  <c:v>0.23799999999999955</c:v>
                </c:pt>
                <c:pt idx="50">
                  <c:v>0.23869999999999436</c:v>
                </c:pt>
                <c:pt idx="51">
                  <c:v>0.23939999999998918</c:v>
                </c:pt>
                <c:pt idx="52">
                  <c:v>0.23999999999995225</c:v>
                </c:pt>
                <c:pt idx="53">
                  <c:v>0.24059999999997217</c:v>
                </c:pt>
                <c:pt idx="54">
                  <c:v>0.24109999999996035</c:v>
                </c:pt>
                <c:pt idx="55">
                  <c:v>0.24160000000000537</c:v>
                </c:pt>
                <c:pt idx="56">
                  <c:v>0.24209999999999354</c:v>
                </c:pt>
                <c:pt idx="57">
                  <c:v>0.24259999999998172</c:v>
                </c:pt>
                <c:pt idx="58">
                  <c:v>0.24289999999996326</c:v>
                </c:pt>
                <c:pt idx="59">
                  <c:v>0.2430999999999699</c:v>
                </c:pt>
                <c:pt idx="60">
                  <c:v>0.24320000000000164</c:v>
                </c:pt>
                <c:pt idx="61">
                  <c:v>0.2430999999999699</c:v>
                </c:pt>
                <c:pt idx="62">
                  <c:v>0.24279999999998836</c:v>
                </c:pt>
                <c:pt idx="63">
                  <c:v>0.24250000000000682</c:v>
                </c:pt>
                <c:pt idx="64">
                  <c:v>0.24219999999996844</c:v>
                </c:pt>
                <c:pt idx="65">
                  <c:v>0.2418999999999869</c:v>
                </c:pt>
                <c:pt idx="66">
                  <c:v>0.24149999999997362</c:v>
                </c:pt>
                <c:pt idx="67">
                  <c:v>0.24119999999999209</c:v>
                </c:pt>
                <c:pt idx="68">
                  <c:v>0.24079999999997881</c:v>
                </c:pt>
                <c:pt idx="69">
                  <c:v>0.24049999999999727</c:v>
                </c:pt>
                <c:pt idx="70">
                  <c:v>0.24019999999995889</c:v>
                </c:pt>
                <c:pt idx="71">
                  <c:v>0.23989999999997735</c:v>
                </c:pt>
                <c:pt idx="72">
                  <c:v>0.23959999999999582</c:v>
                </c:pt>
                <c:pt idx="73">
                  <c:v>0.23929999999995744</c:v>
                </c:pt>
                <c:pt idx="74">
                  <c:v>0.23910000000000764</c:v>
                </c:pt>
                <c:pt idx="75">
                  <c:v>0.238900000000001</c:v>
                </c:pt>
                <c:pt idx="76">
                  <c:v>0.23859999999996262</c:v>
                </c:pt>
                <c:pt idx="77">
                  <c:v>0.23839999999995598</c:v>
                </c:pt>
                <c:pt idx="78">
                  <c:v>0.23829999999998108</c:v>
                </c:pt>
                <c:pt idx="79">
                  <c:v>0.23809999999997444</c:v>
                </c:pt>
                <c:pt idx="80">
                  <c:v>0.2378999999999678</c:v>
                </c:pt>
                <c:pt idx="81">
                  <c:v>0.23779999999999291</c:v>
                </c:pt>
                <c:pt idx="82">
                  <c:v>0.23759999999998627</c:v>
                </c:pt>
                <c:pt idx="83">
                  <c:v>0.23749999999995453</c:v>
                </c:pt>
                <c:pt idx="84">
                  <c:v>0.23739999999997963</c:v>
                </c:pt>
                <c:pt idx="85">
                  <c:v>0.23730000000000473</c:v>
                </c:pt>
                <c:pt idx="86">
                  <c:v>0.23719999999997299</c:v>
                </c:pt>
                <c:pt idx="87">
                  <c:v>0.23709999999999809</c:v>
                </c:pt>
                <c:pt idx="88">
                  <c:v>0.23699999999996635</c:v>
                </c:pt>
                <c:pt idx="89">
                  <c:v>0.23689999999999145</c:v>
                </c:pt>
                <c:pt idx="90">
                  <c:v>0.23689999999999145</c:v>
                </c:pt>
                <c:pt idx="91">
                  <c:v>0.23679999999995971</c:v>
                </c:pt>
                <c:pt idx="92">
                  <c:v>0.23669999999998481</c:v>
                </c:pt>
                <c:pt idx="93">
                  <c:v>0.23669999999998481</c:v>
                </c:pt>
                <c:pt idx="94">
                  <c:v>0.23659999999995307</c:v>
                </c:pt>
                <c:pt idx="95">
                  <c:v>0.23659999999995307</c:v>
                </c:pt>
                <c:pt idx="96">
                  <c:v>0.23649999999997817</c:v>
                </c:pt>
                <c:pt idx="97">
                  <c:v>0.23649999999997817</c:v>
                </c:pt>
                <c:pt idx="98">
                  <c:v>0.23640000000000327</c:v>
                </c:pt>
                <c:pt idx="99">
                  <c:v>0.23640000000000327</c:v>
                </c:pt>
                <c:pt idx="100">
                  <c:v>0.23640000000000327</c:v>
                </c:pt>
                <c:pt idx="101">
                  <c:v>0.23629999999997153</c:v>
                </c:pt>
                <c:pt idx="102">
                  <c:v>0.23629999999997153</c:v>
                </c:pt>
                <c:pt idx="103">
                  <c:v>0.23629999999997153</c:v>
                </c:pt>
                <c:pt idx="104">
                  <c:v>0.23619999999999663</c:v>
                </c:pt>
                <c:pt idx="105">
                  <c:v>0.23619999999999663</c:v>
                </c:pt>
                <c:pt idx="106">
                  <c:v>0.23619999999999663</c:v>
                </c:pt>
                <c:pt idx="107">
                  <c:v>0.23619999999999663</c:v>
                </c:pt>
                <c:pt idx="108">
                  <c:v>0.23619999999999663</c:v>
                </c:pt>
                <c:pt idx="109">
                  <c:v>0.23609999999996489</c:v>
                </c:pt>
                <c:pt idx="110">
                  <c:v>0.23609999999996489</c:v>
                </c:pt>
                <c:pt idx="111">
                  <c:v>0.23609999999996489</c:v>
                </c:pt>
                <c:pt idx="112">
                  <c:v>0.23619999999999663</c:v>
                </c:pt>
                <c:pt idx="113">
                  <c:v>0.23619999999999663</c:v>
                </c:pt>
                <c:pt idx="114">
                  <c:v>0.23619999999999663</c:v>
                </c:pt>
                <c:pt idx="115">
                  <c:v>0.23629999999997153</c:v>
                </c:pt>
                <c:pt idx="116">
                  <c:v>0.23629999999997153</c:v>
                </c:pt>
                <c:pt idx="117">
                  <c:v>0.23640000000000327</c:v>
                </c:pt>
                <c:pt idx="118">
                  <c:v>0.23640000000000327</c:v>
                </c:pt>
                <c:pt idx="119">
                  <c:v>0.23640000000000327</c:v>
                </c:pt>
                <c:pt idx="120">
                  <c:v>0.23649999999997817</c:v>
                </c:pt>
                <c:pt idx="121">
                  <c:v>0.23649999999997817</c:v>
                </c:pt>
                <c:pt idx="122">
                  <c:v>0.23659999999995307</c:v>
                </c:pt>
                <c:pt idx="123">
                  <c:v>0.23659999999995307</c:v>
                </c:pt>
                <c:pt idx="124">
                  <c:v>0.23659999999995307</c:v>
                </c:pt>
                <c:pt idx="125">
                  <c:v>0.23669999999998481</c:v>
                </c:pt>
                <c:pt idx="126">
                  <c:v>0.23669999999998481</c:v>
                </c:pt>
                <c:pt idx="127">
                  <c:v>0.23669999999998481</c:v>
                </c:pt>
                <c:pt idx="128">
                  <c:v>0.23679999999995971</c:v>
                </c:pt>
                <c:pt idx="129">
                  <c:v>0.23679999999995971</c:v>
                </c:pt>
                <c:pt idx="130">
                  <c:v>0.23679999999995971</c:v>
                </c:pt>
                <c:pt idx="131">
                  <c:v>0.23689999999999145</c:v>
                </c:pt>
                <c:pt idx="132">
                  <c:v>0.23689999999999145</c:v>
                </c:pt>
                <c:pt idx="133">
                  <c:v>0.23689999999999145</c:v>
                </c:pt>
                <c:pt idx="134">
                  <c:v>0.23689999999999145</c:v>
                </c:pt>
                <c:pt idx="135">
                  <c:v>0.23699999999996635</c:v>
                </c:pt>
                <c:pt idx="136">
                  <c:v>0.23699999999996635</c:v>
                </c:pt>
                <c:pt idx="137">
                  <c:v>0.23699999999996635</c:v>
                </c:pt>
                <c:pt idx="138">
                  <c:v>0.23699999999996635</c:v>
                </c:pt>
                <c:pt idx="139">
                  <c:v>0.23699999999996635</c:v>
                </c:pt>
                <c:pt idx="140">
                  <c:v>0.23709999999999809</c:v>
                </c:pt>
                <c:pt idx="141">
                  <c:v>0.23709999999999809</c:v>
                </c:pt>
                <c:pt idx="142">
                  <c:v>0.23709999999999809</c:v>
                </c:pt>
                <c:pt idx="143">
                  <c:v>0.23709999999999809</c:v>
                </c:pt>
                <c:pt idx="144">
                  <c:v>0.23709999999999809</c:v>
                </c:pt>
                <c:pt idx="145">
                  <c:v>0.23709999999999809</c:v>
                </c:pt>
                <c:pt idx="146">
                  <c:v>0.23719999999997299</c:v>
                </c:pt>
                <c:pt idx="147">
                  <c:v>0.23719999999997299</c:v>
                </c:pt>
                <c:pt idx="148">
                  <c:v>0.23719999999997299</c:v>
                </c:pt>
                <c:pt idx="149">
                  <c:v>0.23719999999997299</c:v>
                </c:pt>
                <c:pt idx="150">
                  <c:v>0.23719999999997299</c:v>
                </c:pt>
                <c:pt idx="151">
                  <c:v>0.23719999999997299</c:v>
                </c:pt>
                <c:pt idx="152">
                  <c:v>0.23719999999997299</c:v>
                </c:pt>
                <c:pt idx="153">
                  <c:v>0.23719999999997299</c:v>
                </c:pt>
                <c:pt idx="154">
                  <c:v>0.23719999999997299</c:v>
                </c:pt>
                <c:pt idx="155">
                  <c:v>0.23719999999997299</c:v>
                </c:pt>
                <c:pt idx="156">
                  <c:v>0.23730000000000473</c:v>
                </c:pt>
                <c:pt idx="157">
                  <c:v>0.23730000000000473</c:v>
                </c:pt>
                <c:pt idx="158">
                  <c:v>0.23730000000000473</c:v>
                </c:pt>
                <c:pt idx="159">
                  <c:v>0.23739999999997963</c:v>
                </c:pt>
                <c:pt idx="160">
                  <c:v>0.23739999999997963</c:v>
                </c:pt>
                <c:pt idx="161">
                  <c:v>0.23730000000000473</c:v>
                </c:pt>
                <c:pt idx="162">
                  <c:v>0.23719999999997299</c:v>
                </c:pt>
                <c:pt idx="163">
                  <c:v>0.23699999999996635</c:v>
                </c:pt>
                <c:pt idx="164">
                  <c:v>0.23679999999995971</c:v>
                </c:pt>
                <c:pt idx="165">
                  <c:v>0.23649999999997817</c:v>
                </c:pt>
                <c:pt idx="166">
                  <c:v>0.23629999999997153</c:v>
                </c:pt>
                <c:pt idx="167">
                  <c:v>0.23609999999996489</c:v>
                </c:pt>
                <c:pt idx="168">
                  <c:v>0.23579999999998336</c:v>
                </c:pt>
                <c:pt idx="169">
                  <c:v>0.23559999999997672</c:v>
                </c:pt>
                <c:pt idx="170">
                  <c:v>0.23529999999999518</c:v>
                </c:pt>
                <c:pt idx="171">
                  <c:v>0.23509999999998854</c:v>
                </c:pt>
                <c:pt idx="172">
                  <c:v>0.2348999999999819</c:v>
                </c:pt>
                <c:pt idx="173">
                  <c:v>0.23469999999997526</c:v>
                </c:pt>
                <c:pt idx="174">
                  <c:v>0.23439999999999372</c:v>
                </c:pt>
                <c:pt idx="175">
                  <c:v>0.23429999999996198</c:v>
                </c:pt>
                <c:pt idx="176">
                  <c:v>0.23409999999995534</c:v>
                </c:pt>
                <c:pt idx="177">
                  <c:v>0.23390000000000555</c:v>
                </c:pt>
                <c:pt idx="178">
                  <c:v>0.23369999999999891</c:v>
                </c:pt>
                <c:pt idx="179">
                  <c:v>0.23349999999999227</c:v>
                </c:pt>
                <c:pt idx="180">
                  <c:v>0.23339999999996053</c:v>
                </c:pt>
                <c:pt idx="181">
                  <c:v>0.23319999999995389</c:v>
                </c:pt>
                <c:pt idx="182">
                  <c:v>0.23309999999997899</c:v>
                </c:pt>
                <c:pt idx="183">
                  <c:v>0.23289999999997235</c:v>
                </c:pt>
                <c:pt idx="184">
                  <c:v>0.23269999999996571</c:v>
                </c:pt>
                <c:pt idx="185">
                  <c:v>0.23269999999996571</c:v>
                </c:pt>
                <c:pt idx="186">
                  <c:v>0.23289999999997235</c:v>
                </c:pt>
                <c:pt idx="187">
                  <c:v>0.23319999999995389</c:v>
                </c:pt>
                <c:pt idx="188">
                  <c:v>0.23369999999999891</c:v>
                </c:pt>
                <c:pt idx="189">
                  <c:v>0.23429999999996198</c:v>
                </c:pt>
                <c:pt idx="190">
                  <c:v>0.2349999999999568</c:v>
                </c:pt>
                <c:pt idx="191">
                  <c:v>0.23570000000000846</c:v>
                </c:pt>
                <c:pt idx="192">
                  <c:v>0.23629999999997153</c:v>
                </c:pt>
                <c:pt idx="193">
                  <c:v>0.23699999999996635</c:v>
                </c:pt>
                <c:pt idx="194">
                  <c:v>0.23769999999996116</c:v>
                </c:pt>
                <c:pt idx="195">
                  <c:v>0.23829999999998108</c:v>
                </c:pt>
                <c:pt idx="196">
                  <c:v>0.238900000000001</c:v>
                </c:pt>
                <c:pt idx="197">
                  <c:v>0.23949999999996407</c:v>
                </c:pt>
                <c:pt idx="198">
                  <c:v>0.23999999999995225</c:v>
                </c:pt>
                <c:pt idx="199">
                  <c:v>0.24049999999999727</c:v>
                </c:pt>
                <c:pt idx="200">
                  <c:v>0.24099999999998545</c:v>
                </c:pt>
                <c:pt idx="201">
                  <c:v>0.24149999999997362</c:v>
                </c:pt>
                <c:pt idx="202">
                  <c:v>0.2418999999999869</c:v>
                </c:pt>
                <c:pt idx="203">
                  <c:v>0.24230000000000018</c:v>
                </c:pt>
                <c:pt idx="204">
                  <c:v>0.24269999999995662</c:v>
                </c:pt>
                <c:pt idx="205">
                  <c:v>0.242999999999995</c:v>
                </c:pt>
                <c:pt idx="206">
                  <c:v>0.24340000000000828</c:v>
                </c:pt>
                <c:pt idx="207">
                  <c:v>0.24369999999998981</c:v>
                </c:pt>
                <c:pt idx="208">
                  <c:v>0.24399999999997135</c:v>
                </c:pt>
                <c:pt idx="209">
                  <c:v>0.24429999999995289</c:v>
                </c:pt>
                <c:pt idx="210">
                  <c:v>0.24449999999995953</c:v>
                </c:pt>
                <c:pt idx="211">
                  <c:v>0.24479999999999791</c:v>
                </c:pt>
                <c:pt idx="212">
                  <c:v>0.24500000000000455</c:v>
                </c:pt>
                <c:pt idx="213">
                  <c:v>0.24519999999995434</c:v>
                </c:pt>
                <c:pt idx="214">
                  <c:v>0.24539999999996098</c:v>
                </c:pt>
                <c:pt idx="215">
                  <c:v>0.24549999999999272</c:v>
                </c:pt>
                <c:pt idx="216">
                  <c:v>0.24549999999999272</c:v>
                </c:pt>
                <c:pt idx="217">
                  <c:v>0.24539999999996098</c:v>
                </c:pt>
                <c:pt idx="218">
                  <c:v>0.24509999999997945</c:v>
                </c:pt>
                <c:pt idx="219">
                  <c:v>0.24469999999996617</c:v>
                </c:pt>
                <c:pt idx="220">
                  <c:v>0.24419999999997799</c:v>
                </c:pt>
                <c:pt idx="221">
                  <c:v>0.24379999999996471</c:v>
                </c:pt>
                <c:pt idx="222">
                  <c:v>0.24329999999997654</c:v>
                </c:pt>
                <c:pt idx="223">
                  <c:v>0.24279999999998836</c:v>
                </c:pt>
                <c:pt idx="224">
                  <c:v>0.24239999999997508</c:v>
                </c:pt>
                <c:pt idx="225">
                  <c:v>0.2418999999999869</c:v>
                </c:pt>
                <c:pt idx="226">
                  <c:v>0.24149999999997362</c:v>
                </c:pt>
                <c:pt idx="227">
                  <c:v>0.24109999999996035</c:v>
                </c:pt>
                <c:pt idx="228">
                  <c:v>0.24079999999997881</c:v>
                </c:pt>
                <c:pt idx="229">
                  <c:v>0.24039999999996553</c:v>
                </c:pt>
                <c:pt idx="230">
                  <c:v>0.24009999999998399</c:v>
                </c:pt>
                <c:pt idx="231">
                  <c:v>0.23980000000000246</c:v>
                </c:pt>
                <c:pt idx="232">
                  <c:v>0.23949999999996407</c:v>
                </c:pt>
                <c:pt idx="233">
                  <c:v>0.23929999999995744</c:v>
                </c:pt>
                <c:pt idx="234">
                  <c:v>0.2389999999999759</c:v>
                </c:pt>
                <c:pt idx="235">
                  <c:v>0.23879999999996926</c:v>
                </c:pt>
                <c:pt idx="236">
                  <c:v>0.23859999999996262</c:v>
                </c:pt>
                <c:pt idx="237">
                  <c:v>0.23839999999995598</c:v>
                </c:pt>
                <c:pt idx="238">
                  <c:v>0.23820000000000618</c:v>
                </c:pt>
                <c:pt idx="239">
                  <c:v>0.23799999999999955</c:v>
                </c:pt>
                <c:pt idx="240">
                  <c:v>0.2378999999999678</c:v>
                </c:pt>
                <c:pt idx="241">
                  <c:v>0.23769999999996116</c:v>
                </c:pt>
                <c:pt idx="242">
                  <c:v>0.23759999999998627</c:v>
                </c:pt>
                <c:pt idx="243">
                  <c:v>0.23749999999995453</c:v>
                </c:pt>
                <c:pt idx="244">
                  <c:v>0.23739999999997963</c:v>
                </c:pt>
                <c:pt idx="245">
                  <c:v>0.23730000000000473</c:v>
                </c:pt>
                <c:pt idx="246">
                  <c:v>0.23719999999997299</c:v>
                </c:pt>
                <c:pt idx="247">
                  <c:v>0.23709999999999809</c:v>
                </c:pt>
                <c:pt idx="248">
                  <c:v>0.23699999999996635</c:v>
                </c:pt>
                <c:pt idx="249">
                  <c:v>0.23689999999999145</c:v>
                </c:pt>
                <c:pt idx="250">
                  <c:v>0.23679999999995971</c:v>
                </c:pt>
                <c:pt idx="251">
                  <c:v>0.23679999999995971</c:v>
                </c:pt>
                <c:pt idx="252">
                  <c:v>0.23669999999998481</c:v>
                </c:pt>
                <c:pt idx="253">
                  <c:v>0.23669999999998481</c:v>
                </c:pt>
                <c:pt idx="254">
                  <c:v>0.23659999999995307</c:v>
                </c:pt>
                <c:pt idx="255">
                  <c:v>0.23659999999995307</c:v>
                </c:pt>
                <c:pt idx="256">
                  <c:v>0.23649999999997817</c:v>
                </c:pt>
                <c:pt idx="257">
                  <c:v>0.23649999999997817</c:v>
                </c:pt>
                <c:pt idx="258">
                  <c:v>0.23640000000000327</c:v>
                </c:pt>
                <c:pt idx="259">
                  <c:v>0.23640000000000327</c:v>
                </c:pt>
                <c:pt idx="260">
                  <c:v>0.23640000000000327</c:v>
                </c:pt>
                <c:pt idx="261">
                  <c:v>0.23629999999997153</c:v>
                </c:pt>
                <c:pt idx="262">
                  <c:v>0.23629999999997153</c:v>
                </c:pt>
                <c:pt idx="263">
                  <c:v>0.23629999999997153</c:v>
                </c:pt>
                <c:pt idx="264">
                  <c:v>0.23629999999997153</c:v>
                </c:pt>
                <c:pt idx="265">
                  <c:v>0.23619999999999663</c:v>
                </c:pt>
                <c:pt idx="266">
                  <c:v>0.23619999999999663</c:v>
                </c:pt>
                <c:pt idx="267">
                  <c:v>0.23619999999999663</c:v>
                </c:pt>
                <c:pt idx="268">
                  <c:v>0.23619999999999663</c:v>
                </c:pt>
                <c:pt idx="269">
                  <c:v>0.23619999999999663</c:v>
                </c:pt>
                <c:pt idx="270">
                  <c:v>0.23629999999997153</c:v>
                </c:pt>
                <c:pt idx="271">
                  <c:v>0.23629999999997153</c:v>
                </c:pt>
                <c:pt idx="272">
                  <c:v>0.23629999999997153</c:v>
                </c:pt>
                <c:pt idx="273">
                  <c:v>0.23640000000000327</c:v>
                </c:pt>
                <c:pt idx="274">
                  <c:v>0.23640000000000327</c:v>
                </c:pt>
                <c:pt idx="275">
                  <c:v>0.23640000000000327</c:v>
                </c:pt>
                <c:pt idx="276">
                  <c:v>0.23649999999997817</c:v>
                </c:pt>
                <c:pt idx="277">
                  <c:v>0.23649999999997817</c:v>
                </c:pt>
                <c:pt idx="278">
                  <c:v>0.23659999999995307</c:v>
                </c:pt>
                <c:pt idx="279">
                  <c:v>0.23659999999995307</c:v>
                </c:pt>
                <c:pt idx="280">
                  <c:v>0.23659999999995307</c:v>
                </c:pt>
                <c:pt idx="281">
                  <c:v>0.23669999999998481</c:v>
                </c:pt>
                <c:pt idx="282">
                  <c:v>0.23669999999998481</c:v>
                </c:pt>
                <c:pt idx="283">
                  <c:v>0.23669999999998481</c:v>
                </c:pt>
                <c:pt idx="284">
                  <c:v>0.23679999999995971</c:v>
                </c:pt>
                <c:pt idx="285">
                  <c:v>0.23679999999995971</c:v>
                </c:pt>
                <c:pt idx="286">
                  <c:v>0.23679999999995971</c:v>
                </c:pt>
                <c:pt idx="287">
                  <c:v>0.23689999999999145</c:v>
                </c:pt>
                <c:pt idx="288">
                  <c:v>0.23689999999999145</c:v>
                </c:pt>
                <c:pt idx="289">
                  <c:v>0.23689999999999145</c:v>
                </c:pt>
                <c:pt idx="290">
                  <c:v>0.23689999999999145</c:v>
                </c:pt>
                <c:pt idx="291">
                  <c:v>0.23699999999996635</c:v>
                </c:pt>
                <c:pt idx="292">
                  <c:v>0.23699999999996635</c:v>
                </c:pt>
                <c:pt idx="293">
                  <c:v>0.23699999999996635</c:v>
                </c:pt>
                <c:pt idx="294">
                  <c:v>0.23699999999996635</c:v>
                </c:pt>
                <c:pt idx="295">
                  <c:v>0.23699999999996635</c:v>
                </c:pt>
                <c:pt idx="296">
                  <c:v>0.23709999999999809</c:v>
                </c:pt>
                <c:pt idx="297">
                  <c:v>0.23709999999999809</c:v>
                </c:pt>
                <c:pt idx="298">
                  <c:v>0.23709999999999809</c:v>
                </c:pt>
                <c:pt idx="299">
                  <c:v>0.23709999999999809</c:v>
                </c:pt>
                <c:pt idx="300">
                  <c:v>0.23709999999999809</c:v>
                </c:pt>
                <c:pt idx="301">
                  <c:v>0.23709999999999809</c:v>
                </c:pt>
                <c:pt idx="302">
                  <c:v>0.23719999999997299</c:v>
                </c:pt>
                <c:pt idx="303">
                  <c:v>0.23719999999997299</c:v>
                </c:pt>
                <c:pt idx="304">
                  <c:v>0.23719999999997299</c:v>
                </c:pt>
                <c:pt idx="305">
                  <c:v>0.23719999999997299</c:v>
                </c:pt>
                <c:pt idx="306">
                  <c:v>0.23719999999997299</c:v>
                </c:pt>
                <c:pt idx="307">
                  <c:v>0.23719999999997299</c:v>
                </c:pt>
                <c:pt idx="308">
                  <c:v>0.23719999999997299</c:v>
                </c:pt>
                <c:pt idx="309">
                  <c:v>0.23719999999997299</c:v>
                </c:pt>
                <c:pt idx="310">
                  <c:v>0.23719999999997299</c:v>
                </c:pt>
                <c:pt idx="311">
                  <c:v>0.23719999999997299</c:v>
                </c:pt>
                <c:pt idx="312">
                  <c:v>0.23730000000000473</c:v>
                </c:pt>
                <c:pt idx="313">
                  <c:v>0.23730000000000473</c:v>
                </c:pt>
                <c:pt idx="314">
                  <c:v>0.23730000000000473</c:v>
                </c:pt>
                <c:pt idx="315">
                  <c:v>0.23730000000000473</c:v>
                </c:pt>
                <c:pt idx="316">
                  <c:v>0.23739999999997963</c:v>
                </c:pt>
                <c:pt idx="317">
                  <c:v>0.23739999999997963</c:v>
                </c:pt>
                <c:pt idx="318">
                  <c:v>0.23730000000000473</c:v>
                </c:pt>
                <c:pt idx="319">
                  <c:v>0.23719999999997299</c:v>
                </c:pt>
                <c:pt idx="320">
                  <c:v>0.23699999999996635</c:v>
                </c:pt>
                <c:pt idx="321">
                  <c:v>0.23679999999995971</c:v>
                </c:pt>
                <c:pt idx="322">
                  <c:v>0.23649999999997817</c:v>
                </c:pt>
                <c:pt idx="323">
                  <c:v>0.23629999999997153</c:v>
                </c:pt>
                <c:pt idx="324">
                  <c:v>0.23599999999999</c:v>
                </c:pt>
                <c:pt idx="325">
                  <c:v>0.23579999999998336</c:v>
                </c:pt>
                <c:pt idx="326">
                  <c:v>0.23550000000000182</c:v>
                </c:pt>
                <c:pt idx="327">
                  <c:v>0.23529999999999518</c:v>
                </c:pt>
                <c:pt idx="328">
                  <c:v>0.23509999999998854</c:v>
                </c:pt>
                <c:pt idx="329">
                  <c:v>0.2348999999999819</c:v>
                </c:pt>
                <c:pt idx="330">
                  <c:v>0.23460000000000036</c:v>
                </c:pt>
                <c:pt idx="331">
                  <c:v>0.23439999999999372</c:v>
                </c:pt>
                <c:pt idx="332">
                  <c:v>0.23419999999998709</c:v>
                </c:pt>
                <c:pt idx="333">
                  <c:v>0.23399999999998045</c:v>
                </c:pt>
                <c:pt idx="334">
                  <c:v>0.23390000000000555</c:v>
                </c:pt>
                <c:pt idx="335">
                  <c:v>0.23369999999999891</c:v>
                </c:pt>
                <c:pt idx="336">
                  <c:v>0.23349999999999227</c:v>
                </c:pt>
                <c:pt idx="337">
                  <c:v>0.23339999999996053</c:v>
                </c:pt>
                <c:pt idx="338">
                  <c:v>0.23319999999995389</c:v>
                </c:pt>
                <c:pt idx="339">
                  <c:v>0.23309999999997899</c:v>
                </c:pt>
                <c:pt idx="340">
                  <c:v>0.23289999999997235</c:v>
                </c:pt>
                <c:pt idx="341">
                  <c:v>0.23269999999996571</c:v>
                </c:pt>
                <c:pt idx="342">
                  <c:v>0.23269999999996571</c:v>
                </c:pt>
                <c:pt idx="343">
                  <c:v>0.23289999999997235</c:v>
                </c:pt>
                <c:pt idx="344">
                  <c:v>0.23329999999998563</c:v>
                </c:pt>
                <c:pt idx="345">
                  <c:v>0.23379999999997381</c:v>
                </c:pt>
                <c:pt idx="346">
                  <c:v>0.23439999999999372</c:v>
                </c:pt>
                <c:pt idx="347">
                  <c:v>0.23509999999998854</c:v>
                </c:pt>
                <c:pt idx="348">
                  <c:v>0.23579999999998336</c:v>
                </c:pt>
                <c:pt idx="349">
                  <c:v>0.23640000000000327</c:v>
                </c:pt>
                <c:pt idx="350">
                  <c:v>0.23709999999999809</c:v>
                </c:pt>
                <c:pt idx="351">
                  <c:v>0.23779999999999291</c:v>
                </c:pt>
                <c:pt idx="352">
                  <c:v>0.23839999999995598</c:v>
                </c:pt>
                <c:pt idx="353">
                  <c:v>0.2389999999999759</c:v>
                </c:pt>
                <c:pt idx="354">
                  <c:v>0.23949999999996407</c:v>
                </c:pt>
                <c:pt idx="355">
                  <c:v>0.24009999999998399</c:v>
                </c:pt>
                <c:pt idx="356">
                  <c:v>0.24059999999997217</c:v>
                </c:pt>
                <c:pt idx="357">
                  <c:v>0.24109999999996035</c:v>
                </c:pt>
                <c:pt idx="358">
                  <c:v>0.24149999999997362</c:v>
                </c:pt>
                <c:pt idx="359">
                  <c:v>0.2419999999999618</c:v>
                </c:pt>
                <c:pt idx="360">
                  <c:v>0.24239999999997508</c:v>
                </c:pt>
                <c:pt idx="361">
                  <c:v>0.24239999999997508</c:v>
                </c:pt>
                <c:pt idx="362">
                  <c:v>0.24269999999995662</c:v>
                </c:pt>
                <c:pt idx="363">
                  <c:v>0.2430999999999699</c:v>
                </c:pt>
                <c:pt idx="364">
                  <c:v>0.24340000000000828</c:v>
                </c:pt>
                <c:pt idx="365">
                  <c:v>0.24369999999998981</c:v>
                </c:pt>
                <c:pt idx="366">
                  <c:v>0.24399999999997135</c:v>
                </c:pt>
                <c:pt idx="367">
                  <c:v>0.24429999999995289</c:v>
                </c:pt>
                <c:pt idx="368">
                  <c:v>0.24449999999995953</c:v>
                </c:pt>
                <c:pt idx="369">
                  <c:v>0.24479999999999791</c:v>
                </c:pt>
                <c:pt idx="370">
                  <c:v>0.24500000000000455</c:v>
                </c:pt>
                <c:pt idx="371">
                  <c:v>0.24519999999995434</c:v>
                </c:pt>
                <c:pt idx="372">
                  <c:v>0.24539999999996098</c:v>
                </c:pt>
                <c:pt idx="373">
                  <c:v>0.24559999999996762</c:v>
                </c:pt>
                <c:pt idx="374">
                  <c:v>0.24549999999999272</c:v>
                </c:pt>
                <c:pt idx="375">
                  <c:v>0.24529999999998608</c:v>
                </c:pt>
                <c:pt idx="376">
                  <c:v>0.24500000000000455</c:v>
                </c:pt>
                <c:pt idx="377">
                  <c:v>0.24459999999999127</c:v>
                </c:pt>
                <c:pt idx="378">
                  <c:v>0.24419999999997799</c:v>
                </c:pt>
                <c:pt idx="379">
                  <c:v>0.24369999999998981</c:v>
                </c:pt>
                <c:pt idx="380">
                  <c:v>0.24320000000000164</c:v>
                </c:pt>
                <c:pt idx="381">
                  <c:v>0.24279999999998836</c:v>
                </c:pt>
                <c:pt idx="382">
                  <c:v>0.24230000000000018</c:v>
                </c:pt>
                <c:pt idx="383">
                  <c:v>0.2418999999999869</c:v>
                </c:pt>
                <c:pt idx="384">
                  <c:v>0.24149999999997362</c:v>
                </c:pt>
                <c:pt idx="385">
                  <c:v>0.24109999999996035</c:v>
                </c:pt>
                <c:pt idx="386">
                  <c:v>0.24070000000000391</c:v>
                </c:pt>
                <c:pt idx="387">
                  <c:v>0.24039999999996553</c:v>
                </c:pt>
                <c:pt idx="388">
                  <c:v>0.24009999999998399</c:v>
                </c:pt>
                <c:pt idx="389">
                  <c:v>0.23980000000000246</c:v>
                </c:pt>
                <c:pt idx="390">
                  <c:v>0.23949999999996407</c:v>
                </c:pt>
                <c:pt idx="391">
                  <c:v>0.23919999999998254</c:v>
                </c:pt>
                <c:pt idx="392">
                  <c:v>0.2389999999999759</c:v>
                </c:pt>
                <c:pt idx="393">
                  <c:v>0.23879999999996926</c:v>
                </c:pt>
                <c:pt idx="394">
                  <c:v>0.23849999999998772</c:v>
                </c:pt>
                <c:pt idx="395">
                  <c:v>0.23839999999995598</c:v>
                </c:pt>
                <c:pt idx="396">
                  <c:v>0.23820000000000618</c:v>
                </c:pt>
                <c:pt idx="397">
                  <c:v>0.23799999999999955</c:v>
                </c:pt>
                <c:pt idx="398">
                  <c:v>0.2378999999999678</c:v>
                </c:pt>
                <c:pt idx="399">
                  <c:v>0.23769999999996116</c:v>
                </c:pt>
                <c:pt idx="400">
                  <c:v>0.23759999999998627</c:v>
                </c:pt>
                <c:pt idx="401">
                  <c:v>0.23749999999995453</c:v>
                </c:pt>
                <c:pt idx="402">
                  <c:v>0.23739999999997963</c:v>
                </c:pt>
                <c:pt idx="403">
                  <c:v>0.23730000000000473</c:v>
                </c:pt>
                <c:pt idx="404">
                  <c:v>0.23719999999997299</c:v>
                </c:pt>
                <c:pt idx="405">
                  <c:v>0.23709999999999809</c:v>
                </c:pt>
                <c:pt idx="406">
                  <c:v>0.23699999999996635</c:v>
                </c:pt>
                <c:pt idx="407">
                  <c:v>0.23689999999999145</c:v>
                </c:pt>
                <c:pt idx="408">
                  <c:v>0.23679999999995971</c:v>
                </c:pt>
                <c:pt idx="409">
                  <c:v>0.23679999999995971</c:v>
                </c:pt>
                <c:pt idx="410">
                  <c:v>0.23669999999998481</c:v>
                </c:pt>
                <c:pt idx="411">
                  <c:v>0.23669999999998481</c:v>
                </c:pt>
                <c:pt idx="412">
                  <c:v>0.23659999999995307</c:v>
                </c:pt>
                <c:pt idx="413">
                  <c:v>0.23659999999995307</c:v>
                </c:pt>
                <c:pt idx="414">
                  <c:v>0.23649999999997817</c:v>
                </c:pt>
                <c:pt idx="415">
                  <c:v>0.23649999999997817</c:v>
                </c:pt>
                <c:pt idx="416">
                  <c:v>0.23640000000000327</c:v>
                </c:pt>
                <c:pt idx="417">
                  <c:v>0.23640000000000327</c:v>
                </c:pt>
                <c:pt idx="418">
                  <c:v>0.23640000000000327</c:v>
                </c:pt>
                <c:pt idx="419">
                  <c:v>0.23629999999997153</c:v>
                </c:pt>
                <c:pt idx="420">
                  <c:v>0.23629999999997153</c:v>
                </c:pt>
                <c:pt idx="421">
                  <c:v>0.23629999999997153</c:v>
                </c:pt>
                <c:pt idx="422">
                  <c:v>0.23629999999997153</c:v>
                </c:pt>
                <c:pt idx="423">
                  <c:v>0.23619999999999663</c:v>
                </c:pt>
                <c:pt idx="424">
                  <c:v>0.23619999999999663</c:v>
                </c:pt>
                <c:pt idx="425">
                  <c:v>0.23619999999999663</c:v>
                </c:pt>
                <c:pt idx="426">
                  <c:v>0.23619999999999663</c:v>
                </c:pt>
                <c:pt idx="427">
                  <c:v>0.23619999999999663</c:v>
                </c:pt>
                <c:pt idx="428">
                  <c:v>0.23629999999997153</c:v>
                </c:pt>
                <c:pt idx="429">
                  <c:v>0.23629999999997153</c:v>
                </c:pt>
                <c:pt idx="430">
                  <c:v>0.23629999999997153</c:v>
                </c:pt>
                <c:pt idx="431">
                  <c:v>0.23640000000000327</c:v>
                </c:pt>
                <c:pt idx="432">
                  <c:v>0.23640000000000327</c:v>
                </c:pt>
                <c:pt idx="433">
                  <c:v>0.23640000000000327</c:v>
                </c:pt>
                <c:pt idx="434">
                  <c:v>0.23649999999997817</c:v>
                </c:pt>
                <c:pt idx="435">
                  <c:v>0.23649999999997817</c:v>
                </c:pt>
                <c:pt idx="436">
                  <c:v>0.23659999999995307</c:v>
                </c:pt>
                <c:pt idx="437">
                  <c:v>0.23659999999995307</c:v>
                </c:pt>
                <c:pt idx="438">
                  <c:v>0.23659999999995307</c:v>
                </c:pt>
                <c:pt idx="439">
                  <c:v>0.23669999999998481</c:v>
                </c:pt>
                <c:pt idx="440">
                  <c:v>0.23669999999998481</c:v>
                </c:pt>
                <c:pt idx="441">
                  <c:v>0.23669999999998481</c:v>
                </c:pt>
                <c:pt idx="442">
                  <c:v>0.23679999999995971</c:v>
                </c:pt>
                <c:pt idx="443">
                  <c:v>0.23679999999995971</c:v>
                </c:pt>
                <c:pt idx="444">
                  <c:v>0.23679999999995971</c:v>
                </c:pt>
                <c:pt idx="445">
                  <c:v>0.23689999999999145</c:v>
                </c:pt>
                <c:pt idx="446">
                  <c:v>0.23689999999999145</c:v>
                </c:pt>
                <c:pt idx="447">
                  <c:v>0.23689999999999145</c:v>
                </c:pt>
                <c:pt idx="448">
                  <c:v>0.23689999999999145</c:v>
                </c:pt>
                <c:pt idx="449">
                  <c:v>0.23699999999996635</c:v>
                </c:pt>
                <c:pt idx="450">
                  <c:v>0.23699999999996635</c:v>
                </c:pt>
                <c:pt idx="451">
                  <c:v>0.23699999999996635</c:v>
                </c:pt>
                <c:pt idx="452">
                  <c:v>0.23699999999996635</c:v>
                </c:pt>
                <c:pt idx="453">
                  <c:v>0.23699999999996635</c:v>
                </c:pt>
                <c:pt idx="454">
                  <c:v>0.23709999999999809</c:v>
                </c:pt>
                <c:pt idx="455">
                  <c:v>0.23709999999999809</c:v>
                </c:pt>
                <c:pt idx="456">
                  <c:v>0.23709999999999809</c:v>
                </c:pt>
                <c:pt idx="457">
                  <c:v>0.23709999999999809</c:v>
                </c:pt>
                <c:pt idx="458">
                  <c:v>0.23709999999999809</c:v>
                </c:pt>
                <c:pt idx="459">
                  <c:v>0.23709999999999809</c:v>
                </c:pt>
                <c:pt idx="460">
                  <c:v>0.23709999999999809</c:v>
                </c:pt>
                <c:pt idx="461">
                  <c:v>0.23719999999997299</c:v>
                </c:pt>
                <c:pt idx="462">
                  <c:v>0.23719999999997299</c:v>
                </c:pt>
                <c:pt idx="463">
                  <c:v>0.23719999999997299</c:v>
                </c:pt>
                <c:pt idx="464">
                  <c:v>0.23719999999997299</c:v>
                </c:pt>
                <c:pt idx="465">
                  <c:v>0.23719999999997299</c:v>
                </c:pt>
                <c:pt idx="466">
                  <c:v>0.23719999999997299</c:v>
                </c:pt>
                <c:pt idx="467">
                  <c:v>0.23719999999997299</c:v>
                </c:pt>
                <c:pt idx="468">
                  <c:v>0.23719999999997299</c:v>
                </c:pt>
                <c:pt idx="469">
                  <c:v>0.23719999999997299</c:v>
                </c:pt>
                <c:pt idx="470">
                  <c:v>0.23719999999997299</c:v>
                </c:pt>
                <c:pt idx="471">
                  <c:v>0.23730000000000473</c:v>
                </c:pt>
                <c:pt idx="472">
                  <c:v>0.23730000000000473</c:v>
                </c:pt>
                <c:pt idx="473">
                  <c:v>0.23730000000000473</c:v>
                </c:pt>
                <c:pt idx="474">
                  <c:v>0.23730000000000473</c:v>
                </c:pt>
                <c:pt idx="475">
                  <c:v>0.23739999999997963</c:v>
                </c:pt>
                <c:pt idx="476">
                  <c:v>0.23739999999997963</c:v>
                </c:pt>
                <c:pt idx="477">
                  <c:v>0.23730000000000473</c:v>
                </c:pt>
                <c:pt idx="478">
                  <c:v>0.23709999999999809</c:v>
                </c:pt>
                <c:pt idx="479">
                  <c:v>0.23689999999999145</c:v>
                </c:pt>
                <c:pt idx="480">
                  <c:v>0.23669999999998481</c:v>
                </c:pt>
                <c:pt idx="481">
                  <c:v>0.23649999999997817</c:v>
                </c:pt>
                <c:pt idx="482">
                  <c:v>0.23619999999999663</c:v>
                </c:pt>
                <c:pt idx="483">
                  <c:v>0.23599999999999</c:v>
                </c:pt>
                <c:pt idx="484">
                  <c:v>0.23570000000000846</c:v>
                </c:pt>
                <c:pt idx="485">
                  <c:v>0.23550000000000182</c:v>
                </c:pt>
                <c:pt idx="486">
                  <c:v>0.23529999999999518</c:v>
                </c:pt>
                <c:pt idx="487">
                  <c:v>0.2349999999999568</c:v>
                </c:pt>
                <c:pt idx="488">
                  <c:v>0.234800000000007</c:v>
                </c:pt>
                <c:pt idx="489">
                  <c:v>0.23460000000000036</c:v>
                </c:pt>
                <c:pt idx="490">
                  <c:v>0.23439999999999372</c:v>
                </c:pt>
                <c:pt idx="491">
                  <c:v>0.23419999999998709</c:v>
                </c:pt>
                <c:pt idx="492">
                  <c:v>0.23399999999998045</c:v>
                </c:pt>
                <c:pt idx="493">
                  <c:v>0.23379999999997381</c:v>
                </c:pt>
                <c:pt idx="494">
                  <c:v>0.23369999999999891</c:v>
                </c:pt>
                <c:pt idx="495">
                  <c:v>0.23349999999999227</c:v>
                </c:pt>
                <c:pt idx="496">
                  <c:v>0.23329999999998563</c:v>
                </c:pt>
                <c:pt idx="497">
                  <c:v>0.23319999999995389</c:v>
                </c:pt>
                <c:pt idx="498">
                  <c:v>0.23300000000000409</c:v>
                </c:pt>
                <c:pt idx="499">
                  <c:v>0.23279999999999745</c:v>
                </c:pt>
                <c:pt idx="500">
                  <c:v>0.23269999999996571</c:v>
                </c:pt>
                <c:pt idx="501">
                  <c:v>0.23269999999996571</c:v>
                </c:pt>
                <c:pt idx="502">
                  <c:v>0.23300000000000409</c:v>
                </c:pt>
                <c:pt idx="503">
                  <c:v>0.23339999999996053</c:v>
                </c:pt>
                <c:pt idx="504">
                  <c:v>0.23390000000000555</c:v>
                </c:pt>
                <c:pt idx="505">
                  <c:v>0.23449999999996862</c:v>
                </c:pt>
                <c:pt idx="506">
                  <c:v>0.23519999999996344</c:v>
                </c:pt>
                <c:pt idx="507">
                  <c:v>0.23589999999995825</c:v>
                </c:pt>
                <c:pt idx="508">
                  <c:v>0.23659999999995307</c:v>
                </c:pt>
                <c:pt idx="509">
                  <c:v>0.23719999999997299</c:v>
                </c:pt>
                <c:pt idx="510">
                  <c:v>0.2378999999999678</c:v>
                </c:pt>
                <c:pt idx="511">
                  <c:v>0.23849999999998772</c:v>
                </c:pt>
                <c:pt idx="512">
                  <c:v>0.23910000000000764</c:v>
                </c:pt>
                <c:pt idx="513">
                  <c:v>0.23959999999999582</c:v>
                </c:pt>
                <c:pt idx="514">
                  <c:v>0.24019999999995889</c:v>
                </c:pt>
                <c:pt idx="515">
                  <c:v>0.24070000000000391</c:v>
                </c:pt>
                <c:pt idx="516">
                  <c:v>0.24119999999999209</c:v>
                </c:pt>
                <c:pt idx="517">
                  <c:v>0.24160000000000537</c:v>
                </c:pt>
                <c:pt idx="518">
                  <c:v>0.2419999999999618</c:v>
                </c:pt>
                <c:pt idx="519">
                  <c:v>0.24239999999997508</c:v>
                </c:pt>
                <c:pt idx="520">
                  <c:v>0.24279999999998836</c:v>
                </c:pt>
                <c:pt idx="521">
                  <c:v>0.2430999999999699</c:v>
                </c:pt>
                <c:pt idx="522">
                  <c:v>0.24349999999998317</c:v>
                </c:pt>
                <c:pt idx="523">
                  <c:v>0.24379999999996471</c:v>
                </c:pt>
                <c:pt idx="524">
                  <c:v>0.24410000000000309</c:v>
                </c:pt>
                <c:pt idx="525">
                  <c:v>0.24429999999995289</c:v>
                </c:pt>
                <c:pt idx="526">
                  <c:v>0.24459999999999127</c:v>
                </c:pt>
                <c:pt idx="527">
                  <c:v>0.24479999999999791</c:v>
                </c:pt>
                <c:pt idx="528">
                  <c:v>0.24500000000000455</c:v>
                </c:pt>
                <c:pt idx="529">
                  <c:v>0.24529999999998608</c:v>
                </c:pt>
                <c:pt idx="530">
                  <c:v>0.24549999999999272</c:v>
                </c:pt>
                <c:pt idx="531">
                  <c:v>0.24559999999996762</c:v>
                </c:pt>
                <c:pt idx="532">
                  <c:v>0.24549999999999272</c:v>
                </c:pt>
              </c:numCache>
            </c:numRef>
          </c:yVal>
          <c:smooth val="1"/>
          <c:extLst>
            <c:ext xmlns:c16="http://schemas.microsoft.com/office/drawing/2014/chart" uri="{C3380CC4-5D6E-409C-BE32-E72D297353CC}">
              <c16:uniqueId val="{00000012-4233-4E9D-9D6D-D06060CC9530}"/>
            </c:ext>
          </c:extLst>
        </c:ser>
        <c:ser>
          <c:idx val="19"/>
          <c:order val="19"/>
          <c:tx>
            <c:strRef>
              <c:f>PM50000_Temps_oc5l2_50000!$BBV$1</c:f>
              <c:strCache>
                <c:ptCount val="1"/>
                <c:pt idx="0">
                  <c:v>TELE_PM_INTERIOR.20</c:v>
                </c:pt>
              </c:strCache>
            </c:strRef>
          </c:tx>
          <c:spPr>
            <a:ln w="19050" cap="rnd">
              <a:solidFill>
                <a:schemeClr val="accent2">
                  <a:lumMod val="80000"/>
                </a:schemeClr>
              </a:solidFill>
              <a:round/>
            </a:ln>
            <a:effectLst/>
          </c:spPr>
          <c:marker>
            <c:symbol val="circle"/>
            <c:size val="5"/>
            <c:spPr>
              <a:solidFill>
                <a:schemeClr val="accent2">
                  <a:lumMod val="80000"/>
                </a:schemeClr>
              </a:solidFill>
              <a:ln w="9525">
                <a:solidFill>
                  <a:schemeClr val="accent2">
                    <a:lumMod val="8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PM50000_Temps_oc5l2_50000!$BBV$2:$BBV$536</c:f>
              <c:numCache>
                <c:formatCode>General</c:formatCode>
                <c:ptCount val="533"/>
                <c:pt idx="0">
                  <c:v>0</c:v>
                </c:pt>
                <c:pt idx="1">
                  <c:v>1.1599999999987176E-2</c:v>
                </c:pt>
                <c:pt idx="2">
                  <c:v>3.1800000000032469E-2</c:v>
                </c:pt>
                <c:pt idx="3">
                  <c:v>5.2700000000015734E-2</c:v>
                </c:pt>
                <c:pt idx="4">
                  <c:v>7.1799999999996089E-2</c:v>
                </c:pt>
                <c:pt idx="5">
                  <c:v>8.8799999999991996E-2</c:v>
                </c:pt>
                <c:pt idx="6">
                  <c:v>0.10360000000002856</c:v>
                </c:pt>
                <c:pt idx="7">
                  <c:v>0.11650000000003047</c:v>
                </c:pt>
                <c:pt idx="8">
                  <c:v>0.12770000000000437</c:v>
                </c:pt>
                <c:pt idx="9">
                  <c:v>0.13760000000002037</c:v>
                </c:pt>
                <c:pt idx="10">
                  <c:v>0.14640000000002829</c:v>
                </c:pt>
                <c:pt idx="11">
                  <c:v>0.15430000000003474</c:v>
                </c:pt>
                <c:pt idx="12">
                  <c:v>0.1612999999999829</c:v>
                </c:pt>
                <c:pt idx="13">
                  <c:v>0.16770000000002483</c:v>
                </c:pt>
                <c:pt idx="14">
                  <c:v>0.1734000000000151</c:v>
                </c:pt>
                <c:pt idx="15">
                  <c:v>0.17869999999999209</c:v>
                </c:pt>
                <c:pt idx="16">
                  <c:v>0.183400000000006</c:v>
                </c:pt>
                <c:pt idx="17">
                  <c:v>0.18770000000000664</c:v>
                </c:pt>
                <c:pt idx="18">
                  <c:v>0.19170000000002574</c:v>
                </c:pt>
                <c:pt idx="19">
                  <c:v>0.19530000000003156</c:v>
                </c:pt>
                <c:pt idx="20">
                  <c:v>0.198599999999999</c:v>
                </c:pt>
                <c:pt idx="21">
                  <c:v>0.2015999999999849</c:v>
                </c:pt>
                <c:pt idx="22">
                  <c:v>0.20429999999998927</c:v>
                </c:pt>
                <c:pt idx="23">
                  <c:v>0.20679999999998699</c:v>
                </c:pt>
                <c:pt idx="24">
                  <c:v>0.20910000000003492</c:v>
                </c:pt>
                <c:pt idx="25">
                  <c:v>0.21120000000001937</c:v>
                </c:pt>
                <c:pt idx="26">
                  <c:v>0.21330000000000382</c:v>
                </c:pt>
                <c:pt idx="27">
                  <c:v>0.21570000000002665</c:v>
                </c:pt>
                <c:pt idx="28">
                  <c:v>0.21840000000003101</c:v>
                </c:pt>
                <c:pt idx="29">
                  <c:v>0.22120000000001028</c:v>
                </c:pt>
                <c:pt idx="30">
                  <c:v>0.2237999999999829</c:v>
                </c:pt>
                <c:pt idx="31">
                  <c:v>0.22610000000003083</c:v>
                </c:pt>
                <c:pt idx="32">
                  <c:v>0.22829999999999018</c:v>
                </c:pt>
                <c:pt idx="33">
                  <c:v>0.23020000000002483</c:v>
                </c:pt>
                <c:pt idx="34">
                  <c:v>0.23200000000002774</c:v>
                </c:pt>
                <c:pt idx="35">
                  <c:v>0.23360000000002401</c:v>
                </c:pt>
                <c:pt idx="36">
                  <c:v>0.23509999999998854</c:v>
                </c:pt>
                <c:pt idx="37">
                  <c:v>0.23640000000000327</c:v>
                </c:pt>
                <c:pt idx="38">
                  <c:v>0.23770000000001801</c:v>
                </c:pt>
                <c:pt idx="39">
                  <c:v>0.2388000000000261</c:v>
                </c:pt>
                <c:pt idx="40">
                  <c:v>0.2399000000000342</c:v>
                </c:pt>
                <c:pt idx="41">
                  <c:v>0.24090000000001055</c:v>
                </c:pt>
                <c:pt idx="42">
                  <c:v>0.24180000000001201</c:v>
                </c:pt>
                <c:pt idx="43">
                  <c:v>0.24259999999998172</c:v>
                </c:pt>
                <c:pt idx="44">
                  <c:v>0.24340000000000828</c:v>
                </c:pt>
                <c:pt idx="45">
                  <c:v>0.24410000000000309</c:v>
                </c:pt>
                <c:pt idx="46">
                  <c:v>0.24479999999999791</c:v>
                </c:pt>
                <c:pt idx="47">
                  <c:v>0.24540000000001783</c:v>
                </c:pt>
                <c:pt idx="48">
                  <c:v>0.2459999999999809</c:v>
                </c:pt>
                <c:pt idx="49">
                  <c:v>0.24650000000002592</c:v>
                </c:pt>
                <c:pt idx="50">
                  <c:v>0.2470000000000141</c:v>
                </c:pt>
                <c:pt idx="51">
                  <c:v>0.24750000000000227</c:v>
                </c:pt>
                <c:pt idx="52">
                  <c:v>0.24790000000001555</c:v>
                </c:pt>
                <c:pt idx="53">
                  <c:v>0.24830000000002883</c:v>
                </c:pt>
                <c:pt idx="54">
                  <c:v>0.24869999999998527</c:v>
                </c:pt>
                <c:pt idx="55">
                  <c:v>0.24900000000002365</c:v>
                </c:pt>
                <c:pt idx="56">
                  <c:v>0.24930000000000518</c:v>
                </c:pt>
                <c:pt idx="57">
                  <c:v>0.24930000000000518</c:v>
                </c:pt>
                <c:pt idx="58">
                  <c:v>0.24889999999999191</c:v>
                </c:pt>
                <c:pt idx="59">
                  <c:v>0.24819999999999709</c:v>
                </c:pt>
                <c:pt idx="60">
                  <c:v>0.24750000000000227</c:v>
                </c:pt>
                <c:pt idx="61">
                  <c:v>0.24680000000000746</c:v>
                </c:pt>
                <c:pt idx="62">
                  <c:v>0.24619999999998754</c:v>
                </c:pt>
                <c:pt idx="63">
                  <c:v>0.24569999999999936</c:v>
                </c:pt>
                <c:pt idx="64">
                  <c:v>0.24529999999998608</c:v>
                </c:pt>
                <c:pt idx="65">
                  <c:v>0.24490000000002965</c:v>
                </c:pt>
                <c:pt idx="66">
                  <c:v>0.24450000000001637</c:v>
                </c:pt>
                <c:pt idx="67">
                  <c:v>0.24420000000003483</c:v>
                </c:pt>
                <c:pt idx="68">
                  <c:v>0.24389999999999645</c:v>
                </c:pt>
                <c:pt idx="69">
                  <c:v>0.24360000000001492</c:v>
                </c:pt>
                <c:pt idx="70">
                  <c:v>0.24340000000000828</c:v>
                </c:pt>
                <c:pt idx="71">
                  <c:v>0.24320000000000164</c:v>
                </c:pt>
                <c:pt idx="72">
                  <c:v>0.242999999999995</c:v>
                </c:pt>
                <c:pt idx="73">
                  <c:v>0.24279999999998836</c:v>
                </c:pt>
                <c:pt idx="74">
                  <c:v>0.24259999999998172</c:v>
                </c:pt>
                <c:pt idx="75">
                  <c:v>0.24250000000000682</c:v>
                </c:pt>
                <c:pt idx="76">
                  <c:v>0.24230000000000018</c:v>
                </c:pt>
                <c:pt idx="77">
                  <c:v>0.24220000000002528</c:v>
                </c:pt>
                <c:pt idx="78">
                  <c:v>0.24209999999999354</c:v>
                </c:pt>
                <c:pt idx="79">
                  <c:v>0.24200000000001864</c:v>
                </c:pt>
                <c:pt idx="80">
                  <c:v>0.2418999999999869</c:v>
                </c:pt>
                <c:pt idx="81">
                  <c:v>0.24180000000001201</c:v>
                </c:pt>
                <c:pt idx="82">
                  <c:v>0.24169999999998026</c:v>
                </c:pt>
                <c:pt idx="83">
                  <c:v>0.24160000000000537</c:v>
                </c:pt>
                <c:pt idx="84">
                  <c:v>0.24150000000003047</c:v>
                </c:pt>
                <c:pt idx="85">
                  <c:v>0.24139999999999873</c:v>
                </c:pt>
                <c:pt idx="86">
                  <c:v>0.24139999999999873</c:v>
                </c:pt>
                <c:pt idx="87">
                  <c:v>0.24130000000002383</c:v>
                </c:pt>
                <c:pt idx="88">
                  <c:v>0.24130000000002383</c:v>
                </c:pt>
                <c:pt idx="89">
                  <c:v>0.24119999999999209</c:v>
                </c:pt>
                <c:pt idx="90">
                  <c:v>0.24119999999999209</c:v>
                </c:pt>
                <c:pt idx="91">
                  <c:v>0.24110000000001719</c:v>
                </c:pt>
                <c:pt idx="92">
                  <c:v>0.24110000000001719</c:v>
                </c:pt>
                <c:pt idx="93">
                  <c:v>0.24099999999998545</c:v>
                </c:pt>
                <c:pt idx="94">
                  <c:v>0.24099999999998545</c:v>
                </c:pt>
                <c:pt idx="95">
                  <c:v>0.24099999999998545</c:v>
                </c:pt>
                <c:pt idx="96">
                  <c:v>0.24090000000001055</c:v>
                </c:pt>
                <c:pt idx="97">
                  <c:v>0.24090000000001055</c:v>
                </c:pt>
                <c:pt idx="98">
                  <c:v>0.24090000000001055</c:v>
                </c:pt>
                <c:pt idx="99">
                  <c:v>0.24090000000001055</c:v>
                </c:pt>
                <c:pt idx="100">
                  <c:v>0.24080000000003565</c:v>
                </c:pt>
                <c:pt idx="101">
                  <c:v>0.24080000000003565</c:v>
                </c:pt>
                <c:pt idx="102">
                  <c:v>0.24080000000003565</c:v>
                </c:pt>
                <c:pt idx="103">
                  <c:v>0.24080000000003565</c:v>
                </c:pt>
                <c:pt idx="104">
                  <c:v>0.24080000000003565</c:v>
                </c:pt>
                <c:pt idx="105">
                  <c:v>0.24070000000000391</c:v>
                </c:pt>
                <c:pt idx="106">
                  <c:v>0.24070000000000391</c:v>
                </c:pt>
                <c:pt idx="107">
                  <c:v>0.24070000000000391</c:v>
                </c:pt>
                <c:pt idx="108">
                  <c:v>0.24070000000000391</c:v>
                </c:pt>
                <c:pt idx="109">
                  <c:v>0.24080000000003565</c:v>
                </c:pt>
                <c:pt idx="110">
                  <c:v>0.24090000000001055</c:v>
                </c:pt>
                <c:pt idx="111">
                  <c:v>0.24099999999998545</c:v>
                </c:pt>
                <c:pt idx="112">
                  <c:v>0.24099999999998545</c:v>
                </c:pt>
                <c:pt idx="113">
                  <c:v>0.24110000000001719</c:v>
                </c:pt>
                <c:pt idx="114">
                  <c:v>0.24110000000001719</c:v>
                </c:pt>
                <c:pt idx="115">
                  <c:v>0.24119999999999209</c:v>
                </c:pt>
                <c:pt idx="116">
                  <c:v>0.24119999999999209</c:v>
                </c:pt>
                <c:pt idx="117">
                  <c:v>0.24130000000002383</c:v>
                </c:pt>
                <c:pt idx="118">
                  <c:v>0.24130000000002383</c:v>
                </c:pt>
                <c:pt idx="119">
                  <c:v>0.24139999999999873</c:v>
                </c:pt>
                <c:pt idx="120">
                  <c:v>0.24139999999999873</c:v>
                </c:pt>
                <c:pt idx="121">
                  <c:v>0.24150000000003047</c:v>
                </c:pt>
                <c:pt idx="122">
                  <c:v>0.24150000000003047</c:v>
                </c:pt>
                <c:pt idx="123">
                  <c:v>0.24150000000003047</c:v>
                </c:pt>
                <c:pt idx="124">
                  <c:v>0.24160000000000537</c:v>
                </c:pt>
                <c:pt idx="125">
                  <c:v>0.24160000000000537</c:v>
                </c:pt>
                <c:pt idx="126">
                  <c:v>0.24160000000000537</c:v>
                </c:pt>
                <c:pt idx="127">
                  <c:v>0.24160000000000537</c:v>
                </c:pt>
                <c:pt idx="128">
                  <c:v>0.24169999999998026</c:v>
                </c:pt>
                <c:pt idx="129">
                  <c:v>0.24169999999998026</c:v>
                </c:pt>
                <c:pt idx="130">
                  <c:v>0.24169999999998026</c:v>
                </c:pt>
                <c:pt idx="131">
                  <c:v>0.24180000000001201</c:v>
                </c:pt>
                <c:pt idx="132">
                  <c:v>0.24180000000001201</c:v>
                </c:pt>
                <c:pt idx="133">
                  <c:v>0.24180000000001201</c:v>
                </c:pt>
                <c:pt idx="134">
                  <c:v>0.24180000000001201</c:v>
                </c:pt>
                <c:pt idx="135">
                  <c:v>0.24180000000001201</c:v>
                </c:pt>
                <c:pt idx="136">
                  <c:v>0.2418999999999869</c:v>
                </c:pt>
                <c:pt idx="137">
                  <c:v>0.2418999999999869</c:v>
                </c:pt>
                <c:pt idx="138">
                  <c:v>0.2418999999999869</c:v>
                </c:pt>
                <c:pt idx="139">
                  <c:v>0.2418999999999869</c:v>
                </c:pt>
                <c:pt idx="140">
                  <c:v>0.2418999999999869</c:v>
                </c:pt>
                <c:pt idx="141">
                  <c:v>0.2418999999999869</c:v>
                </c:pt>
                <c:pt idx="142">
                  <c:v>0.2418999999999869</c:v>
                </c:pt>
                <c:pt idx="143">
                  <c:v>0.24200000000001864</c:v>
                </c:pt>
                <c:pt idx="144">
                  <c:v>0.24200000000001864</c:v>
                </c:pt>
                <c:pt idx="145">
                  <c:v>0.24200000000001864</c:v>
                </c:pt>
                <c:pt idx="146">
                  <c:v>0.24200000000001864</c:v>
                </c:pt>
                <c:pt idx="147">
                  <c:v>0.24200000000001864</c:v>
                </c:pt>
                <c:pt idx="148">
                  <c:v>0.24200000000001864</c:v>
                </c:pt>
                <c:pt idx="149">
                  <c:v>0.24200000000001864</c:v>
                </c:pt>
                <c:pt idx="150">
                  <c:v>0.24200000000001864</c:v>
                </c:pt>
                <c:pt idx="151">
                  <c:v>0.24200000000001864</c:v>
                </c:pt>
                <c:pt idx="152">
                  <c:v>0.24200000000001864</c:v>
                </c:pt>
                <c:pt idx="153">
                  <c:v>0.24200000000001864</c:v>
                </c:pt>
                <c:pt idx="154">
                  <c:v>0.24209999999999354</c:v>
                </c:pt>
                <c:pt idx="155">
                  <c:v>0.24209999999999354</c:v>
                </c:pt>
                <c:pt idx="156">
                  <c:v>0.24209999999999354</c:v>
                </c:pt>
                <c:pt idx="157">
                  <c:v>0.24209999999999354</c:v>
                </c:pt>
                <c:pt idx="158">
                  <c:v>0.2418999999999869</c:v>
                </c:pt>
                <c:pt idx="159">
                  <c:v>0.24160000000000537</c:v>
                </c:pt>
                <c:pt idx="160">
                  <c:v>0.24119999999999209</c:v>
                </c:pt>
                <c:pt idx="161">
                  <c:v>0.24080000000003565</c:v>
                </c:pt>
                <c:pt idx="162">
                  <c:v>0.24049999999999727</c:v>
                </c:pt>
                <c:pt idx="163">
                  <c:v>0.24009999999998399</c:v>
                </c:pt>
                <c:pt idx="164">
                  <c:v>0.23980000000000246</c:v>
                </c:pt>
                <c:pt idx="165">
                  <c:v>0.23950000000002092</c:v>
                </c:pt>
                <c:pt idx="166">
                  <c:v>0.23919999999998254</c:v>
                </c:pt>
                <c:pt idx="167">
                  <c:v>0.238900000000001</c:v>
                </c:pt>
                <c:pt idx="168">
                  <c:v>0.23869999999999436</c:v>
                </c:pt>
                <c:pt idx="169">
                  <c:v>0.23849999999998772</c:v>
                </c:pt>
                <c:pt idx="170">
                  <c:v>0.23829999999998108</c:v>
                </c:pt>
                <c:pt idx="171">
                  <c:v>0.23810000000003129</c:v>
                </c:pt>
                <c:pt idx="172">
                  <c:v>0.23790000000002465</c:v>
                </c:pt>
                <c:pt idx="173">
                  <c:v>0.23770000000001801</c:v>
                </c:pt>
                <c:pt idx="174">
                  <c:v>0.23750000000001137</c:v>
                </c:pt>
                <c:pt idx="175">
                  <c:v>0.23740000000003647</c:v>
                </c:pt>
                <c:pt idx="176">
                  <c:v>0.23720000000002983</c:v>
                </c:pt>
                <c:pt idx="177">
                  <c:v>0.23709999999999809</c:v>
                </c:pt>
                <c:pt idx="178">
                  <c:v>0.23689999999999145</c:v>
                </c:pt>
                <c:pt idx="179">
                  <c:v>0.23680000000001655</c:v>
                </c:pt>
                <c:pt idx="180">
                  <c:v>0.23669999999998481</c:v>
                </c:pt>
                <c:pt idx="181">
                  <c:v>0.23650000000003502</c:v>
                </c:pt>
                <c:pt idx="182">
                  <c:v>0.23640000000000327</c:v>
                </c:pt>
                <c:pt idx="183">
                  <c:v>0.23650000000003502</c:v>
                </c:pt>
                <c:pt idx="184">
                  <c:v>0.23720000000002983</c:v>
                </c:pt>
                <c:pt idx="185">
                  <c:v>0.23820000000000618</c:v>
                </c:pt>
                <c:pt idx="186">
                  <c:v>0.23939999999998918</c:v>
                </c:pt>
                <c:pt idx="187">
                  <c:v>0.24049999999999727</c:v>
                </c:pt>
                <c:pt idx="188">
                  <c:v>0.24160000000000537</c:v>
                </c:pt>
                <c:pt idx="189">
                  <c:v>0.24250000000000682</c:v>
                </c:pt>
                <c:pt idx="190">
                  <c:v>0.24330000000003338</c:v>
                </c:pt>
                <c:pt idx="191">
                  <c:v>0.24400000000002819</c:v>
                </c:pt>
                <c:pt idx="192">
                  <c:v>0.24470000000002301</c:v>
                </c:pt>
                <c:pt idx="193">
                  <c:v>0.24529999999998608</c:v>
                </c:pt>
                <c:pt idx="194">
                  <c:v>0.2458000000000311</c:v>
                </c:pt>
                <c:pt idx="195">
                  <c:v>0.24630000000001928</c:v>
                </c:pt>
                <c:pt idx="196">
                  <c:v>0.24680000000000746</c:v>
                </c:pt>
                <c:pt idx="197">
                  <c:v>0.24729999999999563</c:v>
                </c:pt>
                <c:pt idx="198">
                  <c:v>0.24770000000000891</c:v>
                </c:pt>
                <c:pt idx="199">
                  <c:v>0.24810000000002219</c:v>
                </c:pt>
                <c:pt idx="200">
                  <c:v>0.24840000000000373</c:v>
                </c:pt>
                <c:pt idx="201">
                  <c:v>0.24880000000001701</c:v>
                </c:pt>
                <c:pt idx="202">
                  <c:v>0.24909999999999854</c:v>
                </c:pt>
                <c:pt idx="203">
                  <c:v>0.24939999999998008</c:v>
                </c:pt>
                <c:pt idx="204">
                  <c:v>0.24959999999998672</c:v>
                </c:pt>
                <c:pt idx="205">
                  <c:v>0.2499000000000251</c:v>
                </c:pt>
                <c:pt idx="206">
                  <c:v>0.25010000000003174</c:v>
                </c:pt>
                <c:pt idx="207">
                  <c:v>0.25040000000001328</c:v>
                </c:pt>
                <c:pt idx="208">
                  <c:v>0.25060000000001992</c:v>
                </c:pt>
                <c:pt idx="209">
                  <c:v>0.25080000000002656</c:v>
                </c:pt>
                <c:pt idx="210">
                  <c:v>0.25090000000000146</c:v>
                </c:pt>
                <c:pt idx="211">
                  <c:v>0.25110000000000809</c:v>
                </c:pt>
                <c:pt idx="212">
                  <c:v>0.25130000000001473</c:v>
                </c:pt>
                <c:pt idx="213">
                  <c:v>0.25139999999998963</c:v>
                </c:pt>
                <c:pt idx="214">
                  <c:v>0.25119999999998299</c:v>
                </c:pt>
                <c:pt idx="215">
                  <c:v>0.25060000000001992</c:v>
                </c:pt>
                <c:pt idx="216">
                  <c:v>0.24970000000001846</c:v>
                </c:pt>
                <c:pt idx="217">
                  <c:v>0.24889999999999191</c:v>
                </c:pt>
                <c:pt idx="218">
                  <c:v>0.24810000000002219</c:v>
                </c:pt>
                <c:pt idx="219">
                  <c:v>0.24740000000002738</c:v>
                </c:pt>
                <c:pt idx="220">
                  <c:v>0.24680000000000746</c:v>
                </c:pt>
                <c:pt idx="221">
                  <c:v>0.24630000000001928</c:v>
                </c:pt>
                <c:pt idx="222">
                  <c:v>0.2458000000000311</c:v>
                </c:pt>
                <c:pt idx="223">
                  <c:v>0.24540000000001783</c:v>
                </c:pt>
                <c:pt idx="224">
                  <c:v>0.24500000000000455</c:v>
                </c:pt>
                <c:pt idx="225">
                  <c:v>0.24470000000002301</c:v>
                </c:pt>
                <c:pt idx="226">
                  <c:v>0.24439999999998463</c:v>
                </c:pt>
                <c:pt idx="227">
                  <c:v>0.24410000000000309</c:v>
                </c:pt>
                <c:pt idx="228">
                  <c:v>0.24380000000002156</c:v>
                </c:pt>
                <c:pt idx="229">
                  <c:v>0.24360000000001492</c:v>
                </c:pt>
                <c:pt idx="230">
                  <c:v>0.24330000000003338</c:v>
                </c:pt>
                <c:pt idx="231">
                  <c:v>0.24310000000002674</c:v>
                </c:pt>
                <c:pt idx="232">
                  <c:v>0.2429000000000201</c:v>
                </c:pt>
                <c:pt idx="233">
                  <c:v>0.24279999999998836</c:v>
                </c:pt>
                <c:pt idx="234">
                  <c:v>0.24259999999998172</c:v>
                </c:pt>
                <c:pt idx="235">
                  <c:v>0.24250000000000682</c:v>
                </c:pt>
                <c:pt idx="236">
                  <c:v>0.24230000000000018</c:v>
                </c:pt>
                <c:pt idx="237">
                  <c:v>0.24220000000002528</c:v>
                </c:pt>
                <c:pt idx="238">
                  <c:v>0.24209999999999354</c:v>
                </c:pt>
                <c:pt idx="239">
                  <c:v>0.24200000000001864</c:v>
                </c:pt>
                <c:pt idx="240">
                  <c:v>0.2418999999999869</c:v>
                </c:pt>
                <c:pt idx="241">
                  <c:v>0.24180000000001201</c:v>
                </c:pt>
                <c:pt idx="242">
                  <c:v>0.24169999999998026</c:v>
                </c:pt>
                <c:pt idx="243">
                  <c:v>0.24160000000000537</c:v>
                </c:pt>
                <c:pt idx="244">
                  <c:v>0.24150000000003047</c:v>
                </c:pt>
                <c:pt idx="245">
                  <c:v>0.24139999999999873</c:v>
                </c:pt>
                <c:pt idx="246">
                  <c:v>0.24139999999999873</c:v>
                </c:pt>
                <c:pt idx="247">
                  <c:v>0.24130000000002383</c:v>
                </c:pt>
                <c:pt idx="248">
                  <c:v>0.24130000000002383</c:v>
                </c:pt>
                <c:pt idx="249">
                  <c:v>0.24119999999999209</c:v>
                </c:pt>
                <c:pt idx="250">
                  <c:v>0.24119999999999209</c:v>
                </c:pt>
                <c:pt idx="251">
                  <c:v>0.24110000000001719</c:v>
                </c:pt>
                <c:pt idx="252">
                  <c:v>0.24110000000001719</c:v>
                </c:pt>
                <c:pt idx="253">
                  <c:v>0.24099999999998545</c:v>
                </c:pt>
                <c:pt idx="254">
                  <c:v>0.24099999999998545</c:v>
                </c:pt>
                <c:pt idx="255">
                  <c:v>0.24099999999998545</c:v>
                </c:pt>
                <c:pt idx="256">
                  <c:v>0.24099999999998545</c:v>
                </c:pt>
                <c:pt idx="257">
                  <c:v>0.24090000000001055</c:v>
                </c:pt>
                <c:pt idx="258">
                  <c:v>0.24090000000001055</c:v>
                </c:pt>
                <c:pt idx="259">
                  <c:v>0.24090000000001055</c:v>
                </c:pt>
                <c:pt idx="260">
                  <c:v>0.24080000000003565</c:v>
                </c:pt>
                <c:pt idx="261">
                  <c:v>0.24080000000003565</c:v>
                </c:pt>
                <c:pt idx="262">
                  <c:v>0.24080000000003565</c:v>
                </c:pt>
                <c:pt idx="263">
                  <c:v>0.24080000000003565</c:v>
                </c:pt>
                <c:pt idx="264">
                  <c:v>0.24080000000003565</c:v>
                </c:pt>
                <c:pt idx="265">
                  <c:v>0.24080000000003565</c:v>
                </c:pt>
                <c:pt idx="266">
                  <c:v>0.24090000000001055</c:v>
                </c:pt>
                <c:pt idx="267">
                  <c:v>0.24099999999998545</c:v>
                </c:pt>
                <c:pt idx="268">
                  <c:v>0.24099999999998545</c:v>
                </c:pt>
                <c:pt idx="269">
                  <c:v>0.24110000000001719</c:v>
                </c:pt>
                <c:pt idx="270">
                  <c:v>0.24110000000001719</c:v>
                </c:pt>
                <c:pt idx="271">
                  <c:v>0.24119999999999209</c:v>
                </c:pt>
                <c:pt idx="272">
                  <c:v>0.24130000000002383</c:v>
                </c:pt>
                <c:pt idx="273">
                  <c:v>0.24130000000002383</c:v>
                </c:pt>
                <c:pt idx="274">
                  <c:v>0.24130000000002383</c:v>
                </c:pt>
                <c:pt idx="275">
                  <c:v>0.24139999999999873</c:v>
                </c:pt>
                <c:pt idx="276">
                  <c:v>0.24139999999999873</c:v>
                </c:pt>
                <c:pt idx="277">
                  <c:v>0.24150000000003047</c:v>
                </c:pt>
                <c:pt idx="278">
                  <c:v>0.24150000000003047</c:v>
                </c:pt>
                <c:pt idx="279">
                  <c:v>0.24150000000003047</c:v>
                </c:pt>
                <c:pt idx="280">
                  <c:v>0.24160000000000537</c:v>
                </c:pt>
                <c:pt idx="281">
                  <c:v>0.24160000000000537</c:v>
                </c:pt>
                <c:pt idx="282">
                  <c:v>0.24160000000000537</c:v>
                </c:pt>
                <c:pt idx="283">
                  <c:v>0.24169999999998026</c:v>
                </c:pt>
                <c:pt idx="284">
                  <c:v>0.24169999999998026</c:v>
                </c:pt>
                <c:pt idx="285">
                  <c:v>0.24169999999998026</c:v>
                </c:pt>
                <c:pt idx="286">
                  <c:v>0.24169999999998026</c:v>
                </c:pt>
                <c:pt idx="287">
                  <c:v>0.24180000000001201</c:v>
                </c:pt>
                <c:pt idx="288">
                  <c:v>0.24180000000001201</c:v>
                </c:pt>
                <c:pt idx="289">
                  <c:v>0.24180000000001201</c:v>
                </c:pt>
                <c:pt idx="290">
                  <c:v>0.24180000000001201</c:v>
                </c:pt>
                <c:pt idx="291">
                  <c:v>0.24180000000001201</c:v>
                </c:pt>
                <c:pt idx="292">
                  <c:v>0.2418999999999869</c:v>
                </c:pt>
                <c:pt idx="293">
                  <c:v>0.2418999999999869</c:v>
                </c:pt>
                <c:pt idx="294">
                  <c:v>0.2418999999999869</c:v>
                </c:pt>
                <c:pt idx="295">
                  <c:v>0.2418999999999869</c:v>
                </c:pt>
                <c:pt idx="296">
                  <c:v>0.2418999999999869</c:v>
                </c:pt>
                <c:pt idx="297">
                  <c:v>0.2418999999999869</c:v>
                </c:pt>
                <c:pt idx="298">
                  <c:v>0.24200000000001864</c:v>
                </c:pt>
                <c:pt idx="299">
                  <c:v>0.24200000000001864</c:v>
                </c:pt>
                <c:pt idx="300">
                  <c:v>0.24200000000001864</c:v>
                </c:pt>
                <c:pt idx="301">
                  <c:v>0.24200000000001864</c:v>
                </c:pt>
                <c:pt idx="302">
                  <c:v>0.24200000000001864</c:v>
                </c:pt>
                <c:pt idx="303">
                  <c:v>0.24200000000001864</c:v>
                </c:pt>
                <c:pt idx="304">
                  <c:v>0.24200000000001864</c:v>
                </c:pt>
                <c:pt idx="305">
                  <c:v>0.24200000000001864</c:v>
                </c:pt>
                <c:pt idx="306">
                  <c:v>0.24200000000001864</c:v>
                </c:pt>
                <c:pt idx="307">
                  <c:v>0.24200000000001864</c:v>
                </c:pt>
                <c:pt idx="308">
                  <c:v>0.24200000000001864</c:v>
                </c:pt>
                <c:pt idx="309">
                  <c:v>0.24209999999999354</c:v>
                </c:pt>
                <c:pt idx="310">
                  <c:v>0.24209999999999354</c:v>
                </c:pt>
                <c:pt idx="311">
                  <c:v>0.24209999999999354</c:v>
                </c:pt>
                <c:pt idx="312">
                  <c:v>0.24209999999999354</c:v>
                </c:pt>
                <c:pt idx="313">
                  <c:v>0.24209999999999354</c:v>
                </c:pt>
                <c:pt idx="314">
                  <c:v>0.24209999999999354</c:v>
                </c:pt>
                <c:pt idx="315">
                  <c:v>0.2418999999999869</c:v>
                </c:pt>
                <c:pt idx="316">
                  <c:v>0.24160000000000537</c:v>
                </c:pt>
                <c:pt idx="317">
                  <c:v>0.24119999999999209</c:v>
                </c:pt>
                <c:pt idx="318">
                  <c:v>0.24080000000003565</c:v>
                </c:pt>
                <c:pt idx="319">
                  <c:v>0.24040000000002237</c:v>
                </c:pt>
                <c:pt idx="320">
                  <c:v>0.24009999999998399</c:v>
                </c:pt>
                <c:pt idx="321">
                  <c:v>0.23970000000002756</c:v>
                </c:pt>
                <c:pt idx="322">
                  <c:v>0.23939999999998918</c:v>
                </c:pt>
                <c:pt idx="323">
                  <c:v>0.23919999999998254</c:v>
                </c:pt>
                <c:pt idx="324">
                  <c:v>0.238900000000001</c:v>
                </c:pt>
                <c:pt idx="325">
                  <c:v>0.23869999999999436</c:v>
                </c:pt>
                <c:pt idx="326">
                  <c:v>0.23849999999998772</c:v>
                </c:pt>
                <c:pt idx="327">
                  <c:v>0.23820000000000618</c:v>
                </c:pt>
                <c:pt idx="328">
                  <c:v>0.23799999999999955</c:v>
                </c:pt>
                <c:pt idx="329">
                  <c:v>0.23790000000002465</c:v>
                </c:pt>
                <c:pt idx="330">
                  <c:v>0.23770000000001801</c:v>
                </c:pt>
                <c:pt idx="331">
                  <c:v>0.23750000000001137</c:v>
                </c:pt>
                <c:pt idx="332">
                  <c:v>0.23730000000000473</c:v>
                </c:pt>
                <c:pt idx="333">
                  <c:v>0.23720000000002983</c:v>
                </c:pt>
                <c:pt idx="334">
                  <c:v>0.23700000000002319</c:v>
                </c:pt>
                <c:pt idx="335">
                  <c:v>0.23689999999999145</c:v>
                </c:pt>
                <c:pt idx="336">
                  <c:v>0.23680000000001655</c:v>
                </c:pt>
                <c:pt idx="337">
                  <c:v>0.23669999999998481</c:v>
                </c:pt>
                <c:pt idx="338">
                  <c:v>0.23650000000003502</c:v>
                </c:pt>
                <c:pt idx="339">
                  <c:v>0.23640000000000327</c:v>
                </c:pt>
                <c:pt idx="340">
                  <c:v>0.23660000000000991</c:v>
                </c:pt>
                <c:pt idx="341">
                  <c:v>0.23730000000000473</c:v>
                </c:pt>
                <c:pt idx="342">
                  <c:v>0.23840000000001282</c:v>
                </c:pt>
                <c:pt idx="343">
                  <c:v>0.23959999999999582</c:v>
                </c:pt>
                <c:pt idx="344">
                  <c:v>0.24070000000000391</c:v>
                </c:pt>
                <c:pt idx="345">
                  <c:v>0.24169999999998026</c:v>
                </c:pt>
                <c:pt idx="346">
                  <c:v>0.24259999999998172</c:v>
                </c:pt>
                <c:pt idx="347">
                  <c:v>0.24340000000000828</c:v>
                </c:pt>
                <c:pt idx="348">
                  <c:v>0.24410000000000309</c:v>
                </c:pt>
                <c:pt idx="349">
                  <c:v>0.24479999999999791</c:v>
                </c:pt>
                <c:pt idx="350">
                  <c:v>0.24540000000001783</c:v>
                </c:pt>
                <c:pt idx="351">
                  <c:v>0.245900000000006</c:v>
                </c:pt>
                <c:pt idx="352">
                  <c:v>0.24639999999999418</c:v>
                </c:pt>
                <c:pt idx="353">
                  <c:v>0.24689999999998236</c:v>
                </c:pt>
                <c:pt idx="354">
                  <c:v>0.24729999999999563</c:v>
                </c:pt>
                <c:pt idx="355">
                  <c:v>0.24770000000000891</c:v>
                </c:pt>
                <c:pt idx="356">
                  <c:v>0.24810000000002219</c:v>
                </c:pt>
                <c:pt idx="357">
                  <c:v>0.24850000000003547</c:v>
                </c:pt>
                <c:pt idx="358">
                  <c:v>0.24880000000001701</c:v>
                </c:pt>
                <c:pt idx="359">
                  <c:v>0.24909999999999854</c:v>
                </c:pt>
                <c:pt idx="360">
                  <c:v>0.24939999999998008</c:v>
                </c:pt>
                <c:pt idx="361">
                  <c:v>0.24939999999998008</c:v>
                </c:pt>
                <c:pt idx="362">
                  <c:v>0.24970000000001846</c:v>
                </c:pt>
                <c:pt idx="363">
                  <c:v>0.2499000000000251</c:v>
                </c:pt>
                <c:pt idx="364">
                  <c:v>0.25020000000000664</c:v>
                </c:pt>
                <c:pt idx="365">
                  <c:v>0.25040000000001328</c:v>
                </c:pt>
                <c:pt idx="366">
                  <c:v>0.25060000000001992</c:v>
                </c:pt>
                <c:pt idx="367">
                  <c:v>0.25080000000002656</c:v>
                </c:pt>
                <c:pt idx="368">
                  <c:v>0.2510000000000332</c:v>
                </c:pt>
                <c:pt idx="369">
                  <c:v>0.25110000000000809</c:v>
                </c:pt>
                <c:pt idx="370">
                  <c:v>0.25130000000001473</c:v>
                </c:pt>
                <c:pt idx="371">
                  <c:v>0.25139999999998963</c:v>
                </c:pt>
                <c:pt idx="372">
                  <c:v>0.25110000000000809</c:v>
                </c:pt>
                <c:pt idx="373">
                  <c:v>0.25040000000001328</c:v>
                </c:pt>
                <c:pt idx="374">
                  <c:v>0.24959999999998672</c:v>
                </c:pt>
                <c:pt idx="375">
                  <c:v>0.24880000000001701</c:v>
                </c:pt>
                <c:pt idx="376">
                  <c:v>0.24799999999999045</c:v>
                </c:pt>
                <c:pt idx="377">
                  <c:v>0.24729999999999563</c:v>
                </c:pt>
                <c:pt idx="378">
                  <c:v>0.24680000000000746</c:v>
                </c:pt>
                <c:pt idx="379">
                  <c:v>0.24619999999998754</c:v>
                </c:pt>
                <c:pt idx="380">
                  <c:v>0.2458000000000311</c:v>
                </c:pt>
                <c:pt idx="381">
                  <c:v>0.24529999999998608</c:v>
                </c:pt>
                <c:pt idx="382">
                  <c:v>0.24500000000000455</c:v>
                </c:pt>
                <c:pt idx="383">
                  <c:v>0.24459999999999127</c:v>
                </c:pt>
                <c:pt idx="384">
                  <c:v>0.24430000000000973</c:v>
                </c:pt>
                <c:pt idx="385">
                  <c:v>0.24400000000002819</c:v>
                </c:pt>
                <c:pt idx="386">
                  <c:v>0.24380000000002156</c:v>
                </c:pt>
                <c:pt idx="387">
                  <c:v>0.24349999999998317</c:v>
                </c:pt>
                <c:pt idx="388">
                  <c:v>0.24330000000003338</c:v>
                </c:pt>
                <c:pt idx="389">
                  <c:v>0.24310000000002674</c:v>
                </c:pt>
                <c:pt idx="390">
                  <c:v>0.2429000000000201</c:v>
                </c:pt>
                <c:pt idx="391">
                  <c:v>0.24270000000001346</c:v>
                </c:pt>
                <c:pt idx="392">
                  <c:v>0.24259999999998172</c:v>
                </c:pt>
                <c:pt idx="393">
                  <c:v>0.24240000000003192</c:v>
                </c:pt>
                <c:pt idx="394">
                  <c:v>0.24230000000000018</c:v>
                </c:pt>
                <c:pt idx="395">
                  <c:v>0.24220000000002528</c:v>
                </c:pt>
                <c:pt idx="396">
                  <c:v>0.24209999999999354</c:v>
                </c:pt>
                <c:pt idx="397">
                  <c:v>0.2418999999999869</c:v>
                </c:pt>
                <c:pt idx="398">
                  <c:v>0.24180000000001201</c:v>
                </c:pt>
                <c:pt idx="399">
                  <c:v>0.24169999999998026</c:v>
                </c:pt>
                <c:pt idx="400">
                  <c:v>0.24169999999998026</c:v>
                </c:pt>
                <c:pt idx="401">
                  <c:v>0.24160000000000537</c:v>
                </c:pt>
                <c:pt idx="402">
                  <c:v>0.24150000000003047</c:v>
                </c:pt>
                <c:pt idx="403">
                  <c:v>0.24139999999999873</c:v>
                </c:pt>
                <c:pt idx="404">
                  <c:v>0.24139999999999873</c:v>
                </c:pt>
                <c:pt idx="405">
                  <c:v>0.24130000000002383</c:v>
                </c:pt>
                <c:pt idx="406">
                  <c:v>0.24130000000002383</c:v>
                </c:pt>
                <c:pt idx="407">
                  <c:v>0.24119999999999209</c:v>
                </c:pt>
                <c:pt idx="408">
                  <c:v>0.24119999999999209</c:v>
                </c:pt>
                <c:pt idx="409">
                  <c:v>0.24110000000001719</c:v>
                </c:pt>
                <c:pt idx="410">
                  <c:v>0.24110000000001719</c:v>
                </c:pt>
                <c:pt idx="411">
                  <c:v>0.24099999999998545</c:v>
                </c:pt>
                <c:pt idx="412">
                  <c:v>0.24099999999998545</c:v>
                </c:pt>
                <c:pt idx="413">
                  <c:v>0.24099999999998545</c:v>
                </c:pt>
                <c:pt idx="414">
                  <c:v>0.24090000000001055</c:v>
                </c:pt>
                <c:pt idx="415">
                  <c:v>0.24090000000001055</c:v>
                </c:pt>
                <c:pt idx="416">
                  <c:v>0.24090000000001055</c:v>
                </c:pt>
                <c:pt idx="417">
                  <c:v>0.24090000000001055</c:v>
                </c:pt>
                <c:pt idx="418">
                  <c:v>0.24080000000003565</c:v>
                </c:pt>
                <c:pt idx="419">
                  <c:v>0.24080000000003565</c:v>
                </c:pt>
                <c:pt idx="420">
                  <c:v>0.24080000000003565</c:v>
                </c:pt>
                <c:pt idx="421">
                  <c:v>0.24080000000003565</c:v>
                </c:pt>
                <c:pt idx="422">
                  <c:v>0.24080000000003565</c:v>
                </c:pt>
                <c:pt idx="423">
                  <c:v>0.24080000000003565</c:v>
                </c:pt>
                <c:pt idx="424">
                  <c:v>0.24090000000001055</c:v>
                </c:pt>
                <c:pt idx="425">
                  <c:v>0.24099999999998545</c:v>
                </c:pt>
                <c:pt idx="426">
                  <c:v>0.24099999999998545</c:v>
                </c:pt>
                <c:pt idx="427">
                  <c:v>0.24110000000001719</c:v>
                </c:pt>
                <c:pt idx="428">
                  <c:v>0.24119999999999209</c:v>
                </c:pt>
                <c:pt idx="429">
                  <c:v>0.24119999999999209</c:v>
                </c:pt>
                <c:pt idx="430">
                  <c:v>0.24130000000002383</c:v>
                </c:pt>
                <c:pt idx="431">
                  <c:v>0.24130000000002383</c:v>
                </c:pt>
                <c:pt idx="432">
                  <c:v>0.24130000000002383</c:v>
                </c:pt>
                <c:pt idx="433">
                  <c:v>0.24139999999999873</c:v>
                </c:pt>
                <c:pt idx="434">
                  <c:v>0.24139999999999873</c:v>
                </c:pt>
                <c:pt idx="435">
                  <c:v>0.24150000000003047</c:v>
                </c:pt>
                <c:pt idx="436">
                  <c:v>0.24150000000003047</c:v>
                </c:pt>
                <c:pt idx="437">
                  <c:v>0.24150000000003047</c:v>
                </c:pt>
                <c:pt idx="438">
                  <c:v>0.24160000000000537</c:v>
                </c:pt>
                <c:pt idx="439">
                  <c:v>0.24160000000000537</c:v>
                </c:pt>
                <c:pt idx="440">
                  <c:v>0.24160000000000537</c:v>
                </c:pt>
                <c:pt idx="441">
                  <c:v>0.24169999999998026</c:v>
                </c:pt>
                <c:pt idx="442">
                  <c:v>0.24169999999998026</c:v>
                </c:pt>
                <c:pt idx="443">
                  <c:v>0.24169999999998026</c:v>
                </c:pt>
                <c:pt idx="444">
                  <c:v>0.24169999999998026</c:v>
                </c:pt>
                <c:pt idx="445">
                  <c:v>0.24180000000001201</c:v>
                </c:pt>
                <c:pt idx="446">
                  <c:v>0.24180000000001201</c:v>
                </c:pt>
                <c:pt idx="447">
                  <c:v>0.24180000000001201</c:v>
                </c:pt>
                <c:pt idx="448">
                  <c:v>0.24180000000001201</c:v>
                </c:pt>
                <c:pt idx="449">
                  <c:v>0.24180000000001201</c:v>
                </c:pt>
                <c:pt idx="450">
                  <c:v>0.2418999999999869</c:v>
                </c:pt>
                <c:pt idx="451">
                  <c:v>0.2418999999999869</c:v>
                </c:pt>
                <c:pt idx="452">
                  <c:v>0.2418999999999869</c:v>
                </c:pt>
                <c:pt idx="453">
                  <c:v>0.2418999999999869</c:v>
                </c:pt>
                <c:pt idx="454">
                  <c:v>0.2418999999999869</c:v>
                </c:pt>
                <c:pt idx="455">
                  <c:v>0.2418999999999869</c:v>
                </c:pt>
                <c:pt idx="456">
                  <c:v>0.2418999999999869</c:v>
                </c:pt>
                <c:pt idx="457">
                  <c:v>0.24200000000001864</c:v>
                </c:pt>
                <c:pt idx="458">
                  <c:v>0.24200000000001864</c:v>
                </c:pt>
                <c:pt idx="459">
                  <c:v>0.24200000000001864</c:v>
                </c:pt>
                <c:pt idx="460">
                  <c:v>0.24200000000001864</c:v>
                </c:pt>
                <c:pt idx="461">
                  <c:v>0.24200000000001864</c:v>
                </c:pt>
                <c:pt idx="462">
                  <c:v>0.24200000000001864</c:v>
                </c:pt>
                <c:pt idx="463">
                  <c:v>0.24200000000001864</c:v>
                </c:pt>
                <c:pt idx="464">
                  <c:v>0.24200000000001864</c:v>
                </c:pt>
                <c:pt idx="465">
                  <c:v>0.24200000000001864</c:v>
                </c:pt>
                <c:pt idx="466">
                  <c:v>0.24200000000001864</c:v>
                </c:pt>
                <c:pt idx="467">
                  <c:v>0.24209999999999354</c:v>
                </c:pt>
                <c:pt idx="468">
                  <c:v>0.24209999999999354</c:v>
                </c:pt>
                <c:pt idx="469">
                  <c:v>0.24209999999999354</c:v>
                </c:pt>
                <c:pt idx="470">
                  <c:v>0.24209999999999354</c:v>
                </c:pt>
                <c:pt idx="471">
                  <c:v>0.24209999999999354</c:v>
                </c:pt>
                <c:pt idx="472">
                  <c:v>0.24209999999999354</c:v>
                </c:pt>
                <c:pt idx="473">
                  <c:v>0.24209999999999354</c:v>
                </c:pt>
                <c:pt idx="474">
                  <c:v>0.2418999999999869</c:v>
                </c:pt>
                <c:pt idx="475">
                  <c:v>0.24150000000003047</c:v>
                </c:pt>
                <c:pt idx="476">
                  <c:v>0.24110000000001719</c:v>
                </c:pt>
                <c:pt idx="477">
                  <c:v>0.24070000000000391</c:v>
                </c:pt>
                <c:pt idx="478">
                  <c:v>0.24040000000002237</c:v>
                </c:pt>
                <c:pt idx="479">
                  <c:v>0.24000000000000909</c:v>
                </c:pt>
                <c:pt idx="480">
                  <c:v>0.23970000000002756</c:v>
                </c:pt>
                <c:pt idx="481">
                  <c:v>0.23939999999998918</c:v>
                </c:pt>
                <c:pt idx="482">
                  <c:v>0.23910000000000764</c:v>
                </c:pt>
                <c:pt idx="483">
                  <c:v>0.238900000000001</c:v>
                </c:pt>
                <c:pt idx="484">
                  <c:v>0.23860000000001946</c:v>
                </c:pt>
                <c:pt idx="485">
                  <c:v>0.23840000000001282</c:v>
                </c:pt>
                <c:pt idx="486">
                  <c:v>0.23820000000000618</c:v>
                </c:pt>
                <c:pt idx="487">
                  <c:v>0.23799999999999955</c:v>
                </c:pt>
                <c:pt idx="488">
                  <c:v>0.23779999999999291</c:v>
                </c:pt>
                <c:pt idx="489">
                  <c:v>0.23759999999998627</c:v>
                </c:pt>
                <c:pt idx="490">
                  <c:v>0.23750000000001137</c:v>
                </c:pt>
                <c:pt idx="491">
                  <c:v>0.23730000000000473</c:v>
                </c:pt>
                <c:pt idx="492">
                  <c:v>0.23720000000002983</c:v>
                </c:pt>
                <c:pt idx="493">
                  <c:v>0.23700000000002319</c:v>
                </c:pt>
                <c:pt idx="494">
                  <c:v>0.23689999999999145</c:v>
                </c:pt>
                <c:pt idx="495">
                  <c:v>0.23680000000001655</c:v>
                </c:pt>
                <c:pt idx="496">
                  <c:v>0.23660000000000991</c:v>
                </c:pt>
                <c:pt idx="497">
                  <c:v>0.23650000000003502</c:v>
                </c:pt>
                <c:pt idx="498">
                  <c:v>0.23640000000000327</c:v>
                </c:pt>
                <c:pt idx="499">
                  <c:v>0.23669999999998481</c:v>
                </c:pt>
                <c:pt idx="500">
                  <c:v>0.23750000000001137</c:v>
                </c:pt>
                <c:pt idx="501">
                  <c:v>0.23860000000001946</c:v>
                </c:pt>
                <c:pt idx="502">
                  <c:v>0.23980000000000246</c:v>
                </c:pt>
                <c:pt idx="503">
                  <c:v>0.24090000000001055</c:v>
                </c:pt>
                <c:pt idx="504">
                  <c:v>0.2418999999999869</c:v>
                </c:pt>
                <c:pt idx="505">
                  <c:v>0.24270000000001346</c:v>
                </c:pt>
                <c:pt idx="506">
                  <c:v>0.24349999999998317</c:v>
                </c:pt>
                <c:pt idx="507">
                  <c:v>0.24420000000003483</c:v>
                </c:pt>
                <c:pt idx="508">
                  <c:v>0.24490000000002965</c:v>
                </c:pt>
                <c:pt idx="509">
                  <c:v>0.24549999999999272</c:v>
                </c:pt>
                <c:pt idx="510">
                  <c:v>0.2459999999999809</c:v>
                </c:pt>
                <c:pt idx="511">
                  <c:v>0.24650000000002592</c:v>
                </c:pt>
                <c:pt idx="512">
                  <c:v>0.2470000000000141</c:v>
                </c:pt>
                <c:pt idx="513">
                  <c:v>0.24740000000002738</c:v>
                </c:pt>
                <c:pt idx="514">
                  <c:v>0.24779999999998381</c:v>
                </c:pt>
                <c:pt idx="515">
                  <c:v>0.24819999999999709</c:v>
                </c:pt>
                <c:pt idx="516">
                  <c:v>0.24850000000003547</c:v>
                </c:pt>
                <c:pt idx="517">
                  <c:v>0.24889999999999191</c:v>
                </c:pt>
                <c:pt idx="518">
                  <c:v>0.24920000000003029</c:v>
                </c:pt>
                <c:pt idx="519">
                  <c:v>0.24950000000001182</c:v>
                </c:pt>
                <c:pt idx="520">
                  <c:v>0.24970000000001846</c:v>
                </c:pt>
                <c:pt idx="521">
                  <c:v>0.25</c:v>
                </c:pt>
                <c:pt idx="522">
                  <c:v>0.25020000000000664</c:v>
                </c:pt>
                <c:pt idx="523">
                  <c:v>0.25040000000001328</c:v>
                </c:pt>
                <c:pt idx="524">
                  <c:v>0.25060000000001992</c:v>
                </c:pt>
                <c:pt idx="525">
                  <c:v>0.25080000000002656</c:v>
                </c:pt>
                <c:pt idx="526">
                  <c:v>0.2510000000000332</c:v>
                </c:pt>
                <c:pt idx="527">
                  <c:v>0.25119999999998299</c:v>
                </c:pt>
                <c:pt idx="528">
                  <c:v>0.25130000000001473</c:v>
                </c:pt>
                <c:pt idx="529">
                  <c:v>0.25139999999998963</c:v>
                </c:pt>
                <c:pt idx="530">
                  <c:v>0.2510000000000332</c:v>
                </c:pt>
                <c:pt idx="531">
                  <c:v>0.25029999999998154</c:v>
                </c:pt>
                <c:pt idx="532">
                  <c:v>0.24950000000001182</c:v>
                </c:pt>
              </c:numCache>
            </c:numRef>
          </c:yVal>
          <c:smooth val="1"/>
          <c:extLst>
            <c:ext xmlns:c16="http://schemas.microsoft.com/office/drawing/2014/chart" uri="{C3380CC4-5D6E-409C-BE32-E72D297353CC}">
              <c16:uniqueId val="{00000013-4233-4E9D-9D6D-D06060CC9530}"/>
            </c:ext>
          </c:extLst>
        </c:ser>
        <c:ser>
          <c:idx val="20"/>
          <c:order val="20"/>
          <c:tx>
            <c:strRef>
              <c:f>PM50000_Temps_oc5l2_50000!$BBW$1</c:f>
              <c:strCache>
                <c:ptCount val="1"/>
                <c:pt idx="0">
                  <c:v>TELE_PM_INTERIOR.21</c:v>
                </c:pt>
              </c:strCache>
            </c:strRef>
          </c:tx>
          <c:spPr>
            <a:ln w="19050" cap="rnd">
              <a:solidFill>
                <a:schemeClr val="accent3">
                  <a:lumMod val="80000"/>
                </a:schemeClr>
              </a:solidFill>
              <a:round/>
            </a:ln>
            <a:effectLst/>
          </c:spPr>
          <c:marker>
            <c:symbol val="circle"/>
            <c:size val="5"/>
            <c:spPr>
              <a:solidFill>
                <a:schemeClr val="accent3">
                  <a:lumMod val="80000"/>
                </a:schemeClr>
              </a:solidFill>
              <a:ln w="9525">
                <a:solidFill>
                  <a:schemeClr val="accent3">
                    <a:lumMod val="8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PM50000_Temps_oc5l2_50000!$BBW$2:$BBW$536</c:f>
              <c:numCache>
                <c:formatCode>General</c:formatCode>
                <c:ptCount val="533"/>
                <c:pt idx="0">
                  <c:v>0</c:v>
                </c:pt>
                <c:pt idx="1">
                  <c:v>1.0099999999965803E-2</c:v>
                </c:pt>
                <c:pt idx="2">
                  <c:v>2.9599999999959437E-2</c:v>
                </c:pt>
                <c:pt idx="3">
                  <c:v>5.0299999999992906E-2</c:v>
                </c:pt>
                <c:pt idx="4">
                  <c:v>6.9499999999948159E-2</c:v>
                </c:pt>
                <c:pt idx="5">
                  <c:v>8.6399999999969168E-2</c:v>
                </c:pt>
                <c:pt idx="6">
                  <c:v>0.10109999999997399</c:v>
                </c:pt>
                <c:pt idx="7">
                  <c:v>0.11379999999996926</c:v>
                </c:pt>
                <c:pt idx="8">
                  <c:v>0.12479999999999336</c:v>
                </c:pt>
                <c:pt idx="9">
                  <c:v>0.13429999999999609</c:v>
                </c:pt>
                <c:pt idx="10">
                  <c:v>0.14279999999996562</c:v>
                </c:pt>
                <c:pt idx="11">
                  <c:v>0.1502999999999588</c:v>
                </c:pt>
                <c:pt idx="12">
                  <c:v>0.15689999999995052</c:v>
                </c:pt>
                <c:pt idx="13">
                  <c:v>0.16289999999997917</c:v>
                </c:pt>
                <c:pt idx="14">
                  <c:v>0.1682999999999879</c:v>
                </c:pt>
                <c:pt idx="15">
                  <c:v>0.17319999999995161</c:v>
                </c:pt>
                <c:pt idx="16">
                  <c:v>0.17769999999995889</c:v>
                </c:pt>
                <c:pt idx="17">
                  <c:v>0.18169999999997799</c:v>
                </c:pt>
                <c:pt idx="18">
                  <c:v>0.18539999999995871</c:v>
                </c:pt>
                <c:pt idx="19">
                  <c:v>0.18869999999998299</c:v>
                </c:pt>
                <c:pt idx="20">
                  <c:v>0.1916999999999689</c:v>
                </c:pt>
                <c:pt idx="21">
                  <c:v>0.19449999999994816</c:v>
                </c:pt>
                <c:pt idx="22">
                  <c:v>0.19709999999997763</c:v>
                </c:pt>
                <c:pt idx="23">
                  <c:v>0.19939999999996871</c:v>
                </c:pt>
                <c:pt idx="24">
                  <c:v>0.20149999999995316</c:v>
                </c:pt>
                <c:pt idx="25">
                  <c:v>0.20349999999996271</c:v>
                </c:pt>
                <c:pt idx="26">
                  <c:v>0.20539999999999736</c:v>
                </c:pt>
                <c:pt idx="27">
                  <c:v>0.20759999999995671</c:v>
                </c:pt>
                <c:pt idx="28">
                  <c:v>0.21009999999995443</c:v>
                </c:pt>
                <c:pt idx="29">
                  <c:v>0.2126999999999839</c:v>
                </c:pt>
                <c:pt idx="30">
                  <c:v>0.21509999999994989</c:v>
                </c:pt>
                <c:pt idx="31">
                  <c:v>0.21729999999996608</c:v>
                </c:pt>
                <c:pt idx="32">
                  <c:v>0.21929999999997563</c:v>
                </c:pt>
                <c:pt idx="33">
                  <c:v>0.22109999999997854</c:v>
                </c:pt>
                <c:pt idx="34">
                  <c:v>0.2227999999999497</c:v>
                </c:pt>
                <c:pt idx="35">
                  <c:v>0.22429999999997108</c:v>
                </c:pt>
                <c:pt idx="36">
                  <c:v>0.22569999999996071</c:v>
                </c:pt>
                <c:pt idx="37">
                  <c:v>0.22699999999997544</c:v>
                </c:pt>
                <c:pt idx="38">
                  <c:v>0.22809999999998354</c:v>
                </c:pt>
                <c:pt idx="39">
                  <c:v>0.22919999999999163</c:v>
                </c:pt>
                <c:pt idx="40">
                  <c:v>0.23019999999996799</c:v>
                </c:pt>
                <c:pt idx="41">
                  <c:v>0.23109999999996944</c:v>
                </c:pt>
                <c:pt idx="42">
                  <c:v>0.2319999999999709</c:v>
                </c:pt>
                <c:pt idx="43">
                  <c:v>0.23279999999999745</c:v>
                </c:pt>
                <c:pt idx="44">
                  <c:v>0.23349999999999227</c:v>
                </c:pt>
                <c:pt idx="45">
                  <c:v>0.23419999999998709</c:v>
                </c:pt>
                <c:pt idx="46">
                  <c:v>0.23479999999995016</c:v>
                </c:pt>
                <c:pt idx="47">
                  <c:v>0.23539999999997008</c:v>
                </c:pt>
                <c:pt idx="48">
                  <c:v>0.23589999999995825</c:v>
                </c:pt>
                <c:pt idx="49">
                  <c:v>0.23639999999994643</c:v>
                </c:pt>
                <c:pt idx="50">
                  <c:v>0.23689999999999145</c:v>
                </c:pt>
                <c:pt idx="51">
                  <c:v>0.23729999999994789</c:v>
                </c:pt>
                <c:pt idx="52">
                  <c:v>0.23769999999996116</c:v>
                </c:pt>
                <c:pt idx="53">
                  <c:v>0.23809999999997444</c:v>
                </c:pt>
                <c:pt idx="54">
                  <c:v>0.23839999999995598</c:v>
                </c:pt>
                <c:pt idx="55">
                  <c:v>0.23869999999999436</c:v>
                </c:pt>
                <c:pt idx="56">
                  <c:v>0.2389999999999759</c:v>
                </c:pt>
                <c:pt idx="57">
                  <c:v>0.2389999999999759</c:v>
                </c:pt>
                <c:pt idx="58">
                  <c:v>0.23859999999996262</c:v>
                </c:pt>
                <c:pt idx="59">
                  <c:v>0.23799999999999955</c:v>
                </c:pt>
                <c:pt idx="60">
                  <c:v>0.23729999999994789</c:v>
                </c:pt>
                <c:pt idx="61">
                  <c:v>0.23669999999998481</c:v>
                </c:pt>
                <c:pt idx="62">
                  <c:v>0.23609999999996489</c:v>
                </c:pt>
                <c:pt idx="63">
                  <c:v>0.23559999999997672</c:v>
                </c:pt>
                <c:pt idx="64">
                  <c:v>0.23519999999996344</c:v>
                </c:pt>
                <c:pt idx="65">
                  <c:v>0.23479999999995016</c:v>
                </c:pt>
                <c:pt idx="66">
                  <c:v>0.23449999999996862</c:v>
                </c:pt>
                <c:pt idx="67">
                  <c:v>0.23419999999998709</c:v>
                </c:pt>
                <c:pt idx="68">
                  <c:v>0.2338999999999487</c:v>
                </c:pt>
                <c:pt idx="69">
                  <c:v>0.23359999999996717</c:v>
                </c:pt>
                <c:pt idx="70">
                  <c:v>0.23339999999996053</c:v>
                </c:pt>
                <c:pt idx="71">
                  <c:v>0.23319999999995389</c:v>
                </c:pt>
                <c:pt idx="72">
                  <c:v>0.23299999999994725</c:v>
                </c:pt>
                <c:pt idx="73">
                  <c:v>0.23279999999999745</c:v>
                </c:pt>
                <c:pt idx="74">
                  <c:v>0.23269999999996571</c:v>
                </c:pt>
                <c:pt idx="75">
                  <c:v>0.23249999999995907</c:v>
                </c:pt>
                <c:pt idx="76">
                  <c:v>0.23239999999998417</c:v>
                </c:pt>
                <c:pt idx="77">
                  <c:v>0.23229999999995243</c:v>
                </c:pt>
                <c:pt idx="78">
                  <c:v>0.23219999999997754</c:v>
                </c:pt>
                <c:pt idx="79">
                  <c:v>0.23209999999994579</c:v>
                </c:pt>
                <c:pt idx="80">
                  <c:v>0.2319999999999709</c:v>
                </c:pt>
                <c:pt idx="81">
                  <c:v>0.231899999999996</c:v>
                </c:pt>
                <c:pt idx="82">
                  <c:v>0.23179999999996426</c:v>
                </c:pt>
                <c:pt idx="83">
                  <c:v>0.23169999999998936</c:v>
                </c:pt>
                <c:pt idx="84">
                  <c:v>0.23159999999995762</c:v>
                </c:pt>
                <c:pt idx="85">
                  <c:v>0.23159999999995762</c:v>
                </c:pt>
                <c:pt idx="86">
                  <c:v>0.23149999999998272</c:v>
                </c:pt>
                <c:pt idx="87">
                  <c:v>0.23139999999995098</c:v>
                </c:pt>
                <c:pt idx="88">
                  <c:v>0.23139999999995098</c:v>
                </c:pt>
                <c:pt idx="89">
                  <c:v>0.23129999999997608</c:v>
                </c:pt>
                <c:pt idx="90">
                  <c:v>0.23129999999997608</c:v>
                </c:pt>
                <c:pt idx="91">
                  <c:v>0.23129999999997608</c:v>
                </c:pt>
                <c:pt idx="92">
                  <c:v>0.23120000000000118</c:v>
                </c:pt>
                <c:pt idx="93">
                  <c:v>0.23120000000000118</c:v>
                </c:pt>
                <c:pt idx="94">
                  <c:v>0.23120000000000118</c:v>
                </c:pt>
                <c:pt idx="95">
                  <c:v>0.23109999999996944</c:v>
                </c:pt>
                <c:pt idx="96">
                  <c:v>0.23109999999996944</c:v>
                </c:pt>
                <c:pt idx="97">
                  <c:v>0.23109999999996944</c:v>
                </c:pt>
                <c:pt idx="98">
                  <c:v>0.23099999999999454</c:v>
                </c:pt>
                <c:pt idx="99">
                  <c:v>0.23099999999999454</c:v>
                </c:pt>
                <c:pt idx="100">
                  <c:v>0.23099999999999454</c:v>
                </c:pt>
                <c:pt idx="101">
                  <c:v>0.23099999999999454</c:v>
                </c:pt>
                <c:pt idx="102">
                  <c:v>0.23099999999999454</c:v>
                </c:pt>
                <c:pt idx="103">
                  <c:v>0.2308999999999628</c:v>
                </c:pt>
                <c:pt idx="104">
                  <c:v>0.2308999999999628</c:v>
                </c:pt>
                <c:pt idx="105">
                  <c:v>0.2308999999999628</c:v>
                </c:pt>
                <c:pt idx="106">
                  <c:v>0.2308999999999628</c:v>
                </c:pt>
                <c:pt idx="107">
                  <c:v>0.2308999999999628</c:v>
                </c:pt>
                <c:pt idx="108">
                  <c:v>0.2308999999999628</c:v>
                </c:pt>
                <c:pt idx="109">
                  <c:v>0.23099999999999454</c:v>
                </c:pt>
                <c:pt idx="110">
                  <c:v>0.23099999999999454</c:v>
                </c:pt>
                <c:pt idx="111">
                  <c:v>0.23109999999996944</c:v>
                </c:pt>
                <c:pt idx="112">
                  <c:v>0.23120000000000118</c:v>
                </c:pt>
                <c:pt idx="113">
                  <c:v>0.23120000000000118</c:v>
                </c:pt>
                <c:pt idx="114">
                  <c:v>0.23129999999997608</c:v>
                </c:pt>
                <c:pt idx="115">
                  <c:v>0.23129999999997608</c:v>
                </c:pt>
                <c:pt idx="116">
                  <c:v>0.23139999999995098</c:v>
                </c:pt>
                <c:pt idx="117">
                  <c:v>0.23139999999995098</c:v>
                </c:pt>
                <c:pt idx="118">
                  <c:v>0.23149999999998272</c:v>
                </c:pt>
                <c:pt idx="119">
                  <c:v>0.23149999999998272</c:v>
                </c:pt>
                <c:pt idx="120">
                  <c:v>0.23149999999998272</c:v>
                </c:pt>
                <c:pt idx="121">
                  <c:v>0.23159999999995762</c:v>
                </c:pt>
                <c:pt idx="122">
                  <c:v>0.23159999999995762</c:v>
                </c:pt>
                <c:pt idx="123">
                  <c:v>0.23159999999995762</c:v>
                </c:pt>
                <c:pt idx="124">
                  <c:v>0.23169999999998936</c:v>
                </c:pt>
                <c:pt idx="125">
                  <c:v>0.23169999999998936</c:v>
                </c:pt>
                <c:pt idx="126">
                  <c:v>0.23169999999998936</c:v>
                </c:pt>
                <c:pt idx="127">
                  <c:v>0.23179999999996426</c:v>
                </c:pt>
                <c:pt idx="128">
                  <c:v>0.23179999999996426</c:v>
                </c:pt>
                <c:pt idx="129">
                  <c:v>0.23179999999996426</c:v>
                </c:pt>
                <c:pt idx="130">
                  <c:v>0.23179999999996426</c:v>
                </c:pt>
                <c:pt idx="131">
                  <c:v>0.231899999999996</c:v>
                </c:pt>
                <c:pt idx="132">
                  <c:v>0.231899999999996</c:v>
                </c:pt>
                <c:pt idx="133">
                  <c:v>0.231899999999996</c:v>
                </c:pt>
                <c:pt idx="134">
                  <c:v>0.231899999999996</c:v>
                </c:pt>
                <c:pt idx="135">
                  <c:v>0.231899999999996</c:v>
                </c:pt>
                <c:pt idx="136">
                  <c:v>0.2319999999999709</c:v>
                </c:pt>
                <c:pt idx="137">
                  <c:v>0.2319999999999709</c:v>
                </c:pt>
                <c:pt idx="138">
                  <c:v>0.2319999999999709</c:v>
                </c:pt>
                <c:pt idx="139">
                  <c:v>0.2319999999999709</c:v>
                </c:pt>
                <c:pt idx="140">
                  <c:v>0.2319999999999709</c:v>
                </c:pt>
                <c:pt idx="141">
                  <c:v>0.2319999999999709</c:v>
                </c:pt>
                <c:pt idx="142">
                  <c:v>0.2319999999999709</c:v>
                </c:pt>
                <c:pt idx="143">
                  <c:v>0.23209999999994579</c:v>
                </c:pt>
                <c:pt idx="144">
                  <c:v>0.23209999999994579</c:v>
                </c:pt>
                <c:pt idx="145">
                  <c:v>0.23209999999994579</c:v>
                </c:pt>
                <c:pt idx="146">
                  <c:v>0.23209999999994579</c:v>
                </c:pt>
                <c:pt idx="147">
                  <c:v>0.23209999999994579</c:v>
                </c:pt>
                <c:pt idx="148">
                  <c:v>0.23209999999994579</c:v>
                </c:pt>
                <c:pt idx="149">
                  <c:v>0.23209999999994579</c:v>
                </c:pt>
                <c:pt idx="150">
                  <c:v>0.23209999999994579</c:v>
                </c:pt>
                <c:pt idx="151">
                  <c:v>0.23209999999994579</c:v>
                </c:pt>
                <c:pt idx="152">
                  <c:v>0.23209999999994579</c:v>
                </c:pt>
                <c:pt idx="153">
                  <c:v>0.23209999999994579</c:v>
                </c:pt>
                <c:pt idx="154">
                  <c:v>0.23209999999994579</c:v>
                </c:pt>
                <c:pt idx="155">
                  <c:v>0.23219999999997754</c:v>
                </c:pt>
                <c:pt idx="156">
                  <c:v>0.23219999999997754</c:v>
                </c:pt>
                <c:pt idx="157">
                  <c:v>0.23219999999997754</c:v>
                </c:pt>
                <c:pt idx="158">
                  <c:v>0.2319999999999709</c:v>
                </c:pt>
                <c:pt idx="159">
                  <c:v>0.23179999999996426</c:v>
                </c:pt>
                <c:pt idx="160">
                  <c:v>0.23139999999995098</c:v>
                </c:pt>
                <c:pt idx="161">
                  <c:v>0.23099999999999454</c:v>
                </c:pt>
                <c:pt idx="162">
                  <c:v>0.23069999999995616</c:v>
                </c:pt>
                <c:pt idx="163">
                  <c:v>0.23029999999999973</c:v>
                </c:pt>
                <c:pt idx="164">
                  <c:v>0.22999999999996135</c:v>
                </c:pt>
                <c:pt idx="165">
                  <c:v>0.22969999999997981</c:v>
                </c:pt>
                <c:pt idx="166">
                  <c:v>0.22949999999997317</c:v>
                </c:pt>
                <c:pt idx="167">
                  <c:v>0.22919999999999163</c:v>
                </c:pt>
                <c:pt idx="168">
                  <c:v>0.22899999999998499</c:v>
                </c:pt>
                <c:pt idx="169">
                  <c:v>0.22879999999997835</c:v>
                </c:pt>
                <c:pt idx="170">
                  <c:v>0.22859999999997171</c:v>
                </c:pt>
                <c:pt idx="171">
                  <c:v>0.22839999999996508</c:v>
                </c:pt>
                <c:pt idx="172">
                  <c:v>0.22819999999995844</c:v>
                </c:pt>
                <c:pt idx="173">
                  <c:v>0.2279999999999518</c:v>
                </c:pt>
                <c:pt idx="174">
                  <c:v>0.2278999999999769</c:v>
                </c:pt>
                <c:pt idx="175">
                  <c:v>0.22769999999997026</c:v>
                </c:pt>
                <c:pt idx="176">
                  <c:v>0.22759999999999536</c:v>
                </c:pt>
                <c:pt idx="177">
                  <c:v>0.22739999999998872</c:v>
                </c:pt>
                <c:pt idx="178">
                  <c:v>0.22729999999995698</c:v>
                </c:pt>
                <c:pt idx="179">
                  <c:v>0.22719999999998208</c:v>
                </c:pt>
                <c:pt idx="180">
                  <c:v>0.22709999999995034</c:v>
                </c:pt>
                <c:pt idx="181">
                  <c:v>0.22690000000000055</c:v>
                </c:pt>
                <c:pt idx="182">
                  <c:v>0.2267999999999688</c:v>
                </c:pt>
                <c:pt idx="183">
                  <c:v>0.22690000000000055</c:v>
                </c:pt>
                <c:pt idx="184">
                  <c:v>0.22749999999996362</c:v>
                </c:pt>
                <c:pt idx="185">
                  <c:v>0.22849999999999682</c:v>
                </c:pt>
                <c:pt idx="186">
                  <c:v>0.22959999999994807</c:v>
                </c:pt>
                <c:pt idx="187">
                  <c:v>0.23059999999998126</c:v>
                </c:pt>
                <c:pt idx="188">
                  <c:v>0.23159999999995762</c:v>
                </c:pt>
                <c:pt idx="189">
                  <c:v>0.23249999999995907</c:v>
                </c:pt>
                <c:pt idx="190">
                  <c:v>0.23329999999998563</c:v>
                </c:pt>
                <c:pt idx="191">
                  <c:v>0.23399999999998045</c:v>
                </c:pt>
                <c:pt idx="192">
                  <c:v>0.23460000000000036</c:v>
                </c:pt>
                <c:pt idx="193">
                  <c:v>0.23519999999996344</c:v>
                </c:pt>
                <c:pt idx="194">
                  <c:v>0.23569999999995161</c:v>
                </c:pt>
                <c:pt idx="195">
                  <c:v>0.23619999999999663</c:v>
                </c:pt>
                <c:pt idx="196">
                  <c:v>0.23659999999995307</c:v>
                </c:pt>
                <c:pt idx="197">
                  <c:v>0.23709999999999809</c:v>
                </c:pt>
                <c:pt idx="198">
                  <c:v>0.23739999999997963</c:v>
                </c:pt>
                <c:pt idx="199">
                  <c:v>0.23779999999999291</c:v>
                </c:pt>
                <c:pt idx="200">
                  <c:v>0.23809999999997444</c:v>
                </c:pt>
                <c:pt idx="201">
                  <c:v>0.23849999999998772</c:v>
                </c:pt>
                <c:pt idx="202">
                  <c:v>0.23869999999999436</c:v>
                </c:pt>
                <c:pt idx="203">
                  <c:v>0.2389999999999759</c:v>
                </c:pt>
                <c:pt idx="204">
                  <c:v>0.23929999999995744</c:v>
                </c:pt>
                <c:pt idx="205">
                  <c:v>0.23949999999996407</c:v>
                </c:pt>
                <c:pt idx="206">
                  <c:v>0.23969999999997071</c:v>
                </c:pt>
                <c:pt idx="207">
                  <c:v>0.23999999999995225</c:v>
                </c:pt>
                <c:pt idx="208">
                  <c:v>0.24019999999995889</c:v>
                </c:pt>
                <c:pt idx="209">
                  <c:v>0.24029999999999063</c:v>
                </c:pt>
                <c:pt idx="210">
                  <c:v>0.24049999999999727</c:v>
                </c:pt>
                <c:pt idx="211">
                  <c:v>0.24069999999994707</c:v>
                </c:pt>
                <c:pt idx="212">
                  <c:v>0.24079999999997881</c:v>
                </c:pt>
                <c:pt idx="213">
                  <c:v>0.24089999999995371</c:v>
                </c:pt>
                <c:pt idx="214">
                  <c:v>0.24069999999994707</c:v>
                </c:pt>
                <c:pt idx="215">
                  <c:v>0.24019999999995889</c:v>
                </c:pt>
                <c:pt idx="216">
                  <c:v>0.23939999999998918</c:v>
                </c:pt>
                <c:pt idx="217">
                  <c:v>0.23869999999999436</c:v>
                </c:pt>
                <c:pt idx="218">
                  <c:v>0.2378999999999678</c:v>
                </c:pt>
                <c:pt idx="219">
                  <c:v>0.23729999999994789</c:v>
                </c:pt>
                <c:pt idx="220">
                  <c:v>0.23669999999998481</c:v>
                </c:pt>
                <c:pt idx="221">
                  <c:v>0.23619999999999663</c:v>
                </c:pt>
                <c:pt idx="222">
                  <c:v>0.23569999999995161</c:v>
                </c:pt>
                <c:pt idx="223">
                  <c:v>0.23529999999999518</c:v>
                </c:pt>
                <c:pt idx="224">
                  <c:v>0.2349999999999568</c:v>
                </c:pt>
                <c:pt idx="225">
                  <c:v>0.23460000000000036</c:v>
                </c:pt>
                <c:pt idx="226">
                  <c:v>0.23429999999996198</c:v>
                </c:pt>
                <c:pt idx="227">
                  <c:v>0.23409999999995534</c:v>
                </c:pt>
                <c:pt idx="228">
                  <c:v>0.23379999999997381</c:v>
                </c:pt>
                <c:pt idx="229">
                  <c:v>0.23359999999996717</c:v>
                </c:pt>
                <c:pt idx="230">
                  <c:v>0.23339999999996053</c:v>
                </c:pt>
                <c:pt idx="231">
                  <c:v>0.23319999999995389</c:v>
                </c:pt>
                <c:pt idx="232">
                  <c:v>0.23299999999994725</c:v>
                </c:pt>
                <c:pt idx="233">
                  <c:v>0.23279999999999745</c:v>
                </c:pt>
                <c:pt idx="234">
                  <c:v>0.23269999999996571</c:v>
                </c:pt>
                <c:pt idx="235">
                  <c:v>0.23249999999995907</c:v>
                </c:pt>
                <c:pt idx="236">
                  <c:v>0.23239999999998417</c:v>
                </c:pt>
                <c:pt idx="237">
                  <c:v>0.23229999999995243</c:v>
                </c:pt>
                <c:pt idx="238">
                  <c:v>0.23219999999997754</c:v>
                </c:pt>
                <c:pt idx="239">
                  <c:v>0.23209999999994579</c:v>
                </c:pt>
                <c:pt idx="240">
                  <c:v>0.2319999999999709</c:v>
                </c:pt>
                <c:pt idx="241">
                  <c:v>0.231899999999996</c:v>
                </c:pt>
                <c:pt idx="242">
                  <c:v>0.23179999999996426</c:v>
                </c:pt>
                <c:pt idx="243">
                  <c:v>0.23169999999998936</c:v>
                </c:pt>
                <c:pt idx="244">
                  <c:v>0.23159999999995762</c:v>
                </c:pt>
                <c:pt idx="245">
                  <c:v>0.23159999999995762</c:v>
                </c:pt>
                <c:pt idx="246">
                  <c:v>0.23149999999998272</c:v>
                </c:pt>
                <c:pt idx="247">
                  <c:v>0.23149999999998272</c:v>
                </c:pt>
                <c:pt idx="248">
                  <c:v>0.23139999999995098</c:v>
                </c:pt>
                <c:pt idx="249">
                  <c:v>0.23139999999995098</c:v>
                </c:pt>
                <c:pt idx="250">
                  <c:v>0.23129999999997608</c:v>
                </c:pt>
                <c:pt idx="251">
                  <c:v>0.23129999999997608</c:v>
                </c:pt>
                <c:pt idx="252">
                  <c:v>0.23120000000000118</c:v>
                </c:pt>
                <c:pt idx="253">
                  <c:v>0.23120000000000118</c:v>
                </c:pt>
                <c:pt idx="254">
                  <c:v>0.23120000000000118</c:v>
                </c:pt>
                <c:pt idx="255">
                  <c:v>0.23109999999996944</c:v>
                </c:pt>
                <c:pt idx="256">
                  <c:v>0.23109999999996944</c:v>
                </c:pt>
                <c:pt idx="257">
                  <c:v>0.23109999999996944</c:v>
                </c:pt>
                <c:pt idx="258">
                  <c:v>0.23109999999996944</c:v>
                </c:pt>
                <c:pt idx="259">
                  <c:v>0.23099999999999454</c:v>
                </c:pt>
                <c:pt idx="260">
                  <c:v>0.23099999999999454</c:v>
                </c:pt>
                <c:pt idx="261">
                  <c:v>0.23099999999999454</c:v>
                </c:pt>
                <c:pt idx="262">
                  <c:v>0.23099999999999454</c:v>
                </c:pt>
                <c:pt idx="263">
                  <c:v>0.23099999999999454</c:v>
                </c:pt>
                <c:pt idx="264">
                  <c:v>0.23099999999999454</c:v>
                </c:pt>
                <c:pt idx="265">
                  <c:v>0.23099999999999454</c:v>
                </c:pt>
                <c:pt idx="266">
                  <c:v>0.23099999999999454</c:v>
                </c:pt>
                <c:pt idx="267">
                  <c:v>0.23109999999996944</c:v>
                </c:pt>
                <c:pt idx="268">
                  <c:v>0.23120000000000118</c:v>
                </c:pt>
                <c:pt idx="269">
                  <c:v>0.23120000000000118</c:v>
                </c:pt>
                <c:pt idx="270">
                  <c:v>0.23129999999997608</c:v>
                </c:pt>
                <c:pt idx="271">
                  <c:v>0.23129999999997608</c:v>
                </c:pt>
                <c:pt idx="272">
                  <c:v>0.23139999999995098</c:v>
                </c:pt>
                <c:pt idx="273">
                  <c:v>0.23139999999995098</c:v>
                </c:pt>
                <c:pt idx="274">
                  <c:v>0.23149999999998272</c:v>
                </c:pt>
                <c:pt idx="275">
                  <c:v>0.23149999999998272</c:v>
                </c:pt>
                <c:pt idx="276">
                  <c:v>0.23149999999998272</c:v>
                </c:pt>
                <c:pt idx="277">
                  <c:v>0.23159999999995762</c:v>
                </c:pt>
                <c:pt idx="278">
                  <c:v>0.23159999999995762</c:v>
                </c:pt>
                <c:pt idx="279">
                  <c:v>0.23169999999998936</c:v>
                </c:pt>
                <c:pt idx="280">
                  <c:v>0.23169999999998936</c:v>
                </c:pt>
                <c:pt idx="281">
                  <c:v>0.23169999999998936</c:v>
                </c:pt>
                <c:pt idx="282">
                  <c:v>0.23169999999998936</c:v>
                </c:pt>
                <c:pt idx="283">
                  <c:v>0.23179999999996426</c:v>
                </c:pt>
                <c:pt idx="284">
                  <c:v>0.23179999999996426</c:v>
                </c:pt>
                <c:pt idx="285">
                  <c:v>0.23179999999996426</c:v>
                </c:pt>
                <c:pt idx="286">
                  <c:v>0.23179999999996426</c:v>
                </c:pt>
                <c:pt idx="287">
                  <c:v>0.231899999999996</c:v>
                </c:pt>
                <c:pt idx="288">
                  <c:v>0.231899999999996</c:v>
                </c:pt>
                <c:pt idx="289">
                  <c:v>0.231899999999996</c:v>
                </c:pt>
                <c:pt idx="290">
                  <c:v>0.231899999999996</c:v>
                </c:pt>
                <c:pt idx="291">
                  <c:v>0.231899999999996</c:v>
                </c:pt>
                <c:pt idx="292">
                  <c:v>0.2319999999999709</c:v>
                </c:pt>
                <c:pt idx="293">
                  <c:v>0.2319999999999709</c:v>
                </c:pt>
                <c:pt idx="294">
                  <c:v>0.2319999999999709</c:v>
                </c:pt>
                <c:pt idx="295">
                  <c:v>0.2319999999999709</c:v>
                </c:pt>
                <c:pt idx="296">
                  <c:v>0.2319999999999709</c:v>
                </c:pt>
                <c:pt idx="297">
                  <c:v>0.2319999999999709</c:v>
                </c:pt>
                <c:pt idx="298">
                  <c:v>0.23209999999994579</c:v>
                </c:pt>
                <c:pt idx="299">
                  <c:v>0.23209999999994579</c:v>
                </c:pt>
                <c:pt idx="300">
                  <c:v>0.23209999999994579</c:v>
                </c:pt>
                <c:pt idx="301">
                  <c:v>0.23209999999994579</c:v>
                </c:pt>
                <c:pt idx="302">
                  <c:v>0.23209999999994579</c:v>
                </c:pt>
                <c:pt idx="303">
                  <c:v>0.23209999999994579</c:v>
                </c:pt>
                <c:pt idx="304">
                  <c:v>0.23209999999994579</c:v>
                </c:pt>
                <c:pt idx="305">
                  <c:v>0.23209999999994579</c:v>
                </c:pt>
                <c:pt idx="306">
                  <c:v>0.23209999999994579</c:v>
                </c:pt>
                <c:pt idx="307">
                  <c:v>0.23209999999994579</c:v>
                </c:pt>
                <c:pt idx="308">
                  <c:v>0.23209999999994579</c:v>
                </c:pt>
                <c:pt idx="309">
                  <c:v>0.23219999999997754</c:v>
                </c:pt>
                <c:pt idx="310">
                  <c:v>0.23219999999997754</c:v>
                </c:pt>
                <c:pt idx="311">
                  <c:v>0.23219999999997754</c:v>
                </c:pt>
                <c:pt idx="312">
                  <c:v>0.23219999999997754</c:v>
                </c:pt>
                <c:pt idx="313">
                  <c:v>0.23219999999997754</c:v>
                </c:pt>
                <c:pt idx="314">
                  <c:v>0.23219999999997754</c:v>
                </c:pt>
                <c:pt idx="315">
                  <c:v>0.2319999999999709</c:v>
                </c:pt>
                <c:pt idx="316">
                  <c:v>0.23169999999998936</c:v>
                </c:pt>
                <c:pt idx="317">
                  <c:v>0.23139999999995098</c:v>
                </c:pt>
                <c:pt idx="318">
                  <c:v>0.23099999999999454</c:v>
                </c:pt>
                <c:pt idx="319">
                  <c:v>0.23059999999998126</c:v>
                </c:pt>
                <c:pt idx="320">
                  <c:v>0.23029999999999973</c:v>
                </c:pt>
                <c:pt idx="321">
                  <c:v>0.22999999999996135</c:v>
                </c:pt>
                <c:pt idx="322">
                  <c:v>0.22969999999997981</c:v>
                </c:pt>
                <c:pt idx="323">
                  <c:v>0.22939999999999827</c:v>
                </c:pt>
                <c:pt idx="324">
                  <c:v>0.22919999999999163</c:v>
                </c:pt>
                <c:pt idx="325">
                  <c:v>0.22899999999998499</c:v>
                </c:pt>
                <c:pt idx="326">
                  <c:v>0.22879999999997835</c:v>
                </c:pt>
                <c:pt idx="327">
                  <c:v>0.22859999999997171</c:v>
                </c:pt>
                <c:pt idx="328">
                  <c:v>0.22839999999996508</c:v>
                </c:pt>
                <c:pt idx="329">
                  <c:v>0.22819999999995844</c:v>
                </c:pt>
                <c:pt idx="330">
                  <c:v>0.2279999999999518</c:v>
                </c:pt>
                <c:pt idx="331">
                  <c:v>0.2278999999999769</c:v>
                </c:pt>
                <c:pt idx="332">
                  <c:v>0.22769999999997026</c:v>
                </c:pt>
                <c:pt idx="333">
                  <c:v>0.22759999999999536</c:v>
                </c:pt>
                <c:pt idx="334">
                  <c:v>0.22739999999998872</c:v>
                </c:pt>
                <c:pt idx="335">
                  <c:v>0.22729999999995698</c:v>
                </c:pt>
                <c:pt idx="336">
                  <c:v>0.22719999999998208</c:v>
                </c:pt>
                <c:pt idx="337">
                  <c:v>0.22709999999995034</c:v>
                </c:pt>
                <c:pt idx="338">
                  <c:v>0.22690000000000055</c:v>
                </c:pt>
                <c:pt idx="339">
                  <c:v>0.2267999999999688</c:v>
                </c:pt>
                <c:pt idx="340">
                  <c:v>0.22699999999997544</c:v>
                </c:pt>
                <c:pt idx="341">
                  <c:v>0.22759999999999536</c:v>
                </c:pt>
                <c:pt idx="342">
                  <c:v>0.22859999999997171</c:v>
                </c:pt>
                <c:pt idx="343">
                  <c:v>0.22969999999997981</c:v>
                </c:pt>
                <c:pt idx="344">
                  <c:v>0.2307999999999879</c:v>
                </c:pt>
                <c:pt idx="345">
                  <c:v>0.23169999999998936</c:v>
                </c:pt>
                <c:pt idx="346">
                  <c:v>0.23259999999999081</c:v>
                </c:pt>
                <c:pt idx="347">
                  <c:v>0.23339999999996053</c:v>
                </c:pt>
                <c:pt idx="348">
                  <c:v>0.23409999999995534</c:v>
                </c:pt>
                <c:pt idx="349">
                  <c:v>0.23469999999997526</c:v>
                </c:pt>
                <c:pt idx="350">
                  <c:v>0.23519999999996344</c:v>
                </c:pt>
                <c:pt idx="351">
                  <c:v>0.23579999999998336</c:v>
                </c:pt>
                <c:pt idx="352">
                  <c:v>0.23619999999999663</c:v>
                </c:pt>
                <c:pt idx="353">
                  <c:v>0.23669999999998481</c:v>
                </c:pt>
                <c:pt idx="354">
                  <c:v>0.23709999999999809</c:v>
                </c:pt>
                <c:pt idx="355">
                  <c:v>0.23749999999995453</c:v>
                </c:pt>
                <c:pt idx="356">
                  <c:v>0.2378999999999678</c:v>
                </c:pt>
                <c:pt idx="357">
                  <c:v>0.23819999999994934</c:v>
                </c:pt>
                <c:pt idx="358">
                  <c:v>0.23849999999998772</c:v>
                </c:pt>
                <c:pt idx="359">
                  <c:v>0.23879999999996926</c:v>
                </c:pt>
                <c:pt idx="360">
                  <c:v>0.2390999999999508</c:v>
                </c:pt>
                <c:pt idx="361">
                  <c:v>0.2390999999999508</c:v>
                </c:pt>
                <c:pt idx="362">
                  <c:v>0.23929999999995744</c:v>
                </c:pt>
                <c:pt idx="363">
                  <c:v>0.23959999999999582</c:v>
                </c:pt>
                <c:pt idx="364">
                  <c:v>0.23980000000000246</c:v>
                </c:pt>
                <c:pt idx="365">
                  <c:v>0.23999999999995225</c:v>
                </c:pt>
                <c:pt idx="366">
                  <c:v>0.24019999999995889</c:v>
                </c:pt>
                <c:pt idx="367">
                  <c:v>0.24039999999996553</c:v>
                </c:pt>
                <c:pt idx="368">
                  <c:v>0.24049999999999727</c:v>
                </c:pt>
                <c:pt idx="369">
                  <c:v>0.24069999999994707</c:v>
                </c:pt>
                <c:pt idx="370">
                  <c:v>0.24079999999997881</c:v>
                </c:pt>
                <c:pt idx="371">
                  <c:v>0.24089999999995371</c:v>
                </c:pt>
                <c:pt idx="372">
                  <c:v>0.24069999999994707</c:v>
                </c:pt>
                <c:pt idx="373">
                  <c:v>0.24009999999998399</c:v>
                </c:pt>
                <c:pt idx="374">
                  <c:v>0.23929999999995744</c:v>
                </c:pt>
                <c:pt idx="375">
                  <c:v>0.23849999999998772</c:v>
                </c:pt>
                <c:pt idx="376">
                  <c:v>0.23779999999999291</c:v>
                </c:pt>
                <c:pt idx="377">
                  <c:v>0.23719999999997299</c:v>
                </c:pt>
                <c:pt idx="378">
                  <c:v>0.23659999999995307</c:v>
                </c:pt>
                <c:pt idx="379">
                  <c:v>0.23609999999996489</c:v>
                </c:pt>
                <c:pt idx="380">
                  <c:v>0.23569999999995161</c:v>
                </c:pt>
                <c:pt idx="381">
                  <c:v>0.23529999999999518</c:v>
                </c:pt>
                <c:pt idx="382">
                  <c:v>0.2348999999999819</c:v>
                </c:pt>
                <c:pt idx="383">
                  <c:v>0.23460000000000036</c:v>
                </c:pt>
                <c:pt idx="384">
                  <c:v>0.23429999999996198</c:v>
                </c:pt>
                <c:pt idx="385">
                  <c:v>0.23399999999998045</c:v>
                </c:pt>
                <c:pt idx="386">
                  <c:v>0.23379999999997381</c:v>
                </c:pt>
                <c:pt idx="387">
                  <c:v>0.23349999999999227</c:v>
                </c:pt>
                <c:pt idx="388">
                  <c:v>0.23329999999998563</c:v>
                </c:pt>
                <c:pt idx="389">
                  <c:v>0.23309999999997899</c:v>
                </c:pt>
                <c:pt idx="390">
                  <c:v>0.23299999999994725</c:v>
                </c:pt>
                <c:pt idx="391">
                  <c:v>0.23279999999999745</c:v>
                </c:pt>
                <c:pt idx="392">
                  <c:v>0.23269999999996571</c:v>
                </c:pt>
                <c:pt idx="393">
                  <c:v>0.23249999999995907</c:v>
                </c:pt>
                <c:pt idx="394">
                  <c:v>0.23239999999998417</c:v>
                </c:pt>
                <c:pt idx="395">
                  <c:v>0.23229999999995243</c:v>
                </c:pt>
                <c:pt idx="396">
                  <c:v>0.23219999999997754</c:v>
                </c:pt>
                <c:pt idx="397">
                  <c:v>0.2319999999999709</c:v>
                </c:pt>
                <c:pt idx="398">
                  <c:v>0.2319999999999709</c:v>
                </c:pt>
                <c:pt idx="399">
                  <c:v>0.231899999999996</c:v>
                </c:pt>
                <c:pt idx="400">
                  <c:v>0.23179999999996426</c:v>
                </c:pt>
                <c:pt idx="401">
                  <c:v>0.23169999999998936</c:v>
                </c:pt>
                <c:pt idx="402">
                  <c:v>0.23159999999995762</c:v>
                </c:pt>
                <c:pt idx="403">
                  <c:v>0.23159999999995762</c:v>
                </c:pt>
                <c:pt idx="404">
                  <c:v>0.23149999999998272</c:v>
                </c:pt>
                <c:pt idx="405">
                  <c:v>0.23149999999998272</c:v>
                </c:pt>
                <c:pt idx="406">
                  <c:v>0.23139999999995098</c:v>
                </c:pt>
                <c:pt idx="407">
                  <c:v>0.23139999999995098</c:v>
                </c:pt>
                <c:pt idx="408">
                  <c:v>0.23129999999997608</c:v>
                </c:pt>
                <c:pt idx="409">
                  <c:v>0.23129999999997608</c:v>
                </c:pt>
                <c:pt idx="410">
                  <c:v>0.23120000000000118</c:v>
                </c:pt>
                <c:pt idx="411">
                  <c:v>0.23120000000000118</c:v>
                </c:pt>
                <c:pt idx="412">
                  <c:v>0.23120000000000118</c:v>
                </c:pt>
                <c:pt idx="413">
                  <c:v>0.23109999999996944</c:v>
                </c:pt>
                <c:pt idx="414">
                  <c:v>0.23109999999996944</c:v>
                </c:pt>
                <c:pt idx="415">
                  <c:v>0.23109999999996944</c:v>
                </c:pt>
                <c:pt idx="416">
                  <c:v>0.23109999999996944</c:v>
                </c:pt>
                <c:pt idx="417">
                  <c:v>0.23099999999999454</c:v>
                </c:pt>
                <c:pt idx="418">
                  <c:v>0.23099999999999454</c:v>
                </c:pt>
                <c:pt idx="419">
                  <c:v>0.23099999999999454</c:v>
                </c:pt>
                <c:pt idx="420">
                  <c:v>0.23099999999999454</c:v>
                </c:pt>
                <c:pt idx="421">
                  <c:v>0.23099999999999454</c:v>
                </c:pt>
                <c:pt idx="422">
                  <c:v>0.23099999999999454</c:v>
                </c:pt>
                <c:pt idx="423">
                  <c:v>0.23099999999999454</c:v>
                </c:pt>
                <c:pt idx="424">
                  <c:v>0.23109999999996944</c:v>
                </c:pt>
                <c:pt idx="425">
                  <c:v>0.23109999999996944</c:v>
                </c:pt>
                <c:pt idx="426">
                  <c:v>0.23120000000000118</c:v>
                </c:pt>
                <c:pt idx="427">
                  <c:v>0.23120000000000118</c:v>
                </c:pt>
                <c:pt idx="428">
                  <c:v>0.23129999999997608</c:v>
                </c:pt>
                <c:pt idx="429">
                  <c:v>0.23129999999997608</c:v>
                </c:pt>
                <c:pt idx="430">
                  <c:v>0.23139999999995098</c:v>
                </c:pt>
                <c:pt idx="431">
                  <c:v>0.23139999999995098</c:v>
                </c:pt>
                <c:pt idx="432">
                  <c:v>0.23149999999998272</c:v>
                </c:pt>
                <c:pt idx="433">
                  <c:v>0.23149999999998272</c:v>
                </c:pt>
                <c:pt idx="434">
                  <c:v>0.23159999999995762</c:v>
                </c:pt>
                <c:pt idx="435">
                  <c:v>0.23159999999995762</c:v>
                </c:pt>
                <c:pt idx="436">
                  <c:v>0.23159999999995762</c:v>
                </c:pt>
                <c:pt idx="437">
                  <c:v>0.23169999999998936</c:v>
                </c:pt>
                <c:pt idx="438">
                  <c:v>0.23169999999998936</c:v>
                </c:pt>
                <c:pt idx="439">
                  <c:v>0.23169999999998936</c:v>
                </c:pt>
                <c:pt idx="440">
                  <c:v>0.23169999999998936</c:v>
                </c:pt>
                <c:pt idx="441">
                  <c:v>0.23179999999996426</c:v>
                </c:pt>
                <c:pt idx="442">
                  <c:v>0.23179999999996426</c:v>
                </c:pt>
                <c:pt idx="443">
                  <c:v>0.23179999999996426</c:v>
                </c:pt>
                <c:pt idx="444">
                  <c:v>0.23179999999996426</c:v>
                </c:pt>
                <c:pt idx="445">
                  <c:v>0.231899999999996</c:v>
                </c:pt>
                <c:pt idx="446">
                  <c:v>0.231899999999996</c:v>
                </c:pt>
                <c:pt idx="447">
                  <c:v>0.231899999999996</c:v>
                </c:pt>
                <c:pt idx="448">
                  <c:v>0.231899999999996</c:v>
                </c:pt>
                <c:pt idx="449">
                  <c:v>0.2319999999999709</c:v>
                </c:pt>
                <c:pt idx="450">
                  <c:v>0.2319999999999709</c:v>
                </c:pt>
                <c:pt idx="451">
                  <c:v>0.2319999999999709</c:v>
                </c:pt>
                <c:pt idx="452">
                  <c:v>0.2319999999999709</c:v>
                </c:pt>
                <c:pt idx="453">
                  <c:v>0.2319999999999709</c:v>
                </c:pt>
                <c:pt idx="454">
                  <c:v>0.2319999999999709</c:v>
                </c:pt>
                <c:pt idx="455">
                  <c:v>0.2319999999999709</c:v>
                </c:pt>
                <c:pt idx="456">
                  <c:v>0.2319999999999709</c:v>
                </c:pt>
                <c:pt idx="457">
                  <c:v>0.23209999999994579</c:v>
                </c:pt>
                <c:pt idx="458">
                  <c:v>0.23209999999994579</c:v>
                </c:pt>
                <c:pt idx="459">
                  <c:v>0.23209999999994579</c:v>
                </c:pt>
                <c:pt idx="460">
                  <c:v>0.23209999999994579</c:v>
                </c:pt>
                <c:pt idx="461">
                  <c:v>0.23209999999994579</c:v>
                </c:pt>
                <c:pt idx="462">
                  <c:v>0.23209999999994579</c:v>
                </c:pt>
                <c:pt idx="463">
                  <c:v>0.23209999999994579</c:v>
                </c:pt>
                <c:pt idx="464">
                  <c:v>0.23209999999994579</c:v>
                </c:pt>
                <c:pt idx="465">
                  <c:v>0.23209999999994579</c:v>
                </c:pt>
                <c:pt idx="466">
                  <c:v>0.23209999999994579</c:v>
                </c:pt>
                <c:pt idx="467">
                  <c:v>0.23209999999994579</c:v>
                </c:pt>
                <c:pt idx="468">
                  <c:v>0.23219999999997754</c:v>
                </c:pt>
                <c:pt idx="469">
                  <c:v>0.23219999999997754</c:v>
                </c:pt>
                <c:pt idx="470">
                  <c:v>0.23219999999997754</c:v>
                </c:pt>
                <c:pt idx="471">
                  <c:v>0.23219999999997754</c:v>
                </c:pt>
                <c:pt idx="472">
                  <c:v>0.23219999999997754</c:v>
                </c:pt>
                <c:pt idx="473">
                  <c:v>0.23219999999997754</c:v>
                </c:pt>
                <c:pt idx="474">
                  <c:v>0.2319999999999709</c:v>
                </c:pt>
                <c:pt idx="475">
                  <c:v>0.23169999999998936</c:v>
                </c:pt>
                <c:pt idx="476">
                  <c:v>0.23129999999997608</c:v>
                </c:pt>
                <c:pt idx="477">
                  <c:v>0.2308999999999628</c:v>
                </c:pt>
                <c:pt idx="478">
                  <c:v>0.23059999999998126</c:v>
                </c:pt>
                <c:pt idx="479">
                  <c:v>0.23019999999996799</c:v>
                </c:pt>
                <c:pt idx="480">
                  <c:v>0.22989999999998645</c:v>
                </c:pt>
                <c:pt idx="481">
                  <c:v>0.22969999999997981</c:v>
                </c:pt>
                <c:pt idx="482">
                  <c:v>0.22939999999999827</c:v>
                </c:pt>
                <c:pt idx="483">
                  <c:v>0.22919999999999163</c:v>
                </c:pt>
                <c:pt idx="484">
                  <c:v>0.22889999999995325</c:v>
                </c:pt>
                <c:pt idx="485">
                  <c:v>0.22869999999994661</c:v>
                </c:pt>
                <c:pt idx="486">
                  <c:v>0.22849999999999682</c:v>
                </c:pt>
                <c:pt idx="487">
                  <c:v>0.22829999999999018</c:v>
                </c:pt>
                <c:pt idx="488">
                  <c:v>0.22819999999995844</c:v>
                </c:pt>
                <c:pt idx="489">
                  <c:v>0.2279999999999518</c:v>
                </c:pt>
                <c:pt idx="490">
                  <c:v>0.227800000000002</c:v>
                </c:pt>
                <c:pt idx="491">
                  <c:v>0.22769999999997026</c:v>
                </c:pt>
                <c:pt idx="492">
                  <c:v>0.22749999999996362</c:v>
                </c:pt>
                <c:pt idx="493">
                  <c:v>0.22739999999998872</c:v>
                </c:pt>
                <c:pt idx="494">
                  <c:v>0.22729999999995698</c:v>
                </c:pt>
                <c:pt idx="495">
                  <c:v>0.22719999999998208</c:v>
                </c:pt>
                <c:pt idx="496">
                  <c:v>0.22699999999997544</c:v>
                </c:pt>
                <c:pt idx="497">
                  <c:v>0.22690000000000055</c:v>
                </c:pt>
                <c:pt idx="498">
                  <c:v>0.2267999999999688</c:v>
                </c:pt>
                <c:pt idx="499">
                  <c:v>0.22709999999995034</c:v>
                </c:pt>
                <c:pt idx="500">
                  <c:v>0.227800000000002</c:v>
                </c:pt>
                <c:pt idx="501">
                  <c:v>0.22879999999997835</c:v>
                </c:pt>
                <c:pt idx="502">
                  <c:v>0.22989999999998645</c:v>
                </c:pt>
                <c:pt idx="503">
                  <c:v>0.23099999999999454</c:v>
                </c:pt>
                <c:pt idx="504">
                  <c:v>0.231899999999996</c:v>
                </c:pt>
                <c:pt idx="505">
                  <c:v>0.23269999999996571</c:v>
                </c:pt>
                <c:pt idx="506">
                  <c:v>0.23349999999999227</c:v>
                </c:pt>
                <c:pt idx="507">
                  <c:v>0.23419999999998709</c:v>
                </c:pt>
                <c:pt idx="508">
                  <c:v>0.23479999999995016</c:v>
                </c:pt>
                <c:pt idx="509">
                  <c:v>0.23529999999999518</c:v>
                </c:pt>
                <c:pt idx="510">
                  <c:v>0.23589999999995825</c:v>
                </c:pt>
                <c:pt idx="511">
                  <c:v>0.23629999999997153</c:v>
                </c:pt>
                <c:pt idx="512">
                  <c:v>0.23679999999995971</c:v>
                </c:pt>
                <c:pt idx="513">
                  <c:v>0.23719999999997299</c:v>
                </c:pt>
                <c:pt idx="514">
                  <c:v>0.23759999999998627</c:v>
                </c:pt>
                <c:pt idx="515">
                  <c:v>0.2378999999999678</c:v>
                </c:pt>
                <c:pt idx="516">
                  <c:v>0.23819999999994934</c:v>
                </c:pt>
                <c:pt idx="517">
                  <c:v>0.23859999999996262</c:v>
                </c:pt>
                <c:pt idx="518">
                  <c:v>0.23879999999996926</c:v>
                </c:pt>
                <c:pt idx="519">
                  <c:v>0.2390999999999508</c:v>
                </c:pt>
                <c:pt idx="520">
                  <c:v>0.23939999999998918</c:v>
                </c:pt>
                <c:pt idx="521">
                  <c:v>0.23959999999999582</c:v>
                </c:pt>
                <c:pt idx="522">
                  <c:v>0.23980000000000246</c:v>
                </c:pt>
                <c:pt idx="523">
                  <c:v>0.23999999999995225</c:v>
                </c:pt>
                <c:pt idx="524">
                  <c:v>0.24019999999995889</c:v>
                </c:pt>
                <c:pt idx="525">
                  <c:v>0.24039999999996553</c:v>
                </c:pt>
                <c:pt idx="526">
                  <c:v>0.24059999999997217</c:v>
                </c:pt>
                <c:pt idx="527">
                  <c:v>0.24069999999994707</c:v>
                </c:pt>
                <c:pt idx="528">
                  <c:v>0.24089999999995371</c:v>
                </c:pt>
                <c:pt idx="529">
                  <c:v>0.24089999999995371</c:v>
                </c:pt>
                <c:pt idx="530">
                  <c:v>0.24059999999997217</c:v>
                </c:pt>
                <c:pt idx="531">
                  <c:v>0.23999999999995225</c:v>
                </c:pt>
                <c:pt idx="532">
                  <c:v>0.23919999999998254</c:v>
                </c:pt>
              </c:numCache>
            </c:numRef>
          </c:yVal>
          <c:smooth val="1"/>
          <c:extLst>
            <c:ext xmlns:c16="http://schemas.microsoft.com/office/drawing/2014/chart" uri="{C3380CC4-5D6E-409C-BE32-E72D297353CC}">
              <c16:uniqueId val="{00000014-4233-4E9D-9D6D-D06060CC9530}"/>
            </c:ext>
          </c:extLst>
        </c:ser>
        <c:ser>
          <c:idx val="21"/>
          <c:order val="21"/>
          <c:tx>
            <c:strRef>
              <c:f>PM50000_Temps_oc5l2_50000!$BBX$1</c:f>
              <c:strCache>
                <c:ptCount val="1"/>
                <c:pt idx="0">
                  <c:v>TELE_PM_INTERIOR.22</c:v>
                </c:pt>
              </c:strCache>
            </c:strRef>
          </c:tx>
          <c:spPr>
            <a:ln w="19050" cap="rnd">
              <a:solidFill>
                <a:schemeClr val="accent4">
                  <a:lumMod val="80000"/>
                </a:schemeClr>
              </a:solidFill>
              <a:round/>
            </a:ln>
            <a:effectLst/>
          </c:spPr>
          <c:marker>
            <c:symbol val="circle"/>
            <c:size val="5"/>
            <c:spPr>
              <a:solidFill>
                <a:schemeClr val="accent4">
                  <a:lumMod val="80000"/>
                </a:schemeClr>
              </a:solidFill>
              <a:ln w="9525">
                <a:solidFill>
                  <a:schemeClr val="accent4">
                    <a:lumMod val="8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PM50000_Temps_oc5l2_50000!$BBX$2:$BBX$536</c:f>
              <c:numCache>
                <c:formatCode>General</c:formatCode>
                <c:ptCount val="533"/>
                <c:pt idx="0">
                  <c:v>0</c:v>
                </c:pt>
                <c:pt idx="1">
                  <c:v>1.0199999999997544E-2</c:v>
                </c:pt>
                <c:pt idx="2">
                  <c:v>2.9699999999991178E-2</c:v>
                </c:pt>
                <c:pt idx="3">
                  <c:v>5.0200000000018008E-2</c:v>
                </c:pt>
                <c:pt idx="4">
                  <c:v>6.9200000000023465E-2</c:v>
                </c:pt>
                <c:pt idx="5">
                  <c:v>8.6099999999987631E-2</c:v>
                </c:pt>
                <c:pt idx="6">
                  <c:v>0.10070000000001755</c:v>
                </c:pt>
                <c:pt idx="7">
                  <c:v>0.11330000000003793</c:v>
                </c:pt>
                <c:pt idx="8">
                  <c:v>0.12420000000003029</c:v>
                </c:pt>
                <c:pt idx="9">
                  <c:v>0.13370000000003301</c:v>
                </c:pt>
                <c:pt idx="10">
                  <c:v>0.14210000000002765</c:v>
                </c:pt>
                <c:pt idx="11">
                  <c:v>0.14949999999998909</c:v>
                </c:pt>
                <c:pt idx="12">
                  <c:v>0.15610000000003765</c:v>
                </c:pt>
                <c:pt idx="13">
                  <c:v>0.16210000000000946</c:v>
                </c:pt>
                <c:pt idx="14">
                  <c:v>0.16739999999998645</c:v>
                </c:pt>
                <c:pt idx="15">
                  <c:v>0.17220000000003211</c:v>
                </c:pt>
                <c:pt idx="16">
                  <c:v>0.17660000000000764</c:v>
                </c:pt>
                <c:pt idx="17">
                  <c:v>0.18060000000002674</c:v>
                </c:pt>
                <c:pt idx="18">
                  <c:v>0.18420000000003256</c:v>
                </c:pt>
                <c:pt idx="19">
                  <c:v>0.1875</c:v>
                </c:pt>
                <c:pt idx="20">
                  <c:v>0.1904999999999859</c:v>
                </c:pt>
                <c:pt idx="21">
                  <c:v>0.19319999999999027</c:v>
                </c:pt>
                <c:pt idx="22">
                  <c:v>0.19569999999998799</c:v>
                </c:pt>
                <c:pt idx="23">
                  <c:v>0.19800000000003593</c:v>
                </c:pt>
                <c:pt idx="24">
                  <c:v>0.20010000000002037</c:v>
                </c:pt>
                <c:pt idx="25">
                  <c:v>0.20199999999999818</c:v>
                </c:pt>
                <c:pt idx="26">
                  <c:v>0.20390000000003283</c:v>
                </c:pt>
                <c:pt idx="27">
                  <c:v>0.20609999999999218</c:v>
                </c:pt>
                <c:pt idx="28">
                  <c:v>0.20879999999999654</c:v>
                </c:pt>
                <c:pt idx="29">
                  <c:v>0.21140000000002601</c:v>
                </c:pt>
                <c:pt idx="30">
                  <c:v>0.21390000000002374</c:v>
                </c:pt>
                <c:pt idx="31">
                  <c:v>0.21620000000001482</c:v>
                </c:pt>
                <c:pt idx="32">
                  <c:v>0.21829999999999927</c:v>
                </c:pt>
                <c:pt idx="33">
                  <c:v>0.22020000000003392</c:v>
                </c:pt>
                <c:pt idx="34">
                  <c:v>0.22190000000000509</c:v>
                </c:pt>
                <c:pt idx="35">
                  <c:v>0.22340000000002647</c:v>
                </c:pt>
                <c:pt idx="36">
                  <c:v>0.2248000000000161</c:v>
                </c:pt>
                <c:pt idx="37">
                  <c:v>0.22610000000003083</c:v>
                </c:pt>
                <c:pt idx="38">
                  <c:v>0.22730000000001382</c:v>
                </c:pt>
                <c:pt idx="39">
                  <c:v>0.22840000000002192</c:v>
                </c:pt>
                <c:pt idx="40">
                  <c:v>0.22939999999999827</c:v>
                </c:pt>
                <c:pt idx="41">
                  <c:v>0.23040000000003147</c:v>
                </c:pt>
                <c:pt idx="42">
                  <c:v>0.23120000000000118</c:v>
                </c:pt>
                <c:pt idx="43">
                  <c:v>0.23200000000002774</c:v>
                </c:pt>
                <c:pt idx="44">
                  <c:v>0.23279999999999745</c:v>
                </c:pt>
                <c:pt idx="45">
                  <c:v>0.23340000000001737</c:v>
                </c:pt>
                <c:pt idx="46">
                  <c:v>0.23410000000001219</c:v>
                </c:pt>
                <c:pt idx="47">
                  <c:v>0.23470000000003211</c:v>
                </c:pt>
                <c:pt idx="48">
                  <c:v>0.23520000000002028</c:v>
                </c:pt>
                <c:pt idx="49">
                  <c:v>0.23570000000000846</c:v>
                </c:pt>
                <c:pt idx="50">
                  <c:v>0.23619999999999663</c:v>
                </c:pt>
                <c:pt idx="51">
                  <c:v>0.23660000000000991</c:v>
                </c:pt>
                <c:pt idx="52">
                  <c:v>0.23700000000002319</c:v>
                </c:pt>
                <c:pt idx="53">
                  <c:v>0.23740000000003647</c:v>
                </c:pt>
                <c:pt idx="54">
                  <c:v>0.23770000000001801</c:v>
                </c:pt>
                <c:pt idx="55">
                  <c:v>0.23799999999999955</c:v>
                </c:pt>
                <c:pt idx="56">
                  <c:v>0.23830000000003793</c:v>
                </c:pt>
                <c:pt idx="57">
                  <c:v>0.23840000000001282</c:v>
                </c:pt>
                <c:pt idx="58">
                  <c:v>0.23790000000002465</c:v>
                </c:pt>
                <c:pt idx="59">
                  <c:v>0.23720000000002983</c:v>
                </c:pt>
                <c:pt idx="60">
                  <c:v>0.23640000000000327</c:v>
                </c:pt>
                <c:pt idx="61">
                  <c:v>0.23570000000000846</c:v>
                </c:pt>
                <c:pt idx="62">
                  <c:v>0.23509999999998854</c:v>
                </c:pt>
                <c:pt idx="63">
                  <c:v>0.23450000000002547</c:v>
                </c:pt>
                <c:pt idx="64">
                  <c:v>0.23410000000001219</c:v>
                </c:pt>
                <c:pt idx="65">
                  <c:v>0.23360000000002401</c:v>
                </c:pt>
                <c:pt idx="66">
                  <c:v>0.23329999999998563</c:v>
                </c:pt>
                <c:pt idx="67">
                  <c:v>0.23290000000002919</c:v>
                </c:pt>
                <c:pt idx="68">
                  <c:v>0.23259999999999081</c:v>
                </c:pt>
                <c:pt idx="69">
                  <c:v>0.23240000000004102</c:v>
                </c:pt>
                <c:pt idx="70">
                  <c:v>0.23210000000000264</c:v>
                </c:pt>
                <c:pt idx="71">
                  <c:v>0.231899999999996</c:v>
                </c:pt>
                <c:pt idx="72">
                  <c:v>0.23169999999998936</c:v>
                </c:pt>
                <c:pt idx="73">
                  <c:v>0.23150000000003956</c:v>
                </c:pt>
                <c:pt idx="74">
                  <c:v>0.23130000000003292</c:v>
                </c:pt>
                <c:pt idx="75">
                  <c:v>0.23120000000000118</c:v>
                </c:pt>
                <c:pt idx="76">
                  <c:v>0.23099999999999454</c:v>
                </c:pt>
                <c:pt idx="77">
                  <c:v>0.23090000000001965</c:v>
                </c:pt>
                <c:pt idx="78">
                  <c:v>0.2307999999999879</c:v>
                </c:pt>
                <c:pt idx="79">
                  <c:v>0.23060000000003811</c:v>
                </c:pt>
                <c:pt idx="80">
                  <c:v>0.23050000000000637</c:v>
                </c:pt>
                <c:pt idx="81">
                  <c:v>0.23040000000003147</c:v>
                </c:pt>
                <c:pt idx="82">
                  <c:v>0.23029999999999973</c:v>
                </c:pt>
                <c:pt idx="83">
                  <c:v>0.23029999999999973</c:v>
                </c:pt>
                <c:pt idx="84">
                  <c:v>0.23020000000002483</c:v>
                </c:pt>
                <c:pt idx="85">
                  <c:v>0.23009999999999309</c:v>
                </c:pt>
                <c:pt idx="86">
                  <c:v>0.23000000000001819</c:v>
                </c:pt>
                <c:pt idx="87">
                  <c:v>0.23000000000001819</c:v>
                </c:pt>
                <c:pt idx="88">
                  <c:v>0.22989999999998645</c:v>
                </c:pt>
                <c:pt idx="89">
                  <c:v>0.22989999999998645</c:v>
                </c:pt>
                <c:pt idx="90">
                  <c:v>0.22980000000001155</c:v>
                </c:pt>
                <c:pt idx="91">
                  <c:v>0.22980000000001155</c:v>
                </c:pt>
                <c:pt idx="92">
                  <c:v>0.22970000000003665</c:v>
                </c:pt>
                <c:pt idx="93">
                  <c:v>0.22970000000003665</c:v>
                </c:pt>
                <c:pt idx="94">
                  <c:v>0.22970000000003665</c:v>
                </c:pt>
                <c:pt idx="95">
                  <c:v>0.22960000000000491</c:v>
                </c:pt>
                <c:pt idx="96">
                  <c:v>0.22960000000000491</c:v>
                </c:pt>
                <c:pt idx="97">
                  <c:v>0.22960000000000491</c:v>
                </c:pt>
                <c:pt idx="98">
                  <c:v>0.22960000000000491</c:v>
                </c:pt>
                <c:pt idx="99">
                  <c:v>0.22950000000003001</c:v>
                </c:pt>
                <c:pt idx="100">
                  <c:v>0.22950000000003001</c:v>
                </c:pt>
                <c:pt idx="101">
                  <c:v>0.22950000000003001</c:v>
                </c:pt>
                <c:pt idx="102">
                  <c:v>0.22950000000003001</c:v>
                </c:pt>
                <c:pt idx="103">
                  <c:v>0.22939999999999827</c:v>
                </c:pt>
                <c:pt idx="104">
                  <c:v>0.22939999999999827</c:v>
                </c:pt>
                <c:pt idx="105">
                  <c:v>0.22939999999999827</c:v>
                </c:pt>
                <c:pt idx="106">
                  <c:v>0.22939999999999827</c:v>
                </c:pt>
                <c:pt idx="107">
                  <c:v>0.22939999999999827</c:v>
                </c:pt>
                <c:pt idx="108">
                  <c:v>0.22939999999999827</c:v>
                </c:pt>
                <c:pt idx="109">
                  <c:v>0.22950000000003001</c:v>
                </c:pt>
                <c:pt idx="110">
                  <c:v>0.22960000000000491</c:v>
                </c:pt>
                <c:pt idx="111">
                  <c:v>0.22960000000000491</c:v>
                </c:pt>
                <c:pt idx="112">
                  <c:v>0.22970000000003665</c:v>
                </c:pt>
                <c:pt idx="113">
                  <c:v>0.22980000000001155</c:v>
                </c:pt>
                <c:pt idx="114">
                  <c:v>0.22980000000001155</c:v>
                </c:pt>
                <c:pt idx="115">
                  <c:v>0.22989999999998645</c:v>
                </c:pt>
                <c:pt idx="116">
                  <c:v>0.22989999999998645</c:v>
                </c:pt>
                <c:pt idx="117">
                  <c:v>0.23000000000001819</c:v>
                </c:pt>
                <c:pt idx="118">
                  <c:v>0.23000000000001819</c:v>
                </c:pt>
                <c:pt idx="119">
                  <c:v>0.23000000000001819</c:v>
                </c:pt>
                <c:pt idx="120">
                  <c:v>0.23009999999999309</c:v>
                </c:pt>
                <c:pt idx="121">
                  <c:v>0.23009999999999309</c:v>
                </c:pt>
                <c:pt idx="122">
                  <c:v>0.23009999999999309</c:v>
                </c:pt>
                <c:pt idx="123">
                  <c:v>0.23020000000002483</c:v>
                </c:pt>
                <c:pt idx="124">
                  <c:v>0.23020000000002483</c:v>
                </c:pt>
                <c:pt idx="125">
                  <c:v>0.23020000000002483</c:v>
                </c:pt>
                <c:pt idx="126">
                  <c:v>0.23029999999999973</c:v>
                </c:pt>
                <c:pt idx="127">
                  <c:v>0.23029999999999973</c:v>
                </c:pt>
                <c:pt idx="128">
                  <c:v>0.23029999999999973</c:v>
                </c:pt>
                <c:pt idx="129">
                  <c:v>0.23040000000003147</c:v>
                </c:pt>
                <c:pt idx="130">
                  <c:v>0.23040000000003147</c:v>
                </c:pt>
                <c:pt idx="131">
                  <c:v>0.23040000000003147</c:v>
                </c:pt>
                <c:pt idx="132">
                  <c:v>0.23040000000003147</c:v>
                </c:pt>
                <c:pt idx="133">
                  <c:v>0.23040000000003147</c:v>
                </c:pt>
                <c:pt idx="134">
                  <c:v>0.23050000000000637</c:v>
                </c:pt>
                <c:pt idx="135">
                  <c:v>0.23050000000000637</c:v>
                </c:pt>
                <c:pt idx="136">
                  <c:v>0.23050000000000637</c:v>
                </c:pt>
                <c:pt idx="137">
                  <c:v>0.23050000000000637</c:v>
                </c:pt>
                <c:pt idx="138">
                  <c:v>0.23050000000000637</c:v>
                </c:pt>
                <c:pt idx="139">
                  <c:v>0.23060000000003811</c:v>
                </c:pt>
                <c:pt idx="140">
                  <c:v>0.23060000000003811</c:v>
                </c:pt>
                <c:pt idx="141">
                  <c:v>0.23060000000003811</c:v>
                </c:pt>
                <c:pt idx="142">
                  <c:v>0.23060000000003811</c:v>
                </c:pt>
                <c:pt idx="143">
                  <c:v>0.23060000000003811</c:v>
                </c:pt>
                <c:pt idx="144">
                  <c:v>0.23060000000003811</c:v>
                </c:pt>
                <c:pt idx="145">
                  <c:v>0.23060000000003811</c:v>
                </c:pt>
                <c:pt idx="146">
                  <c:v>0.23060000000003811</c:v>
                </c:pt>
                <c:pt idx="147">
                  <c:v>0.23060000000003811</c:v>
                </c:pt>
                <c:pt idx="148">
                  <c:v>0.23060000000003811</c:v>
                </c:pt>
                <c:pt idx="149">
                  <c:v>0.23070000000001301</c:v>
                </c:pt>
                <c:pt idx="150">
                  <c:v>0.23070000000001301</c:v>
                </c:pt>
                <c:pt idx="151">
                  <c:v>0.23070000000001301</c:v>
                </c:pt>
                <c:pt idx="152">
                  <c:v>0.23070000000001301</c:v>
                </c:pt>
                <c:pt idx="153">
                  <c:v>0.23070000000001301</c:v>
                </c:pt>
                <c:pt idx="154">
                  <c:v>0.23070000000001301</c:v>
                </c:pt>
                <c:pt idx="155">
                  <c:v>0.23070000000001301</c:v>
                </c:pt>
                <c:pt idx="156">
                  <c:v>0.23070000000001301</c:v>
                </c:pt>
                <c:pt idx="157">
                  <c:v>0.23070000000001301</c:v>
                </c:pt>
                <c:pt idx="158">
                  <c:v>0.23060000000003811</c:v>
                </c:pt>
                <c:pt idx="159">
                  <c:v>0.23029999999999973</c:v>
                </c:pt>
                <c:pt idx="160">
                  <c:v>0.22989999999998645</c:v>
                </c:pt>
                <c:pt idx="161">
                  <c:v>0.22939999999999827</c:v>
                </c:pt>
                <c:pt idx="162">
                  <c:v>0.22900000000004184</c:v>
                </c:pt>
                <c:pt idx="163">
                  <c:v>0.22870000000000346</c:v>
                </c:pt>
                <c:pt idx="164">
                  <c:v>0.22829999999999018</c:v>
                </c:pt>
                <c:pt idx="165">
                  <c:v>0.22800000000000864</c:v>
                </c:pt>
                <c:pt idx="166">
                  <c:v>0.2277000000000271</c:v>
                </c:pt>
                <c:pt idx="167">
                  <c:v>0.22750000000002046</c:v>
                </c:pt>
                <c:pt idx="168">
                  <c:v>0.22720000000003893</c:v>
                </c:pt>
                <c:pt idx="169">
                  <c:v>0.22700000000003229</c:v>
                </c:pt>
                <c:pt idx="170">
                  <c:v>0.22680000000002565</c:v>
                </c:pt>
                <c:pt idx="171">
                  <c:v>0.22660000000001901</c:v>
                </c:pt>
                <c:pt idx="172">
                  <c:v>0.22640000000001237</c:v>
                </c:pt>
                <c:pt idx="173">
                  <c:v>0.22620000000000573</c:v>
                </c:pt>
                <c:pt idx="174">
                  <c:v>0.22599999999999909</c:v>
                </c:pt>
                <c:pt idx="175">
                  <c:v>0.22590000000002419</c:v>
                </c:pt>
                <c:pt idx="176">
                  <c:v>0.22570000000001755</c:v>
                </c:pt>
                <c:pt idx="177">
                  <c:v>0.22559999999998581</c:v>
                </c:pt>
                <c:pt idx="178">
                  <c:v>0.22540000000003602</c:v>
                </c:pt>
                <c:pt idx="179">
                  <c:v>0.22530000000000427</c:v>
                </c:pt>
                <c:pt idx="180">
                  <c:v>0.22520000000002938</c:v>
                </c:pt>
                <c:pt idx="181">
                  <c:v>0.22509999999999764</c:v>
                </c:pt>
                <c:pt idx="182">
                  <c:v>0.22500000000002274</c:v>
                </c:pt>
                <c:pt idx="183">
                  <c:v>0.22500000000002274</c:v>
                </c:pt>
                <c:pt idx="184">
                  <c:v>0.22559999999998581</c:v>
                </c:pt>
                <c:pt idx="185">
                  <c:v>0.22669999999999391</c:v>
                </c:pt>
                <c:pt idx="186">
                  <c:v>0.22800000000000864</c:v>
                </c:pt>
                <c:pt idx="187">
                  <c:v>0.22910000000001673</c:v>
                </c:pt>
                <c:pt idx="188">
                  <c:v>0.23020000000002483</c:v>
                </c:pt>
                <c:pt idx="189">
                  <c:v>0.23110000000002628</c:v>
                </c:pt>
                <c:pt idx="190">
                  <c:v>0.23200000000002774</c:v>
                </c:pt>
                <c:pt idx="191">
                  <c:v>0.23270000000002256</c:v>
                </c:pt>
                <c:pt idx="192">
                  <c:v>0.23340000000001737</c:v>
                </c:pt>
                <c:pt idx="193">
                  <c:v>0.23400000000003729</c:v>
                </c:pt>
                <c:pt idx="194">
                  <c:v>0.23460000000000036</c:v>
                </c:pt>
                <c:pt idx="195">
                  <c:v>0.23509999999998854</c:v>
                </c:pt>
                <c:pt idx="196">
                  <c:v>0.23560000000003356</c:v>
                </c:pt>
                <c:pt idx="197">
                  <c:v>0.23610000000002174</c:v>
                </c:pt>
                <c:pt idx="198">
                  <c:v>0.23650000000003502</c:v>
                </c:pt>
                <c:pt idx="199">
                  <c:v>0.23689999999999145</c:v>
                </c:pt>
                <c:pt idx="200">
                  <c:v>0.23720000000002983</c:v>
                </c:pt>
                <c:pt idx="201">
                  <c:v>0.23750000000001137</c:v>
                </c:pt>
                <c:pt idx="202">
                  <c:v>0.23790000000002465</c:v>
                </c:pt>
                <c:pt idx="203">
                  <c:v>0.23810000000003129</c:v>
                </c:pt>
                <c:pt idx="204">
                  <c:v>0.23840000000001282</c:v>
                </c:pt>
                <c:pt idx="205">
                  <c:v>0.23869999999999436</c:v>
                </c:pt>
                <c:pt idx="206">
                  <c:v>0.238900000000001</c:v>
                </c:pt>
                <c:pt idx="207">
                  <c:v>0.23910000000000764</c:v>
                </c:pt>
                <c:pt idx="208">
                  <c:v>0.23930000000001428</c:v>
                </c:pt>
                <c:pt idx="209">
                  <c:v>0.23950000000002092</c:v>
                </c:pt>
                <c:pt idx="210">
                  <c:v>0.23970000000002756</c:v>
                </c:pt>
                <c:pt idx="211">
                  <c:v>0.2399000000000342</c:v>
                </c:pt>
                <c:pt idx="212">
                  <c:v>0.24000000000000909</c:v>
                </c:pt>
                <c:pt idx="213">
                  <c:v>0.24020000000001573</c:v>
                </c:pt>
                <c:pt idx="214">
                  <c:v>0.24000000000000909</c:v>
                </c:pt>
                <c:pt idx="215">
                  <c:v>0.23939999999998918</c:v>
                </c:pt>
                <c:pt idx="216">
                  <c:v>0.23849999999998772</c:v>
                </c:pt>
                <c:pt idx="217">
                  <c:v>0.23770000000001801</c:v>
                </c:pt>
                <c:pt idx="218">
                  <c:v>0.23689999999999145</c:v>
                </c:pt>
                <c:pt idx="219">
                  <c:v>0.23610000000002174</c:v>
                </c:pt>
                <c:pt idx="220">
                  <c:v>0.23550000000000182</c:v>
                </c:pt>
                <c:pt idx="221">
                  <c:v>0.23500000000001364</c:v>
                </c:pt>
                <c:pt idx="222">
                  <c:v>0.23450000000002547</c:v>
                </c:pt>
                <c:pt idx="223">
                  <c:v>0.23400000000003729</c:v>
                </c:pt>
                <c:pt idx="224">
                  <c:v>0.23369999999999891</c:v>
                </c:pt>
                <c:pt idx="225">
                  <c:v>0.23329999999998563</c:v>
                </c:pt>
                <c:pt idx="226">
                  <c:v>0.23300000000000409</c:v>
                </c:pt>
                <c:pt idx="227">
                  <c:v>0.23270000000002256</c:v>
                </c:pt>
                <c:pt idx="228">
                  <c:v>0.23240000000004102</c:v>
                </c:pt>
                <c:pt idx="229">
                  <c:v>0.23220000000003438</c:v>
                </c:pt>
                <c:pt idx="230">
                  <c:v>0.23200000000002774</c:v>
                </c:pt>
                <c:pt idx="231">
                  <c:v>0.2318000000000211</c:v>
                </c:pt>
                <c:pt idx="232">
                  <c:v>0.23160000000001446</c:v>
                </c:pt>
                <c:pt idx="233">
                  <c:v>0.23140000000000782</c:v>
                </c:pt>
                <c:pt idx="234">
                  <c:v>0.23120000000000118</c:v>
                </c:pt>
                <c:pt idx="235">
                  <c:v>0.23110000000002628</c:v>
                </c:pt>
                <c:pt idx="236">
                  <c:v>0.23090000000001965</c:v>
                </c:pt>
                <c:pt idx="237">
                  <c:v>0.2307999999999879</c:v>
                </c:pt>
                <c:pt idx="238">
                  <c:v>0.23070000000001301</c:v>
                </c:pt>
                <c:pt idx="239">
                  <c:v>0.23060000000003811</c:v>
                </c:pt>
                <c:pt idx="240">
                  <c:v>0.23050000000000637</c:v>
                </c:pt>
                <c:pt idx="241">
                  <c:v>0.23040000000003147</c:v>
                </c:pt>
                <c:pt idx="242">
                  <c:v>0.23029999999999973</c:v>
                </c:pt>
                <c:pt idx="243">
                  <c:v>0.23020000000002483</c:v>
                </c:pt>
                <c:pt idx="244">
                  <c:v>0.23020000000002483</c:v>
                </c:pt>
                <c:pt idx="245">
                  <c:v>0.23009999999999309</c:v>
                </c:pt>
                <c:pt idx="246">
                  <c:v>0.23000000000001819</c:v>
                </c:pt>
                <c:pt idx="247">
                  <c:v>0.23000000000001819</c:v>
                </c:pt>
                <c:pt idx="248">
                  <c:v>0.22989999999998645</c:v>
                </c:pt>
                <c:pt idx="249">
                  <c:v>0.22989999999998645</c:v>
                </c:pt>
                <c:pt idx="250">
                  <c:v>0.22980000000001155</c:v>
                </c:pt>
                <c:pt idx="251">
                  <c:v>0.22980000000001155</c:v>
                </c:pt>
                <c:pt idx="252">
                  <c:v>0.22970000000003665</c:v>
                </c:pt>
                <c:pt idx="253">
                  <c:v>0.22970000000003665</c:v>
                </c:pt>
                <c:pt idx="254">
                  <c:v>0.22970000000003665</c:v>
                </c:pt>
                <c:pt idx="255">
                  <c:v>0.22960000000000491</c:v>
                </c:pt>
                <c:pt idx="256">
                  <c:v>0.22960000000000491</c:v>
                </c:pt>
                <c:pt idx="257">
                  <c:v>0.22960000000000491</c:v>
                </c:pt>
                <c:pt idx="258">
                  <c:v>0.22960000000000491</c:v>
                </c:pt>
                <c:pt idx="259">
                  <c:v>0.22950000000003001</c:v>
                </c:pt>
                <c:pt idx="260">
                  <c:v>0.22950000000003001</c:v>
                </c:pt>
                <c:pt idx="261">
                  <c:v>0.22950000000003001</c:v>
                </c:pt>
                <c:pt idx="262">
                  <c:v>0.22950000000003001</c:v>
                </c:pt>
                <c:pt idx="263">
                  <c:v>0.22950000000003001</c:v>
                </c:pt>
                <c:pt idx="264">
                  <c:v>0.22939999999999827</c:v>
                </c:pt>
                <c:pt idx="265">
                  <c:v>0.22950000000003001</c:v>
                </c:pt>
                <c:pt idx="266">
                  <c:v>0.22950000000003001</c:v>
                </c:pt>
                <c:pt idx="267">
                  <c:v>0.22960000000000491</c:v>
                </c:pt>
                <c:pt idx="268">
                  <c:v>0.22970000000003665</c:v>
                </c:pt>
                <c:pt idx="269">
                  <c:v>0.22980000000001155</c:v>
                </c:pt>
                <c:pt idx="270">
                  <c:v>0.22980000000001155</c:v>
                </c:pt>
                <c:pt idx="271">
                  <c:v>0.22989999999998645</c:v>
                </c:pt>
                <c:pt idx="272">
                  <c:v>0.22989999999998645</c:v>
                </c:pt>
                <c:pt idx="273">
                  <c:v>0.23000000000001819</c:v>
                </c:pt>
                <c:pt idx="274">
                  <c:v>0.23000000000001819</c:v>
                </c:pt>
                <c:pt idx="275">
                  <c:v>0.23000000000001819</c:v>
                </c:pt>
                <c:pt idx="276">
                  <c:v>0.23009999999999309</c:v>
                </c:pt>
                <c:pt idx="277">
                  <c:v>0.23009999999999309</c:v>
                </c:pt>
                <c:pt idx="278">
                  <c:v>0.23020000000002483</c:v>
                </c:pt>
                <c:pt idx="279">
                  <c:v>0.23020000000002483</c:v>
                </c:pt>
                <c:pt idx="280">
                  <c:v>0.23020000000002483</c:v>
                </c:pt>
                <c:pt idx="281">
                  <c:v>0.23020000000002483</c:v>
                </c:pt>
                <c:pt idx="282">
                  <c:v>0.23029999999999973</c:v>
                </c:pt>
                <c:pt idx="283">
                  <c:v>0.23029999999999973</c:v>
                </c:pt>
                <c:pt idx="284">
                  <c:v>0.23029999999999973</c:v>
                </c:pt>
                <c:pt idx="285">
                  <c:v>0.23040000000003147</c:v>
                </c:pt>
                <c:pt idx="286">
                  <c:v>0.23040000000003147</c:v>
                </c:pt>
                <c:pt idx="287">
                  <c:v>0.23040000000003147</c:v>
                </c:pt>
                <c:pt idx="288">
                  <c:v>0.23040000000003147</c:v>
                </c:pt>
                <c:pt idx="289">
                  <c:v>0.23050000000000637</c:v>
                </c:pt>
                <c:pt idx="290">
                  <c:v>0.23050000000000637</c:v>
                </c:pt>
                <c:pt idx="291">
                  <c:v>0.23050000000000637</c:v>
                </c:pt>
                <c:pt idx="292">
                  <c:v>0.23050000000000637</c:v>
                </c:pt>
                <c:pt idx="293">
                  <c:v>0.23050000000000637</c:v>
                </c:pt>
                <c:pt idx="294">
                  <c:v>0.23050000000000637</c:v>
                </c:pt>
                <c:pt idx="295">
                  <c:v>0.23060000000003811</c:v>
                </c:pt>
                <c:pt idx="296">
                  <c:v>0.23060000000003811</c:v>
                </c:pt>
                <c:pt idx="297">
                  <c:v>0.23060000000003811</c:v>
                </c:pt>
                <c:pt idx="298">
                  <c:v>0.23060000000003811</c:v>
                </c:pt>
                <c:pt idx="299">
                  <c:v>0.23060000000003811</c:v>
                </c:pt>
                <c:pt idx="300">
                  <c:v>0.23060000000003811</c:v>
                </c:pt>
                <c:pt idx="301">
                  <c:v>0.23060000000003811</c:v>
                </c:pt>
                <c:pt idx="302">
                  <c:v>0.23060000000003811</c:v>
                </c:pt>
                <c:pt idx="303">
                  <c:v>0.23060000000003811</c:v>
                </c:pt>
                <c:pt idx="304">
                  <c:v>0.23070000000001301</c:v>
                </c:pt>
                <c:pt idx="305">
                  <c:v>0.23070000000001301</c:v>
                </c:pt>
                <c:pt idx="306">
                  <c:v>0.23070000000001301</c:v>
                </c:pt>
                <c:pt idx="307">
                  <c:v>0.23070000000001301</c:v>
                </c:pt>
                <c:pt idx="308">
                  <c:v>0.23070000000001301</c:v>
                </c:pt>
                <c:pt idx="309">
                  <c:v>0.23070000000001301</c:v>
                </c:pt>
                <c:pt idx="310">
                  <c:v>0.23070000000001301</c:v>
                </c:pt>
                <c:pt idx="311">
                  <c:v>0.23070000000001301</c:v>
                </c:pt>
                <c:pt idx="312">
                  <c:v>0.23070000000001301</c:v>
                </c:pt>
                <c:pt idx="313">
                  <c:v>0.23070000000001301</c:v>
                </c:pt>
                <c:pt idx="314">
                  <c:v>0.23070000000001301</c:v>
                </c:pt>
                <c:pt idx="315">
                  <c:v>0.23060000000003811</c:v>
                </c:pt>
                <c:pt idx="316">
                  <c:v>0.23020000000002483</c:v>
                </c:pt>
                <c:pt idx="317">
                  <c:v>0.22980000000001155</c:v>
                </c:pt>
                <c:pt idx="318">
                  <c:v>0.22939999999999827</c:v>
                </c:pt>
                <c:pt idx="319">
                  <c:v>0.22900000000004184</c:v>
                </c:pt>
                <c:pt idx="320">
                  <c:v>0.22860000000002856</c:v>
                </c:pt>
                <c:pt idx="321">
                  <c:v>0.22829999999999018</c:v>
                </c:pt>
                <c:pt idx="322">
                  <c:v>0.22800000000000864</c:v>
                </c:pt>
                <c:pt idx="323">
                  <c:v>0.2277000000000271</c:v>
                </c:pt>
                <c:pt idx="324">
                  <c:v>0.22750000000002046</c:v>
                </c:pt>
                <c:pt idx="325">
                  <c:v>0.22720000000003893</c:v>
                </c:pt>
                <c:pt idx="326">
                  <c:v>0.22700000000003229</c:v>
                </c:pt>
                <c:pt idx="327">
                  <c:v>0.22680000000002565</c:v>
                </c:pt>
                <c:pt idx="328">
                  <c:v>0.22660000000001901</c:v>
                </c:pt>
                <c:pt idx="329">
                  <c:v>0.22640000000001237</c:v>
                </c:pt>
                <c:pt idx="330">
                  <c:v>0.22620000000000573</c:v>
                </c:pt>
                <c:pt idx="331">
                  <c:v>0.22599999999999909</c:v>
                </c:pt>
                <c:pt idx="332">
                  <c:v>0.22590000000002419</c:v>
                </c:pt>
                <c:pt idx="333">
                  <c:v>0.22570000000001755</c:v>
                </c:pt>
                <c:pt idx="334">
                  <c:v>0.22559999999998581</c:v>
                </c:pt>
                <c:pt idx="335">
                  <c:v>0.22540000000003602</c:v>
                </c:pt>
                <c:pt idx="336">
                  <c:v>0.22530000000000427</c:v>
                </c:pt>
                <c:pt idx="337">
                  <c:v>0.22520000000002938</c:v>
                </c:pt>
                <c:pt idx="338">
                  <c:v>0.22509999999999764</c:v>
                </c:pt>
                <c:pt idx="339">
                  <c:v>0.224899999999991</c:v>
                </c:pt>
                <c:pt idx="340">
                  <c:v>0.22500000000002274</c:v>
                </c:pt>
                <c:pt idx="341">
                  <c:v>0.22579999999999245</c:v>
                </c:pt>
                <c:pt idx="342">
                  <c:v>0.22690000000000055</c:v>
                </c:pt>
                <c:pt idx="343">
                  <c:v>0.22810000000004038</c:v>
                </c:pt>
                <c:pt idx="344">
                  <c:v>0.22930000000002337</c:v>
                </c:pt>
                <c:pt idx="345">
                  <c:v>0.23029999999999973</c:v>
                </c:pt>
                <c:pt idx="346">
                  <c:v>0.23130000000003292</c:v>
                </c:pt>
                <c:pt idx="347">
                  <c:v>0.23210000000000264</c:v>
                </c:pt>
                <c:pt idx="348">
                  <c:v>0.23279999999999745</c:v>
                </c:pt>
                <c:pt idx="349">
                  <c:v>0.23349999999999227</c:v>
                </c:pt>
                <c:pt idx="350">
                  <c:v>0.23410000000001219</c:v>
                </c:pt>
                <c:pt idx="351">
                  <c:v>0.23470000000003211</c:v>
                </c:pt>
                <c:pt idx="352">
                  <c:v>0.23520000000002028</c:v>
                </c:pt>
                <c:pt idx="353">
                  <c:v>0.23570000000000846</c:v>
                </c:pt>
                <c:pt idx="354">
                  <c:v>0.23610000000002174</c:v>
                </c:pt>
                <c:pt idx="355">
                  <c:v>0.23650000000003502</c:v>
                </c:pt>
                <c:pt idx="356">
                  <c:v>0.23689999999999145</c:v>
                </c:pt>
                <c:pt idx="357">
                  <c:v>0.23730000000000473</c:v>
                </c:pt>
                <c:pt idx="358">
                  <c:v>0.23759999999998627</c:v>
                </c:pt>
                <c:pt idx="359">
                  <c:v>0.23790000000002465</c:v>
                </c:pt>
                <c:pt idx="360">
                  <c:v>0.23820000000000618</c:v>
                </c:pt>
                <c:pt idx="361">
                  <c:v>0.23820000000000618</c:v>
                </c:pt>
                <c:pt idx="362">
                  <c:v>0.23849999999998772</c:v>
                </c:pt>
                <c:pt idx="363">
                  <c:v>0.23869999999999436</c:v>
                </c:pt>
                <c:pt idx="364">
                  <c:v>0.238900000000001</c:v>
                </c:pt>
                <c:pt idx="365">
                  <c:v>0.23920000000003938</c:v>
                </c:pt>
                <c:pt idx="366">
                  <c:v>0.23939999999998918</c:v>
                </c:pt>
                <c:pt idx="367">
                  <c:v>0.23959999999999582</c:v>
                </c:pt>
                <c:pt idx="368">
                  <c:v>0.23970000000002756</c:v>
                </c:pt>
                <c:pt idx="369">
                  <c:v>0.2399000000000342</c:v>
                </c:pt>
                <c:pt idx="370">
                  <c:v>0.24010000000004084</c:v>
                </c:pt>
                <c:pt idx="371">
                  <c:v>0.24020000000001573</c:v>
                </c:pt>
                <c:pt idx="372">
                  <c:v>0.2399000000000342</c:v>
                </c:pt>
                <c:pt idx="373">
                  <c:v>0.23930000000001428</c:v>
                </c:pt>
                <c:pt idx="374">
                  <c:v>0.23840000000001282</c:v>
                </c:pt>
                <c:pt idx="375">
                  <c:v>0.23750000000001137</c:v>
                </c:pt>
                <c:pt idx="376">
                  <c:v>0.23680000000001655</c:v>
                </c:pt>
                <c:pt idx="377">
                  <c:v>0.23610000000002174</c:v>
                </c:pt>
                <c:pt idx="378">
                  <c:v>0.23540000000002692</c:v>
                </c:pt>
                <c:pt idx="379">
                  <c:v>0.23490000000003874</c:v>
                </c:pt>
                <c:pt idx="380">
                  <c:v>0.23439999999999372</c:v>
                </c:pt>
                <c:pt idx="381">
                  <c:v>0.23400000000003729</c:v>
                </c:pt>
                <c:pt idx="382">
                  <c:v>0.23360000000002401</c:v>
                </c:pt>
                <c:pt idx="383">
                  <c:v>0.23329999999998563</c:v>
                </c:pt>
                <c:pt idx="384">
                  <c:v>0.23290000000002919</c:v>
                </c:pt>
                <c:pt idx="385">
                  <c:v>0.23270000000002256</c:v>
                </c:pt>
                <c:pt idx="386">
                  <c:v>0.23240000000004102</c:v>
                </c:pt>
                <c:pt idx="387">
                  <c:v>0.23220000000003438</c:v>
                </c:pt>
                <c:pt idx="388">
                  <c:v>0.231899999999996</c:v>
                </c:pt>
                <c:pt idx="389">
                  <c:v>0.23169999999998936</c:v>
                </c:pt>
                <c:pt idx="390">
                  <c:v>0.23150000000003956</c:v>
                </c:pt>
                <c:pt idx="391">
                  <c:v>0.23140000000000782</c:v>
                </c:pt>
                <c:pt idx="392">
                  <c:v>0.23120000000000118</c:v>
                </c:pt>
                <c:pt idx="393">
                  <c:v>0.23110000000002628</c:v>
                </c:pt>
                <c:pt idx="394">
                  <c:v>0.23090000000001965</c:v>
                </c:pt>
                <c:pt idx="395">
                  <c:v>0.2307999999999879</c:v>
                </c:pt>
                <c:pt idx="396">
                  <c:v>0.23070000000001301</c:v>
                </c:pt>
                <c:pt idx="397">
                  <c:v>0.23060000000003811</c:v>
                </c:pt>
                <c:pt idx="398">
                  <c:v>0.23050000000000637</c:v>
                </c:pt>
                <c:pt idx="399">
                  <c:v>0.23040000000003147</c:v>
                </c:pt>
                <c:pt idx="400">
                  <c:v>0.23029999999999973</c:v>
                </c:pt>
                <c:pt idx="401">
                  <c:v>0.23020000000002483</c:v>
                </c:pt>
                <c:pt idx="402">
                  <c:v>0.23020000000002483</c:v>
                </c:pt>
                <c:pt idx="403">
                  <c:v>0.23009999999999309</c:v>
                </c:pt>
                <c:pt idx="404">
                  <c:v>0.23000000000001819</c:v>
                </c:pt>
                <c:pt idx="405">
                  <c:v>0.23000000000001819</c:v>
                </c:pt>
                <c:pt idx="406">
                  <c:v>0.22989999999998645</c:v>
                </c:pt>
                <c:pt idx="407">
                  <c:v>0.22989999999998645</c:v>
                </c:pt>
                <c:pt idx="408">
                  <c:v>0.22980000000001155</c:v>
                </c:pt>
                <c:pt idx="409">
                  <c:v>0.22980000000001155</c:v>
                </c:pt>
                <c:pt idx="410">
                  <c:v>0.22970000000003665</c:v>
                </c:pt>
                <c:pt idx="411">
                  <c:v>0.22970000000003665</c:v>
                </c:pt>
                <c:pt idx="412">
                  <c:v>0.22970000000003665</c:v>
                </c:pt>
                <c:pt idx="413">
                  <c:v>0.22960000000000491</c:v>
                </c:pt>
                <c:pt idx="414">
                  <c:v>0.22960000000000491</c:v>
                </c:pt>
                <c:pt idx="415">
                  <c:v>0.22960000000000491</c:v>
                </c:pt>
                <c:pt idx="416">
                  <c:v>0.22960000000000491</c:v>
                </c:pt>
                <c:pt idx="417">
                  <c:v>0.22950000000003001</c:v>
                </c:pt>
                <c:pt idx="418">
                  <c:v>0.22950000000003001</c:v>
                </c:pt>
                <c:pt idx="419">
                  <c:v>0.22950000000003001</c:v>
                </c:pt>
                <c:pt idx="420">
                  <c:v>0.22950000000003001</c:v>
                </c:pt>
                <c:pt idx="421">
                  <c:v>0.22950000000003001</c:v>
                </c:pt>
                <c:pt idx="422">
                  <c:v>0.22939999999999827</c:v>
                </c:pt>
                <c:pt idx="423">
                  <c:v>0.22950000000003001</c:v>
                </c:pt>
                <c:pt idx="424">
                  <c:v>0.22960000000000491</c:v>
                </c:pt>
                <c:pt idx="425">
                  <c:v>0.22960000000000491</c:v>
                </c:pt>
                <c:pt idx="426">
                  <c:v>0.22970000000003665</c:v>
                </c:pt>
                <c:pt idx="427">
                  <c:v>0.22980000000001155</c:v>
                </c:pt>
                <c:pt idx="428">
                  <c:v>0.22980000000001155</c:v>
                </c:pt>
                <c:pt idx="429">
                  <c:v>0.22989999999998645</c:v>
                </c:pt>
                <c:pt idx="430">
                  <c:v>0.22989999999998645</c:v>
                </c:pt>
                <c:pt idx="431">
                  <c:v>0.23000000000001819</c:v>
                </c:pt>
                <c:pt idx="432">
                  <c:v>0.23000000000001819</c:v>
                </c:pt>
                <c:pt idx="433">
                  <c:v>0.23000000000001819</c:v>
                </c:pt>
                <c:pt idx="434">
                  <c:v>0.23009999999999309</c:v>
                </c:pt>
                <c:pt idx="435">
                  <c:v>0.23009999999999309</c:v>
                </c:pt>
                <c:pt idx="436">
                  <c:v>0.23020000000002483</c:v>
                </c:pt>
                <c:pt idx="437">
                  <c:v>0.23020000000002483</c:v>
                </c:pt>
                <c:pt idx="438">
                  <c:v>0.23020000000002483</c:v>
                </c:pt>
                <c:pt idx="439">
                  <c:v>0.23029999999999973</c:v>
                </c:pt>
                <c:pt idx="440">
                  <c:v>0.23029999999999973</c:v>
                </c:pt>
                <c:pt idx="441">
                  <c:v>0.23029999999999973</c:v>
                </c:pt>
                <c:pt idx="442">
                  <c:v>0.23029999999999973</c:v>
                </c:pt>
                <c:pt idx="443">
                  <c:v>0.23040000000003147</c:v>
                </c:pt>
                <c:pt idx="444">
                  <c:v>0.23040000000003147</c:v>
                </c:pt>
                <c:pt idx="445">
                  <c:v>0.23040000000003147</c:v>
                </c:pt>
                <c:pt idx="446">
                  <c:v>0.23040000000003147</c:v>
                </c:pt>
                <c:pt idx="447">
                  <c:v>0.23050000000000637</c:v>
                </c:pt>
                <c:pt idx="448">
                  <c:v>0.23050000000000637</c:v>
                </c:pt>
                <c:pt idx="449">
                  <c:v>0.23050000000000637</c:v>
                </c:pt>
                <c:pt idx="450">
                  <c:v>0.23050000000000637</c:v>
                </c:pt>
                <c:pt idx="451">
                  <c:v>0.23050000000000637</c:v>
                </c:pt>
                <c:pt idx="452">
                  <c:v>0.23050000000000637</c:v>
                </c:pt>
                <c:pt idx="453">
                  <c:v>0.23050000000000637</c:v>
                </c:pt>
                <c:pt idx="454">
                  <c:v>0.23060000000003811</c:v>
                </c:pt>
                <c:pt idx="455">
                  <c:v>0.23060000000003811</c:v>
                </c:pt>
                <c:pt idx="456">
                  <c:v>0.23060000000003811</c:v>
                </c:pt>
                <c:pt idx="457">
                  <c:v>0.23060000000003811</c:v>
                </c:pt>
                <c:pt idx="458">
                  <c:v>0.23060000000003811</c:v>
                </c:pt>
                <c:pt idx="459">
                  <c:v>0.23060000000003811</c:v>
                </c:pt>
                <c:pt idx="460">
                  <c:v>0.23060000000003811</c:v>
                </c:pt>
                <c:pt idx="461">
                  <c:v>0.23060000000003811</c:v>
                </c:pt>
                <c:pt idx="462">
                  <c:v>0.23070000000001301</c:v>
                </c:pt>
                <c:pt idx="463">
                  <c:v>0.23070000000001301</c:v>
                </c:pt>
                <c:pt idx="464">
                  <c:v>0.23070000000001301</c:v>
                </c:pt>
                <c:pt idx="465">
                  <c:v>0.23070000000001301</c:v>
                </c:pt>
                <c:pt idx="466">
                  <c:v>0.23070000000001301</c:v>
                </c:pt>
                <c:pt idx="467">
                  <c:v>0.23070000000001301</c:v>
                </c:pt>
                <c:pt idx="468">
                  <c:v>0.23070000000001301</c:v>
                </c:pt>
                <c:pt idx="469">
                  <c:v>0.23070000000001301</c:v>
                </c:pt>
                <c:pt idx="470">
                  <c:v>0.23070000000001301</c:v>
                </c:pt>
                <c:pt idx="471">
                  <c:v>0.23070000000001301</c:v>
                </c:pt>
                <c:pt idx="472">
                  <c:v>0.23070000000001301</c:v>
                </c:pt>
                <c:pt idx="473">
                  <c:v>0.23070000000001301</c:v>
                </c:pt>
                <c:pt idx="474">
                  <c:v>0.23050000000000637</c:v>
                </c:pt>
                <c:pt idx="475">
                  <c:v>0.23020000000002483</c:v>
                </c:pt>
                <c:pt idx="476">
                  <c:v>0.22980000000001155</c:v>
                </c:pt>
                <c:pt idx="477">
                  <c:v>0.22930000000002337</c:v>
                </c:pt>
                <c:pt idx="478">
                  <c:v>0.2289000000000101</c:v>
                </c:pt>
                <c:pt idx="479">
                  <c:v>0.22860000000002856</c:v>
                </c:pt>
                <c:pt idx="480">
                  <c:v>0.22820000000001528</c:v>
                </c:pt>
                <c:pt idx="481">
                  <c:v>0.22790000000003374</c:v>
                </c:pt>
                <c:pt idx="482">
                  <c:v>0.2277000000000271</c:v>
                </c:pt>
                <c:pt idx="483">
                  <c:v>0.22739999999998872</c:v>
                </c:pt>
                <c:pt idx="484">
                  <c:v>0.22720000000003893</c:v>
                </c:pt>
                <c:pt idx="485">
                  <c:v>0.22690000000000055</c:v>
                </c:pt>
                <c:pt idx="486">
                  <c:v>0.22669999999999391</c:v>
                </c:pt>
                <c:pt idx="487">
                  <c:v>0.22649999999998727</c:v>
                </c:pt>
                <c:pt idx="488">
                  <c:v>0.22630000000003747</c:v>
                </c:pt>
                <c:pt idx="489">
                  <c:v>0.22620000000000573</c:v>
                </c:pt>
                <c:pt idx="490">
                  <c:v>0.22599999999999909</c:v>
                </c:pt>
                <c:pt idx="491">
                  <c:v>0.22579999999999245</c:v>
                </c:pt>
                <c:pt idx="492">
                  <c:v>0.22570000000001755</c:v>
                </c:pt>
                <c:pt idx="493">
                  <c:v>0.22550000000001091</c:v>
                </c:pt>
                <c:pt idx="494">
                  <c:v>0.22540000000003602</c:v>
                </c:pt>
                <c:pt idx="495">
                  <c:v>0.22530000000000427</c:v>
                </c:pt>
                <c:pt idx="496">
                  <c:v>0.22520000000002938</c:v>
                </c:pt>
                <c:pt idx="497">
                  <c:v>0.22500000000002274</c:v>
                </c:pt>
                <c:pt idx="498">
                  <c:v>0.224899999999991</c:v>
                </c:pt>
                <c:pt idx="499">
                  <c:v>0.22509999999999764</c:v>
                </c:pt>
                <c:pt idx="500">
                  <c:v>0.22599999999999909</c:v>
                </c:pt>
                <c:pt idx="501">
                  <c:v>0.22710000000000719</c:v>
                </c:pt>
                <c:pt idx="502">
                  <c:v>0.22829999999999018</c:v>
                </c:pt>
                <c:pt idx="503">
                  <c:v>0.22950000000003001</c:v>
                </c:pt>
                <c:pt idx="504">
                  <c:v>0.23050000000000637</c:v>
                </c:pt>
                <c:pt idx="505">
                  <c:v>0.23140000000000782</c:v>
                </c:pt>
                <c:pt idx="506">
                  <c:v>0.23220000000003438</c:v>
                </c:pt>
                <c:pt idx="507">
                  <c:v>0.23300000000000409</c:v>
                </c:pt>
                <c:pt idx="508">
                  <c:v>0.23360000000002401</c:v>
                </c:pt>
                <c:pt idx="509">
                  <c:v>0.23419999999998709</c:v>
                </c:pt>
                <c:pt idx="510">
                  <c:v>0.234800000000007</c:v>
                </c:pt>
                <c:pt idx="511">
                  <c:v>0.23529999999999518</c:v>
                </c:pt>
                <c:pt idx="512">
                  <c:v>0.2358000000000402</c:v>
                </c:pt>
                <c:pt idx="513">
                  <c:v>0.23619999999999663</c:v>
                </c:pt>
                <c:pt idx="514">
                  <c:v>0.23660000000000991</c:v>
                </c:pt>
                <c:pt idx="515">
                  <c:v>0.23700000000002319</c:v>
                </c:pt>
                <c:pt idx="516">
                  <c:v>0.23730000000000473</c:v>
                </c:pt>
                <c:pt idx="517">
                  <c:v>0.23770000000001801</c:v>
                </c:pt>
                <c:pt idx="518">
                  <c:v>0.23799999999999955</c:v>
                </c:pt>
                <c:pt idx="519">
                  <c:v>0.23820000000000618</c:v>
                </c:pt>
                <c:pt idx="520">
                  <c:v>0.23849999999998772</c:v>
                </c:pt>
                <c:pt idx="521">
                  <c:v>0.2388000000000261</c:v>
                </c:pt>
                <c:pt idx="522">
                  <c:v>0.23900000000003274</c:v>
                </c:pt>
                <c:pt idx="523">
                  <c:v>0.23920000000003938</c:v>
                </c:pt>
                <c:pt idx="524">
                  <c:v>0.23939999999998918</c:v>
                </c:pt>
                <c:pt idx="525">
                  <c:v>0.23959999999999582</c:v>
                </c:pt>
                <c:pt idx="526">
                  <c:v>0.23980000000000246</c:v>
                </c:pt>
                <c:pt idx="527">
                  <c:v>0.2399000000000342</c:v>
                </c:pt>
                <c:pt idx="528">
                  <c:v>0.24010000000004084</c:v>
                </c:pt>
                <c:pt idx="529">
                  <c:v>0.24020000000001573</c:v>
                </c:pt>
                <c:pt idx="530">
                  <c:v>0.2399000000000342</c:v>
                </c:pt>
                <c:pt idx="531">
                  <c:v>0.23910000000000764</c:v>
                </c:pt>
                <c:pt idx="532">
                  <c:v>0.23830000000003793</c:v>
                </c:pt>
              </c:numCache>
            </c:numRef>
          </c:yVal>
          <c:smooth val="1"/>
          <c:extLst>
            <c:ext xmlns:c16="http://schemas.microsoft.com/office/drawing/2014/chart" uri="{C3380CC4-5D6E-409C-BE32-E72D297353CC}">
              <c16:uniqueId val="{00000015-4233-4E9D-9D6D-D06060CC9530}"/>
            </c:ext>
          </c:extLst>
        </c:ser>
        <c:ser>
          <c:idx val="22"/>
          <c:order val="22"/>
          <c:tx>
            <c:strRef>
              <c:f>PM50000_Temps_oc5l2_50000!$BBY$1</c:f>
              <c:strCache>
                <c:ptCount val="1"/>
                <c:pt idx="0">
                  <c:v>TELE_PM_INTERIOR.23</c:v>
                </c:pt>
              </c:strCache>
            </c:strRef>
          </c:tx>
          <c:spPr>
            <a:ln w="19050" cap="rnd">
              <a:solidFill>
                <a:schemeClr val="accent5">
                  <a:lumMod val="80000"/>
                </a:schemeClr>
              </a:solidFill>
              <a:round/>
            </a:ln>
            <a:effectLst/>
          </c:spPr>
          <c:marker>
            <c:symbol val="circle"/>
            <c:size val="5"/>
            <c:spPr>
              <a:solidFill>
                <a:schemeClr val="accent5">
                  <a:lumMod val="80000"/>
                </a:schemeClr>
              </a:solidFill>
              <a:ln w="9525">
                <a:solidFill>
                  <a:schemeClr val="accent5">
                    <a:lumMod val="8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PM50000_Temps_oc5l2_50000!$BBY$2:$BBY$536</c:f>
              <c:numCache>
                <c:formatCode>General</c:formatCode>
                <c:ptCount val="533"/>
                <c:pt idx="0">
                  <c:v>0</c:v>
                </c:pt>
                <c:pt idx="1">
                  <c:v>7.6999999999998181E-3</c:v>
                </c:pt>
                <c:pt idx="2">
                  <c:v>2.3500000000012733E-2</c:v>
                </c:pt>
                <c:pt idx="3">
                  <c:v>4.0999999999996817E-2</c:v>
                </c:pt>
                <c:pt idx="4">
                  <c:v>5.7999999999992724E-2</c:v>
                </c:pt>
                <c:pt idx="5">
                  <c:v>7.3500000000024102E-2</c:v>
                </c:pt>
                <c:pt idx="6">
                  <c:v>8.7500000000034106E-2</c:v>
                </c:pt>
                <c:pt idx="7">
                  <c:v>9.9800000000016098E-2</c:v>
                </c:pt>
                <c:pt idx="8">
                  <c:v>0.11070000000000846</c:v>
                </c:pt>
                <c:pt idx="9">
                  <c:v>0.12040000000001783</c:v>
                </c:pt>
                <c:pt idx="10">
                  <c:v>0.1290000000000191</c:v>
                </c:pt>
                <c:pt idx="11">
                  <c:v>0.13670000000001892</c:v>
                </c:pt>
                <c:pt idx="12">
                  <c:v>0.14359999999999218</c:v>
                </c:pt>
                <c:pt idx="13">
                  <c:v>0.14990000000000236</c:v>
                </c:pt>
                <c:pt idx="14">
                  <c:v>0.15550000000001774</c:v>
                </c:pt>
                <c:pt idx="15">
                  <c:v>0.16070000000001983</c:v>
                </c:pt>
                <c:pt idx="16">
                  <c:v>0.16540000000003374</c:v>
                </c:pt>
                <c:pt idx="17">
                  <c:v>0.16960000000000264</c:v>
                </c:pt>
                <c:pt idx="18">
                  <c:v>0.17350000000004684</c:v>
                </c:pt>
                <c:pt idx="19">
                  <c:v>0.17709999999999582</c:v>
                </c:pt>
                <c:pt idx="20">
                  <c:v>0.1803000000000452</c:v>
                </c:pt>
                <c:pt idx="21">
                  <c:v>0.1833000000000311</c:v>
                </c:pt>
                <c:pt idx="22">
                  <c:v>0.18600000000003547</c:v>
                </c:pt>
                <c:pt idx="23">
                  <c:v>0.1885000000000332</c:v>
                </c:pt>
                <c:pt idx="24">
                  <c:v>0.19080000000002428</c:v>
                </c:pt>
                <c:pt idx="25">
                  <c:v>0.19290000000000873</c:v>
                </c:pt>
                <c:pt idx="26">
                  <c:v>0.19490000000001828</c:v>
                </c:pt>
                <c:pt idx="27">
                  <c:v>0.19730000000004111</c:v>
                </c:pt>
                <c:pt idx="28">
                  <c:v>0.20000000000004547</c:v>
                </c:pt>
                <c:pt idx="29">
                  <c:v>0.20280000000002474</c:v>
                </c:pt>
                <c:pt idx="30">
                  <c:v>0.20539999999999736</c:v>
                </c:pt>
                <c:pt idx="31">
                  <c:v>0.20789999999999509</c:v>
                </c:pt>
                <c:pt idx="32">
                  <c:v>0.21010000000001128</c:v>
                </c:pt>
                <c:pt idx="33">
                  <c:v>0.21219999999999573</c:v>
                </c:pt>
                <c:pt idx="34">
                  <c:v>0.21399999999999864</c:v>
                </c:pt>
                <c:pt idx="35">
                  <c:v>0.21570000000002665</c:v>
                </c:pt>
                <c:pt idx="36">
                  <c:v>0.21730000000002292</c:v>
                </c:pt>
                <c:pt idx="37">
                  <c:v>0.21870000000001255</c:v>
                </c:pt>
                <c:pt idx="38">
                  <c:v>0.22010000000000218</c:v>
                </c:pt>
                <c:pt idx="39">
                  <c:v>0.22130000000004202</c:v>
                </c:pt>
                <c:pt idx="40">
                  <c:v>0.22239999999999327</c:v>
                </c:pt>
                <c:pt idx="41">
                  <c:v>0.22340000000002647</c:v>
                </c:pt>
                <c:pt idx="42">
                  <c:v>0.22440000000000282</c:v>
                </c:pt>
                <c:pt idx="43">
                  <c:v>0.22530000000000427</c:v>
                </c:pt>
                <c:pt idx="44">
                  <c:v>0.22610000000003083</c:v>
                </c:pt>
                <c:pt idx="45">
                  <c:v>0.22690000000000055</c:v>
                </c:pt>
                <c:pt idx="46">
                  <c:v>0.22759999999999536</c:v>
                </c:pt>
                <c:pt idx="47">
                  <c:v>0.22820000000001528</c:v>
                </c:pt>
                <c:pt idx="48">
                  <c:v>0.2288000000000352</c:v>
                </c:pt>
                <c:pt idx="49">
                  <c:v>0.22939999999999827</c:v>
                </c:pt>
                <c:pt idx="50">
                  <c:v>0.22990000000004329</c:v>
                </c:pt>
                <c:pt idx="51">
                  <c:v>0.23040000000003147</c:v>
                </c:pt>
                <c:pt idx="52">
                  <c:v>0.23080000000004475</c:v>
                </c:pt>
                <c:pt idx="53">
                  <c:v>0.23120000000000118</c:v>
                </c:pt>
                <c:pt idx="54">
                  <c:v>0.23160000000001446</c:v>
                </c:pt>
                <c:pt idx="55">
                  <c:v>0.23200000000002774</c:v>
                </c:pt>
                <c:pt idx="56">
                  <c:v>0.23230000000000928</c:v>
                </c:pt>
                <c:pt idx="57">
                  <c:v>0.23240000000004102</c:v>
                </c:pt>
                <c:pt idx="58">
                  <c:v>0.23200000000002774</c:v>
                </c:pt>
                <c:pt idx="59">
                  <c:v>0.23130000000003292</c:v>
                </c:pt>
                <c:pt idx="60">
                  <c:v>0.23050000000000637</c:v>
                </c:pt>
                <c:pt idx="61">
                  <c:v>0.22980000000001155</c:v>
                </c:pt>
                <c:pt idx="62">
                  <c:v>0.22910000000001673</c:v>
                </c:pt>
                <c:pt idx="63">
                  <c:v>0.22849999999999682</c:v>
                </c:pt>
                <c:pt idx="64">
                  <c:v>0.22800000000000864</c:v>
                </c:pt>
                <c:pt idx="65">
                  <c:v>0.22750000000002046</c:v>
                </c:pt>
                <c:pt idx="66">
                  <c:v>0.22710000000000719</c:v>
                </c:pt>
                <c:pt idx="67">
                  <c:v>0.22669999999999391</c:v>
                </c:pt>
                <c:pt idx="68">
                  <c:v>0.22640000000001237</c:v>
                </c:pt>
                <c:pt idx="69">
                  <c:v>0.22610000000003083</c:v>
                </c:pt>
                <c:pt idx="70">
                  <c:v>0.22579999999999245</c:v>
                </c:pt>
                <c:pt idx="71">
                  <c:v>0.22550000000001091</c:v>
                </c:pt>
                <c:pt idx="72">
                  <c:v>0.22530000000000427</c:v>
                </c:pt>
                <c:pt idx="73">
                  <c:v>0.22509999999999764</c:v>
                </c:pt>
                <c:pt idx="74">
                  <c:v>0.224899999999991</c:v>
                </c:pt>
                <c:pt idx="75">
                  <c:v>0.2247000000000412</c:v>
                </c:pt>
                <c:pt idx="76">
                  <c:v>0.22450000000003456</c:v>
                </c:pt>
                <c:pt idx="77">
                  <c:v>0.22430000000002792</c:v>
                </c:pt>
                <c:pt idx="78">
                  <c:v>0.22419999999999618</c:v>
                </c:pt>
                <c:pt idx="79">
                  <c:v>0.22410000000002128</c:v>
                </c:pt>
                <c:pt idx="80">
                  <c:v>0.22390000000001464</c:v>
                </c:pt>
                <c:pt idx="81">
                  <c:v>0.22380000000003974</c:v>
                </c:pt>
                <c:pt idx="82">
                  <c:v>0.223700000000008</c:v>
                </c:pt>
                <c:pt idx="83">
                  <c:v>0.22360000000003311</c:v>
                </c:pt>
                <c:pt idx="84">
                  <c:v>0.22350000000000136</c:v>
                </c:pt>
                <c:pt idx="85">
                  <c:v>0.22340000000002647</c:v>
                </c:pt>
                <c:pt idx="86">
                  <c:v>0.22329999999999472</c:v>
                </c:pt>
                <c:pt idx="87">
                  <c:v>0.22329999999999472</c:v>
                </c:pt>
                <c:pt idx="88">
                  <c:v>0.22320000000001983</c:v>
                </c:pt>
                <c:pt idx="89">
                  <c:v>0.22310000000004493</c:v>
                </c:pt>
                <c:pt idx="90">
                  <c:v>0.22310000000004493</c:v>
                </c:pt>
                <c:pt idx="91">
                  <c:v>0.22300000000001319</c:v>
                </c:pt>
                <c:pt idx="92">
                  <c:v>0.22300000000001319</c:v>
                </c:pt>
                <c:pt idx="93">
                  <c:v>0.22290000000003829</c:v>
                </c:pt>
                <c:pt idx="94">
                  <c:v>0.22290000000003829</c:v>
                </c:pt>
                <c:pt idx="95">
                  <c:v>0.22290000000003829</c:v>
                </c:pt>
                <c:pt idx="96">
                  <c:v>0.22280000000000655</c:v>
                </c:pt>
                <c:pt idx="97">
                  <c:v>0.22280000000000655</c:v>
                </c:pt>
                <c:pt idx="98">
                  <c:v>0.22280000000000655</c:v>
                </c:pt>
                <c:pt idx="99">
                  <c:v>0.22270000000003165</c:v>
                </c:pt>
                <c:pt idx="100">
                  <c:v>0.22270000000003165</c:v>
                </c:pt>
                <c:pt idx="101">
                  <c:v>0.22270000000003165</c:v>
                </c:pt>
                <c:pt idx="102">
                  <c:v>0.22270000000003165</c:v>
                </c:pt>
                <c:pt idx="103">
                  <c:v>0.22259999999999991</c:v>
                </c:pt>
                <c:pt idx="104">
                  <c:v>0.22259999999999991</c:v>
                </c:pt>
                <c:pt idx="105">
                  <c:v>0.22259999999999991</c:v>
                </c:pt>
                <c:pt idx="106">
                  <c:v>0.22259999999999991</c:v>
                </c:pt>
                <c:pt idx="107">
                  <c:v>0.22259999999999991</c:v>
                </c:pt>
                <c:pt idx="108">
                  <c:v>0.22259999999999991</c:v>
                </c:pt>
                <c:pt idx="109">
                  <c:v>0.22259999999999991</c:v>
                </c:pt>
                <c:pt idx="110">
                  <c:v>0.22270000000003165</c:v>
                </c:pt>
                <c:pt idx="111">
                  <c:v>0.22280000000000655</c:v>
                </c:pt>
                <c:pt idx="112">
                  <c:v>0.22280000000000655</c:v>
                </c:pt>
                <c:pt idx="113">
                  <c:v>0.22290000000003829</c:v>
                </c:pt>
                <c:pt idx="114">
                  <c:v>0.22290000000003829</c:v>
                </c:pt>
                <c:pt idx="115">
                  <c:v>0.22300000000001319</c:v>
                </c:pt>
                <c:pt idx="116">
                  <c:v>0.22300000000001319</c:v>
                </c:pt>
                <c:pt idx="117">
                  <c:v>0.22310000000004493</c:v>
                </c:pt>
                <c:pt idx="118">
                  <c:v>0.22310000000004493</c:v>
                </c:pt>
                <c:pt idx="119">
                  <c:v>0.22320000000001983</c:v>
                </c:pt>
                <c:pt idx="120">
                  <c:v>0.22320000000001983</c:v>
                </c:pt>
                <c:pt idx="121">
                  <c:v>0.22320000000001983</c:v>
                </c:pt>
                <c:pt idx="122">
                  <c:v>0.22329999999999472</c:v>
                </c:pt>
                <c:pt idx="123">
                  <c:v>0.22329999999999472</c:v>
                </c:pt>
                <c:pt idx="124">
                  <c:v>0.22329999999999472</c:v>
                </c:pt>
                <c:pt idx="125">
                  <c:v>0.22340000000002647</c:v>
                </c:pt>
                <c:pt idx="126">
                  <c:v>0.22340000000002647</c:v>
                </c:pt>
                <c:pt idx="127">
                  <c:v>0.22340000000002647</c:v>
                </c:pt>
                <c:pt idx="128">
                  <c:v>0.22350000000000136</c:v>
                </c:pt>
                <c:pt idx="129">
                  <c:v>0.22350000000000136</c:v>
                </c:pt>
                <c:pt idx="130">
                  <c:v>0.22350000000000136</c:v>
                </c:pt>
                <c:pt idx="131">
                  <c:v>0.22350000000000136</c:v>
                </c:pt>
                <c:pt idx="132">
                  <c:v>0.22360000000003311</c:v>
                </c:pt>
                <c:pt idx="133">
                  <c:v>0.22360000000003311</c:v>
                </c:pt>
                <c:pt idx="134">
                  <c:v>0.22360000000003311</c:v>
                </c:pt>
                <c:pt idx="135">
                  <c:v>0.22360000000003311</c:v>
                </c:pt>
                <c:pt idx="136">
                  <c:v>0.22360000000003311</c:v>
                </c:pt>
                <c:pt idx="137">
                  <c:v>0.223700000000008</c:v>
                </c:pt>
                <c:pt idx="138">
                  <c:v>0.223700000000008</c:v>
                </c:pt>
                <c:pt idx="139">
                  <c:v>0.223700000000008</c:v>
                </c:pt>
                <c:pt idx="140">
                  <c:v>0.223700000000008</c:v>
                </c:pt>
                <c:pt idx="141">
                  <c:v>0.223700000000008</c:v>
                </c:pt>
                <c:pt idx="142">
                  <c:v>0.223700000000008</c:v>
                </c:pt>
                <c:pt idx="143">
                  <c:v>0.223700000000008</c:v>
                </c:pt>
                <c:pt idx="144">
                  <c:v>0.223700000000008</c:v>
                </c:pt>
                <c:pt idx="145">
                  <c:v>0.22380000000003974</c:v>
                </c:pt>
                <c:pt idx="146">
                  <c:v>0.22380000000003974</c:v>
                </c:pt>
                <c:pt idx="147">
                  <c:v>0.22380000000003974</c:v>
                </c:pt>
                <c:pt idx="148">
                  <c:v>0.22380000000003974</c:v>
                </c:pt>
                <c:pt idx="149">
                  <c:v>0.22380000000003974</c:v>
                </c:pt>
                <c:pt idx="150">
                  <c:v>0.22380000000003974</c:v>
                </c:pt>
                <c:pt idx="151">
                  <c:v>0.22380000000003974</c:v>
                </c:pt>
                <c:pt idx="152">
                  <c:v>0.22380000000003974</c:v>
                </c:pt>
                <c:pt idx="153">
                  <c:v>0.22380000000003974</c:v>
                </c:pt>
                <c:pt idx="154">
                  <c:v>0.22380000000003974</c:v>
                </c:pt>
                <c:pt idx="155">
                  <c:v>0.22380000000003974</c:v>
                </c:pt>
                <c:pt idx="156">
                  <c:v>0.22380000000003974</c:v>
                </c:pt>
                <c:pt idx="157">
                  <c:v>0.22380000000003974</c:v>
                </c:pt>
                <c:pt idx="158">
                  <c:v>0.223700000000008</c:v>
                </c:pt>
                <c:pt idx="159">
                  <c:v>0.22340000000002647</c:v>
                </c:pt>
                <c:pt idx="160">
                  <c:v>0.22300000000001319</c:v>
                </c:pt>
                <c:pt idx="161">
                  <c:v>0.22259999999999991</c:v>
                </c:pt>
                <c:pt idx="162">
                  <c:v>0.22220000000004347</c:v>
                </c:pt>
                <c:pt idx="163">
                  <c:v>0.2218000000000302</c:v>
                </c:pt>
                <c:pt idx="164">
                  <c:v>0.22140000000001692</c:v>
                </c:pt>
                <c:pt idx="165">
                  <c:v>0.22110000000003538</c:v>
                </c:pt>
                <c:pt idx="166">
                  <c:v>0.220799999999997</c:v>
                </c:pt>
                <c:pt idx="167">
                  <c:v>0.22050000000001546</c:v>
                </c:pt>
                <c:pt idx="168">
                  <c:v>0.22020000000003392</c:v>
                </c:pt>
                <c:pt idx="169">
                  <c:v>0.21989999999999554</c:v>
                </c:pt>
                <c:pt idx="170">
                  <c:v>0.21970000000004575</c:v>
                </c:pt>
                <c:pt idx="171">
                  <c:v>0.21950000000003911</c:v>
                </c:pt>
                <c:pt idx="172">
                  <c:v>0.21930000000003247</c:v>
                </c:pt>
                <c:pt idx="173">
                  <c:v>0.21910000000002583</c:v>
                </c:pt>
                <c:pt idx="174">
                  <c:v>0.21890000000001919</c:v>
                </c:pt>
                <c:pt idx="175">
                  <c:v>0.21870000000001255</c:v>
                </c:pt>
                <c:pt idx="176">
                  <c:v>0.21850000000000591</c:v>
                </c:pt>
                <c:pt idx="177">
                  <c:v>0.21840000000003101</c:v>
                </c:pt>
                <c:pt idx="178">
                  <c:v>0.21820000000002437</c:v>
                </c:pt>
                <c:pt idx="179">
                  <c:v>0.21809999999999263</c:v>
                </c:pt>
                <c:pt idx="180">
                  <c:v>0.21790000000004284</c:v>
                </c:pt>
                <c:pt idx="181">
                  <c:v>0.2178000000000111</c:v>
                </c:pt>
                <c:pt idx="182">
                  <c:v>0.2177000000000362</c:v>
                </c:pt>
                <c:pt idx="183">
                  <c:v>0.2177000000000362</c:v>
                </c:pt>
                <c:pt idx="184">
                  <c:v>0.21829999999999927</c:v>
                </c:pt>
                <c:pt idx="185">
                  <c:v>0.21940000000000737</c:v>
                </c:pt>
                <c:pt idx="186">
                  <c:v>0.22059999999999036</c:v>
                </c:pt>
                <c:pt idx="187">
                  <c:v>0.2218000000000302</c:v>
                </c:pt>
                <c:pt idx="188">
                  <c:v>0.22290000000003829</c:v>
                </c:pt>
                <c:pt idx="189">
                  <c:v>0.22400000000004638</c:v>
                </c:pt>
                <c:pt idx="190">
                  <c:v>0.224899999999991</c:v>
                </c:pt>
                <c:pt idx="191">
                  <c:v>0.22570000000001755</c:v>
                </c:pt>
                <c:pt idx="192">
                  <c:v>0.22650000000004411</c:v>
                </c:pt>
                <c:pt idx="193">
                  <c:v>0.22720000000003893</c:v>
                </c:pt>
                <c:pt idx="194">
                  <c:v>0.227800000000002</c:v>
                </c:pt>
                <c:pt idx="195">
                  <c:v>0.22840000000002192</c:v>
                </c:pt>
                <c:pt idx="196">
                  <c:v>0.2289000000000101</c:v>
                </c:pt>
                <c:pt idx="197">
                  <c:v>0.22950000000003001</c:v>
                </c:pt>
                <c:pt idx="198">
                  <c:v>0.22990000000004329</c:v>
                </c:pt>
                <c:pt idx="199">
                  <c:v>0.23040000000003147</c:v>
                </c:pt>
                <c:pt idx="200">
                  <c:v>0.23080000000004475</c:v>
                </c:pt>
                <c:pt idx="201">
                  <c:v>0.23120000000000118</c:v>
                </c:pt>
                <c:pt idx="202">
                  <c:v>0.23150000000003956</c:v>
                </c:pt>
                <c:pt idx="203">
                  <c:v>0.231899999999996</c:v>
                </c:pt>
                <c:pt idx="204">
                  <c:v>0.23220000000003438</c:v>
                </c:pt>
                <c:pt idx="205">
                  <c:v>0.23250000000001592</c:v>
                </c:pt>
                <c:pt idx="206">
                  <c:v>0.23270000000002256</c:v>
                </c:pt>
                <c:pt idx="207">
                  <c:v>0.23300000000000409</c:v>
                </c:pt>
                <c:pt idx="208">
                  <c:v>0.23320000000001073</c:v>
                </c:pt>
                <c:pt idx="209">
                  <c:v>0.23349999999999227</c:v>
                </c:pt>
                <c:pt idx="210">
                  <c:v>0.23369999999999891</c:v>
                </c:pt>
                <c:pt idx="211">
                  <c:v>0.23390000000000555</c:v>
                </c:pt>
                <c:pt idx="212">
                  <c:v>0.23400000000003729</c:v>
                </c:pt>
                <c:pt idx="213">
                  <c:v>0.23420000000004393</c:v>
                </c:pt>
                <c:pt idx="214">
                  <c:v>0.23400000000003729</c:v>
                </c:pt>
                <c:pt idx="215">
                  <c:v>0.23349999999999227</c:v>
                </c:pt>
                <c:pt idx="216">
                  <c:v>0.23259999999999081</c:v>
                </c:pt>
                <c:pt idx="217">
                  <c:v>0.2318000000000211</c:v>
                </c:pt>
                <c:pt idx="218">
                  <c:v>0.23099999999999454</c:v>
                </c:pt>
                <c:pt idx="219">
                  <c:v>0.23020000000002483</c:v>
                </c:pt>
                <c:pt idx="220">
                  <c:v>0.22950000000003001</c:v>
                </c:pt>
                <c:pt idx="221">
                  <c:v>0.2289000000000101</c:v>
                </c:pt>
                <c:pt idx="222">
                  <c:v>0.22840000000002192</c:v>
                </c:pt>
                <c:pt idx="223">
                  <c:v>0.22790000000003374</c:v>
                </c:pt>
                <c:pt idx="224">
                  <c:v>0.22750000000002046</c:v>
                </c:pt>
                <c:pt idx="225">
                  <c:v>0.22710000000000719</c:v>
                </c:pt>
                <c:pt idx="226">
                  <c:v>0.22669999999999391</c:v>
                </c:pt>
                <c:pt idx="227">
                  <c:v>0.22640000000001237</c:v>
                </c:pt>
                <c:pt idx="228">
                  <c:v>0.22610000000003083</c:v>
                </c:pt>
                <c:pt idx="229">
                  <c:v>0.22579999999999245</c:v>
                </c:pt>
                <c:pt idx="230">
                  <c:v>0.22550000000001091</c:v>
                </c:pt>
                <c:pt idx="231">
                  <c:v>0.22530000000000427</c:v>
                </c:pt>
                <c:pt idx="232">
                  <c:v>0.22509999999999764</c:v>
                </c:pt>
                <c:pt idx="233">
                  <c:v>0.224899999999991</c:v>
                </c:pt>
                <c:pt idx="234">
                  <c:v>0.2247000000000412</c:v>
                </c:pt>
                <c:pt idx="235">
                  <c:v>0.22450000000003456</c:v>
                </c:pt>
                <c:pt idx="236">
                  <c:v>0.22430000000002792</c:v>
                </c:pt>
                <c:pt idx="237">
                  <c:v>0.22419999999999618</c:v>
                </c:pt>
                <c:pt idx="238">
                  <c:v>0.22410000000002128</c:v>
                </c:pt>
                <c:pt idx="239">
                  <c:v>0.22390000000001464</c:v>
                </c:pt>
                <c:pt idx="240">
                  <c:v>0.22380000000003974</c:v>
                </c:pt>
                <c:pt idx="241">
                  <c:v>0.223700000000008</c:v>
                </c:pt>
                <c:pt idx="242">
                  <c:v>0.22360000000003311</c:v>
                </c:pt>
                <c:pt idx="243">
                  <c:v>0.22350000000000136</c:v>
                </c:pt>
                <c:pt idx="244">
                  <c:v>0.22340000000002647</c:v>
                </c:pt>
                <c:pt idx="245">
                  <c:v>0.22340000000002647</c:v>
                </c:pt>
                <c:pt idx="246">
                  <c:v>0.22329999999999472</c:v>
                </c:pt>
                <c:pt idx="247">
                  <c:v>0.22320000000001983</c:v>
                </c:pt>
                <c:pt idx="248">
                  <c:v>0.22320000000001983</c:v>
                </c:pt>
                <c:pt idx="249">
                  <c:v>0.22310000000004493</c:v>
                </c:pt>
                <c:pt idx="250">
                  <c:v>0.22300000000001319</c:v>
                </c:pt>
                <c:pt idx="251">
                  <c:v>0.22300000000001319</c:v>
                </c:pt>
                <c:pt idx="252">
                  <c:v>0.22300000000001319</c:v>
                </c:pt>
                <c:pt idx="253">
                  <c:v>0.22290000000003829</c:v>
                </c:pt>
                <c:pt idx="254">
                  <c:v>0.22290000000003829</c:v>
                </c:pt>
                <c:pt idx="255">
                  <c:v>0.22280000000000655</c:v>
                </c:pt>
                <c:pt idx="256">
                  <c:v>0.22280000000000655</c:v>
                </c:pt>
                <c:pt idx="257">
                  <c:v>0.22280000000000655</c:v>
                </c:pt>
                <c:pt idx="258">
                  <c:v>0.22270000000003165</c:v>
                </c:pt>
                <c:pt idx="259">
                  <c:v>0.22270000000003165</c:v>
                </c:pt>
                <c:pt idx="260">
                  <c:v>0.22270000000003165</c:v>
                </c:pt>
                <c:pt idx="261">
                  <c:v>0.22270000000003165</c:v>
                </c:pt>
                <c:pt idx="262">
                  <c:v>0.22259999999999991</c:v>
                </c:pt>
                <c:pt idx="263">
                  <c:v>0.22259999999999991</c:v>
                </c:pt>
                <c:pt idx="264">
                  <c:v>0.22259999999999991</c:v>
                </c:pt>
                <c:pt idx="265">
                  <c:v>0.22259999999999991</c:v>
                </c:pt>
                <c:pt idx="266">
                  <c:v>0.22270000000003165</c:v>
                </c:pt>
                <c:pt idx="267">
                  <c:v>0.22280000000000655</c:v>
                </c:pt>
                <c:pt idx="268">
                  <c:v>0.22280000000000655</c:v>
                </c:pt>
                <c:pt idx="269">
                  <c:v>0.22290000000003829</c:v>
                </c:pt>
                <c:pt idx="270">
                  <c:v>0.22290000000003829</c:v>
                </c:pt>
                <c:pt idx="271">
                  <c:v>0.22300000000001319</c:v>
                </c:pt>
                <c:pt idx="272">
                  <c:v>0.22300000000001319</c:v>
                </c:pt>
                <c:pt idx="273">
                  <c:v>0.22310000000004493</c:v>
                </c:pt>
                <c:pt idx="274">
                  <c:v>0.22310000000004493</c:v>
                </c:pt>
                <c:pt idx="275">
                  <c:v>0.22320000000001983</c:v>
                </c:pt>
                <c:pt idx="276">
                  <c:v>0.22320000000001983</c:v>
                </c:pt>
                <c:pt idx="277">
                  <c:v>0.22320000000001983</c:v>
                </c:pt>
                <c:pt idx="278">
                  <c:v>0.22329999999999472</c:v>
                </c:pt>
                <c:pt idx="279">
                  <c:v>0.22329999999999472</c:v>
                </c:pt>
                <c:pt idx="280">
                  <c:v>0.22329999999999472</c:v>
                </c:pt>
                <c:pt idx="281">
                  <c:v>0.22340000000002647</c:v>
                </c:pt>
                <c:pt idx="282">
                  <c:v>0.22340000000002647</c:v>
                </c:pt>
                <c:pt idx="283">
                  <c:v>0.22340000000002647</c:v>
                </c:pt>
                <c:pt idx="284">
                  <c:v>0.22350000000000136</c:v>
                </c:pt>
                <c:pt idx="285">
                  <c:v>0.22350000000000136</c:v>
                </c:pt>
                <c:pt idx="286">
                  <c:v>0.22350000000000136</c:v>
                </c:pt>
                <c:pt idx="287">
                  <c:v>0.22350000000000136</c:v>
                </c:pt>
                <c:pt idx="288">
                  <c:v>0.22360000000003311</c:v>
                </c:pt>
                <c:pt idx="289">
                  <c:v>0.22360000000003311</c:v>
                </c:pt>
                <c:pt idx="290">
                  <c:v>0.22360000000003311</c:v>
                </c:pt>
                <c:pt idx="291">
                  <c:v>0.22360000000003311</c:v>
                </c:pt>
                <c:pt idx="292">
                  <c:v>0.22360000000003311</c:v>
                </c:pt>
                <c:pt idx="293">
                  <c:v>0.223700000000008</c:v>
                </c:pt>
                <c:pt idx="294">
                  <c:v>0.223700000000008</c:v>
                </c:pt>
                <c:pt idx="295">
                  <c:v>0.223700000000008</c:v>
                </c:pt>
                <c:pt idx="296">
                  <c:v>0.223700000000008</c:v>
                </c:pt>
                <c:pt idx="297">
                  <c:v>0.223700000000008</c:v>
                </c:pt>
                <c:pt idx="298">
                  <c:v>0.223700000000008</c:v>
                </c:pt>
                <c:pt idx="299">
                  <c:v>0.223700000000008</c:v>
                </c:pt>
                <c:pt idx="300">
                  <c:v>0.223700000000008</c:v>
                </c:pt>
                <c:pt idx="301">
                  <c:v>0.22380000000003974</c:v>
                </c:pt>
                <c:pt idx="302">
                  <c:v>0.22380000000003974</c:v>
                </c:pt>
                <c:pt idx="303">
                  <c:v>0.22380000000003974</c:v>
                </c:pt>
                <c:pt idx="304">
                  <c:v>0.22380000000003974</c:v>
                </c:pt>
                <c:pt idx="305">
                  <c:v>0.22380000000003974</c:v>
                </c:pt>
                <c:pt idx="306">
                  <c:v>0.22380000000003974</c:v>
                </c:pt>
                <c:pt idx="307">
                  <c:v>0.22380000000003974</c:v>
                </c:pt>
                <c:pt idx="308">
                  <c:v>0.22380000000003974</c:v>
                </c:pt>
                <c:pt idx="309">
                  <c:v>0.22380000000003974</c:v>
                </c:pt>
                <c:pt idx="310">
                  <c:v>0.22380000000003974</c:v>
                </c:pt>
                <c:pt idx="311">
                  <c:v>0.22380000000003974</c:v>
                </c:pt>
                <c:pt idx="312">
                  <c:v>0.22380000000003974</c:v>
                </c:pt>
                <c:pt idx="313">
                  <c:v>0.22380000000003974</c:v>
                </c:pt>
                <c:pt idx="314">
                  <c:v>0.22380000000003974</c:v>
                </c:pt>
                <c:pt idx="315">
                  <c:v>0.223700000000008</c:v>
                </c:pt>
                <c:pt idx="316">
                  <c:v>0.22340000000002647</c:v>
                </c:pt>
                <c:pt idx="317">
                  <c:v>0.22300000000001319</c:v>
                </c:pt>
                <c:pt idx="318">
                  <c:v>0.22250000000002501</c:v>
                </c:pt>
                <c:pt idx="319">
                  <c:v>0.22210000000001173</c:v>
                </c:pt>
                <c:pt idx="320">
                  <c:v>0.22169999999999845</c:v>
                </c:pt>
                <c:pt idx="321">
                  <c:v>0.22140000000001692</c:v>
                </c:pt>
                <c:pt idx="322">
                  <c:v>0.22100000000000364</c:v>
                </c:pt>
                <c:pt idx="323">
                  <c:v>0.2207000000000221</c:v>
                </c:pt>
                <c:pt idx="324">
                  <c:v>0.22040000000004056</c:v>
                </c:pt>
                <c:pt idx="325">
                  <c:v>0.22020000000003392</c:v>
                </c:pt>
                <c:pt idx="326">
                  <c:v>0.21989999999999554</c:v>
                </c:pt>
                <c:pt idx="327">
                  <c:v>0.21970000000004575</c:v>
                </c:pt>
                <c:pt idx="328">
                  <c:v>0.21950000000003911</c:v>
                </c:pt>
                <c:pt idx="329">
                  <c:v>0.21920000000000073</c:v>
                </c:pt>
                <c:pt idx="330">
                  <c:v>0.21899999999999409</c:v>
                </c:pt>
                <c:pt idx="331">
                  <c:v>0.21890000000001919</c:v>
                </c:pt>
                <c:pt idx="332">
                  <c:v>0.21870000000001255</c:v>
                </c:pt>
                <c:pt idx="333">
                  <c:v>0.21850000000000591</c:v>
                </c:pt>
                <c:pt idx="334">
                  <c:v>0.21829999999999927</c:v>
                </c:pt>
                <c:pt idx="335">
                  <c:v>0.21820000000002437</c:v>
                </c:pt>
                <c:pt idx="336">
                  <c:v>0.21800000000001774</c:v>
                </c:pt>
                <c:pt idx="337">
                  <c:v>0.21790000000004284</c:v>
                </c:pt>
                <c:pt idx="338">
                  <c:v>0.2178000000000111</c:v>
                </c:pt>
                <c:pt idx="339">
                  <c:v>0.21760000000000446</c:v>
                </c:pt>
                <c:pt idx="340">
                  <c:v>0.2178000000000111</c:v>
                </c:pt>
                <c:pt idx="341">
                  <c:v>0.21850000000000591</c:v>
                </c:pt>
                <c:pt idx="342">
                  <c:v>0.21960000000001401</c:v>
                </c:pt>
                <c:pt idx="343">
                  <c:v>0.220799999999997</c:v>
                </c:pt>
                <c:pt idx="344">
                  <c:v>0.22200000000003683</c:v>
                </c:pt>
                <c:pt idx="345">
                  <c:v>0.22310000000004493</c:v>
                </c:pt>
                <c:pt idx="346">
                  <c:v>0.22410000000002128</c:v>
                </c:pt>
                <c:pt idx="347">
                  <c:v>0.22500000000002274</c:v>
                </c:pt>
                <c:pt idx="348">
                  <c:v>0.22579999999999245</c:v>
                </c:pt>
                <c:pt idx="349">
                  <c:v>0.22660000000001901</c:v>
                </c:pt>
                <c:pt idx="350">
                  <c:v>0.22730000000001382</c:v>
                </c:pt>
                <c:pt idx="351">
                  <c:v>0.22790000000003374</c:v>
                </c:pt>
                <c:pt idx="352">
                  <c:v>0.22849999999999682</c:v>
                </c:pt>
                <c:pt idx="353">
                  <c:v>0.22900000000004184</c:v>
                </c:pt>
                <c:pt idx="354">
                  <c:v>0.22950000000003001</c:v>
                </c:pt>
                <c:pt idx="355">
                  <c:v>0.23000000000001819</c:v>
                </c:pt>
                <c:pt idx="356">
                  <c:v>0.23040000000003147</c:v>
                </c:pt>
                <c:pt idx="357">
                  <c:v>0.23080000000004475</c:v>
                </c:pt>
                <c:pt idx="358">
                  <c:v>0.23120000000000118</c:v>
                </c:pt>
                <c:pt idx="359">
                  <c:v>0.23160000000001446</c:v>
                </c:pt>
                <c:pt idx="360">
                  <c:v>0.231899999999996</c:v>
                </c:pt>
                <c:pt idx="361">
                  <c:v>0.231899999999996</c:v>
                </c:pt>
                <c:pt idx="362">
                  <c:v>0.23220000000003438</c:v>
                </c:pt>
                <c:pt idx="363">
                  <c:v>0.23250000000001592</c:v>
                </c:pt>
                <c:pt idx="364">
                  <c:v>0.23279999999999745</c:v>
                </c:pt>
                <c:pt idx="365">
                  <c:v>0.23300000000000409</c:v>
                </c:pt>
                <c:pt idx="366">
                  <c:v>0.23330000000004247</c:v>
                </c:pt>
                <c:pt idx="367">
                  <c:v>0.23349999999999227</c:v>
                </c:pt>
                <c:pt idx="368">
                  <c:v>0.23369999999999891</c:v>
                </c:pt>
                <c:pt idx="369">
                  <c:v>0.23390000000000555</c:v>
                </c:pt>
                <c:pt idx="370">
                  <c:v>0.23410000000001219</c:v>
                </c:pt>
                <c:pt idx="371">
                  <c:v>0.23420000000004393</c:v>
                </c:pt>
                <c:pt idx="372">
                  <c:v>0.23400000000003729</c:v>
                </c:pt>
                <c:pt idx="373">
                  <c:v>0.23330000000004247</c:v>
                </c:pt>
                <c:pt idx="374">
                  <c:v>0.23250000000001592</c:v>
                </c:pt>
                <c:pt idx="375">
                  <c:v>0.2317000000000462</c:v>
                </c:pt>
                <c:pt idx="376">
                  <c:v>0.23080000000004475</c:v>
                </c:pt>
                <c:pt idx="377">
                  <c:v>0.23009999999999309</c:v>
                </c:pt>
                <c:pt idx="378">
                  <c:v>0.22939999999999827</c:v>
                </c:pt>
                <c:pt idx="379">
                  <c:v>0.2288000000000352</c:v>
                </c:pt>
                <c:pt idx="380">
                  <c:v>0.22829999999999018</c:v>
                </c:pt>
                <c:pt idx="381">
                  <c:v>0.227800000000002</c:v>
                </c:pt>
                <c:pt idx="382">
                  <c:v>0.22740000000004557</c:v>
                </c:pt>
                <c:pt idx="383">
                  <c:v>0.22700000000003229</c:v>
                </c:pt>
                <c:pt idx="384">
                  <c:v>0.22669999999999391</c:v>
                </c:pt>
                <c:pt idx="385">
                  <c:v>0.22630000000003747</c:v>
                </c:pt>
                <c:pt idx="386">
                  <c:v>0.22599999999999909</c:v>
                </c:pt>
                <c:pt idx="387">
                  <c:v>0.22570000000001755</c:v>
                </c:pt>
                <c:pt idx="388">
                  <c:v>0.22550000000001091</c:v>
                </c:pt>
                <c:pt idx="389">
                  <c:v>0.22530000000000427</c:v>
                </c:pt>
                <c:pt idx="390">
                  <c:v>0.22500000000002274</c:v>
                </c:pt>
                <c:pt idx="391">
                  <c:v>0.2248000000000161</c:v>
                </c:pt>
                <c:pt idx="392">
                  <c:v>0.2247000000000412</c:v>
                </c:pt>
                <c:pt idx="393">
                  <c:v>0.22450000000003456</c:v>
                </c:pt>
                <c:pt idx="394">
                  <c:v>0.22430000000002792</c:v>
                </c:pt>
                <c:pt idx="395">
                  <c:v>0.22419999999999618</c:v>
                </c:pt>
                <c:pt idx="396">
                  <c:v>0.22400000000004638</c:v>
                </c:pt>
                <c:pt idx="397">
                  <c:v>0.22390000000001464</c:v>
                </c:pt>
                <c:pt idx="398">
                  <c:v>0.22380000000003974</c:v>
                </c:pt>
                <c:pt idx="399">
                  <c:v>0.223700000000008</c:v>
                </c:pt>
                <c:pt idx="400">
                  <c:v>0.22360000000003311</c:v>
                </c:pt>
                <c:pt idx="401">
                  <c:v>0.22350000000000136</c:v>
                </c:pt>
                <c:pt idx="402">
                  <c:v>0.22340000000002647</c:v>
                </c:pt>
                <c:pt idx="403">
                  <c:v>0.22340000000002647</c:v>
                </c:pt>
                <c:pt idx="404">
                  <c:v>0.22329999999999472</c:v>
                </c:pt>
                <c:pt idx="405">
                  <c:v>0.22320000000001983</c:v>
                </c:pt>
                <c:pt idx="406">
                  <c:v>0.22320000000001983</c:v>
                </c:pt>
                <c:pt idx="407">
                  <c:v>0.22310000000004493</c:v>
                </c:pt>
                <c:pt idx="408">
                  <c:v>0.22300000000001319</c:v>
                </c:pt>
                <c:pt idx="409">
                  <c:v>0.22300000000001319</c:v>
                </c:pt>
                <c:pt idx="410">
                  <c:v>0.22300000000001319</c:v>
                </c:pt>
                <c:pt idx="411">
                  <c:v>0.22290000000003829</c:v>
                </c:pt>
                <c:pt idx="412">
                  <c:v>0.22290000000003829</c:v>
                </c:pt>
                <c:pt idx="413">
                  <c:v>0.22280000000000655</c:v>
                </c:pt>
                <c:pt idx="414">
                  <c:v>0.22280000000000655</c:v>
                </c:pt>
                <c:pt idx="415">
                  <c:v>0.22280000000000655</c:v>
                </c:pt>
                <c:pt idx="416">
                  <c:v>0.22270000000003165</c:v>
                </c:pt>
                <c:pt idx="417">
                  <c:v>0.22270000000003165</c:v>
                </c:pt>
                <c:pt idx="418">
                  <c:v>0.22270000000003165</c:v>
                </c:pt>
                <c:pt idx="419">
                  <c:v>0.22270000000003165</c:v>
                </c:pt>
                <c:pt idx="420">
                  <c:v>0.22259999999999991</c:v>
                </c:pt>
                <c:pt idx="421">
                  <c:v>0.22259999999999991</c:v>
                </c:pt>
                <c:pt idx="422">
                  <c:v>0.22259999999999991</c:v>
                </c:pt>
                <c:pt idx="423">
                  <c:v>0.22259999999999991</c:v>
                </c:pt>
                <c:pt idx="424">
                  <c:v>0.22270000000003165</c:v>
                </c:pt>
                <c:pt idx="425">
                  <c:v>0.22280000000000655</c:v>
                </c:pt>
                <c:pt idx="426">
                  <c:v>0.22280000000000655</c:v>
                </c:pt>
                <c:pt idx="427">
                  <c:v>0.22290000000003829</c:v>
                </c:pt>
                <c:pt idx="428">
                  <c:v>0.22290000000003829</c:v>
                </c:pt>
                <c:pt idx="429">
                  <c:v>0.22300000000001319</c:v>
                </c:pt>
                <c:pt idx="430">
                  <c:v>0.22300000000001319</c:v>
                </c:pt>
                <c:pt idx="431">
                  <c:v>0.22310000000004493</c:v>
                </c:pt>
                <c:pt idx="432">
                  <c:v>0.22310000000004493</c:v>
                </c:pt>
                <c:pt idx="433">
                  <c:v>0.22320000000001983</c:v>
                </c:pt>
                <c:pt idx="434">
                  <c:v>0.22320000000001983</c:v>
                </c:pt>
                <c:pt idx="435">
                  <c:v>0.22320000000001983</c:v>
                </c:pt>
                <c:pt idx="436">
                  <c:v>0.22329999999999472</c:v>
                </c:pt>
                <c:pt idx="437">
                  <c:v>0.22329999999999472</c:v>
                </c:pt>
                <c:pt idx="438">
                  <c:v>0.22329999999999472</c:v>
                </c:pt>
                <c:pt idx="439">
                  <c:v>0.22340000000002647</c:v>
                </c:pt>
                <c:pt idx="440">
                  <c:v>0.22340000000002647</c:v>
                </c:pt>
                <c:pt idx="441">
                  <c:v>0.22340000000002647</c:v>
                </c:pt>
                <c:pt idx="442">
                  <c:v>0.22350000000000136</c:v>
                </c:pt>
                <c:pt idx="443">
                  <c:v>0.22350000000000136</c:v>
                </c:pt>
                <c:pt idx="444">
                  <c:v>0.22350000000000136</c:v>
                </c:pt>
                <c:pt idx="445">
                  <c:v>0.22350000000000136</c:v>
                </c:pt>
                <c:pt idx="446">
                  <c:v>0.22360000000003311</c:v>
                </c:pt>
                <c:pt idx="447">
                  <c:v>0.22360000000003311</c:v>
                </c:pt>
                <c:pt idx="448">
                  <c:v>0.22360000000003311</c:v>
                </c:pt>
                <c:pt idx="449">
                  <c:v>0.22360000000003311</c:v>
                </c:pt>
                <c:pt idx="450">
                  <c:v>0.22360000000003311</c:v>
                </c:pt>
                <c:pt idx="451">
                  <c:v>0.223700000000008</c:v>
                </c:pt>
                <c:pt idx="452">
                  <c:v>0.223700000000008</c:v>
                </c:pt>
                <c:pt idx="453">
                  <c:v>0.223700000000008</c:v>
                </c:pt>
                <c:pt idx="454">
                  <c:v>0.223700000000008</c:v>
                </c:pt>
                <c:pt idx="455">
                  <c:v>0.223700000000008</c:v>
                </c:pt>
                <c:pt idx="456">
                  <c:v>0.223700000000008</c:v>
                </c:pt>
                <c:pt idx="457">
                  <c:v>0.223700000000008</c:v>
                </c:pt>
                <c:pt idx="458">
                  <c:v>0.223700000000008</c:v>
                </c:pt>
                <c:pt idx="459">
                  <c:v>0.223700000000008</c:v>
                </c:pt>
                <c:pt idx="460">
                  <c:v>0.22380000000003974</c:v>
                </c:pt>
                <c:pt idx="461">
                  <c:v>0.22380000000003974</c:v>
                </c:pt>
                <c:pt idx="462">
                  <c:v>0.22380000000003974</c:v>
                </c:pt>
                <c:pt idx="463">
                  <c:v>0.22380000000003974</c:v>
                </c:pt>
                <c:pt idx="464">
                  <c:v>0.22380000000003974</c:v>
                </c:pt>
                <c:pt idx="465">
                  <c:v>0.22380000000003974</c:v>
                </c:pt>
                <c:pt idx="466">
                  <c:v>0.22380000000003974</c:v>
                </c:pt>
                <c:pt idx="467">
                  <c:v>0.22380000000003974</c:v>
                </c:pt>
                <c:pt idx="468">
                  <c:v>0.22380000000003974</c:v>
                </c:pt>
                <c:pt idx="469">
                  <c:v>0.22380000000003974</c:v>
                </c:pt>
                <c:pt idx="470">
                  <c:v>0.22380000000003974</c:v>
                </c:pt>
                <c:pt idx="471">
                  <c:v>0.22380000000003974</c:v>
                </c:pt>
                <c:pt idx="472">
                  <c:v>0.22380000000003974</c:v>
                </c:pt>
                <c:pt idx="473">
                  <c:v>0.22380000000003974</c:v>
                </c:pt>
                <c:pt idx="474">
                  <c:v>0.223700000000008</c:v>
                </c:pt>
                <c:pt idx="475">
                  <c:v>0.22329999999999472</c:v>
                </c:pt>
                <c:pt idx="476">
                  <c:v>0.22290000000003829</c:v>
                </c:pt>
                <c:pt idx="477">
                  <c:v>0.22239999999999327</c:v>
                </c:pt>
                <c:pt idx="478">
                  <c:v>0.22200000000003683</c:v>
                </c:pt>
                <c:pt idx="479">
                  <c:v>0.22169999999999845</c:v>
                </c:pt>
                <c:pt idx="480">
                  <c:v>0.22130000000004202</c:v>
                </c:pt>
                <c:pt idx="481">
                  <c:v>0.22100000000000364</c:v>
                </c:pt>
                <c:pt idx="482">
                  <c:v>0.2207000000000221</c:v>
                </c:pt>
                <c:pt idx="483">
                  <c:v>0.22040000000004056</c:v>
                </c:pt>
                <c:pt idx="484">
                  <c:v>0.22010000000000218</c:v>
                </c:pt>
                <c:pt idx="485">
                  <c:v>0.21989999999999554</c:v>
                </c:pt>
                <c:pt idx="486">
                  <c:v>0.21960000000001401</c:v>
                </c:pt>
                <c:pt idx="487">
                  <c:v>0.21940000000000737</c:v>
                </c:pt>
                <c:pt idx="488">
                  <c:v>0.21920000000000073</c:v>
                </c:pt>
                <c:pt idx="489">
                  <c:v>0.21899999999999409</c:v>
                </c:pt>
                <c:pt idx="490">
                  <c:v>0.21880000000004429</c:v>
                </c:pt>
                <c:pt idx="491">
                  <c:v>0.21860000000003765</c:v>
                </c:pt>
                <c:pt idx="492">
                  <c:v>0.21850000000000591</c:v>
                </c:pt>
                <c:pt idx="493">
                  <c:v>0.21829999999999927</c:v>
                </c:pt>
                <c:pt idx="494">
                  <c:v>0.21820000000002437</c:v>
                </c:pt>
                <c:pt idx="495">
                  <c:v>0.21800000000001774</c:v>
                </c:pt>
                <c:pt idx="496">
                  <c:v>0.21790000000004284</c:v>
                </c:pt>
                <c:pt idx="497">
                  <c:v>0.2177000000000362</c:v>
                </c:pt>
                <c:pt idx="498">
                  <c:v>0.21760000000000446</c:v>
                </c:pt>
                <c:pt idx="499">
                  <c:v>0.2178000000000111</c:v>
                </c:pt>
                <c:pt idx="500">
                  <c:v>0.21870000000001255</c:v>
                </c:pt>
                <c:pt idx="501">
                  <c:v>0.21980000000002065</c:v>
                </c:pt>
                <c:pt idx="502">
                  <c:v>0.22100000000000364</c:v>
                </c:pt>
                <c:pt idx="503">
                  <c:v>0.22220000000004347</c:v>
                </c:pt>
                <c:pt idx="504">
                  <c:v>0.22329999999999472</c:v>
                </c:pt>
                <c:pt idx="505">
                  <c:v>0.22430000000002792</c:v>
                </c:pt>
                <c:pt idx="506">
                  <c:v>0.22520000000002938</c:v>
                </c:pt>
                <c:pt idx="507">
                  <c:v>0.22599999999999909</c:v>
                </c:pt>
                <c:pt idx="508">
                  <c:v>0.22669999999999391</c:v>
                </c:pt>
                <c:pt idx="509">
                  <c:v>0.22740000000004557</c:v>
                </c:pt>
                <c:pt idx="510">
                  <c:v>0.22800000000000864</c:v>
                </c:pt>
                <c:pt idx="511">
                  <c:v>0.22860000000002856</c:v>
                </c:pt>
                <c:pt idx="512">
                  <c:v>0.22910000000001673</c:v>
                </c:pt>
                <c:pt idx="513">
                  <c:v>0.22960000000000491</c:v>
                </c:pt>
                <c:pt idx="514">
                  <c:v>0.23009999999999309</c:v>
                </c:pt>
                <c:pt idx="515">
                  <c:v>0.23050000000000637</c:v>
                </c:pt>
                <c:pt idx="516">
                  <c:v>0.23090000000001965</c:v>
                </c:pt>
                <c:pt idx="517">
                  <c:v>0.23130000000003292</c:v>
                </c:pt>
                <c:pt idx="518">
                  <c:v>0.23160000000001446</c:v>
                </c:pt>
                <c:pt idx="519">
                  <c:v>0.23200000000002774</c:v>
                </c:pt>
                <c:pt idx="520">
                  <c:v>0.23230000000000928</c:v>
                </c:pt>
                <c:pt idx="521">
                  <c:v>0.23259999999999081</c:v>
                </c:pt>
                <c:pt idx="522">
                  <c:v>0.23279999999999745</c:v>
                </c:pt>
                <c:pt idx="523">
                  <c:v>0.23310000000003583</c:v>
                </c:pt>
                <c:pt idx="524">
                  <c:v>0.23330000000004247</c:v>
                </c:pt>
                <c:pt idx="525">
                  <c:v>0.23349999999999227</c:v>
                </c:pt>
                <c:pt idx="526">
                  <c:v>0.23369999999999891</c:v>
                </c:pt>
                <c:pt idx="527">
                  <c:v>0.23390000000000555</c:v>
                </c:pt>
                <c:pt idx="528">
                  <c:v>0.23410000000001219</c:v>
                </c:pt>
                <c:pt idx="529">
                  <c:v>0.23420000000004393</c:v>
                </c:pt>
                <c:pt idx="530">
                  <c:v>0.23390000000000555</c:v>
                </c:pt>
                <c:pt idx="531">
                  <c:v>0.23320000000001073</c:v>
                </c:pt>
                <c:pt idx="532">
                  <c:v>0.23240000000004102</c:v>
                </c:pt>
              </c:numCache>
            </c:numRef>
          </c:yVal>
          <c:smooth val="1"/>
          <c:extLst>
            <c:ext xmlns:c16="http://schemas.microsoft.com/office/drawing/2014/chart" uri="{C3380CC4-5D6E-409C-BE32-E72D297353CC}">
              <c16:uniqueId val="{00000016-4233-4E9D-9D6D-D06060CC9530}"/>
            </c:ext>
          </c:extLst>
        </c:ser>
        <c:ser>
          <c:idx val="23"/>
          <c:order val="23"/>
          <c:tx>
            <c:strRef>
              <c:f>PM50000_Temps_oc5l2_50000!$BBZ$1</c:f>
              <c:strCache>
                <c:ptCount val="1"/>
                <c:pt idx="0">
                  <c:v>TELE_PM_INTERIOR.24</c:v>
                </c:pt>
              </c:strCache>
            </c:strRef>
          </c:tx>
          <c:spPr>
            <a:ln w="19050" cap="rnd">
              <a:solidFill>
                <a:schemeClr val="accent6">
                  <a:lumMod val="80000"/>
                </a:schemeClr>
              </a:solidFill>
              <a:round/>
            </a:ln>
            <a:effectLst/>
          </c:spPr>
          <c:marker>
            <c:symbol val="circle"/>
            <c:size val="5"/>
            <c:spPr>
              <a:solidFill>
                <a:schemeClr val="accent6">
                  <a:lumMod val="80000"/>
                </a:schemeClr>
              </a:solidFill>
              <a:ln w="9525">
                <a:solidFill>
                  <a:schemeClr val="accent6">
                    <a:lumMod val="8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PM50000_Temps_oc5l2_50000!$BBZ$2:$BBZ$536</c:f>
              <c:numCache>
                <c:formatCode>General</c:formatCode>
                <c:ptCount val="533"/>
                <c:pt idx="0">
                  <c:v>0</c:v>
                </c:pt>
                <c:pt idx="1">
                  <c:v>8.6000000000012733E-3</c:v>
                </c:pt>
                <c:pt idx="2">
                  <c:v>2.5700000000028922E-2</c:v>
                </c:pt>
                <c:pt idx="3">
                  <c:v>4.43000000000211E-2</c:v>
                </c:pt>
                <c:pt idx="4">
                  <c:v>6.2099999999986721E-2</c:v>
                </c:pt>
                <c:pt idx="5">
                  <c:v>7.8100000000006276E-2</c:v>
                </c:pt>
                <c:pt idx="6">
                  <c:v>9.2300000000022919E-2</c:v>
                </c:pt>
                <c:pt idx="7">
                  <c:v>0.10480000000001155</c:v>
                </c:pt>
                <c:pt idx="8">
                  <c:v>0.11570000000000391</c:v>
                </c:pt>
                <c:pt idx="9">
                  <c:v>0.12529999999998154</c:v>
                </c:pt>
                <c:pt idx="10">
                  <c:v>0.13380000000000791</c:v>
                </c:pt>
                <c:pt idx="11">
                  <c:v>0.14139999999997599</c:v>
                </c:pt>
                <c:pt idx="12">
                  <c:v>0.1482000000000312</c:v>
                </c:pt>
                <c:pt idx="13">
                  <c:v>0.1542999999999779</c:v>
                </c:pt>
                <c:pt idx="14">
                  <c:v>0.15989999999999327</c:v>
                </c:pt>
                <c:pt idx="15">
                  <c:v>0.16489999999998872</c:v>
                </c:pt>
                <c:pt idx="16">
                  <c:v>0.169399999999996</c:v>
                </c:pt>
                <c:pt idx="17">
                  <c:v>0.17360000000002174</c:v>
                </c:pt>
                <c:pt idx="18">
                  <c:v>0.17730000000000246</c:v>
                </c:pt>
                <c:pt idx="19">
                  <c:v>0.18079999999997654</c:v>
                </c:pt>
                <c:pt idx="20">
                  <c:v>0.18389999999999418</c:v>
                </c:pt>
                <c:pt idx="21">
                  <c:v>0.18680000000000518</c:v>
                </c:pt>
                <c:pt idx="22">
                  <c:v>0.18939999999997781</c:v>
                </c:pt>
                <c:pt idx="23">
                  <c:v>0.19180000000000064</c:v>
                </c:pt>
                <c:pt idx="24">
                  <c:v>0.19400000000001683</c:v>
                </c:pt>
                <c:pt idx="25">
                  <c:v>0.19600000000002638</c:v>
                </c:pt>
                <c:pt idx="26">
                  <c:v>0.19799999999997908</c:v>
                </c:pt>
                <c:pt idx="27">
                  <c:v>0.20030000000002701</c:v>
                </c:pt>
                <c:pt idx="28">
                  <c:v>0.20310000000000628</c:v>
                </c:pt>
                <c:pt idx="29">
                  <c:v>0.20580000000001064</c:v>
                </c:pt>
                <c:pt idx="30">
                  <c:v>0.20839999999998327</c:v>
                </c:pt>
                <c:pt idx="31">
                  <c:v>0.21080000000000609</c:v>
                </c:pt>
                <c:pt idx="32">
                  <c:v>0.21300000000002228</c:v>
                </c:pt>
                <c:pt idx="33">
                  <c:v>0.21500000000003183</c:v>
                </c:pt>
                <c:pt idx="34">
                  <c:v>0.2167999999999779</c:v>
                </c:pt>
                <c:pt idx="35">
                  <c:v>0.21850000000000591</c:v>
                </c:pt>
                <c:pt idx="36">
                  <c:v>0.22000000000002728</c:v>
                </c:pt>
                <c:pt idx="37">
                  <c:v>0.22140000000001692</c:v>
                </c:pt>
                <c:pt idx="38">
                  <c:v>0.22259999999999991</c:v>
                </c:pt>
                <c:pt idx="39">
                  <c:v>0.2237999999999829</c:v>
                </c:pt>
                <c:pt idx="40">
                  <c:v>0.224899999999991</c:v>
                </c:pt>
                <c:pt idx="41">
                  <c:v>0.22590000000002419</c:v>
                </c:pt>
                <c:pt idx="42">
                  <c:v>0.22680000000002565</c:v>
                </c:pt>
                <c:pt idx="43">
                  <c:v>0.2277000000000271</c:v>
                </c:pt>
                <c:pt idx="44">
                  <c:v>0.22849999999999682</c:v>
                </c:pt>
                <c:pt idx="45">
                  <c:v>0.22919999999999163</c:v>
                </c:pt>
                <c:pt idx="46">
                  <c:v>0.22989999999998645</c:v>
                </c:pt>
                <c:pt idx="47">
                  <c:v>0.23050000000000637</c:v>
                </c:pt>
                <c:pt idx="48">
                  <c:v>0.23110000000002628</c:v>
                </c:pt>
                <c:pt idx="49">
                  <c:v>0.23160000000001446</c:v>
                </c:pt>
                <c:pt idx="50">
                  <c:v>0.23210000000000264</c:v>
                </c:pt>
                <c:pt idx="51">
                  <c:v>0.23259999999999081</c:v>
                </c:pt>
                <c:pt idx="52">
                  <c:v>0.23300000000000409</c:v>
                </c:pt>
                <c:pt idx="53">
                  <c:v>0.23340000000001737</c:v>
                </c:pt>
                <c:pt idx="54">
                  <c:v>0.23380000000003065</c:v>
                </c:pt>
                <c:pt idx="55">
                  <c:v>0.23410000000001219</c:v>
                </c:pt>
                <c:pt idx="56">
                  <c:v>0.23439999999999372</c:v>
                </c:pt>
                <c:pt idx="57">
                  <c:v>0.23450000000002547</c:v>
                </c:pt>
                <c:pt idx="58">
                  <c:v>0.23399999999998045</c:v>
                </c:pt>
                <c:pt idx="59">
                  <c:v>0.23329999999998563</c:v>
                </c:pt>
                <c:pt idx="60">
                  <c:v>0.23250000000001592</c:v>
                </c:pt>
                <c:pt idx="61">
                  <c:v>0.2318000000000211</c:v>
                </c:pt>
                <c:pt idx="62">
                  <c:v>0.23110000000002628</c:v>
                </c:pt>
                <c:pt idx="63">
                  <c:v>0.23050000000000637</c:v>
                </c:pt>
                <c:pt idx="64">
                  <c:v>0.23000000000001819</c:v>
                </c:pt>
                <c:pt idx="65">
                  <c:v>0.22950000000003001</c:v>
                </c:pt>
                <c:pt idx="66">
                  <c:v>0.22910000000001673</c:v>
                </c:pt>
                <c:pt idx="67">
                  <c:v>0.22879999999997835</c:v>
                </c:pt>
                <c:pt idx="68">
                  <c:v>0.22840000000002192</c:v>
                </c:pt>
                <c:pt idx="69">
                  <c:v>0.22809999999998354</c:v>
                </c:pt>
                <c:pt idx="70">
                  <c:v>0.2278999999999769</c:v>
                </c:pt>
                <c:pt idx="71">
                  <c:v>0.22759999999999536</c:v>
                </c:pt>
                <c:pt idx="72">
                  <c:v>0.22739999999998872</c:v>
                </c:pt>
                <c:pt idx="73">
                  <c:v>0.22719999999998208</c:v>
                </c:pt>
                <c:pt idx="74">
                  <c:v>0.22699999999997544</c:v>
                </c:pt>
                <c:pt idx="75">
                  <c:v>0.22680000000002565</c:v>
                </c:pt>
                <c:pt idx="76">
                  <c:v>0.22660000000001901</c:v>
                </c:pt>
                <c:pt idx="77">
                  <c:v>0.22649999999998727</c:v>
                </c:pt>
                <c:pt idx="78">
                  <c:v>0.22629999999998063</c:v>
                </c:pt>
                <c:pt idx="79">
                  <c:v>0.22620000000000573</c:v>
                </c:pt>
                <c:pt idx="80">
                  <c:v>0.22610000000003083</c:v>
                </c:pt>
                <c:pt idx="81">
                  <c:v>0.22599999999999909</c:v>
                </c:pt>
                <c:pt idx="82">
                  <c:v>0.22590000000002419</c:v>
                </c:pt>
                <c:pt idx="83">
                  <c:v>0.22579999999999245</c:v>
                </c:pt>
                <c:pt idx="84">
                  <c:v>0.22570000000001755</c:v>
                </c:pt>
                <c:pt idx="85">
                  <c:v>0.22559999999998581</c:v>
                </c:pt>
                <c:pt idx="86">
                  <c:v>0.22550000000001091</c:v>
                </c:pt>
                <c:pt idx="87">
                  <c:v>0.22550000000001091</c:v>
                </c:pt>
                <c:pt idx="88">
                  <c:v>0.22539999999997917</c:v>
                </c:pt>
                <c:pt idx="89">
                  <c:v>0.22530000000000427</c:v>
                </c:pt>
                <c:pt idx="90">
                  <c:v>0.22530000000000427</c:v>
                </c:pt>
                <c:pt idx="91">
                  <c:v>0.22520000000002938</c:v>
                </c:pt>
                <c:pt idx="92">
                  <c:v>0.22520000000002938</c:v>
                </c:pt>
                <c:pt idx="93">
                  <c:v>0.22509999999999764</c:v>
                </c:pt>
                <c:pt idx="94">
                  <c:v>0.22509999999999764</c:v>
                </c:pt>
                <c:pt idx="95">
                  <c:v>0.22509999999999764</c:v>
                </c:pt>
                <c:pt idx="96">
                  <c:v>0.22500000000002274</c:v>
                </c:pt>
                <c:pt idx="97">
                  <c:v>0.22500000000002274</c:v>
                </c:pt>
                <c:pt idx="98">
                  <c:v>0.22500000000002274</c:v>
                </c:pt>
                <c:pt idx="99">
                  <c:v>0.224899999999991</c:v>
                </c:pt>
                <c:pt idx="100">
                  <c:v>0.224899999999991</c:v>
                </c:pt>
                <c:pt idx="101">
                  <c:v>0.224899999999991</c:v>
                </c:pt>
                <c:pt idx="102">
                  <c:v>0.224899999999991</c:v>
                </c:pt>
                <c:pt idx="103">
                  <c:v>0.224899999999991</c:v>
                </c:pt>
                <c:pt idx="104">
                  <c:v>0.2248000000000161</c:v>
                </c:pt>
                <c:pt idx="105">
                  <c:v>0.2248000000000161</c:v>
                </c:pt>
                <c:pt idx="106">
                  <c:v>0.2248000000000161</c:v>
                </c:pt>
                <c:pt idx="107">
                  <c:v>0.2248000000000161</c:v>
                </c:pt>
                <c:pt idx="108">
                  <c:v>0.2248000000000161</c:v>
                </c:pt>
                <c:pt idx="109">
                  <c:v>0.224899999999991</c:v>
                </c:pt>
                <c:pt idx="110">
                  <c:v>0.224899999999991</c:v>
                </c:pt>
                <c:pt idx="111">
                  <c:v>0.22500000000002274</c:v>
                </c:pt>
                <c:pt idx="112">
                  <c:v>0.22509999999999764</c:v>
                </c:pt>
                <c:pt idx="113">
                  <c:v>0.22509999999999764</c:v>
                </c:pt>
                <c:pt idx="114">
                  <c:v>0.22520000000002938</c:v>
                </c:pt>
                <c:pt idx="115">
                  <c:v>0.22520000000002938</c:v>
                </c:pt>
                <c:pt idx="116">
                  <c:v>0.22530000000000427</c:v>
                </c:pt>
                <c:pt idx="117">
                  <c:v>0.22530000000000427</c:v>
                </c:pt>
                <c:pt idx="118">
                  <c:v>0.22539999999997917</c:v>
                </c:pt>
                <c:pt idx="119">
                  <c:v>0.22539999999997917</c:v>
                </c:pt>
                <c:pt idx="120">
                  <c:v>0.22550000000001091</c:v>
                </c:pt>
                <c:pt idx="121">
                  <c:v>0.22550000000001091</c:v>
                </c:pt>
                <c:pt idx="122">
                  <c:v>0.22550000000001091</c:v>
                </c:pt>
                <c:pt idx="123">
                  <c:v>0.22559999999998581</c:v>
                </c:pt>
                <c:pt idx="124">
                  <c:v>0.22559999999998581</c:v>
                </c:pt>
                <c:pt idx="125">
                  <c:v>0.22559999999998581</c:v>
                </c:pt>
                <c:pt idx="126">
                  <c:v>0.22570000000001755</c:v>
                </c:pt>
                <c:pt idx="127">
                  <c:v>0.22570000000001755</c:v>
                </c:pt>
                <c:pt idx="128">
                  <c:v>0.22570000000001755</c:v>
                </c:pt>
                <c:pt idx="129">
                  <c:v>0.22570000000001755</c:v>
                </c:pt>
                <c:pt idx="130">
                  <c:v>0.22579999999999245</c:v>
                </c:pt>
                <c:pt idx="131">
                  <c:v>0.22579999999999245</c:v>
                </c:pt>
                <c:pt idx="132">
                  <c:v>0.22579999999999245</c:v>
                </c:pt>
                <c:pt idx="133">
                  <c:v>0.22579999999999245</c:v>
                </c:pt>
                <c:pt idx="134">
                  <c:v>0.22590000000002419</c:v>
                </c:pt>
                <c:pt idx="135">
                  <c:v>0.22590000000002419</c:v>
                </c:pt>
                <c:pt idx="136">
                  <c:v>0.22590000000002419</c:v>
                </c:pt>
                <c:pt idx="137">
                  <c:v>0.22590000000002419</c:v>
                </c:pt>
                <c:pt idx="138">
                  <c:v>0.22590000000002419</c:v>
                </c:pt>
                <c:pt idx="139">
                  <c:v>0.22590000000002419</c:v>
                </c:pt>
                <c:pt idx="140">
                  <c:v>0.22599999999999909</c:v>
                </c:pt>
                <c:pt idx="141">
                  <c:v>0.22599999999999909</c:v>
                </c:pt>
                <c:pt idx="142">
                  <c:v>0.22599999999999909</c:v>
                </c:pt>
                <c:pt idx="143">
                  <c:v>0.22599999999999909</c:v>
                </c:pt>
                <c:pt idx="144">
                  <c:v>0.22599999999999909</c:v>
                </c:pt>
                <c:pt idx="145">
                  <c:v>0.22599999999999909</c:v>
                </c:pt>
                <c:pt idx="146">
                  <c:v>0.22599999999999909</c:v>
                </c:pt>
                <c:pt idx="147">
                  <c:v>0.22599999999999909</c:v>
                </c:pt>
                <c:pt idx="148">
                  <c:v>0.22599999999999909</c:v>
                </c:pt>
                <c:pt idx="149">
                  <c:v>0.22599999999999909</c:v>
                </c:pt>
                <c:pt idx="150">
                  <c:v>0.22610000000003083</c:v>
                </c:pt>
                <c:pt idx="151">
                  <c:v>0.22610000000003083</c:v>
                </c:pt>
                <c:pt idx="152">
                  <c:v>0.22610000000003083</c:v>
                </c:pt>
                <c:pt idx="153">
                  <c:v>0.22610000000003083</c:v>
                </c:pt>
                <c:pt idx="154">
                  <c:v>0.22610000000003083</c:v>
                </c:pt>
                <c:pt idx="155">
                  <c:v>0.22610000000003083</c:v>
                </c:pt>
                <c:pt idx="156">
                  <c:v>0.22610000000003083</c:v>
                </c:pt>
                <c:pt idx="157">
                  <c:v>0.22610000000003083</c:v>
                </c:pt>
                <c:pt idx="158">
                  <c:v>0.22599999999999909</c:v>
                </c:pt>
                <c:pt idx="159">
                  <c:v>0.22559999999998581</c:v>
                </c:pt>
                <c:pt idx="160">
                  <c:v>0.22520000000002938</c:v>
                </c:pt>
                <c:pt idx="161">
                  <c:v>0.2248000000000161</c:v>
                </c:pt>
                <c:pt idx="162">
                  <c:v>0.22440000000000282</c:v>
                </c:pt>
                <c:pt idx="163">
                  <c:v>0.22399999999998954</c:v>
                </c:pt>
                <c:pt idx="164">
                  <c:v>0.22359999999997626</c:v>
                </c:pt>
                <c:pt idx="165">
                  <c:v>0.22329999999999472</c:v>
                </c:pt>
                <c:pt idx="166">
                  <c:v>0.22300000000001319</c:v>
                </c:pt>
                <c:pt idx="167">
                  <c:v>0.22270000000003165</c:v>
                </c:pt>
                <c:pt idx="168">
                  <c:v>0.22239999999999327</c:v>
                </c:pt>
                <c:pt idx="169">
                  <c:v>0.22219999999998663</c:v>
                </c:pt>
                <c:pt idx="170">
                  <c:v>0.22190000000000509</c:v>
                </c:pt>
                <c:pt idx="171">
                  <c:v>0.22169999999999845</c:v>
                </c:pt>
                <c:pt idx="172">
                  <c:v>0.22149999999999181</c:v>
                </c:pt>
                <c:pt idx="173">
                  <c:v>0.22129999999998518</c:v>
                </c:pt>
                <c:pt idx="174">
                  <c:v>0.22109999999997854</c:v>
                </c:pt>
                <c:pt idx="175">
                  <c:v>0.22100000000000364</c:v>
                </c:pt>
                <c:pt idx="176">
                  <c:v>0.220799999999997</c:v>
                </c:pt>
                <c:pt idx="177">
                  <c:v>0.22059999999999036</c:v>
                </c:pt>
                <c:pt idx="178">
                  <c:v>0.22050000000001546</c:v>
                </c:pt>
                <c:pt idx="179">
                  <c:v>0.22030000000000882</c:v>
                </c:pt>
                <c:pt idx="180">
                  <c:v>0.22019999999997708</c:v>
                </c:pt>
                <c:pt idx="181">
                  <c:v>0.22010000000000218</c:v>
                </c:pt>
                <c:pt idx="182">
                  <c:v>0.22000000000002728</c:v>
                </c:pt>
                <c:pt idx="183">
                  <c:v>0.22000000000002728</c:v>
                </c:pt>
                <c:pt idx="184">
                  <c:v>0.2207000000000221</c:v>
                </c:pt>
                <c:pt idx="185">
                  <c:v>0.2218000000000302</c:v>
                </c:pt>
                <c:pt idx="186">
                  <c:v>0.22309999999998809</c:v>
                </c:pt>
                <c:pt idx="187">
                  <c:v>0.22430000000002792</c:v>
                </c:pt>
                <c:pt idx="188">
                  <c:v>0.22539999999997917</c:v>
                </c:pt>
                <c:pt idx="189">
                  <c:v>0.22640000000001237</c:v>
                </c:pt>
                <c:pt idx="190">
                  <c:v>0.22730000000001382</c:v>
                </c:pt>
                <c:pt idx="191">
                  <c:v>0.22809999999998354</c:v>
                </c:pt>
                <c:pt idx="192">
                  <c:v>0.2289000000000101</c:v>
                </c:pt>
                <c:pt idx="193">
                  <c:v>0.22950000000003001</c:v>
                </c:pt>
                <c:pt idx="194">
                  <c:v>0.23020000000002483</c:v>
                </c:pt>
                <c:pt idx="195">
                  <c:v>0.23070000000001301</c:v>
                </c:pt>
                <c:pt idx="196">
                  <c:v>0.23120000000000118</c:v>
                </c:pt>
                <c:pt idx="197">
                  <c:v>0.23169999999998936</c:v>
                </c:pt>
                <c:pt idx="198">
                  <c:v>0.23219999999997754</c:v>
                </c:pt>
                <c:pt idx="199">
                  <c:v>0.23259999999999081</c:v>
                </c:pt>
                <c:pt idx="200">
                  <c:v>0.23300000000000409</c:v>
                </c:pt>
                <c:pt idx="201">
                  <c:v>0.23340000000001737</c:v>
                </c:pt>
                <c:pt idx="202">
                  <c:v>0.23369999999999891</c:v>
                </c:pt>
                <c:pt idx="203">
                  <c:v>0.23399999999998045</c:v>
                </c:pt>
                <c:pt idx="204">
                  <c:v>0.23430000000001883</c:v>
                </c:pt>
                <c:pt idx="205">
                  <c:v>0.23460000000000036</c:v>
                </c:pt>
                <c:pt idx="206">
                  <c:v>0.2348999999999819</c:v>
                </c:pt>
                <c:pt idx="207">
                  <c:v>0.23509999999998854</c:v>
                </c:pt>
                <c:pt idx="208">
                  <c:v>0.23540000000002692</c:v>
                </c:pt>
                <c:pt idx="209">
                  <c:v>0.23559999999997672</c:v>
                </c:pt>
                <c:pt idx="210">
                  <c:v>0.23579999999998336</c:v>
                </c:pt>
                <c:pt idx="211">
                  <c:v>0.23599999999999</c:v>
                </c:pt>
                <c:pt idx="212">
                  <c:v>0.23610000000002174</c:v>
                </c:pt>
                <c:pt idx="213">
                  <c:v>0.23630000000002838</c:v>
                </c:pt>
                <c:pt idx="214">
                  <c:v>0.23610000000002174</c:v>
                </c:pt>
                <c:pt idx="215">
                  <c:v>0.23550000000000182</c:v>
                </c:pt>
                <c:pt idx="216">
                  <c:v>0.23460000000000036</c:v>
                </c:pt>
                <c:pt idx="217">
                  <c:v>0.23380000000003065</c:v>
                </c:pt>
                <c:pt idx="218">
                  <c:v>0.23290000000002919</c:v>
                </c:pt>
                <c:pt idx="219">
                  <c:v>0.23219999999997754</c:v>
                </c:pt>
                <c:pt idx="220">
                  <c:v>0.23149999999998272</c:v>
                </c:pt>
                <c:pt idx="221">
                  <c:v>0.23090000000001965</c:v>
                </c:pt>
                <c:pt idx="222">
                  <c:v>0.23040000000003147</c:v>
                </c:pt>
                <c:pt idx="223">
                  <c:v>0.22989999999998645</c:v>
                </c:pt>
                <c:pt idx="224">
                  <c:v>0.22950000000003001</c:v>
                </c:pt>
                <c:pt idx="225">
                  <c:v>0.22910000000001673</c:v>
                </c:pt>
                <c:pt idx="226">
                  <c:v>0.22870000000000346</c:v>
                </c:pt>
                <c:pt idx="227">
                  <c:v>0.22840000000002192</c:v>
                </c:pt>
                <c:pt idx="228">
                  <c:v>0.22809999999998354</c:v>
                </c:pt>
                <c:pt idx="229">
                  <c:v>0.2278999999999769</c:v>
                </c:pt>
                <c:pt idx="230">
                  <c:v>0.22759999999999536</c:v>
                </c:pt>
                <c:pt idx="231">
                  <c:v>0.22739999999998872</c:v>
                </c:pt>
                <c:pt idx="232">
                  <c:v>0.22719999999998208</c:v>
                </c:pt>
                <c:pt idx="233">
                  <c:v>0.22699999999997544</c:v>
                </c:pt>
                <c:pt idx="234">
                  <c:v>0.22680000000002565</c:v>
                </c:pt>
                <c:pt idx="235">
                  <c:v>0.22660000000001901</c:v>
                </c:pt>
                <c:pt idx="236">
                  <c:v>0.22649999999998727</c:v>
                </c:pt>
                <c:pt idx="237">
                  <c:v>0.22640000000001237</c:v>
                </c:pt>
                <c:pt idx="238">
                  <c:v>0.22620000000000573</c:v>
                </c:pt>
                <c:pt idx="239">
                  <c:v>0.22610000000003083</c:v>
                </c:pt>
                <c:pt idx="240">
                  <c:v>0.22599999999999909</c:v>
                </c:pt>
                <c:pt idx="241">
                  <c:v>0.22590000000002419</c:v>
                </c:pt>
                <c:pt idx="242">
                  <c:v>0.22579999999999245</c:v>
                </c:pt>
                <c:pt idx="243">
                  <c:v>0.22570000000001755</c:v>
                </c:pt>
                <c:pt idx="244">
                  <c:v>0.22559999999998581</c:v>
                </c:pt>
                <c:pt idx="245">
                  <c:v>0.22559999999998581</c:v>
                </c:pt>
                <c:pt idx="246">
                  <c:v>0.22550000000001091</c:v>
                </c:pt>
                <c:pt idx="247">
                  <c:v>0.22539999999997917</c:v>
                </c:pt>
                <c:pt idx="248">
                  <c:v>0.22539999999997917</c:v>
                </c:pt>
                <c:pt idx="249">
                  <c:v>0.22530000000000427</c:v>
                </c:pt>
                <c:pt idx="250">
                  <c:v>0.22530000000000427</c:v>
                </c:pt>
                <c:pt idx="251">
                  <c:v>0.22520000000002938</c:v>
                </c:pt>
                <c:pt idx="252">
                  <c:v>0.22520000000002938</c:v>
                </c:pt>
                <c:pt idx="253">
                  <c:v>0.22509999999999764</c:v>
                </c:pt>
                <c:pt idx="254">
                  <c:v>0.22509999999999764</c:v>
                </c:pt>
                <c:pt idx="255">
                  <c:v>0.22509999999999764</c:v>
                </c:pt>
                <c:pt idx="256">
                  <c:v>0.22500000000002274</c:v>
                </c:pt>
                <c:pt idx="257">
                  <c:v>0.22500000000002274</c:v>
                </c:pt>
                <c:pt idx="258">
                  <c:v>0.22500000000002274</c:v>
                </c:pt>
                <c:pt idx="259">
                  <c:v>0.224899999999991</c:v>
                </c:pt>
                <c:pt idx="260">
                  <c:v>0.224899999999991</c:v>
                </c:pt>
                <c:pt idx="261">
                  <c:v>0.224899999999991</c:v>
                </c:pt>
                <c:pt idx="262">
                  <c:v>0.224899999999991</c:v>
                </c:pt>
                <c:pt idx="263">
                  <c:v>0.224899999999991</c:v>
                </c:pt>
                <c:pt idx="264">
                  <c:v>0.2248000000000161</c:v>
                </c:pt>
                <c:pt idx="265">
                  <c:v>0.224899999999991</c:v>
                </c:pt>
                <c:pt idx="266">
                  <c:v>0.224899999999991</c:v>
                </c:pt>
                <c:pt idx="267">
                  <c:v>0.22500000000002274</c:v>
                </c:pt>
                <c:pt idx="268">
                  <c:v>0.22509999999999764</c:v>
                </c:pt>
                <c:pt idx="269">
                  <c:v>0.22509999999999764</c:v>
                </c:pt>
                <c:pt idx="270">
                  <c:v>0.22520000000002938</c:v>
                </c:pt>
                <c:pt idx="271">
                  <c:v>0.22520000000002938</c:v>
                </c:pt>
                <c:pt idx="272">
                  <c:v>0.22530000000000427</c:v>
                </c:pt>
                <c:pt idx="273">
                  <c:v>0.22530000000000427</c:v>
                </c:pt>
                <c:pt idx="274">
                  <c:v>0.22539999999997917</c:v>
                </c:pt>
                <c:pt idx="275">
                  <c:v>0.22539999999997917</c:v>
                </c:pt>
                <c:pt idx="276">
                  <c:v>0.22550000000001091</c:v>
                </c:pt>
                <c:pt idx="277">
                  <c:v>0.22550000000001091</c:v>
                </c:pt>
                <c:pt idx="278">
                  <c:v>0.22550000000001091</c:v>
                </c:pt>
                <c:pt idx="279">
                  <c:v>0.22559999999998581</c:v>
                </c:pt>
                <c:pt idx="280">
                  <c:v>0.22559999999998581</c:v>
                </c:pt>
                <c:pt idx="281">
                  <c:v>0.22559999999998581</c:v>
                </c:pt>
                <c:pt idx="282">
                  <c:v>0.22570000000001755</c:v>
                </c:pt>
                <c:pt idx="283">
                  <c:v>0.22570000000001755</c:v>
                </c:pt>
                <c:pt idx="284">
                  <c:v>0.22570000000001755</c:v>
                </c:pt>
                <c:pt idx="285">
                  <c:v>0.22570000000001755</c:v>
                </c:pt>
                <c:pt idx="286">
                  <c:v>0.22579999999999245</c:v>
                </c:pt>
                <c:pt idx="287">
                  <c:v>0.22579999999999245</c:v>
                </c:pt>
                <c:pt idx="288">
                  <c:v>0.22579999999999245</c:v>
                </c:pt>
                <c:pt idx="289">
                  <c:v>0.22579999999999245</c:v>
                </c:pt>
                <c:pt idx="290">
                  <c:v>0.22590000000002419</c:v>
                </c:pt>
                <c:pt idx="291">
                  <c:v>0.22590000000002419</c:v>
                </c:pt>
                <c:pt idx="292">
                  <c:v>0.22590000000002419</c:v>
                </c:pt>
                <c:pt idx="293">
                  <c:v>0.22590000000002419</c:v>
                </c:pt>
                <c:pt idx="294">
                  <c:v>0.22590000000002419</c:v>
                </c:pt>
                <c:pt idx="295">
                  <c:v>0.22590000000002419</c:v>
                </c:pt>
                <c:pt idx="296">
                  <c:v>0.22599999999999909</c:v>
                </c:pt>
                <c:pt idx="297">
                  <c:v>0.22599999999999909</c:v>
                </c:pt>
                <c:pt idx="298">
                  <c:v>0.22599999999999909</c:v>
                </c:pt>
                <c:pt idx="299">
                  <c:v>0.22599999999999909</c:v>
                </c:pt>
                <c:pt idx="300">
                  <c:v>0.22599999999999909</c:v>
                </c:pt>
                <c:pt idx="301">
                  <c:v>0.22599999999999909</c:v>
                </c:pt>
                <c:pt idx="302">
                  <c:v>0.22599999999999909</c:v>
                </c:pt>
                <c:pt idx="303">
                  <c:v>0.22599999999999909</c:v>
                </c:pt>
                <c:pt idx="304">
                  <c:v>0.22599999999999909</c:v>
                </c:pt>
                <c:pt idx="305">
                  <c:v>0.22599999999999909</c:v>
                </c:pt>
                <c:pt idx="306">
                  <c:v>0.22610000000003083</c:v>
                </c:pt>
                <c:pt idx="307">
                  <c:v>0.22610000000003083</c:v>
                </c:pt>
                <c:pt idx="308">
                  <c:v>0.22610000000003083</c:v>
                </c:pt>
                <c:pt idx="309">
                  <c:v>0.22610000000003083</c:v>
                </c:pt>
                <c:pt idx="310">
                  <c:v>0.22610000000003083</c:v>
                </c:pt>
                <c:pt idx="311">
                  <c:v>0.22610000000003083</c:v>
                </c:pt>
                <c:pt idx="312">
                  <c:v>0.22610000000003083</c:v>
                </c:pt>
                <c:pt idx="313">
                  <c:v>0.22610000000003083</c:v>
                </c:pt>
                <c:pt idx="314">
                  <c:v>0.22610000000003083</c:v>
                </c:pt>
                <c:pt idx="315">
                  <c:v>0.22599999999999909</c:v>
                </c:pt>
                <c:pt idx="316">
                  <c:v>0.22559999999998581</c:v>
                </c:pt>
                <c:pt idx="317">
                  <c:v>0.22520000000002938</c:v>
                </c:pt>
                <c:pt idx="318">
                  <c:v>0.22469999999998436</c:v>
                </c:pt>
                <c:pt idx="319">
                  <c:v>0.22430000000002792</c:v>
                </c:pt>
                <c:pt idx="320">
                  <c:v>0.22390000000001464</c:v>
                </c:pt>
                <c:pt idx="321">
                  <c:v>0.22359999999997626</c:v>
                </c:pt>
                <c:pt idx="322">
                  <c:v>0.22329999999999472</c:v>
                </c:pt>
                <c:pt idx="323">
                  <c:v>0.22289999999998145</c:v>
                </c:pt>
                <c:pt idx="324">
                  <c:v>0.22270000000003165</c:v>
                </c:pt>
                <c:pt idx="325">
                  <c:v>0.22239999999999327</c:v>
                </c:pt>
                <c:pt idx="326">
                  <c:v>0.22219999999998663</c:v>
                </c:pt>
                <c:pt idx="327">
                  <c:v>0.22190000000000509</c:v>
                </c:pt>
                <c:pt idx="328">
                  <c:v>0.22169999999999845</c:v>
                </c:pt>
                <c:pt idx="329">
                  <c:v>0.22149999999999181</c:v>
                </c:pt>
                <c:pt idx="330">
                  <c:v>0.22129999999998518</c:v>
                </c:pt>
                <c:pt idx="331">
                  <c:v>0.22109999999997854</c:v>
                </c:pt>
                <c:pt idx="332">
                  <c:v>0.22090000000002874</c:v>
                </c:pt>
                <c:pt idx="333">
                  <c:v>0.220799999999997</c:v>
                </c:pt>
                <c:pt idx="334">
                  <c:v>0.22059999999999036</c:v>
                </c:pt>
                <c:pt idx="335">
                  <c:v>0.22050000000001546</c:v>
                </c:pt>
                <c:pt idx="336">
                  <c:v>0.22030000000000882</c:v>
                </c:pt>
                <c:pt idx="337">
                  <c:v>0.22019999999997708</c:v>
                </c:pt>
                <c:pt idx="338">
                  <c:v>0.22010000000000218</c:v>
                </c:pt>
                <c:pt idx="339">
                  <c:v>0.22000000000002728</c:v>
                </c:pt>
                <c:pt idx="340">
                  <c:v>0.22010000000000218</c:v>
                </c:pt>
                <c:pt idx="341">
                  <c:v>0.220799999999997</c:v>
                </c:pt>
                <c:pt idx="342">
                  <c:v>0.22199999999997999</c:v>
                </c:pt>
                <c:pt idx="343">
                  <c:v>0.22320000000001983</c:v>
                </c:pt>
                <c:pt idx="344">
                  <c:v>0.22440000000000282</c:v>
                </c:pt>
                <c:pt idx="345">
                  <c:v>0.22550000000001091</c:v>
                </c:pt>
                <c:pt idx="346">
                  <c:v>0.22649999999998727</c:v>
                </c:pt>
                <c:pt idx="347">
                  <c:v>0.22739999999998872</c:v>
                </c:pt>
                <c:pt idx="348">
                  <c:v>0.22820000000001528</c:v>
                </c:pt>
                <c:pt idx="349">
                  <c:v>0.22899999999998499</c:v>
                </c:pt>
                <c:pt idx="350">
                  <c:v>0.22960000000000491</c:v>
                </c:pt>
                <c:pt idx="351">
                  <c:v>0.23020000000002483</c:v>
                </c:pt>
                <c:pt idx="352">
                  <c:v>0.2307999999999879</c:v>
                </c:pt>
                <c:pt idx="353">
                  <c:v>0.23129999999997608</c:v>
                </c:pt>
                <c:pt idx="354">
                  <c:v>0.2318000000000211</c:v>
                </c:pt>
                <c:pt idx="355">
                  <c:v>0.23230000000000928</c:v>
                </c:pt>
                <c:pt idx="356">
                  <c:v>0.23270000000002256</c:v>
                </c:pt>
                <c:pt idx="357">
                  <c:v>0.23309999999997899</c:v>
                </c:pt>
                <c:pt idx="358">
                  <c:v>0.23340000000001737</c:v>
                </c:pt>
                <c:pt idx="359">
                  <c:v>0.23380000000003065</c:v>
                </c:pt>
                <c:pt idx="360">
                  <c:v>0.23410000000001219</c:v>
                </c:pt>
                <c:pt idx="361">
                  <c:v>0.23410000000001219</c:v>
                </c:pt>
                <c:pt idx="362">
                  <c:v>0.23439999999999372</c:v>
                </c:pt>
                <c:pt idx="363">
                  <c:v>0.23470000000003211</c:v>
                </c:pt>
                <c:pt idx="364">
                  <c:v>0.2348999999999819</c:v>
                </c:pt>
                <c:pt idx="365">
                  <c:v>0.23520000000002028</c:v>
                </c:pt>
                <c:pt idx="366">
                  <c:v>0.23540000000002692</c:v>
                </c:pt>
                <c:pt idx="367">
                  <c:v>0.23559999999997672</c:v>
                </c:pt>
                <c:pt idx="368">
                  <c:v>0.23579999999998336</c:v>
                </c:pt>
                <c:pt idx="369">
                  <c:v>0.23599999999999</c:v>
                </c:pt>
                <c:pt idx="370">
                  <c:v>0.23619999999999663</c:v>
                </c:pt>
                <c:pt idx="371">
                  <c:v>0.23630000000002838</c:v>
                </c:pt>
                <c:pt idx="372">
                  <c:v>0.23599999999999</c:v>
                </c:pt>
                <c:pt idx="373">
                  <c:v>0.23540000000002692</c:v>
                </c:pt>
                <c:pt idx="374">
                  <c:v>0.23450000000002547</c:v>
                </c:pt>
                <c:pt idx="375">
                  <c:v>0.23360000000002401</c:v>
                </c:pt>
                <c:pt idx="376">
                  <c:v>0.23279999999999745</c:v>
                </c:pt>
                <c:pt idx="377">
                  <c:v>0.23210000000000264</c:v>
                </c:pt>
                <c:pt idx="378">
                  <c:v>0.23140000000000782</c:v>
                </c:pt>
                <c:pt idx="379">
                  <c:v>0.2307999999999879</c:v>
                </c:pt>
                <c:pt idx="380">
                  <c:v>0.23029999999999973</c:v>
                </c:pt>
                <c:pt idx="381">
                  <c:v>0.22980000000001155</c:v>
                </c:pt>
                <c:pt idx="382">
                  <c:v>0.22939999999999827</c:v>
                </c:pt>
                <c:pt idx="383">
                  <c:v>0.22899999999998499</c:v>
                </c:pt>
                <c:pt idx="384">
                  <c:v>0.22870000000000346</c:v>
                </c:pt>
                <c:pt idx="385">
                  <c:v>0.22840000000002192</c:v>
                </c:pt>
                <c:pt idx="386">
                  <c:v>0.22809999999998354</c:v>
                </c:pt>
                <c:pt idx="387">
                  <c:v>0.227800000000002</c:v>
                </c:pt>
                <c:pt idx="388">
                  <c:v>0.22759999999999536</c:v>
                </c:pt>
                <c:pt idx="389">
                  <c:v>0.22739999999998872</c:v>
                </c:pt>
                <c:pt idx="390">
                  <c:v>0.22719999999998208</c:v>
                </c:pt>
                <c:pt idx="391">
                  <c:v>0.22699999999997544</c:v>
                </c:pt>
                <c:pt idx="392">
                  <c:v>0.22680000000002565</c:v>
                </c:pt>
                <c:pt idx="393">
                  <c:v>0.22660000000001901</c:v>
                </c:pt>
                <c:pt idx="394">
                  <c:v>0.22649999999998727</c:v>
                </c:pt>
                <c:pt idx="395">
                  <c:v>0.22629999999998063</c:v>
                </c:pt>
                <c:pt idx="396">
                  <c:v>0.22620000000000573</c:v>
                </c:pt>
                <c:pt idx="397">
                  <c:v>0.22610000000003083</c:v>
                </c:pt>
                <c:pt idx="398">
                  <c:v>0.22599999999999909</c:v>
                </c:pt>
                <c:pt idx="399">
                  <c:v>0.22590000000002419</c:v>
                </c:pt>
                <c:pt idx="400">
                  <c:v>0.22579999999999245</c:v>
                </c:pt>
                <c:pt idx="401">
                  <c:v>0.22570000000001755</c:v>
                </c:pt>
                <c:pt idx="402">
                  <c:v>0.22559999999998581</c:v>
                </c:pt>
                <c:pt idx="403">
                  <c:v>0.22550000000001091</c:v>
                </c:pt>
                <c:pt idx="404">
                  <c:v>0.22550000000001091</c:v>
                </c:pt>
                <c:pt idx="405">
                  <c:v>0.22539999999997917</c:v>
                </c:pt>
                <c:pt idx="406">
                  <c:v>0.22539999999997917</c:v>
                </c:pt>
                <c:pt idx="407">
                  <c:v>0.22530000000000427</c:v>
                </c:pt>
                <c:pt idx="408">
                  <c:v>0.22530000000000427</c:v>
                </c:pt>
                <c:pt idx="409">
                  <c:v>0.22520000000002938</c:v>
                </c:pt>
                <c:pt idx="410">
                  <c:v>0.22520000000002938</c:v>
                </c:pt>
                <c:pt idx="411">
                  <c:v>0.22509999999999764</c:v>
                </c:pt>
                <c:pt idx="412">
                  <c:v>0.22509999999999764</c:v>
                </c:pt>
                <c:pt idx="413">
                  <c:v>0.22509999999999764</c:v>
                </c:pt>
                <c:pt idx="414">
                  <c:v>0.22500000000002274</c:v>
                </c:pt>
                <c:pt idx="415">
                  <c:v>0.22500000000002274</c:v>
                </c:pt>
                <c:pt idx="416">
                  <c:v>0.22500000000002274</c:v>
                </c:pt>
                <c:pt idx="417">
                  <c:v>0.224899999999991</c:v>
                </c:pt>
                <c:pt idx="418">
                  <c:v>0.224899999999991</c:v>
                </c:pt>
                <c:pt idx="419">
                  <c:v>0.224899999999991</c:v>
                </c:pt>
                <c:pt idx="420">
                  <c:v>0.224899999999991</c:v>
                </c:pt>
                <c:pt idx="421">
                  <c:v>0.2248000000000161</c:v>
                </c:pt>
                <c:pt idx="422">
                  <c:v>0.2248000000000161</c:v>
                </c:pt>
                <c:pt idx="423">
                  <c:v>0.224899999999991</c:v>
                </c:pt>
                <c:pt idx="424">
                  <c:v>0.224899999999991</c:v>
                </c:pt>
                <c:pt idx="425">
                  <c:v>0.22500000000002274</c:v>
                </c:pt>
                <c:pt idx="426">
                  <c:v>0.22509999999999764</c:v>
                </c:pt>
                <c:pt idx="427">
                  <c:v>0.22509999999999764</c:v>
                </c:pt>
                <c:pt idx="428">
                  <c:v>0.22520000000002938</c:v>
                </c:pt>
                <c:pt idx="429">
                  <c:v>0.22520000000002938</c:v>
                </c:pt>
                <c:pt idx="430">
                  <c:v>0.22530000000000427</c:v>
                </c:pt>
                <c:pt idx="431">
                  <c:v>0.22530000000000427</c:v>
                </c:pt>
                <c:pt idx="432">
                  <c:v>0.22539999999997917</c:v>
                </c:pt>
                <c:pt idx="433">
                  <c:v>0.22539999999997917</c:v>
                </c:pt>
                <c:pt idx="434">
                  <c:v>0.22550000000001091</c:v>
                </c:pt>
                <c:pt idx="435">
                  <c:v>0.22550000000001091</c:v>
                </c:pt>
                <c:pt idx="436">
                  <c:v>0.22550000000001091</c:v>
                </c:pt>
                <c:pt idx="437">
                  <c:v>0.22559999999998581</c:v>
                </c:pt>
                <c:pt idx="438">
                  <c:v>0.22559999999998581</c:v>
                </c:pt>
                <c:pt idx="439">
                  <c:v>0.22559999999998581</c:v>
                </c:pt>
                <c:pt idx="440">
                  <c:v>0.22570000000001755</c:v>
                </c:pt>
                <c:pt idx="441">
                  <c:v>0.22570000000001755</c:v>
                </c:pt>
                <c:pt idx="442">
                  <c:v>0.22570000000001755</c:v>
                </c:pt>
                <c:pt idx="443">
                  <c:v>0.22570000000001755</c:v>
                </c:pt>
                <c:pt idx="444">
                  <c:v>0.22579999999999245</c:v>
                </c:pt>
                <c:pt idx="445">
                  <c:v>0.22579999999999245</c:v>
                </c:pt>
                <c:pt idx="446">
                  <c:v>0.22579999999999245</c:v>
                </c:pt>
                <c:pt idx="447">
                  <c:v>0.22579999999999245</c:v>
                </c:pt>
                <c:pt idx="448">
                  <c:v>0.22590000000002419</c:v>
                </c:pt>
                <c:pt idx="449">
                  <c:v>0.22590000000002419</c:v>
                </c:pt>
                <c:pt idx="450">
                  <c:v>0.22590000000002419</c:v>
                </c:pt>
                <c:pt idx="451">
                  <c:v>0.22590000000002419</c:v>
                </c:pt>
                <c:pt idx="452">
                  <c:v>0.22590000000002419</c:v>
                </c:pt>
                <c:pt idx="453">
                  <c:v>0.22590000000002419</c:v>
                </c:pt>
                <c:pt idx="454">
                  <c:v>0.22590000000002419</c:v>
                </c:pt>
                <c:pt idx="455">
                  <c:v>0.22599999999999909</c:v>
                </c:pt>
                <c:pt idx="456">
                  <c:v>0.22599999999999909</c:v>
                </c:pt>
                <c:pt idx="457">
                  <c:v>0.22599999999999909</c:v>
                </c:pt>
                <c:pt idx="458">
                  <c:v>0.22599999999999909</c:v>
                </c:pt>
                <c:pt idx="459">
                  <c:v>0.22599999999999909</c:v>
                </c:pt>
                <c:pt idx="460">
                  <c:v>0.22599999999999909</c:v>
                </c:pt>
                <c:pt idx="461">
                  <c:v>0.22599999999999909</c:v>
                </c:pt>
                <c:pt idx="462">
                  <c:v>0.22599999999999909</c:v>
                </c:pt>
                <c:pt idx="463">
                  <c:v>0.22599999999999909</c:v>
                </c:pt>
                <c:pt idx="464">
                  <c:v>0.22610000000003083</c:v>
                </c:pt>
                <c:pt idx="465">
                  <c:v>0.22610000000003083</c:v>
                </c:pt>
                <c:pt idx="466">
                  <c:v>0.22610000000003083</c:v>
                </c:pt>
                <c:pt idx="467">
                  <c:v>0.22610000000003083</c:v>
                </c:pt>
                <c:pt idx="468">
                  <c:v>0.22610000000003083</c:v>
                </c:pt>
                <c:pt idx="469">
                  <c:v>0.22610000000003083</c:v>
                </c:pt>
                <c:pt idx="470">
                  <c:v>0.22610000000003083</c:v>
                </c:pt>
                <c:pt idx="471">
                  <c:v>0.22610000000003083</c:v>
                </c:pt>
                <c:pt idx="472">
                  <c:v>0.22610000000003083</c:v>
                </c:pt>
                <c:pt idx="473">
                  <c:v>0.22610000000003083</c:v>
                </c:pt>
                <c:pt idx="474">
                  <c:v>0.22590000000002419</c:v>
                </c:pt>
                <c:pt idx="475">
                  <c:v>0.22550000000001091</c:v>
                </c:pt>
                <c:pt idx="476">
                  <c:v>0.22509999999999764</c:v>
                </c:pt>
                <c:pt idx="477">
                  <c:v>0.22469999999998436</c:v>
                </c:pt>
                <c:pt idx="478">
                  <c:v>0.22430000000002792</c:v>
                </c:pt>
                <c:pt idx="479">
                  <c:v>0.22390000000001464</c:v>
                </c:pt>
                <c:pt idx="480">
                  <c:v>0.22350000000000136</c:v>
                </c:pt>
                <c:pt idx="481">
                  <c:v>0.22320000000001983</c:v>
                </c:pt>
                <c:pt idx="482">
                  <c:v>0.22289999999998145</c:v>
                </c:pt>
                <c:pt idx="483">
                  <c:v>0.22259999999999991</c:v>
                </c:pt>
                <c:pt idx="484">
                  <c:v>0.22239999999999327</c:v>
                </c:pt>
                <c:pt idx="485">
                  <c:v>0.22210000000001173</c:v>
                </c:pt>
                <c:pt idx="486">
                  <c:v>0.22190000000000509</c:v>
                </c:pt>
                <c:pt idx="487">
                  <c:v>0.22169999999999845</c:v>
                </c:pt>
                <c:pt idx="488">
                  <c:v>0.22149999999999181</c:v>
                </c:pt>
                <c:pt idx="489">
                  <c:v>0.22129999999998518</c:v>
                </c:pt>
                <c:pt idx="490">
                  <c:v>0.22109999999997854</c:v>
                </c:pt>
                <c:pt idx="491">
                  <c:v>0.22090000000002874</c:v>
                </c:pt>
                <c:pt idx="492">
                  <c:v>0.220799999999997</c:v>
                </c:pt>
                <c:pt idx="493">
                  <c:v>0.22059999999999036</c:v>
                </c:pt>
                <c:pt idx="494">
                  <c:v>0.22050000000001546</c:v>
                </c:pt>
                <c:pt idx="495">
                  <c:v>0.22030000000000882</c:v>
                </c:pt>
                <c:pt idx="496">
                  <c:v>0.22019999999997708</c:v>
                </c:pt>
                <c:pt idx="497">
                  <c:v>0.22010000000000218</c:v>
                </c:pt>
                <c:pt idx="498">
                  <c:v>0.21989999999999554</c:v>
                </c:pt>
                <c:pt idx="499">
                  <c:v>0.22019999999997708</c:v>
                </c:pt>
                <c:pt idx="500">
                  <c:v>0.22100000000000364</c:v>
                </c:pt>
                <c:pt idx="501">
                  <c:v>0.22219999999998663</c:v>
                </c:pt>
                <c:pt idx="502">
                  <c:v>0.22340000000002647</c:v>
                </c:pt>
                <c:pt idx="503">
                  <c:v>0.22460000000000946</c:v>
                </c:pt>
                <c:pt idx="504">
                  <c:v>0.22570000000001755</c:v>
                </c:pt>
                <c:pt idx="505">
                  <c:v>0.22669999999999391</c:v>
                </c:pt>
                <c:pt idx="506">
                  <c:v>0.22759999999999536</c:v>
                </c:pt>
                <c:pt idx="507">
                  <c:v>0.22840000000002192</c:v>
                </c:pt>
                <c:pt idx="508">
                  <c:v>0.22910000000001673</c:v>
                </c:pt>
                <c:pt idx="509">
                  <c:v>0.22969999999997981</c:v>
                </c:pt>
                <c:pt idx="510">
                  <c:v>0.23029999999999973</c:v>
                </c:pt>
                <c:pt idx="511">
                  <c:v>0.23090000000001965</c:v>
                </c:pt>
                <c:pt idx="512">
                  <c:v>0.23140000000000782</c:v>
                </c:pt>
                <c:pt idx="513">
                  <c:v>0.231899999999996</c:v>
                </c:pt>
                <c:pt idx="514">
                  <c:v>0.23230000000000928</c:v>
                </c:pt>
                <c:pt idx="515">
                  <c:v>0.23270000000002256</c:v>
                </c:pt>
                <c:pt idx="516">
                  <c:v>0.23309999999997899</c:v>
                </c:pt>
                <c:pt idx="517">
                  <c:v>0.23349999999999227</c:v>
                </c:pt>
                <c:pt idx="518">
                  <c:v>0.23380000000003065</c:v>
                </c:pt>
                <c:pt idx="519">
                  <c:v>0.23410000000001219</c:v>
                </c:pt>
                <c:pt idx="520">
                  <c:v>0.23439999999999372</c:v>
                </c:pt>
                <c:pt idx="521">
                  <c:v>0.23470000000003211</c:v>
                </c:pt>
                <c:pt idx="522">
                  <c:v>0.23500000000001364</c:v>
                </c:pt>
                <c:pt idx="523">
                  <c:v>0.23520000000002028</c:v>
                </c:pt>
                <c:pt idx="524">
                  <c:v>0.23540000000002692</c:v>
                </c:pt>
                <c:pt idx="525">
                  <c:v>0.23559999999997672</c:v>
                </c:pt>
                <c:pt idx="526">
                  <c:v>0.23579999999998336</c:v>
                </c:pt>
                <c:pt idx="527">
                  <c:v>0.23599999999999</c:v>
                </c:pt>
                <c:pt idx="528">
                  <c:v>0.23619999999999663</c:v>
                </c:pt>
                <c:pt idx="529">
                  <c:v>0.23630000000002838</c:v>
                </c:pt>
                <c:pt idx="530">
                  <c:v>0.23599999999999</c:v>
                </c:pt>
                <c:pt idx="531">
                  <c:v>0.23520000000002028</c:v>
                </c:pt>
                <c:pt idx="532">
                  <c:v>0.23439999999999372</c:v>
                </c:pt>
              </c:numCache>
            </c:numRef>
          </c:yVal>
          <c:smooth val="1"/>
          <c:extLst>
            <c:ext xmlns:c16="http://schemas.microsoft.com/office/drawing/2014/chart" uri="{C3380CC4-5D6E-409C-BE32-E72D297353CC}">
              <c16:uniqueId val="{00000017-4233-4E9D-9D6D-D06060CC9530}"/>
            </c:ext>
          </c:extLst>
        </c:ser>
        <c:ser>
          <c:idx val="24"/>
          <c:order val="24"/>
          <c:tx>
            <c:strRef>
              <c:f>PM50000_Temps_oc5l2_50000!$BCA$1</c:f>
              <c:strCache>
                <c:ptCount val="1"/>
                <c:pt idx="0">
                  <c:v>TELE_PM_INTERIOR.25</c:v>
                </c:pt>
              </c:strCache>
            </c:strRef>
          </c:tx>
          <c:spPr>
            <a:ln w="19050" cap="rnd">
              <a:solidFill>
                <a:schemeClr val="accent1">
                  <a:lumMod val="60000"/>
                  <a:lumOff val="40000"/>
                </a:schemeClr>
              </a:solidFill>
              <a:round/>
            </a:ln>
            <a:effectLst/>
          </c:spPr>
          <c:marker>
            <c:symbol val="circle"/>
            <c:size val="5"/>
            <c:spPr>
              <a:solidFill>
                <a:schemeClr val="accent1">
                  <a:lumMod val="60000"/>
                  <a:lumOff val="40000"/>
                </a:schemeClr>
              </a:solidFill>
              <a:ln w="9525">
                <a:solidFill>
                  <a:schemeClr val="accent1">
                    <a:lumMod val="60000"/>
                    <a:lumOff val="4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PM50000_Temps_oc5l2_50000!$BCA$2:$BCA$536</c:f>
              <c:numCache>
                <c:formatCode>General</c:formatCode>
                <c:ptCount val="533"/>
                <c:pt idx="0">
                  <c:v>0</c:v>
                </c:pt>
                <c:pt idx="1">
                  <c:v>9.0999999999894499E-3</c:v>
                </c:pt>
                <c:pt idx="2">
                  <c:v>2.6900000000011914E-2</c:v>
                </c:pt>
                <c:pt idx="3">
                  <c:v>4.579999999998563E-2</c:v>
                </c:pt>
                <c:pt idx="4">
                  <c:v>6.3499999999976353E-2</c:v>
                </c:pt>
                <c:pt idx="5">
                  <c:v>7.9499999999995907E-2</c:v>
                </c:pt>
                <c:pt idx="6">
                  <c:v>9.339999999997417E-2</c:v>
                </c:pt>
                <c:pt idx="7">
                  <c:v>0.10559999999998126</c:v>
                </c:pt>
                <c:pt idx="8">
                  <c:v>0.11610000000001719</c:v>
                </c:pt>
                <c:pt idx="9">
                  <c:v>0.12540000000001328</c:v>
                </c:pt>
                <c:pt idx="10">
                  <c:v>0.13350000000002638</c:v>
                </c:pt>
                <c:pt idx="11">
                  <c:v>0.14069999999998117</c:v>
                </c:pt>
                <c:pt idx="12">
                  <c:v>0.1471000000000231</c:v>
                </c:pt>
                <c:pt idx="13">
                  <c:v>0.15280000000001337</c:v>
                </c:pt>
                <c:pt idx="14">
                  <c:v>0.15800000000001546</c:v>
                </c:pt>
                <c:pt idx="15">
                  <c:v>0.16269999999997253</c:v>
                </c:pt>
                <c:pt idx="16">
                  <c:v>0.16689999999999827</c:v>
                </c:pt>
                <c:pt idx="17">
                  <c:v>0.17070000000001073</c:v>
                </c:pt>
                <c:pt idx="18">
                  <c:v>0.17419999999998481</c:v>
                </c:pt>
                <c:pt idx="19">
                  <c:v>0.17739999999997735</c:v>
                </c:pt>
                <c:pt idx="20">
                  <c:v>0.18029999999998836</c:v>
                </c:pt>
                <c:pt idx="21">
                  <c:v>0.18299999999999272</c:v>
                </c:pt>
                <c:pt idx="22">
                  <c:v>0.18540000000001555</c:v>
                </c:pt>
                <c:pt idx="23">
                  <c:v>0.18770000000000664</c:v>
                </c:pt>
                <c:pt idx="24">
                  <c:v>0.18970000000001619</c:v>
                </c:pt>
                <c:pt idx="25">
                  <c:v>0.1915000000000191</c:v>
                </c:pt>
                <c:pt idx="26">
                  <c:v>0.19330000000002201</c:v>
                </c:pt>
                <c:pt idx="27">
                  <c:v>0.19549999999998136</c:v>
                </c:pt>
                <c:pt idx="28">
                  <c:v>0.19799999999997908</c:v>
                </c:pt>
                <c:pt idx="29">
                  <c:v>0.20060000000000855</c:v>
                </c:pt>
                <c:pt idx="30">
                  <c:v>0.20299999999997453</c:v>
                </c:pt>
                <c:pt idx="31">
                  <c:v>0.20530000000002246</c:v>
                </c:pt>
                <c:pt idx="32">
                  <c:v>0.20740000000000691</c:v>
                </c:pt>
                <c:pt idx="33">
                  <c:v>0.20920000000000982</c:v>
                </c:pt>
                <c:pt idx="34">
                  <c:v>0.21089999999998099</c:v>
                </c:pt>
                <c:pt idx="35">
                  <c:v>0.21249999999997726</c:v>
                </c:pt>
                <c:pt idx="36">
                  <c:v>0.21390000000002374</c:v>
                </c:pt>
                <c:pt idx="37">
                  <c:v>0.21519999999998163</c:v>
                </c:pt>
                <c:pt idx="38">
                  <c:v>0.21640000000002146</c:v>
                </c:pt>
                <c:pt idx="39">
                  <c:v>0.21749999999997272</c:v>
                </c:pt>
                <c:pt idx="40">
                  <c:v>0.21850000000000591</c:v>
                </c:pt>
                <c:pt idx="41">
                  <c:v>0.21940000000000737</c:v>
                </c:pt>
                <c:pt idx="42">
                  <c:v>0.22019999999997708</c:v>
                </c:pt>
                <c:pt idx="43">
                  <c:v>0.22100000000000364</c:v>
                </c:pt>
                <c:pt idx="44">
                  <c:v>0.22179999999997335</c:v>
                </c:pt>
                <c:pt idx="45">
                  <c:v>0.22239999999999327</c:v>
                </c:pt>
                <c:pt idx="46">
                  <c:v>0.22309999999998809</c:v>
                </c:pt>
                <c:pt idx="47">
                  <c:v>0.223700000000008</c:v>
                </c:pt>
                <c:pt idx="48">
                  <c:v>0.22419999999999618</c:v>
                </c:pt>
                <c:pt idx="49">
                  <c:v>0.22469999999998436</c:v>
                </c:pt>
                <c:pt idx="50">
                  <c:v>0.22519999999997253</c:v>
                </c:pt>
                <c:pt idx="51">
                  <c:v>0.22559999999998581</c:v>
                </c:pt>
                <c:pt idx="52">
                  <c:v>0.22599999999999909</c:v>
                </c:pt>
                <c:pt idx="53">
                  <c:v>0.22629999999998063</c:v>
                </c:pt>
                <c:pt idx="54">
                  <c:v>0.22669999999999391</c:v>
                </c:pt>
                <c:pt idx="55">
                  <c:v>0.22699999999997544</c:v>
                </c:pt>
                <c:pt idx="56">
                  <c:v>0.22730000000001382</c:v>
                </c:pt>
                <c:pt idx="57">
                  <c:v>0.22730000000001382</c:v>
                </c:pt>
                <c:pt idx="58">
                  <c:v>0.22690000000000055</c:v>
                </c:pt>
                <c:pt idx="59">
                  <c:v>0.22629999999998063</c:v>
                </c:pt>
                <c:pt idx="60">
                  <c:v>0.22559999999998581</c:v>
                </c:pt>
                <c:pt idx="61">
                  <c:v>0.2248000000000161</c:v>
                </c:pt>
                <c:pt idx="62">
                  <c:v>0.22419999999999618</c:v>
                </c:pt>
                <c:pt idx="63">
                  <c:v>0.22359999999997626</c:v>
                </c:pt>
                <c:pt idx="64">
                  <c:v>0.22309999999998809</c:v>
                </c:pt>
                <c:pt idx="65">
                  <c:v>0.22269999999997481</c:v>
                </c:pt>
                <c:pt idx="66">
                  <c:v>0.22230000000001837</c:v>
                </c:pt>
                <c:pt idx="67">
                  <c:v>0.22190000000000509</c:v>
                </c:pt>
                <c:pt idx="68">
                  <c:v>0.22160000000002356</c:v>
                </c:pt>
                <c:pt idx="69">
                  <c:v>0.22129999999998518</c:v>
                </c:pt>
                <c:pt idx="70">
                  <c:v>0.22109999999997854</c:v>
                </c:pt>
                <c:pt idx="71">
                  <c:v>0.220799999999997</c:v>
                </c:pt>
                <c:pt idx="72">
                  <c:v>0.22059999999999036</c:v>
                </c:pt>
                <c:pt idx="73">
                  <c:v>0.22039999999998372</c:v>
                </c:pt>
                <c:pt idx="74">
                  <c:v>0.22019999999997708</c:v>
                </c:pt>
                <c:pt idx="75">
                  <c:v>0.22010000000000218</c:v>
                </c:pt>
                <c:pt idx="76">
                  <c:v>0.21989999999999554</c:v>
                </c:pt>
                <c:pt idx="77">
                  <c:v>0.21980000000002065</c:v>
                </c:pt>
                <c:pt idx="78">
                  <c:v>0.21960000000001401</c:v>
                </c:pt>
                <c:pt idx="79">
                  <c:v>0.21949999999998226</c:v>
                </c:pt>
                <c:pt idx="80">
                  <c:v>0.21940000000000737</c:v>
                </c:pt>
                <c:pt idx="81">
                  <c:v>0.21929999999997563</c:v>
                </c:pt>
                <c:pt idx="82">
                  <c:v>0.21920000000000073</c:v>
                </c:pt>
                <c:pt idx="83">
                  <c:v>0.21910000000002583</c:v>
                </c:pt>
                <c:pt idx="84">
                  <c:v>0.21910000000002583</c:v>
                </c:pt>
                <c:pt idx="85">
                  <c:v>0.21899999999999409</c:v>
                </c:pt>
                <c:pt idx="86">
                  <c:v>0.21890000000001919</c:v>
                </c:pt>
                <c:pt idx="87">
                  <c:v>0.21879999999998745</c:v>
                </c:pt>
                <c:pt idx="88">
                  <c:v>0.21879999999998745</c:v>
                </c:pt>
                <c:pt idx="89">
                  <c:v>0.21870000000001255</c:v>
                </c:pt>
                <c:pt idx="90">
                  <c:v>0.21870000000001255</c:v>
                </c:pt>
                <c:pt idx="91">
                  <c:v>0.21859999999998081</c:v>
                </c:pt>
                <c:pt idx="92">
                  <c:v>0.21859999999998081</c:v>
                </c:pt>
                <c:pt idx="93">
                  <c:v>0.21859999999998081</c:v>
                </c:pt>
                <c:pt idx="94">
                  <c:v>0.21850000000000591</c:v>
                </c:pt>
                <c:pt idx="95">
                  <c:v>0.21850000000000591</c:v>
                </c:pt>
                <c:pt idx="96">
                  <c:v>0.21850000000000591</c:v>
                </c:pt>
                <c:pt idx="97">
                  <c:v>0.21839999999997417</c:v>
                </c:pt>
                <c:pt idx="98">
                  <c:v>0.21839999999997417</c:v>
                </c:pt>
                <c:pt idx="99">
                  <c:v>0.21839999999997417</c:v>
                </c:pt>
                <c:pt idx="100">
                  <c:v>0.21829999999999927</c:v>
                </c:pt>
                <c:pt idx="101">
                  <c:v>0.21829999999999927</c:v>
                </c:pt>
                <c:pt idx="102">
                  <c:v>0.21829999999999927</c:v>
                </c:pt>
                <c:pt idx="103">
                  <c:v>0.21829999999999927</c:v>
                </c:pt>
                <c:pt idx="104">
                  <c:v>0.21829999999999927</c:v>
                </c:pt>
                <c:pt idx="105">
                  <c:v>0.21829999999999927</c:v>
                </c:pt>
                <c:pt idx="106">
                  <c:v>0.21820000000002437</c:v>
                </c:pt>
                <c:pt idx="107">
                  <c:v>0.21820000000002437</c:v>
                </c:pt>
                <c:pt idx="108">
                  <c:v>0.21829999999999927</c:v>
                </c:pt>
                <c:pt idx="109">
                  <c:v>0.21829999999999927</c:v>
                </c:pt>
                <c:pt idx="110">
                  <c:v>0.21839999999997417</c:v>
                </c:pt>
                <c:pt idx="111">
                  <c:v>0.21839999999997417</c:v>
                </c:pt>
                <c:pt idx="112">
                  <c:v>0.21850000000000591</c:v>
                </c:pt>
                <c:pt idx="113">
                  <c:v>0.21850000000000591</c:v>
                </c:pt>
                <c:pt idx="114">
                  <c:v>0.21859999999998081</c:v>
                </c:pt>
                <c:pt idx="115">
                  <c:v>0.21859999999998081</c:v>
                </c:pt>
                <c:pt idx="116">
                  <c:v>0.21870000000001255</c:v>
                </c:pt>
                <c:pt idx="117">
                  <c:v>0.21870000000001255</c:v>
                </c:pt>
                <c:pt idx="118">
                  <c:v>0.21879999999998745</c:v>
                </c:pt>
                <c:pt idx="119">
                  <c:v>0.21879999999998745</c:v>
                </c:pt>
                <c:pt idx="120">
                  <c:v>0.21890000000001919</c:v>
                </c:pt>
                <c:pt idx="121">
                  <c:v>0.21890000000001919</c:v>
                </c:pt>
                <c:pt idx="122">
                  <c:v>0.21890000000001919</c:v>
                </c:pt>
                <c:pt idx="123">
                  <c:v>0.21899999999999409</c:v>
                </c:pt>
                <c:pt idx="124">
                  <c:v>0.21899999999999409</c:v>
                </c:pt>
                <c:pt idx="125">
                  <c:v>0.21899999999999409</c:v>
                </c:pt>
                <c:pt idx="126">
                  <c:v>0.21899999999999409</c:v>
                </c:pt>
                <c:pt idx="127">
                  <c:v>0.21910000000002583</c:v>
                </c:pt>
                <c:pt idx="128">
                  <c:v>0.21910000000002583</c:v>
                </c:pt>
                <c:pt idx="129">
                  <c:v>0.21910000000002583</c:v>
                </c:pt>
                <c:pt idx="130">
                  <c:v>0.21910000000002583</c:v>
                </c:pt>
                <c:pt idx="131">
                  <c:v>0.21920000000000073</c:v>
                </c:pt>
                <c:pt idx="132">
                  <c:v>0.21920000000000073</c:v>
                </c:pt>
                <c:pt idx="133">
                  <c:v>0.21920000000000073</c:v>
                </c:pt>
                <c:pt idx="134">
                  <c:v>0.21920000000000073</c:v>
                </c:pt>
                <c:pt idx="135">
                  <c:v>0.21920000000000073</c:v>
                </c:pt>
                <c:pt idx="136">
                  <c:v>0.21929999999997563</c:v>
                </c:pt>
                <c:pt idx="137">
                  <c:v>0.21929999999997563</c:v>
                </c:pt>
                <c:pt idx="138">
                  <c:v>0.21929999999997563</c:v>
                </c:pt>
                <c:pt idx="139">
                  <c:v>0.21929999999997563</c:v>
                </c:pt>
                <c:pt idx="140">
                  <c:v>0.21929999999997563</c:v>
                </c:pt>
                <c:pt idx="141">
                  <c:v>0.21929999999997563</c:v>
                </c:pt>
                <c:pt idx="142">
                  <c:v>0.21929999999997563</c:v>
                </c:pt>
                <c:pt idx="143">
                  <c:v>0.21940000000000737</c:v>
                </c:pt>
                <c:pt idx="144">
                  <c:v>0.21940000000000737</c:v>
                </c:pt>
                <c:pt idx="145">
                  <c:v>0.21940000000000737</c:v>
                </c:pt>
                <c:pt idx="146">
                  <c:v>0.21940000000000737</c:v>
                </c:pt>
                <c:pt idx="147">
                  <c:v>0.21940000000000737</c:v>
                </c:pt>
                <c:pt idx="148">
                  <c:v>0.21940000000000737</c:v>
                </c:pt>
                <c:pt idx="149">
                  <c:v>0.21940000000000737</c:v>
                </c:pt>
                <c:pt idx="150">
                  <c:v>0.21940000000000737</c:v>
                </c:pt>
                <c:pt idx="151">
                  <c:v>0.21940000000000737</c:v>
                </c:pt>
                <c:pt idx="152">
                  <c:v>0.21940000000000737</c:v>
                </c:pt>
                <c:pt idx="153">
                  <c:v>0.21940000000000737</c:v>
                </c:pt>
                <c:pt idx="154">
                  <c:v>0.21940000000000737</c:v>
                </c:pt>
                <c:pt idx="155">
                  <c:v>0.21940000000000737</c:v>
                </c:pt>
                <c:pt idx="156">
                  <c:v>0.21940000000000737</c:v>
                </c:pt>
                <c:pt idx="157">
                  <c:v>0.21949999999998226</c:v>
                </c:pt>
                <c:pt idx="158">
                  <c:v>0.21929999999997563</c:v>
                </c:pt>
                <c:pt idx="159">
                  <c:v>0.21899999999999409</c:v>
                </c:pt>
                <c:pt idx="160">
                  <c:v>0.21859999999998081</c:v>
                </c:pt>
                <c:pt idx="161">
                  <c:v>0.21820000000002437</c:v>
                </c:pt>
                <c:pt idx="162">
                  <c:v>0.2178000000000111</c:v>
                </c:pt>
                <c:pt idx="163">
                  <c:v>0.21739999999999782</c:v>
                </c:pt>
                <c:pt idx="164">
                  <c:v>0.21710000000001628</c:v>
                </c:pt>
                <c:pt idx="165">
                  <c:v>0.2167999999999779</c:v>
                </c:pt>
                <c:pt idx="166">
                  <c:v>0.21649999999999636</c:v>
                </c:pt>
                <c:pt idx="167">
                  <c:v>0.21620000000001482</c:v>
                </c:pt>
                <c:pt idx="168">
                  <c:v>0.21589999999997644</c:v>
                </c:pt>
                <c:pt idx="169">
                  <c:v>0.21570000000002665</c:v>
                </c:pt>
                <c:pt idx="170">
                  <c:v>0.21550000000002001</c:v>
                </c:pt>
                <c:pt idx="171">
                  <c:v>0.21530000000001337</c:v>
                </c:pt>
                <c:pt idx="172">
                  <c:v>0.21510000000000673</c:v>
                </c:pt>
                <c:pt idx="173">
                  <c:v>0.21490000000000009</c:v>
                </c:pt>
                <c:pt idx="174">
                  <c:v>0.21469999999999345</c:v>
                </c:pt>
                <c:pt idx="175">
                  <c:v>0.21460000000001855</c:v>
                </c:pt>
                <c:pt idx="176">
                  <c:v>0.21440000000001191</c:v>
                </c:pt>
                <c:pt idx="177">
                  <c:v>0.21429999999998017</c:v>
                </c:pt>
                <c:pt idx="178">
                  <c:v>0.21409999999997353</c:v>
                </c:pt>
                <c:pt idx="179">
                  <c:v>0.21399999999999864</c:v>
                </c:pt>
                <c:pt idx="180">
                  <c:v>0.21390000000002374</c:v>
                </c:pt>
                <c:pt idx="181">
                  <c:v>0.213799999999992</c:v>
                </c:pt>
                <c:pt idx="182">
                  <c:v>0.21359999999998536</c:v>
                </c:pt>
                <c:pt idx="183">
                  <c:v>0.2137000000000171</c:v>
                </c:pt>
                <c:pt idx="184">
                  <c:v>0.21429999999998017</c:v>
                </c:pt>
                <c:pt idx="185">
                  <c:v>0.21539999999998827</c:v>
                </c:pt>
                <c:pt idx="186">
                  <c:v>0.21649999999999636</c:v>
                </c:pt>
                <c:pt idx="187">
                  <c:v>0.21769999999997935</c:v>
                </c:pt>
                <c:pt idx="188">
                  <c:v>0.21879999999998745</c:v>
                </c:pt>
                <c:pt idx="189">
                  <c:v>0.2196999999999889</c:v>
                </c:pt>
                <c:pt idx="190">
                  <c:v>0.22059999999999036</c:v>
                </c:pt>
                <c:pt idx="191">
                  <c:v>0.22140000000001692</c:v>
                </c:pt>
                <c:pt idx="192">
                  <c:v>0.22210000000001173</c:v>
                </c:pt>
                <c:pt idx="193">
                  <c:v>0.22269999999997481</c:v>
                </c:pt>
                <c:pt idx="194">
                  <c:v>0.22329999999999472</c:v>
                </c:pt>
                <c:pt idx="195">
                  <c:v>0.2237999999999829</c:v>
                </c:pt>
                <c:pt idx="196">
                  <c:v>0.22429999999997108</c:v>
                </c:pt>
                <c:pt idx="197">
                  <c:v>0.2248000000000161</c:v>
                </c:pt>
                <c:pt idx="198">
                  <c:v>0.22519999999997253</c:v>
                </c:pt>
                <c:pt idx="199">
                  <c:v>0.22559999999998581</c:v>
                </c:pt>
                <c:pt idx="200">
                  <c:v>0.22599999999999909</c:v>
                </c:pt>
                <c:pt idx="201">
                  <c:v>0.22629999999998063</c:v>
                </c:pt>
                <c:pt idx="202">
                  <c:v>0.22660000000001901</c:v>
                </c:pt>
                <c:pt idx="203">
                  <c:v>0.22690000000000055</c:v>
                </c:pt>
                <c:pt idx="204">
                  <c:v>0.22719999999998208</c:v>
                </c:pt>
                <c:pt idx="205">
                  <c:v>0.22750000000002046</c:v>
                </c:pt>
                <c:pt idx="206">
                  <c:v>0.2277000000000271</c:v>
                </c:pt>
                <c:pt idx="207">
                  <c:v>0.2278999999999769</c:v>
                </c:pt>
                <c:pt idx="208">
                  <c:v>0.22820000000001528</c:v>
                </c:pt>
                <c:pt idx="209">
                  <c:v>0.22840000000002192</c:v>
                </c:pt>
                <c:pt idx="210">
                  <c:v>0.22849999999999682</c:v>
                </c:pt>
                <c:pt idx="211">
                  <c:v>0.22870000000000346</c:v>
                </c:pt>
                <c:pt idx="212">
                  <c:v>0.2289000000000101</c:v>
                </c:pt>
                <c:pt idx="213">
                  <c:v>0.22899999999998499</c:v>
                </c:pt>
                <c:pt idx="214">
                  <c:v>0.2289000000000101</c:v>
                </c:pt>
                <c:pt idx="215">
                  <c:v>0.22829999999999018</c:v>
                </c:pt>
                <c:pt idx="216">
                  <c:v>0.22750000000002046</c:v>
                </c:pt>
                <c:pt idx="217">
                  <c:v>0.22669999999999391</c:v>
                </c:pt>
                <c:pt idx="218">
                  <c:v>0.22590000000002419</c:v>
                </c:pt>
                <c:pt idx="219">
                  <c:v>0.22519999999997253</c:v>
                </c:pt>
                <c:pt idx="220">
                  <c:v>0.22449999999997772</c:v>
                </c:pt>
                <c:pt idx="221">
                  <c:v>0.22390000000001464</c:v>
                </c:pt>
                <c:pt idx="222">
                  <c:v>0.22340000000002647</c:v>
                </c:pt>
                <c:pt idx="223">
                  <c:v>0.22300000000001319</c:v>
                </c:pt>
                <c:pt idx="224">
                  <c:v>0.22259999999999991</c:v>
                </c:pt>
                <c:pt idx="225">
                  <c:v>0.22219999999998663</c:v>
                </c:pt>
                <c:pt idx="226">
                  <c:v>0.22190000000000509</c:v>
                </c:pt>
                <c:pt idx="227">
                  <c:v>0.22160000000002356</c:v>
                </c:pt>
                <c:pt idx="228">
                  <c:v>0.22129999999998518</c:v>
                </c:pt>
                <c:pt idx="229">
                  <c:v>0.22109999999997854</c:v>
                </c:pt>
                <c:pt idx="230">
                  <c:v>0.2208999999999719</c:v>
                </c:pt>
                <c:pt idx="231">
                  <c:v>0.22059999999999036</c:v>
                </c:pt>
                <c:pt idx="232">
                  <c:v>0.22039999999998372</c:v>
                </c:pt>
                <c:pt idx="233">
                  <c:v>0.22030000000000882</c:v>
                </c:pt>
                <c:pt idx="234">
                  <c:v>0.22010000000000218</c:v>
                </c:pt>
                <c:pt idx="235">
                  <c:v>0.21989999999999554</c:v>
                </c:pt>
                <c:pt idx="236">
                  <c:v>0.21980000000002065</c:v>
                </c:pt>
                <c:pt idx="237">
                  <c:v>0.2196999999999889</c:v>
                </c:pt>
                <c:pt idx="238">
                  <c:v>0.21960000000001401</c:v>
                </c:pt>
                <c:pt idx="239">
                  <c:v>0.21940000000000737</c:v>
                </c:pt>
                <c:pt idx="240">
                  <c:v>0.21929999999997563</c:v>
                </c:pt>
                <c:pt idx="241">
                  <c:v>0.21920000000000073</c:v>
                </c:pt>
                <c:pt idx="242">
                  <c:v>0.21920000000000073</c:v>
                </c:pt>
                <c:pt idx="243">
                  <c:v>0.21910000000002583</c:v>
                </c:pt>
                <c:pt idx="244">
                  <c:v>0.21899999999999409</c:v>
                </c:pt>
                <c:pt idx="245">
                  <c:v>0.21890000000001919</c:v>
                </c:pt>
                <c:pt idx="246">
                  <c:v>0.21890000000001919</c:v>
                </c:pt>
                <c:pt idx="247">
                  <c:v>0.21879999999998745</c:v>
                </c:pt>
                <c:pt idx="248">
                  <c:v>0.21879999999998745</c:v>
                </c:pt>
                <c:pt idx="249">
                  <c:v>0.21870000000001255</c:v>
                </c:pt>
                <c:pt idx="250">
                  <c:v>0.21870000000001255</c:v>
                </c:pt>
                <c:pt idx="251">
                  <c:v>0.21859999999998081</c:v>
                </c:pt>
                <c:pt idx="252">
                  <c:v>0.21859999999998081</c:v>
                </c:pt>
                <c:pt idx="253">
                  <c:v>0.21850000000000591</c:v>
                </c:pt>
                <c:pt idx="254">
                  <c:v>0.21850000000000591</c:v>
                </c:pt>
                <c:pt idx="255">
                  <c:v>0.21850000000000591</c:v>
                </c:pt>
                <c:pt idx="256">
                  <c:v>0.21839999999997417</c:v>
                </c:pt>
                <c:pt idx="257">
                  <c:v>0.21839999999997417</c:v>
                </c:pt>
                <c:pt idx="258">
                  <c:v>0.21839999999997417</c:v>
                </c:pt>
                <c:pt idx="259">
                  <c:v>0.21839999999997417</c:v>
                </c:pt>
                <c:pt idx="260">
                  <c:v>0.21829999999999927</c:v>
                </c:pt>
                <c:pt idx="261">
                  <c:v>0.21829999999999927</c:v>
                </c:pt>
                <c:pt idx="262">
                  <c:v>0.21829999999999927</c:v>
                </c:pt>
                <c:pt idx="263">
                  <c:v>0.21829999999999927</c:v>
                </c:pt>
                <c:pt idx="264">
                  <c:v>0.21829999999999927</c:v>
                </c:pt>
                <c:pt idx="265">
                  <c:v>0.21829999999999927</c:v>
                </c:pt>
                <c:pt idx="266">
                  <c:v>0.21839999999997417</c:v>
                </c:pt>
                <c:pt idx="267">
                  <c:v>0.21839999999997417</c:v>
                </c:pt>
                <c:pt idx="268">
                  <c:v>0.21850000000000591</c:v>
                </c:pt>
                <c:pt idx="269">
                  <c:v>0.21850000000000591</c:v>
                </c:pt>
                <c:pt idx="270">
                  <c:v>0.21859999999998081</c:v>
                </c:pt>
                <c:pt idx="271">
                  <c:v>0.21859999999998081</c:v>
                </c:pt>
                <c:pt idx="272">
                  <c:v>0.21870000000001255</c:v>
                </c:pt>
                <c:pt idx="273">
                  <c:v>0.21870000000001255</c:v>
                </c:pt>
                <c:pt idx="274">
                  <c:v>0.21879999999998745</c:v>
                </c:pt>
                <c:pt idx="275">
                  <c:v>0.21879999999998745</c:v>
                </c:pt>
                <c:pt idx="276">
                  <c:v>0.21890000000001919</c:v>
                </c:pt>
                <c:pt idx="277">
                  <c:v>0.21890000000001919</c:v>
                </c:pt>
                <c:pt idx="278">
                  <c:v>0.21890000000001919</c:v>
                </c:pt>
                <c:pt idx="279">
                  <c:v>0.21899999999999409</c:v>
                </c:pt>
                <c:pt idx="280">
                  <c:v>0.21899999999999409</c:v>
                </c:pt>
                <c:pt idx="281">
                  <c:v>0.21899999999999409</c:v>
                </c:pt>
                <c:pt idx="282">
                  <c:v>0.21899999999999409</c:v>
                </c:pt>
                <c:pt idx="283">
                  <c:v>0.21910000000002583</c:v>
                </c:pt>
                <c:pt idx="284">
                  <c:v>0.21910000000002583</c:v>
                </c:pt>
                <c:pt idx="285">
                  <c:v>0.21910000000002583</c:v>
                </c:pt>
                <c:pt idx="286">
                  <c:v>0.21910000000002583</c:v>
                </c:pt>
                <c:pt idx="287">
                  <c:v>0.21920000000000073</c:v>
                </c:pt>
                <c:pt idx="288">
                  <c:v>0.21920000000000073</c:v>
                </c:pt>
                <c:pt idx="289">
                  <c:v>0.21920000000000073</c:v>
                </c:pt>
                <c:pt idx="290">
                  <c:v>0.21920000000000073</c:v>
                </c:pt>
                <c:pt idx="291">
                  <c:v>0.21920000000000073</c:v>
                </c:pt>
                <c:pt idx="292">
                  <c:v>0.21929999999997563</c:v>
                </c:pt>
                <c:pt idx="293">
                  <c:v>0.21929999999997563</c:v>
                </c:pt>
                <c:pt idx="294">
                  <c:v>0.21929999999997563</c:v>
                </c:pt>
                <c:pt idx="295">
                  <c:v>0.21929999999997563</c:v>
                </c:pt>
                <c:pt idx="296">
                  <c:v>0.21929999999997563</c:v>
                </c:pt>
                <c:pt idx="297">
                  <c:v>0.21929999999997563</c:v>
                </c:pt>
                <c:pt idx="298">
                  <c:v>0.21929999999997563</c:v>
                </c:pt>
                <c:pt idx="299">
                  <c:v>0.21940000000000737</c:v>
                </c:pt>
                <c:pt idx="300">
                  <c:v>0.21940000000000737</c:v>
                </c:pt>
                <c:pt idx="301">
                  <c:v>0.21940000000000737</c:v>
                </c:pt>
                <c:pt idx="302">
                  <c:v>0.21940000000000737</c:v>
                </c:pt>
                <c:pt idx="303">
                  <c:v>0.21940000000000737</c:v>
                </c:pt>
                <c:pt idx="304">
                  <c:v>0.21940000000000737</c:v>
                </c:pt>
                <c:pt idx="305">
                  <c:v>0.21940000000000737</c:v>
                </c:pt>
                <c:pt idx="306">
                  <c:v>0.21940000000000737</c:v>
                </c:pt>
                <c:pt idx="307">
                  <c:v>0.21940000000000737</c:v>
                </c:pt>
                <c:pt idx="308">
                  <c:v>0.21940000000000737</c:v>
                </c:pt>
                <c:pt idx="309">
                  <c:v>0.21940000000000737</c:v>
                </c:pt>
                <c:pt idx="310">
                  <c:v>0.21940000000000737</c:v>
                </c:pt>
                <c:pt idx="311">
                  <c:v>0.21940000000000737</c:v>
                </c:pt>
                <c:pt idx="312">
                  <c:v>0.21949999999998226</c:v>
                </c:pt>
                <c:pt idx="313">
                  <c:v>0.21949999999998226</c:v>
                </c:pt>
                <c:pt idx="314">
                  <c:v>0.21949999999998226</c:v>
                </c:pt>
                <c:pt idx="315">
                  <c:v>0.21929999999997563</c:v>
                </c:pt>
                <c:pt idx="316">
                  <c:v>0.21899999999999409</c:v>
                </c:pt>
                <c:pt idx="317">
                  <c:v>0.21859999999998081</c:v>
                </c:pt>
                <c:pt idx="318">
                  <c:v>0.21820000000002437</c:v>
                </c:pt>
                <c:pt idx="319">
                  <c:v>0.2178000000000111</c:v>
                </c:pt>
                <c:pt idx="320">
                  <c:v>0.21739999999999782</c:v>
                </c:pt>
                <c:pt idx="321">
                  <c:v>0.21699999999998454</c:v>
                </c:pt>
                <c:pt idx="322">
                  <c:v>0.216700000000003</c:v>
                </c:pt>
                <c:pt idx="323">
                  <c:v>0.21640000000002146</c:v>
                </c:pt>
                <c:pt idx="324">
                  <c:v>0.21620000000001482</c:v>
                </c:pt>
                <c:pt idx="325">
                  <c:v>0.21589999999997644</c:v>
                </c:pt>
                <c:pt idx="326">
                  <c:v>0.21570000000002665</c:v>
                </c:pt>
                <c:pt idx="327">
                  <c:v>0.21550000000002001</c:v>
                </c:pt>
                <c:pt idx="328">
                  <c:v>0.21530000000001337</c:v>
                </c:pt>
                <c:pt idx="329">
                  <c:v>0.21510000000000673</c:v>
                </c:pt>
                <c:pt idx="330">
                  <c:v>0.21490000000000009</c:v>
                </c:pt>
                <c:pt idx="331">
                  <c:v>0.21469999999999345</c:v>
                </c:pt>
                <c:pt idx="332">
                  <c:v>0.21460000000001855</c:v>
                </c:pt>
                <c:pt idx="333">
                  <c:v>0.21440000000001191</c:v>
                </c:pt>
                <c:pt idx="334">
                  <c:v>0.21429999999998017</c:v>
                </c:pt>
                <c:pt idx="335">
                  <c:v>0.21409999999997353</c:v>
                </c:pt>
                <c:pt idx="336">
                  <c:v>0.21399999999999864</c:v>
                </c:pt>
                <c:pt idx="337">
                  <c:v>0.21390000000002374</c:v>
                </c:pt>
                <c:pt idx="338">
                  <c:v>0.2137000000000171</c:v>
                </c:pt>
                <c:pt idx="339">
                  <c:v>0.21359999999998536</c:v>
                </c:pt>
                <c:pt idx="340">
                  <c:v>0.213799999999992</c:v>
                </c:pt>
                <c:pt idx="341">
                  <c:v>0.21449999999998681</c:v>
                </c:pt>
                <c:pt idx="342">
                  <c:v>0.21550000000002001</c:v>
                </c:pt>
                <c:pt idx="343">
                  <c:v>0.216700000000003</c:v>
                </c:pt>
                <c:pt idx="344">
                  <c:v>0.2178000000000111</c:v>
                </c:pt>
                <c:pt idx="345">
                  <c:v>0.21890000000001919</c:v>
                </c:pt>
                <c:pt idx="346">
                  <c:v>0.21989999999999554</c:v>
                </c:pt>
                <c:pt idx="347">
                  <c:v>0.2207000000000221</c:v>
                </c:pt>
                <c:pt idx="348">
                  <c:v>0.22149999999999181</c:v>
                </c:pt>
                <c:pt idx="349">
                  <c:v>0.22219999999998663</c:v>
                </c:pt>
                <c:pt idx="350">
                  <c:v>0.22280000000000655</c:v>
                </c:pt>
                <c:pt idx="351">
                  <c:v>0.22340000000002647</c:v>
                </c:pt>
                <c:pt idx="352">
                  <c:v>0.22390000000001464</c:v>
                </c:pt>
                <c:pt idx="353">
                  <c:v>0.22440000000000282</c:v>
                </c:pt>
                <c:pt idx="354">
                  <c:v>0.224899999999991</c:v>
                </c:pt>
                <c:pt idx="355">
                  <c:v>0.22530000000000427</c:v>
                </c:pt>
                <c:pt idx="356">
                  <c:v>0.22570000000001755</c:v>
                </c:pt>
                <c:pt idx="357">
                  <c:v>0.22599999999999909</c:v>
                </c:pt>
                <c:pt idx="358">
                  <c:v>0.22640000000001237</c:v>
                </c:pt>
                <c:pt idx="359">
                  <c:v>0.22669999999999391</c:v>
                </c:pt>
                <c:pt idx="360">
                  <c:v>0.22699999999997544</c:v>
                </c:pt>
                <c:pt idx="361">
                  <c:v>0.22699999999997544</c:v>
                </c:pt>
                <c:pt idx="362">
                  <c:v>0.22730000000001382</c:v>
                </c:pt>
                <c:pt idx="363">
                  <c:v>0.22750000000002046</c:v>
                </c:pt>
                <c:pt idx="364">
                  <c:v>0.227800000000002</c:v>
                </c:pt>
                <c:pt idx="365">
                  <c:v>0.22800000000000864</c:v>
                </c:pt>
                <c:pt idx="366">
                  <c:v>0.22820000000001528</c:v>
                </c:pt>
                <c:pt idx="367">
                  <c:v>0.22840000000002192</c:v>
                </c:pt>
                <c:pt idx="368">
                  <c:v>0.22859999999997171</c:v>
                </c:pt>
                <c:pt idx="369">
                  <c:v>0.22870000000000346</c:v>
                </c:pt>
                <c:pt idx="370">
                  <c:v>0.2289000000000101</c:v>
                </c:pt>
                <c:pt idx="371">
                  <c:v>0.22899999999998499</c:v>
                </c:pt>
                <c:pt idx="372">
                  <c:v>0.22879999999997835</c:v>
                </c:pt>
                <c:pt idx="373">
                  <c:v>0.22820000000001528</c:v>
                </c:pt>
                <c:pt idx="374">
                  <c:v>0.22739999999998872</c:v>
                </c:pt>
                <c:pt idx="375">
                  <c:v>0.22660000000001901</c:v>
                </c:pt>
                <c:pt idx="376">
                  <c:v>0.22579999999999245</c:v>
                </c:pt>
                <c:pt idx="377">
                  <c:v>0.22509999999999764</c:v>
                </c:pt>
                <c:pt idx="378">
                  <c:v>0.22440000000000282</c:v>
                </c:pt>
                <c:pt idx="379">
                  <c:v>0.22390000000001464</c:v>
                </c:pt>
                <c:pt idx="380">
                  <c:v>0.22340000000002647</c:v>
                </c:pt>
                <c:pt idx="381">
                  <c:v>0.22289999999998145</c:v>
                </c:pt>
                <c:pt idx="382">
                  <c:v>0.22250000000002501</c:v>
                </c:pt>
                <c:pt idx="383">
                  <c:v>0.22219999999998663</c:v>
                </c:pt>
                <c:pt idx="384">
                  <c:v>0.22190000000000509</c:v>
                </c:pt>
                <c:pt idx="385">
                  <c:v>0.22160000000002356</c:v>
                </c:pt>
                <c:pt idx="386">
                  <c:v>0.22129999999998518</c:v>
                </c:pt>
                <c:pt idx="387">
                  <c:v>0.22100000000000364</c:v>
                </c:pt>
                <c:pt idx="388">
                  <c:v>0.220799999999997</c:v>
                </c:pt>
                <c:pt idx="389">
                  <c:v>0.22059999999999036</c:v>
                </c:pt>
                <c:pt idx="390">
                  <c:v>0.22039999999998372</c:v>
                </c:pt>
                <c:pt idx="391">
                  <c:v>0.22019999999997708</c:v>
                </c:pt>
                <c:pt idx="392">
                  <c:v>0.22010000000000218</c:v>
                </c:pt>
                <c:pt idx="393">
                  <c:v>0.21989999999999554</c:v>
                </c:pt>
                <c:pt idx="394">
                  <c:v>0.21980000000002065</c:v>
                </c:pt>
                <c:pt idx="395">
                  <c:v>0.2196999999999889</c:v>
                </c:pt>
                <c:pt idx="396">
                  <c:v>0.21949999999998226</c:v>
                </c:pt>
                <c:pt idx="397">
                  <c:v>0.21940000000000737</c:v>
                </c:pt>
                <c:pt idx="398">
                  <c:v>0.21929999999997563</c:v>
                </c:pt>
                <c:pt idx="399">
                  <c:v>0.21920000000000073</c:v>
                </c:pt>
                <c:pt idx="400">
                  <c:v>0.21920000000000073</c:v>
                </c:pt>
                <c:pt idx="401">
                  <c:v>0.21910000000002583</c:v>
                </c:pt>
                <c:pt idx="402">
                  <c:v>0.21899999999999409</c:v>
                </c:pt>
                <c:pt idx="403">
                  <c:v>0.21890000000001919</c:v>
                </c:pt>
                <c:pt idx="404">
                  <c:v>0.21890000000001919</c:v>
                </c:pt>
                <c:pt idx="405">
                  <c:v>0.21879999999998745</c:v>
                </c:pt>
                <c:pt idx="406">
                  <c:v>0.21879999999998745</c:v>
                </c:pt>
                <c:pt idx="407">
                  <c:v>0.21870000000001255</c:v>
                </c:pt>
                <c:pt idx="408">
                  <c:v>0.21870000000001255</c:v>
                </c:pt>
                <c:pt idx="409">
                  <c:v>0.21859999999998081</c:v>
                </c:pt>
                <c:pt idx="410">
                  <c:v>0.21859999999998081</c:v>
                </c:pt>
                <c:pt idx="411">
                  <c:v>0.21850000000000591</c:v>
                </c:pt>
                <c:pt idx="412">
                  <c:v>0.21850000000000591</c:v>
                </c:pt>
                <c:pt idx="413">
                  <c:v>0.21850000000000591</c:v>
                </c:pt>
                <c:pt idx="414">
                  <c:v>0.21839999999997417</c:v>
                </c:pt>
                <c:pt idx="415">
                  <c:v>0.21839999999997417</c:v>
                </c:pt>
                <c:pt idx="416">
                  <c:v>0.21839999999997417</c:v>
                </c:pt>
                <c:pt idx="417">
                  <c:v>0.21839999999997417</c:v>
                </c:pt>
                <c:pt idx="418">
                  <c:v>0.21829999999999927</c:v>
                </c:pt>
                <c:pt idx="419">
                  <c:v>0.21829999999999927</c:v>
                </c:pt>
                <c:pt idx="420">
                  <c:v>0.21829999999999927</c:v>
                </c:pt>
                <c:pt idx="421">
                  <c:v>0.21829999999999927</c:v>
                </c:pt>
                <c:pt idx="422">
                  <c:v>0.21829999999999927</c:v>
                </c:pt>
                <c:pt idx="423">
                  <c:v>0.21829999999999927</c:v>
                </c:pt>
                <c:pt idx="424">
                  <c:v>0.21839999999997417</c:v>
                </c:pt>
                <c:pt idx="425">
                  <c:v>0.21839999999997417</c:v>
                </c:pt>
                <c:pt idx="426">
                  <c:v>0.21850000000000591</c:v>
                </c:pt>
                <c:pt idx="427">
                  <c:v>0.21850000000000591</c:v>
                </c:pt>
                <c:pt idx="428">
                  <c:v>0.21859999999998081</c:v>
                </c:pt>
                <c:pt idx="429">
                  <c:v>0.21870000000001255</c:v>
                </c:pt>
                <c:pt idx="430">
                  <c:v>0.21870000000001255</c:v>
                </c:pt>
                <c:pt idx="431">
                  <c:v>0.21870000000001255</c:v>
                </c:pt>
                <c:pt idx="432">
                  <c:v>0.21879999999998745</c:v>
                </c:pt>
                <c:pt idx="433">
                  <c:v>0.21879999999998745</c:v>
                </c:pt>
                <c:pt idx="434">
                  <c:v>0.21890000000001919</c:v>
                </c:pt>
                <c:pt idx="435">
                  <c:v>0.21890000000001919</c:v>
                </c:pt>
                <c:pt idx="436">
                  <c:v>0.21890000000001919</c:v>
                </c:pt>
                <c:pt idx="437">
                  <c:v>0.21899999999999409</c:v>
                </c:pt>
                <c:pt idx="438">
                  <c:v>0.21899999999999409</c:v>
                </c:pt>
                <c:pt idx="439">
                  <c:v>0.21899999999999409</c:v>
                </c:pt>
                <c:pt idx="440">
                  <c:v>0.21899999999999409</c:v>
                </c:pt>
                <c:pt idx="441">
                  <c:v>0.21910000000002583</c:v>
                </c:pt>
                <c:pt idx="442">
                  <c:v>0.21910000000002583</c:v>
                </c:pt>
                <c:pt idx="443">
                  <c:v>0.21910000000002583</c:v>
                </c:pt>
                <c:pt idx="444">
                  <c:v>0.21910000000002583</c:v>
                </c:pt>
                <c:pt idx="445">
                  <c:v>0.21920000000000073</c:v>
                </c:pt>
                <c:pt idx="446">
                  <c:v>0.21920000000000073</c:v>
                </c:pt>
                <c:pt idx="447">
                  <c:v>0.21920000000000073</c:v>
                </c:pt>
                <c:pt idx="448">
                  <c:v>0.21920000000000073</c:v>
                </c:pt>
                <c:pt idx="449">
                  <c:v>0.21920000000000073</c:v>
                </c:pt>
                <c:pt idx="450">
                  <c:v>0.21929999999997563</c:v>
                </c:pt>
                <c:pt idx="451">
                  <c:v>0.21929999999997563</c:v>
                </c:pt>
                <c:pt idx="452">
                  <c:v>0.21929999999997563</c:v>
                </c:pt>
                <c:pt idx="453">
                  <c:v>0.21929999999997563</c:v>
                </c:pt>
                <c:pt idx="454">
                  <c:v>0.21929999999997563</c:v>
                </c:pt>
                <c:pt idx="455">
                  <c:v>0.21929999999997563</c:v>
                </c:pt>
                <c:pt idx="456">
                  <c:v>0.21929999999997563</c:v>
                </c:pt>
                <c:pt idx="457">
                  <c:v>0.21929999999997563</c:v>
                </c:pt>
                <c:pt idx="458">
                  <c:v>0.21940000000000737</c:v>
                </c:pt>
                <c:pt idx="459">
                  <c:v>0.21940000000000737</c:v>
                </c:pt>
                <c:pt idx="460">
                  <c:v>0.21940000000000737</c:v>
                </c:pt>
                <c:pt idx="461">
                  <c:v>0.21940000000000737</c:v>
                </c:pt>
                <c:pt idx="462">
                  <c:v>0.21940000000000737</c:v>
                </c:pt>
                <c:pt idx="463">
                  <c:v>0.21940000000000737</c:v>
                </c:pt>
                <c:pt idx="464">
                  <c:v>0.21940000000000737</c:v>
                </c:pt>
                <c:pt idx="465">
                  <c:v>0.21940000000000737</c:v>
                </c:pt>
                <c:pt idx="466">
                  <c:v>0.21940000000000737</c:v>
                </c:pt>
                <c:pt idx="467">
                  <c:v>0.21940000000000737</c:v>
                </c:pt>
                <c:pt idx="468">
                  <c:v>0.21940000000000737</c:v>
                </c:pt>
                <c:pt idx="469">
                  <c:v>0.21940000000000737</c:v>
                </c:pt>
                <c:pt idx="470">
                  <c:v>0.21949999999998226</c:v>
                </c:pt>
                <c:pt idx="471">
                  <c:v>0.21949999999998226</c:v>
                </c:pt>
                <c:pt idx="472">
                  <c:v>0.21949999999998226</c:v>
                </c:pt>
                <c:pt idx="473">
                  <c:v>0.21940000000000737</c:v>
                </c:pt>
                <c:pt idx="474">
                  <c:v>0.21929999999997563</c:v>
                </c:pt>
                <c:pt idx="475">
                  <c:v>0.21890000000001919</c:v>
                </c:pt>
                <c:pt idx="476">
                  <c:v>0.21850000000000591</c:v>
                </c:pt>
                <c:pt idx="477">
                  <c:v>0.21809999999999263</c:v>
                </c:pt>
                <c:pt idx="478">
                  <c:v>0.21769999999997935</c:v>
                </c:pt>
                <c:pt idx="479">
                  <c:v>0.21730000000002292</c:v>
                </c:pt>
                <c:pt idx="480">
                  <c:v>0.21699999999998454</c:v>
                </c:pt>
                <c:pt idx="481">
                  <c:v>0.216700000000003</c:v>
                </c:pt>
                <c:pt idx="482">
                  <c:v>0.21640000000002146</c:v>
                </c:pt>
                <c:pt idx="483">
                  <c:v>0.21609999999998308</c:v>
                </c:pt>
                <c:pt idx="484">
                  <c:v>0.21589999999997644</c:v>
                </c:pt>
                <c:pt idx="485">
                  <c:v>0.21570000000002665</c:v>
                </c:pt>
                <c:pt idx="486">
                  <c:v>0.21539999999998827</c:v>
                </c:pt>
                <c:pt idx="487">
                  <c:v>0.21519999999998163</c:v>
                </c:pt>
                <c:pt idx="488">
                  <c:v>0.21499999999997499</c:v>
                </c:pt>
                <c:pt idx="489">
                  <c:v>0.21490000000000009</c:v>
                </c:pt>
                <c:pt idx="490">
                  <c:v>0.21469999999999345</c:v>
                </c:pt>
                <c:pt idx="491">
                  <c:v>0.21449999999998681</c:v>
                </c:pt>
                <c:pt idx="492">
                  <c:v>0.21440000000001191</c:v>
                </c:pt>
                <c:pt idx="493">
                  <c:v>0.21420000000000528</c:v>
                </c:pt>
                <c:pt idx="494">
                  <c:v>0.21409999999997353</c:v>
                </c:pt>
                <c:pt idx="495">
                  <c:v>0.21399999999999864</c:v>
                </c:pt>
                <c:pt idx="496">
                  <c:v>0.213799999999992</c:v>
                </c:pt>
                <c:pt idx="497">
                  <c:v>0.2137000000000171</c:v>
                </c:pt>
                <c:pt idx="498">
                  <c:v>0.21359999999998536</c:v>
                </c:pt>
                <c:pt idx="499">
                  <c:v>0.213799999999992</c:v>
                </c:pt>
                <c:pt idx="500">
                  <c:v>0.21460000000001855</c:v>
                </c:pt>
                <c:pt idx="501">
                  <c:v>0.21570000000002665</c:v>
                </c:pt>
                <c:pt idx="502">
                  <c:v>0.21690000000000964</c:v>
                </c:pt>
                <c:pt idx="503">
                  <c:v>0.21800000000001774</c:v>
                </c:pt>
                <c:pt idx="504">
                  <c:v>0.21910000000002583</c:v>
                </c:pt>
                <c:pt idx="505">
                  <c:v>0.21999999999997044</c:v>
                </c:pt>
                <c:pt idx="506">
                  <c:v>0.2208999999999719</c:v>
                </c:pt>
                <c:pt idx="507">
                  <c:v>0.22160000000002356</c:v>
                </c:pt>
                <c:pt idx="508">
                  <c:v>0.22230000000001837</c:v>
                </c:pt>
                <c:pt idx="509">
                  <c:v>0.22289999999998145</c:v>
                </c:pt>
                <c:pt idx="510">
                  <c:v>0.22350000000000136</c:v>
                </c:pt>
                <c:pt idx="511">
                  <c:v>0.22399999999998954</c:v>
                </c:pt>
                <c:pt idx="512">
                  <c:v>0.22449999999997772</c:v>
                </c:pt>
                <c:pt idx="513">
                  <c:v>0.224899999999991</c:v>
                </c:pt>
                <c:pt idx="514">
                  <c:v>0.22530000000000427</c:v>
                </c:pt>
                <c:pt idx="515">
                  <c:v>0.22570000000001755</c:v>
                </c:pt>
                <c:pt idx="516">
                  <c:v>0.22609999999997399</c:v>
                </c:pt>
                <c:pt idx="517">
                  <c:v>0.22640000000001237</c:v>
                </c:pt>
                <c:pt idx="518">
                  <c:v>0.22669999999999391</c:v>
                </c:pt>
                <c:pt idx="519">
                  <c:v>0.22699999999997544</c:v>
                </c:pt>
                <c:pt idx="520">
                  <c:v>0.22730000000001382</c:v>
                </c:pt>
                <c:pt idx="521">
                  <c:v>0.22759999999999536</c:v>
                </c:pt>
                <c:pt idx="522">
                  <c:v>0.227800000000002</c:v>
                </c:pt>
                <c:pt idx="523">
                  <c:v>0.22800000000000864</c:v>
                </c:pt>
                <c:pt idx="524">
                  <c:v>0.22820000000001528</c:v>
                </c:pt>
                <c:pt idx="525">
                  <c:v>0.22840000000002192</c:v>
                </c:pt>
                <c:pt idx="526">
                  <c:v>0.22859999999997171</c:v>
                </c:pt>
                <c:pt idx="527">
                  <c:v>0.22879999999997835</c:v>
                </c:pt>
                <c:pt idx="528">
                  <c:v>0.2289000000000101</c:v>
                </c:pt>
                <c:pt idx="529">
                  <c:v>0.22899999999998499</c:v>
                </c:pt>
                <c:pt idx="530">
                  <c:v>0.22870000000000346</c:v>
                </c:pt>
                <c:pt idx="531">
                  <c:v>0.22809999999998354</c:v>
                </c:pt>
                <c:pt idx="532">
                  <c:v>0.22730000000001382</c:v>
                </c:pt>
              </c:numCache>
            </c:numRef>
          </c:yVal>
          <c:smooth val="1"/>
          <c:extLst>
            <c:ext xmlns:c16="http://schemas.microsoft.com/office/drawing/2014/chart" uri="{C3380CC4-5D6E-409C-BE32-E72D297353CC}">
              <c16:uniqueId val="{00000018-4233-4E9D-9D6D-D06060CC9530}"/>
            </c:ext>
          </c:extLst>
        </c:ser>
        <c:ser>
          <c:idx val="25"/>
          <c:order val="25"/>
          <c:tx>
            <c:strRef>
              <c:f>PM50000_Temps_oc5l2_50000!$BCB$1</c:f>
              <c:strCache>
                <c:ptCount val="1"/>
                <c:pt idx="0">
                  <c:v>TELE_PM_INTERIOR.26</c:v>
                </c:pt>
              </c:strCache>
            </c:strRef>
          </c:tx>
          <c:spPr>
            <a:ln w="19050" cap="rnd">
              <a:solidFill>
                <a:schemeClr val="accent2">
                  <a:lumMod val="60000"/>
                  <a:lumOff val="40000"/>
                </a:schemeClr>
              </a:solidFill>
              <a:round/>
            </a:ln>
            <a:effectLst/>
          </c:spPr>
          <c:marker>
            <c:symbol val="circle"/>
            <c:size val="5"/>
            <c:spPr>
              <a:solidFill>
                <a:schemeClr val="accent2">
                  <a:lumMod val="60000"/>
                  <a:lumOff val="40000"/>
                </a:schemeClr>
              </a:solidFill>
              <a:ln w="9525">
                <a:solidFill>
                  <a:schemeClr val="accent2">
                    <a:lumMod val="60000"/>
                    <a:lumOff val="4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PM50000_Temps_oc5l2_50000!$BCB$2:$BCB$536</c:f>
              <c:numCache>
                <c:formatCode>General</c:formatCode>
                <c:ptCount val="533"/>
                <c:pt idx="0">
                  <c:v>0</c:v>
                </c:pt>
                <c:pt idx="1">
                  <c:v>9.0000000000145519E-3</c:v>
                </c:pt>
                <c:pt idx="2">
                  <c:v>2.6600000000030377E-2</c:v>
                </c:pt>
                <c:pt idx="3">
                  <c:v>4.5200000000022555E-2</c:v>
                </c:pt>
                <c:pt idx="4">
                  <c:v>6.2600000000031741E-2</c:v>
                </c:pt>
                <c:pt idx="5">
                  <c:v>7.8300000000012915E-2</c:v>
                </c:pt>
                <c:pt idx="6">
                  <c:v>9.2000000000041382E-2</c:v>
                </c:pt>
                <c:pt idx="7">
                  <c:v>0.10400000000004184</c:v>
                </c:pt>
                <c:pt idx="8">
                  <c:v>0.11450000000002092</c:v>
                </c:pt>
                <c:pt idx="9">
                  <c:v>0.12370000000004211</c:v>
                </c:pt>
                <c:pt idx="10">
                  <c:v>0.13170000000002346</c:v>
                </c:pt>
                <c:pt idx="11">
                  <c:v>0.13890000000003511</c:v>
                </c:pt>
                <c:pt idx="12">
                  <c:v>0.14530000000002019</c:v>
                </c:pt>
                <c:pt idx="13">
                  <c:v>0.15100000000001046</c:v>
                </c:pt>
                <c:pt idx="14">
                  <c:v>0.15610000000003765</c:v>
                </c:pt>
                <c:pt idx="15">
                  <c:v>0.16079999999999472</c:v>
                </c:pt>
                <c:pt idx="16">
                  <c:v>0.16500000000002046</c:v>
                </c:pt>
                <c:pt idx="17">
                  <c:v>0.16890000000000782</c:v>
                </c:pt>
                <c:pt idx="18">
                  <c:v>0.17240000000003874</c:v>
                </c:pt>
                <c:pt idx="19">
                  <c:v>0.17560000000003129</c:v>
                </c:pt>
                <c:pt idx="20">
                  <c:v>0.17850000000004229</c:v>
                </c:pt>
                <c:pt idx="21">
                  <c:v>0.18119999999998981</c:v>
                </c:pt>
                <c:pt idx="22">
                  <c:v>0.18360000000001264</c:v>
                </c:pt>
                <c:pt idx="23">
                  <c:v>0.18590000000000373</c:v>
                </c:pt>
                <c:pt idx="24">
                  <c:v>0.18790000000001328</c:v>
                </c:pt>
                <c:pt idx="25">
                  <c:v>0.18979999999999109</c:v>
                </c:pt>
                <c:pt idx="26">
                  <c:v>0.191599999999994</c:v>
                </c:pt>
                <c:pt idx="27">
                  <c:v>0.19390000000004193</c:v>
                </c:pt>
                <c:pt idx="28">
                  <c:v>0.19650000000001455</c:v>
                </c:pt>
                <c:pt idx="29">
                  <c:v>0.19909999999998718</c:v>
                </c:pt>
                <c:pt idx="30">
                  <c:v>0.20160000000004175</c:v>
                </c:pt>
                <c:pt idx="31">
                  <c:v>0.20390000000003283</c:v>
                </c:pt>
                <c:pt idx="32">
                  <c:v>0.20589999999998554</c:v>
                </c:pt>
                <c:pt idx="33">
                  <c:v>0.20789999999999509</c:v>
                </c:pt>
                <c:pt idx="34">
                  <c:v>0.2096000000000231</c:v>
                </c:pt>
                <c:pt idx="35">
                  <c:v>0.21120000000001937</c:v>
                </c:pt>
                <c:pt idx="36">
                  <c:v>0.212600000000009</c:v>
                </c:pt>
                <c:pt idx="37">
                  <c:v>0.21390000000002374</c:v>
                </c:pt>
                <c:pt idx="38">
                  <c:v>0.21510000000000673</c:v>
                </c:pt>
                <c:pt idx="39">
                  <c:v>0.21620000000001482</c:v>
                </c:pt>
                <c:pt idx="40">
                  <c:v>0.21719999999999118</c:v>
                </c:pt>
                <c:pt idx="41">
                  <c:v>0.21820000000002437</c:v>
                </c:pt>
                <c:pt idx="42">
                  <c:v>0.21910000000002583</c:v>
                </c:pt>
                <c:pt idx="43">
                  <c:v>0.21989999999999554</c:v>
                </c:pt>
                <c:pt idx="44">
                  <c:v>0.22059999999999036</c:v>
                </c:pt>
                <c:pt idx="45">
                  <c:v>0.22130000000004202</c:v>
                </c:pt>
                <c:pt idx="46">
                  <c:v>0.22190000000000509</c:v>
                </c:pt>
                <c:pt idx="47">
                  <c:v>0.22250000000002501</c:v>
                </c:pt>
                <c:pt idx="48">
                  <c:v>0.22309999999998809</c:v>
                </c:pt>
                <c:pt idx="49">
                  <c:v>0.22360000000003311</c:v>
                </c:pt>
                <c:pt idx="50">
                  <c:v>0.22410000000002128</c:v>
                </c:pt>
                <c:pt idx="51">
                  <c:v>0.22450000000003456</c:v>
                </c:pt>
                <c:pt idx="52">
                  <c:v>0.224899999999991</c:v>
                </c:pt>
                <c:pt idx="53">
                  <c:v>0.22530000000000427</c:v>
                </c:pt>
                <c:pt idx="54">
                  <c:v>0.22559999999998581</c:v>
                </c:pt>
                <c:pt idx="55">
                  <c:v>0.22590000000002419</c:v>
                </c:pt>
                <c:pt idx="56">
                  <c:v>0.22620000000000573</c:v>
                </c:pt>
                <c:pt idx="57">
                  <c:v>0.22630000000003747</c:v>
                </c:pt>
                <c:pt idx="58">
                  <c:v>0.22579999999999245</c:v>
                </c:pt>
                <c:pt idx="59">
                  <c:v>0.22509999999999764</c:v>
                </c:pt>
                <c:pt idx="60">
                  <c:v>0.22440000000000282</c:v>
                </c:pt>
                <c:pt idx="61">
                  <c:v>0.223700000000008</c:v>
                </c:pt>
                <c:pt idx="62">
                  <c:v>0.22300000000001319</c:v>
                </c:pt>
                <c:pt idx="63">
                  <c:v>0.22239999999999327</c:v>
                </c:pt>
                <c:pt idx="64">
                  <c:v>0.22190000000000509</c:v>
                </c:pt>
                <c:pt idx="65">
                  <c:v>0.22140000000001692</c:v>
                </c:pt>
                <c:pt idx="66">
                  <c:v>0.22100000000000364</c:v>
                </c:pt>
                <c:pt idx="67">
                  <c:v>0.22059999999999036</c:v>
                </c:pt>
                <c:pt idx="68">
                  <c:v>0.22030000000000882</c:v>
                </c:pt>
                <c:pt idx="69">
                  <c:v>0.22000000000002728</c:v>
                </c:pt>
                <c:pt idx="70">
                  <c:v>0.21980000000002065</c:v>
                </c:pt>
                <c:pt idx="71">
                  <c:v>0.21950000000003911</c:v>
                </c:pt>
                <c:pt idx="72">
                  <c:v>0.21930000000003247</c:v>
                </c:pt>
                <c:pt idx="73">
                  <c:v>0.21910000000002583</c:v>
                </c:pt>
                <c:pt idx="74">
                  <c:v>0.21890000000001919</c:v>
                </c:pt>
                <c:pt idx="75">
                  <c:v>0.21870000000001255</c:v>
                </c:pt>
                <c:pt idx="76">
                  <c:v>0.21860000000003765</c:v>
                </c:pt>
                <c:pt idx="77">
                  <c:v>0.21840000000003101</c:v>
                </c:pt>
                <c:pt idx="78">
                  <c:v>0.21829999999999927</c:v>
                </c:pt>
                <c:pt idx="79">
                  <c:v>0.21820000000002437</c:v>
                </c:pt>
                <c:pt idx="80">
                  <c:v>0.21809999999999263</c:v>
                </c:pt>
                <c:pt idx="81">
                  <c:v>0.21800000000001774</c:v>
                </c:pt>
                <c:pt idx="82">
                  <c:v>0.21789999999998599</c:v>
                </c:pt>
                <c:pt idx="83">
                  <c:v>0.2178000000000111</c:v>
                </c:pt>
                <c:pt idx="84">
                  <c:v>0.2177000000000362</c:v>
                </c:pt>
                <c:pt idx="85">
                  <c:v>0.21760000000000446</c:v>
                </c:pt>
                <c:pt idx="86">
                  <c:v>0.21750000000002956</c:v>
                </c:pt>
                <c:pt idx="87">
                  <c:v>0.21750000000002956</c:v>
                </c:pt>
                <c:pt idx="88">
                  <c:v>0.21739999999999782</c:v>
                </c:pt>
                <c:pt idx="89">
                  <c:v>0.21739999999999782</c:v>
                </c:pt>
                <c:pt idx="90">
                  <c:v>0.21730000000002292</c:v>
                </c:pt>
                <c:pt idx="91">
                  <c:v>0.21730000000002292</c:v>
                </c:pt>
                <c:pt idx="92">
                  <c:v>0.21719999999999118</c:v>
                </c:pt>
                <c:pt idx="93">
                  <c:v>0.21719999999999118</c:v>
                </c:pt>
                <c:pt idx="94">
                  <c:v>0.21710000000001628</c:v>
                </c:pt>
                <c:pt idx="95">
                  <c:v>0.21710000000001628</c:v>
                </c:pt>
                <c:pt idx="96">
                  <c:v>0.21710000000001628</c:v>
                </c:pt>
                <c:pt idx="97">
                  <c:v>0.21700000000004138</c:v>
                </c:pt>
                <c:pt idx="98">
                  <c:v>0.21700000000004138</c:v>
                </c:pt>
                <c:pt idx="99">
                  <c:v>0.21700000000004138</c:v>
                </c:pt>
                <c:pt idx="100">
                  <c:v>0.21700000000004138</c:v>
                </c:pt>
                <c:pt idx="101">
                  <c:v>0.21690000000000964</c:v>
                </c:pt>
                <c:pt idx="102">
                  <c:v>0.21690000000000964</c:v>
                </c:pt>
                <c:pt idx="103">
                  <c:v>0.21690000000000964</c:v>
                </c:pt>
                <c:pt idx="104">
                  <c:v>0.21690000000000964</c:v>
                </c:pt>
                <c:pt idx="105">
                  <c:v>0.21690000000000964</c:v>
                </c:pt>
                <c:pt idx="106">
                  <c:v>0.21680000000003474</c:v>
                </c:pt>
                <c:pt idx="107">
                  <c:v>0.21680000000003474</c:v>
                </c:pt>
                <c:pt idx="108">
                  <c:v>0.21690000000000964</c:v>
                </c:pt>
                <c:pt idx="109">
                  <c:v>0.21690000000000964</c:v>
                </c:pt>
                <c:pt idx="110">
                  <c:v>0.21700000000004138</c:v>
                </c:pt>
                <c:pt idx="111">
                  <c:v>0.21700000000004138</c:v>
                </c:pt>
                <c:pt idx="112">
                  <c:v>0.21710000000001628</c:v>
                </c:pt>
                <c:pt idx="113">
                  <c:v>0.21719999999999118</c:v>
                </c:pt>
                <c:pt idx="114">
                  <c:v>0.21719999999999118</c:v>
                </c:pt>
                <c:pt idx="115">
                  <c:v>0.21730000000002292</c:v>
                </c:pt>
                <c:pt idx="116">
                  <c:v>0.21730000000002292</c:v>
                </c:pt>
                <c:pt idx="117">
                  <c:v>0.21730000000002292</c:v>
                </c:pt>
                <c:pt idx="118">
                  <c:v>0.21739999999999782</c:v>
                </c:pt>
                <c:pt idx="119">
                  <c:v>0.21739999999999782</c:v>
                </c:pt>
                <c:pt idx="120">
                  <c:v>0.21750000000002956</c:v>
                </c:pt>
                <c:pt idx="121">
                  <c:v>0.21750000000002956</c:v>
                </c:pt>
                <c:pt idx="122">
                  <c:v>0.21750000000002956</c:v>
                </c:pt>
                <c:pt idx="123">
                  <c:v>0.21760000000000446</c:v>
                </c:pt>
                <c:pt idx="124">
                  <c:v>0.21760000000000446</c:v>
                </c:pt>
                <c:pt idx="125">
                  <c:v>0.21760000000000446</c:v>
                </c:pt>
                <c:pt idx="126">
                  <c:v>0.21760000000000446</c:v>
                </c:pt>
                <c:pt idx="127">
                  <c:v>0.2177000000000362</c:v>
                </c:pt>
                <c:pt idx="128">
                  <c:v>0.2177000000000362</c:v>
                </c:pt>
                <c:pt idx="129">
                  <c:v>0.2177000000000362</c:v>
                </c:pt>
                <c:pt idx="130">
                  <c:v>0.2177000000000362</c:v>
                </c:pt>
                <c:pt idx="131">
                  <c:v>0.2178000000000111</c:v>
                </c:pt>
                <c:pt idx="132">
                  <c:v>0.2178000000000111</c:v>
                </c:pt>
                <c:pt idx="133">
                  <c:v>0.2178000000000111</c:v>
                </c:pt>
                <c:pt idx="134">
                  <c:v>0.2178000000000111</c:v>
                </c:pt>
                <c:pt idx="135">
                  <c:v>0.2178000000000111</c:v>
                </c:pt>
                <c:pt idx="136">
                  <c:v>0.21789999999998599</c:v>
                </c:pt>
                <c:pt idx="137">
                  <c:v>0.21789999999998599</c:v>
                </c:pt>
                <c:pt idx="138">
                  <c:v>0.21789999999998599</c:v>
                </c:pt>
                <c:pt idx="139">
                  <c:v>0.21789999999998599</c:v>
                </c:pt>
                <c:pt idx="140">
                  <c:v>0.21789999999998599</c:v>
                </c:pt>
                <c:pt idx="141">
                  <c:v>0.21789999999998599</c:v>
                </c:pt>
                <c:pt idx="142">
                  <c:v>0.21789999999998599</c:v>
                </c:pt>
                <c:pt idx="143">
                  <c:v>0.21800000000001774</c:v>
                </c:pt>
                <c:pt idx="144">
                  <c:v>0.21800000000001774</c:v>
                </c:pt>
                <c:pt idx="145">
                  <c:v>0.21800000000001774</c:v>
                </c:pt>
                <c:pt idx="146">
                  <c:v>0.21800000000001774</c:v>
                </c:pt>
                <c:pt idx="147">
                  <c:v>0.21800000000001774</c:v>
                </c:pt>
                <c:pt idx="148">
                  <c:v>0.21800000000001774</c:v>
                </c:pt>
                <c:pt idx="149">
                  <c:v>0.21800000000001774</c:v>
                </c:pt>
                <c:pt idx="150">
                  <c:v>0.21800000000001774</c:v>
                </c:pt>
                <c:pt idx="151">
                  <c:v>0.21800000000001774</c:v>
                </c:pt>
                <c:pt idx="152">
                  <c:v>0.21800000000001774</c:v>
                </c:pt>
                <c:pt idx="153">
                  <c:v>0.21800000000001774</c:v>
                </c:pt>
                <c:pt idx="154">
                  <c:v>0.21800000000001774</c:v>
                </c:pt>
                <c:pt idx="155">
                  <c:v>0.21800000000001774</c:v>
                </c:pt>
                <c:pt idx="156">
                  <c:v>0.21800000000001774</c:v>
                </c:pt>
                <c:pt idx="157">
                  <c:v>0.21800000000001774</c:v>
                </c:pt>
                <c:pt idx="158">
                  <c:v>0.21789999999998599</c:v>
                </c:pt>
                <c:pt idx="159">
                  <c:v>0.21760000000000446</c:v>
                </c:pt>
                <c:pt idx="160">
                  <c:v>0.21719999999999118</c:v>
                </c:pt>
                <c:pt idx="161">
                  <c:v>0.216700000000003</c:v>
                </c:pt>
                <c:pt idx="162">
                  <c:v>0.21629999999998972</c:v>
                </c:pt>
                <c:pt idx="163">
                  <c:v>0.21590000000003329</c:v>
                </c:pt>
                <c:pt idx="164">
                  <c:v>0.21559999999999491</c:v>
                </c:pt>
                <c:pt idx="165">
                  <c:v>0.21520000000003847</c:v>
                </c:pt>
                <c:pt idx="166">
                  <c:v>0.21490000000000009</c:v>
                </c:pt>
                <c:pt idx="167">
                  <c:v>0.21469999999999345</c:v>
                </c:pt>
                <c:pt idx="168">
                  <c:v>0.21440000000001191</c:v>
                </c:pt>
                <c:pt idx="169">
                  <c:v>0.21420000000000528</c:v>
                </c:pt>
                <c:pt idx="170">
                  <c:v>0.21390000000002374</c:v>
                </c:pt>
                <c:pt idx="171">
                  <c:v>0.2137000000000171</c:v>
                </c:pt>
                <c:pt idx="172">
                  <c:v>0.21350000000001046</c:v>
                </c:pt>
                <c:pt idx="173">
                  <c:v>0.21330000000000382</c:v>
                </c:pt>
                <c:pt idx="174">
                  <c:v>0.21320000000002892</c:v>
                </c:pt>
                <c:pt idx="175">
                  <c:v>0.21300000000002228</c:v>
                </c:pt>
                <c:pt idx="176">
                  <c:v>0.21280000000001564</c:v>
                </c:pt>
                <c:pt idx="177">
                  <c:v>0.21270000000004075</c:v>
                </c:pt>
                <c:pt idx="178">
                  <c:v>0.21250000000003411</c:v>
                </c:pt>
                <c:pt idx="179">
                  <c:v>0.21240000000000236</c:v>
                </c:pt>
                <c:pt idx="180">
                  <c:v>0.21230000000002747</c:v>
                </c:pt>
                <c:pt idx="181">
                  <c:v>0.21219999999999573</c:v>
                </c:pt>
                <c:pt idx="182">
                  <c:v>0.21199999999998909</c:v>
                </c:pt>
                <c:pt idx="183">
                  <c:v>0.21210000000002083</c:v>
                </c:pt>
                <c:pt idx="184">
                  <c:v>0.21280000000001564</c:v>
                </c:pt>
                <c:pt idx="185">
                  <c:v>0.21390000000002374</c:v>
                </c:pt>
                <c:pt idx="186">
                  <c:v>0.21510000000000673</c:v>
                </c:pt>
                <c:pt idx="187">
                  <c:v>0.21629999999998972</c:v>
                </c:pt>
                <c:pt idx="188">
                  <c:v>0.21739999999999782</c:v>
                </c:pt>
                <c:pt idx="189">
                  <c:v>0.21840000000003101</c:v>
                </c:pt>
                <c:pt idx="190">
                  <c:v>0.21930000000003247</c:v>
                </c:pt>
                <c:pt idx="191">
                  <c:v>0.22010000000000218</c:v>
                </c:pt>
                <c:pt idx="192">
                  <c:v>0.220799999999997</c:v>
                </c:pt>
                <c:pt idx="193">
                  <c:v>0.22149999999999181</c:v>
                </c:pt>
                <c:pt idx="194">
                  <c:v>0.22210000000001173</c:v>
                </c:pt>
                <c:pt idx="195">
                  <c:v>0.22259999999999991</c:v>
                </c:pt>
                <c:pt idx="196">
                  <c:v>0.22309999999998809</c:v>
                </c:pt>
                <c:pt idx="197">
                  <c:v>0.22360000000003311</c:v>
                </c:pt>
                <c:pt idx="198">
                  <c:v>0.22399999999998954</c:v>
                </c:pt>
                <c:pt idx="199">
                  <c:v>0.22440000000000282</c:v>
                </c:pt>
                <c:pt idx="200">
                  <c:v>0.2248000000000161</c:v>
                </c:pt>
                <c:pt idx="201">
                  <c:v>0.22520000000002938</c:v>
                </c:pt>
                <c:pt idx="202">
                  <c:v>0.22550000000001091</c:v>
                </c:pt>
                <c:pt idx="203">
                  <c:v>0.22579999999999245</c:v>
                </c:pt>
                <c:pt idx="204">
                  <c:v>0.22610000000003083</c:v>
                </c:pt>
                <c:pt idx="205">
                  <c:v>0.22640000000001237</c:v>
                </c:pt>
                <c:pt idx="206">
                  <c:v>0.22660000000001901</c:v>
                </c:pt>
                <c:pt idx="207">
                  <c:v>0.22690000000000055</c:v>
                </c:pt>
                <c:pt idx="208">
                  <c:v>0.22710000000000719</c:v>
                </c:pt>
                <c:pt idx="209">
                  <c:v>0.22730000000001382</c:v>
                </c:pt>
                <c:pt idx="210">
                  <c:v>0.22750000000002046</c:v>
                </c:pt>
                <c:pt idx="211">
                  <c:v>0.22759999999999536</c:v>
                </c:pt>
                <c:pt idx="212">
                  <c:v>0.227800000000002</c:v>
                </c:pt>
                <c:pt idx="213">
                  <c:v>0.22800000000000864</c:v>
                </c:pt>
                <c:pt idx="214">
                  <c:v>0.227800000000002</c:v>
                </c:pt>
                <c:pt idx="215">
                  <c:v>0.22720000000003893</c:v>
                </c:pt>
                <c:pt idx="216">
                  <c:v>0.22640000000001237</c:v>
                </c:pt>
                <c:pt idx="217">
                  <c:v>0.22550000000001091</c:v>
                </c:pt>
                <c:pt idx="218">
                  <c:v>0.2247000000000412</c:v>
                </c:pt>
                <c:pt idx="219">
                  <c:v>0.22390000000001464</c:v>
                </c:pt>
                <c:pt idx="220">
                  <c:v>0.22329999999999472</c:v>
                </c:pt>
                <c:pt idx="221">
                  <c:v>0.22270000000003165</c:v>
                </c:pt>
                <c:pt idx="222">
                  <c:v>0.22219999999998663</c:v>
                </c:pt>
                <c:pt idx="223">
                  <c:v>0.22169999999999845</c:v>
                </c:pt>
                <c:pt idx="224">
                  <c:v>0.22130000000004202</c:v>
                </c:pt>
                <c:pt idx="225">
                  <c:v>0.22090000000002874</c:v>
                </c:pt>
                <c:pt idx="226">
                  <c:v>0.22059999999999036</c:v>
                </c:pt>
                <c:pt idx="227">
                  <c:v>0.22030000000000882</c:v>
                </c:pt>
                <c:pt idx="228">
                  <c:v>0.22000000000002728</c:v>
                </c:pt>
                <c:pt idx="229">
                  <c:v>0.21980000000002065</c:v>
                </c:pt>
                <c:pt idx="230">
                  <c:v>0.21950000000003911</c:v>
                </c:pt>
                <c:pt idx="231">
                  <c:v>0.21930000000003247</c:v>
                </c:pt>
                <c:pt idx="232">
                  <c:v>0.21910000000002583</c:v>
                </c:pt>
                <c:pt idx="233">
                  <c:v>0.21890000000001919</c:v>
                </c:pt>
                <c:pt idx="234">
                  <c:v>0.21870000000001255</c:v>
                </c:pt>
                <c:pt idx="235">
                  <c:v>0.21860000000003765</c:v>
                </c:pt>
                <c:pt idx="236">
                  <c:v>0.21840000000003101</c:v>
                </c:pt>
                <c:pt idx="237">
                  <c:v>0.21829999999999927</c:v>
                </c:pt>
                <c:pt idx="238">
                  <c:v>0.21820000000002437</c:v>
                </c:pt>
                <c:pt idx="239">
                  <c:v>0.21809999999999263</c:v>
                </c:pt>
                <c:pt idx="240">
                  <c:v>0.21800000000001774</c:v>
                </c:pt>
                <c:pt idx="241">
                  <c:v>0.21789999999998599</c:v>
                </c:pt>
                <c:pt idx="242">
                  <c:v>0.2178000000000111</c:v>
                </c:pt>
                <c:pt idx="243">
                  <c:v>0.2177000000000362</c:v>
                </c:pt>
                <c:pt idx="244">
                  <c:v>0.21760000000000446</c:v>
                </c:pt>
                <c:pt idx="245">
                  <c:v>0.21750000000002956</c:v>
                </c:pt>
                <c:pt idx="246">
                  <c:v>0.21750000000002956</c:v>
                </c:pt>
                <c:pt idx="247">
                  <c:v>0.21739999999999782</c:v>
                </c:pt>
                <c:pt idx="248">
                  <c:v>0.21739999999999782</c:v>
                </c:pt>
                <c:pt idx="249">
                  <c:v>0.21730000000002292</c:v>
                </c:pt>
                <c:pt idx="250">
                  <c:v>0.21730000000002292</c:v>
                </c:pt>
                <c:pt idx="251">
                  <c:v>0.21719999999999118</c:v>
                </c:pt>
                <c:pt idx="252">
                  <c:v>0.21719999999999118</c:v>
                </c:pt>
                <c:pt idx="253">
                  <c:v>0.21710000000001628</c:v>
                </c:pt>
                <c:pt idx="254">
                  <c:v>0.21710000000001628</c:v>
                </c:pt>
                <c:pt idx="255">
                  <c:v>0.21710000000001628</c:v>
                </c:pt>
                <c:pt idx="256">
                  <c:v>0.21700000000004138</c:v>
                </c:pt>
                <c:pt idx="257">
                  <c:v>0.21700000000004138</c:v>
                </c:pt>
                <c:pt idx="258">
                  <c:v>0.21700000000004138</c:v>
                </c:pt>
                <c:pt idx="259">
                  <c:v>0.21700000000004138</c:v>
                </c:pt>
                <c:pt idx="260">
                  <c:v>0.21690000000000964</c:v>
                </c:pt>
                <c:pt idx="261">
                  <c:v>0.21690000000000964</c:v>
                </c:pt>
                <c:pt idx="262">
                  <c:v>0.21690000000000964</c:v>
                </c:pt>
                <c:pt idx="263">
                  <c:v>0.21690000000000964</c:v>
                </c:pt>
                <c:pt idx="264">
                  <c:v>0.21690000000000964</c:v>
                </c:pt>
                <c:pt idx="265">
                  <c:v>0.21690000000000964</c:v>
                </c:pt>
                <c:pt idx="266">
                  <c:v>0.21700000000004138</c:v>
                </c:pt>
                <c:pt idx="267">
                  <c:v>0.21700000000004138</c:v>
                </c:pt>
                <c:pt idx="268">
                  <c:v>0.21710000000001628</c:v>
                </c:pt>
                <c:pt idx="269">
                  <c:v>0.21710000000001628</c:v>
                </c:pt>
                <c:pt idx="270">
                  <c:v>0.21719999999999118</c:v>
                </c:pt>
                <c:pt idx="271">
                  <c:v>0.21719999999999118</c:v>
                </c:pt>
                <c:pt idx="272">
                  <c:v>0.21730000000002292</c:v>
                </c:pt>
                <c:pt idx="273">
                  <c:v>0.21730000000002292</c:v>
                </c:pt>
                <c:pt idx="274">
                  <c:v>0.21739999999999782</c:v>
                </c:pt>
                <c:pt idx="275">
                  <c:v>0.21739999999999782</c:v>
                </c:pt>
                <c:pt idx="276">
                  <c:v>0.21750000000002956</c:v>
                </c:pt>
                <c:pt idx="277">
                  <c:v>0.21750000000002956</c:v>
                </c:pt>
                <c:pt idx="278">
                  <c:v>0.21750000000002956</c:v>
                </c:pt>
                <c:pt idx="279">
                  <c:v>0.21760000000000446</c:v>
                </c:pt>
                <c:pt idx="280">
                  <c:v>0.21760000000000446</c:v>
                </c:pt>
                <c:pt idx="281">
                  <c:v>0.21760000000000446</c:v>
                </c:pt>
                <c:pt idx="282">
                  <c:v>0.21760000000000446</c:v>
                </c:pt>
                <c:pt idx="283">
                  <c:v>0.2177000000000362</c:v>
                </c:pt>
                <c:pt idx="284">
                  <c:v>0.2177000000000362</c:v>
                </c:pt>
                <c:pt idx="285">
                  <c:v>0.2177000000000362</c:v>
                </c:pt>
                <c:pt idx="286">
                  <c:v>0.2177000000000362</c:v>
                </c:pt>
                <c:pt idx="287">
                  <c:v>0.2178000000000111</c:v>
                </c:pt>
                <c:pt idx="288">
                  <c:v>0.2178000000000111</c:v>
                </c:pt>
                <c:pt idx="289">
                  <c:v>0.2178000000000111</c:v>
                </c:pt>
                <c:pt idx="290">
                  <c:v>0.2178000000000111</c:v>
                </c:pt>
                <c:pt idx="291">
                  <c:v>0.2178000000000111</c:v>
                </c:pt>
                <c:pt idx="292">
                  <c:v>0.21789999999998599</c:v>
                </c:pt>
                <c:pt idx="293">
                  <c:v>0.21789999999998599</c:v>
                </c:pt>
                <c:pt idx="294">
                  <c:v>0.21789999999998599</c:v>
                </c:pt>
                <c:pt idx="295">
                  <c:v>0.21789999999998599</c:v>
                </c:pt>
                <c:pt idx="296">
                  <c:v>0.21789999999998599</c:v>
                </c:pt>
                <c:pt idx="297">
                  <c:v>0.21789999999998599</c:v>
                </c:pt>
                <c:pt idx="298">
                  <c:v>0.21789999999998599</c:v>
                </c:pt>
                <c:pt idx="299">
                  <c:v>0.21800000000001774</c:v>
                </c:pt>
                <c:pt idx="300">
                  <c:v>0.21800000000001774</c:v>
                </c:pt>
                <c:pt idx="301">
                  <c:v>0.21800000000001774</c:v>
                </c:pt>
                <c:pt idx="302">
                  <c:v>0.21800000000001774</c:v>
                </c:pt>
                <c:pt idx="303">
                  <c:v>0.21800000000001774</c:v>
                </c:pt>
                <c:pt idx="304">
                  <c:v>0.21800000000001774</c:v>
                </c:pt>
                <c:pt idx="305">
                  <c:v>0.21800000000001774</c:v>
                </c:pt>
                <c:pt idx="306">
                  <c:v>0.21800000000001774</c:v>
                </c:pt>
                <c:pt idx="307">
                  <c:v>0.21800000000001774</c:v>
                </c:pt>
                <c:pt idx="308">
                  <c:v>0.21800000000001774</c:v>
                </c:pt>
                <c:pt idx="309">
                  <c:v>0.21800000000001774</c:v>
                </c:pt>
                <c:pt idx="310">
                  <c:v>0.21800000000001774</c:v>
                </c:pt>
                <c:pt idx="311">
                  <c:v>0.21800000000001774</c:v>
                </c:pt>
                <c:pt idx="312">
                  <c:v>0.21800000000001774</c:v>
                </c:pt>
                <c:pt idx="313">
                  <c:v>0.21809999999999263</c:v>
                </c:pt>
                <c:pt idx="314">
                  <c:v>0.21809999999999263</c:v>
                </c:pt>
                <c:pt idx="315">
                  <c:v>0.21789999999998599</c:v>
                </c:pt>
                <c:pt idx="316">
                  <c:v>0.21750000000002956</c:v>
                </c:pt>
                <c:pt idx="317">
                  <c:v>0.21710000000001628</c:v>
                </c:pt>
                <c:pt idx="318">
                  <c:v>0.216700000000003</c:v>
                </c:pt>
                <c:pt idx="319">
                  <c:v>0.21629999999998972</c:v>
                </c:pt>
                <c:pt idx="320">
                  <c:v>0.21590000000003329</c:v>
                </c:pt>
                <c:pt idx="321">
                  <c:v>0.21550000000002001</c:v>
                </c:pt>
                <c:pt idx="322">
                  <c:v>0.21520000000003847</c:v>
                </c:pt>
                <c:pt idx="323">
                  <c:v>0.21490000000000009</c:v>
                </c:pt>
                <c:pt idx="324">
                  <c:v>0.21460000000001855</c:v>
                </c:pt>
                <c:pt idx="325">
                  <c:v>0.21440000000001191</c:v>
                </c:pt>
                <c:pt idx="326">
                  <c:v>0.21410000000003038</c:v>
                </c:pt>
                <c:pt idx="327">
                  <c:v>0.21390000000002374</c:v>
                </c:pt>
                <c:pt idx="328">
                  <c:v>0.2137000000000171</c:v>
                </c:pt>
                <c:pt idx="329">
                  <c:v>0.21350000000001046</c:v>
                </c:pt>
                <c:pt idx="330">
                  <c:v>0.21330000000000382</c:v>
                </c:pt>
                <c:pt idx="331">
                  <c:v>0.21309999999999718</c:v>
                </c:pt>
                <c:pt idx="332">
                  <c:v>0.21300000000002228</c:v>
                </c:pt>
                <c:pt idx="333">
                  <c:v>0.21280000000001564</c:v>
                </c:pt>
                <c:pt idx="334">
                  <c:v>0.21270000000004075</c:v>
                </c:pt>
                <c:pt idx="335">
                  <c:v>0.21250000000003411</c:v>
                </c:pt>
                <c:pt idx="336">
                  <c:v>0.21240000000000236</c:v>
                </c:pt>
                <c:pt idx="337">
                  <c:v>0.21230000000002747</c:v>
                </c:pt>
                <c:pt idx="338">
                  <c:v>0.21210000000002083</c:v>
                </c:pt>
                <c:pt idx="339">
                  <c:v>0.21199999999998909</c:v>
                </c:pt>
                <c:pt idx="340">
                  <c:v>0.21219999999999573</c:v>
                </c:pt>
                <c:pt idx="341">
                  <c:v>0.21300000000002228</c:v>
                </c:pt>
                <c:pt idx="342">
                  <c:v>0.21410000000003038</c:v>
                </c:pt>
                <c:pt idx="343">
                  <c:v>0.21530000000001337</c:v>
                </c:pt>
                <c:pt idx="344">
                  <c:v>0.21649999999999636</c:v>
                </c:pt>
                <c:pt idx="345">
                  <c:v>0.21750000000002956</c:v>
                </c:pt>
                <c:pt idx="346">
                  <c:v>0.21850000000000591</c:v>
                </c:pt>
                <c:pt idx="347">
                  <c:v>0.21940000000000737</c:v>
                </c:pt>
                <c:pt idx="348">
                  <c:v>0.22020000000003392</c:v>
                </c:pt>
                <c:pt idx="349">
                  <c:v>0.22090000000002874</c:v>
                </c:pt>
                <c:pt idx="350">
                  <c:v>0.22160000000002356</c:v>
                </c:pt>
                <c:pt idx="351">
                  <c:v>0.22219999999998663</c:v>
                </c:pt>
                <c:pt idx="352">
                  <c:v>0.22270000000003165</c:v>
                </c:pt>
                <c:pt idx="353">
                  <c:v>0.22320000000001983</c:v>
                </c:pt>
                <c:pt idx="354">
                  <c:v>0.223700000000008</c:v>
                </c:pt>
                <c:pt idx="355">
                  <c:v>0.22410000000002128</c:v>
                </c:pt>
                <c:pt idx="356">
                  <c:v>0.22450000000003456</c:v>
                </c:pt>
                <c:pt idx="357">
                  <c:v>0.224899999999991</c:v>
                </c:pt>
                <c:pt idx="358">
                  <c:v>0.22520000000002938</c:v>
                </c:pt>
                <c:pt idx="359">
                  <c:v>0.22559999999998581</c:v>
                </c:pt>
                <c:pt idx="360">
                  <c:v>0.22590000000002419</c:v>
                </c:pt>
                <c:pt idx="361">
                  <c:v>0.22590000000002419</c:v>
                </c:pt>
                <c:pt idx="362">
                  <c:v>0.22610000000003083</c:v>
                </c:pt>
                <c:pt idx="363">
                  <c:v>0.22640000000001237</c:v>
                </c:pt>
                <c:pt idx="364">
                  <c:v>0.22669999999999391</c:v>
                </c:pt>
                <c:pt idx="365">
                  <c:v>0.22690000000000055</c:v>
                </c:pt>
                <c:pt idx="366">
                  <c:v>0.22710000000000719</c:v>
                </c:pt>
                <c:pt idx="367">
                  <c:v>0.22730000000001382</c:v>
                </c:pt>
                <c:pt idx="368">
                  <c:v>0.22750000000002046</c:v>
                </c:pt>
                <c:pt idx="369">
                  <c:v>0.2277000000000271</c:v>
                </c:pt>
                <c:pt idx="370">
                  <c:v>0.227800000000002</c:v>
                </c:pt>
                <c:pt idx="371">
                  <c:v>0.22800000000000864</c:v>
                </c:pt>
                <c:pt idx="372">
                  <c:v>0.2277000000000271</c:v>
                </c:pt>
                <c:pt idx="373">
                  <c:v>0.22710000000000719</c:v>
                </c:pt>
                <c:pt idx="374">
                  <c:v>0.22620000000000573</c:v>
                </c:pt>
                <c:pt idx="375">
                  <c:v>0.22540000000003602</c:v>
                </c:pt>
                <c:pt idx="376">
                  <c:v>0.22460000000000946</c:v>
                </c:pt>
                <c:pt idx="377">
                  <c:v>0.22380000000003974</c:v>
                </c:pt>
                <c:pt idx="378">
                  <c:v>0.22320000000001983</c:v>
                </c:pt>
                <c:pt idx="379">
                  <c:v>0.22259999999999991</c:v>
                </c:pt>
                <c:pt idx="380">
                  <c:v>0.22210000000001173</c:v>
                </c:pt>
                <c:pt idx="381">
                  <c:v>0.22169999999999845</c:v>
                </c:pt>
                <c:pt idx="382">
                  <c:v>0.22130000000004202</c:v>
                </c:pt>
                <c:pt idx="383">
                  <c:v>0.22090000000002874</c:v>
                </c:pt>
                <c:pt idx="384">
                  <c:v>0.22059999999999036</c:v>
                </c:pt>
                <c:pt idx="385">
                  <c:v>0.22030000000000882</c:v>
                </c:pt>
                <c:pt idx="386">
                  <c:v>0.22000000000002728</c:v>
                </c:pt>
                <c:pt idx="387">
                  <c:v>0.2196999999999889</c:v>
                </c:pt>
                <c:pt idx="388">
                  <c:v>0.21950000000003911</c:v>
                </c:pt>
                <c:pt idx="389">
                  <c:v>0.21930000000003247</c:v>
                </c:pt>
                <c:pt idx="390">
                  <c:v>0.21910000000002583</c:v>
                </c:pt>
                <c:pt idx="391">
                  <c:v>0.21890000000001919</c:v>
                </c:pt>
                <c:pt idx="392">
                  <c:v>0.21870000000001255</c:v>
                </c:pt>
                <c:pt idx="393">
                  <c:v>0.21860000000003765</c:v>
                </c:pt>
                <c:pt idx="394">
                  <c:v>0.21840000000003101</c:v>
                </c:pt>
                <c:pt idx="395">
                  <c:v>0.21829999999999927</c:v>
                </c:pt>
                <c:pt idx="396">
                  <c:v>0.21820000000002437</c:v>
                </c:pt>
                <c:pt idx="397">
                  <c:v>0.21809999999999263</c:v>
                </c:pt>
                <c:pt idx="398">
                  <c:v>0.21800000000001774</c:v>
                </c:pt>
                <c:pt idx="399">
                  <c:v>0.21789999999998599</c:v>
                </c:pt>
                <c:pt idx="400">
                  <c:v>0.2178000000000111</c:v>
                </c:pt>
                <c:pt idx="401">
                  <c:v>0.2177000000000362</c:v>
                </c:pt>
                <c:pt idx="402">
                  <c:v>0.21760000000000446</c:v>
                </c:pt>
                <c:pt idx="403">
                  <c:v>0.21750000000002956</c:v>
                </c:pt>
                <c:pt idx="404">
                  <c:v>0.21750000000002956</c:v>
                </c:pt>
                <c:pt idx="405">
                  <c:v>0.21739999999999782</c:v>
                </c:pt>
                <c:pt idx="406">
                  <c:v>0.21739999999999782</c:v>
                </c:pt>
                <c:pt idx="407">
                  <c:v>0.21730000000002292</c:v>
                </c:pt>
                <c:pt idx="408">
                  <c:v>0.21730000000002292</c:v>
                </c:pt>
                <c:pt idx="409">
                  <c:v>0.21719999999999118</c:v>
                </c:pt>
                <c:pt idx="410">
                  <c:v>0.21719999999999118</c:v>
                </c:pt>
                <c:pt idx="411">
                  <c:v>0.21710000000001628</c:v>
                </c:pt>
                <c:pt idx="412">
                  <c:v>0.21710000000001628</c:v>
                </c:pt>
                <c:pt idx="413">
                  <c:v>0.21710000000001628</c:v>
                </c:pt>
                <c:pt idx="414">
                  <c:v>0.21700000000004138</c:v>
                </c:pt>
                <c:pt idx="415">
                  <c:v>0.21700000000004138</c:v>
                </c:pt>
                <c:pt idx="416">
                  <c:v>0.21700000000004138</c:v>
                </c:pt>
                <c:pt idx="417">
                  <c:v>0.21700000000004138</c:v>
                </c:pt>
                <c:pt idx="418">
                  <c:v>0.21690000000000964</c:v>
                </c:pt>
                <c:pt idx="419">
                  <c:v>0.21690000000000964</c:v>
                </c:pt>
                <c:pt idx="420">
                  <c:v>0.21690000000000964</c:v>
                </c:pt>
                <c:pt idx="421">
                  <c:v>0.21690000000000964</c:v>
                </c:pt>
                <c:pt idx="422">
                  <c:v>0.21690000000000964</c:v>
                </c:pt>
                <c:pt idx="423">
                  <c:v>0.21690000000000964</c:v>
                </c:pt>
                <c:pt idx="424">
                  <c:v>0.21700000000004138</c:v>
                </c:pt>
                <c:pt idx="425">
                  <c:v>0.21700000000004138</c:v>
                </c:pt>
                <c:pt idx="426">
                  <c:v>0.21710000000001628</c:v>
                </c:pt>
                <c:pt idx="427">
                  <c:v>0.21710000000001628</c:v>
                </c:pt>
                <c:pt idx="428">
                  <c:v>0.21719999999999118</c:v>
                </c:pt>
                <c:pt idx="429">
                  <c:v>0.21719999999999118</c:v>
                </c:pt>
                <c:pt idx="430">
                  <c:v>0.21730000000002292</c:v>
                </c:pt>
                <c:pt idx="431">
                  <c:v>0.21730000000002292</c:v>
                </c:pt>
                <c:pt idx="432">
                  <c:v>0.21739999999999782</c:v>
                </c:pt>
                <c:pt idx="433">
                  <c:v>0.21739999999999782</c:v>
                </c:pt>
                <c:pt idx="434">
                  <c:v>0.21750000000002956</c:v>
                </c:pt>
                <c:pt idx="435">
                  <c:v>0.21750000000002956</c:v>
                </c:pt>
                <c:pt idx="436">
                  <c:v>0.21750000000002956</c:v>
                </c:pt>
                <c:pt idx="437">
                  <c:v>0.21760000000000446</c:v>
                </c:pt>
                <c:pt idx="438">
                  <c:v>0.21760000000000446</c:v>
                </c:pt>
                <c:pt idx="439">
                  <c:v>0.21760000000000446</c:v>
                </c:pt>
                <c:pt idx="440">
                  <c:v>0.21760000000000446</c:v>
                </c:pt>
                <c:pt idx="441">
                  <c:v>0.2177000000000362</c:v>
                </c:pt>
                <c:pt idx="442">
                  <c:v>0.2177000000000362</c:v>
                </c:pt>
                <c:pt idx="443">
                  <c:v>0.2177000000000362</c:v>
                </c:pt>
                <c:pt idx="444">
                  <c:v>0.2177000000000362</c:v>
                </c:pt>
                <c:pt idx="445">
                  <c:v>0.2178000000000111</c:v>
                </c:pt>
                <c:pt idx="446">
                  <c:v>0.2178000000000111</c:v>
                </c:pt>
                <c:pt idx="447">
                  <c:v>0.2178000000000111</c:v>
                </c:pt>
                <c:pt idx="448">
                  <c:v>0.2178000000000111</c:v>
                </c:pt>
                <c:pt idx="449">
                  <c:v>0.2178000000000111</c:v>
                </c:pt>
                <c:pt idx="450">
                  <c:v>0.21789999999998599</c:v>
                </c:pt>
                <c:pt idx="451">
                  <c:v>0.21789999999998599</c:v>
                </c:pt>
                <c:pt idx="452">
                  <c:v>0.21789999999998599</c:v>
                </c:pt>
                <c:pt idx="453">
                  <c:v>0.21789999999998599</c:v>
                </c:pt>
                <c:pt idx="454">
                  <c:v>0.21789999999998599</c:v>
                </c:pt>
                <c:pt idx="455">
                  <c:v>0.21789999999998599</c:v>
                </c:pt>
                <c:pt idx="456">
                  <c:v>0.21789999999998599</c:v>
                </c:pt>
                <c:pt idx="457">
                  <c:v>0.21789999999998599</c:v>
                </c:pt>
                <c:pt idx="458">
                  <c:v>0.21800000000001774</c:v>
                </c:pt>
                <c:pt idx="459">
                  <c:v>0.21800000000001774</c:v>
                </c:pt>
                <c:pt idx="460">
                  <c:v>0.21800000000001774</c:v>
                </c:pt>
                <c:pt idx="461">
                  <c:v>0.21800000000001774</c:v>
                </c:pt>
                <c:pt idx="462">
                  <c:v>0.21800000000001774</c:v>
                </c:pt>
                <c:pt idx="463">
                  <c:v>0.21800000000001774</c:v>
                </c:pt>
                <c:pt idx="464">
                  <c:v>0.21800000000001774</c:v>
                </c:pt>
                <c:pt idx="465">
                  <c:v>0.21800000000001774</c:v>
                </c:pt>
                <c:pt idx="466">
                  <c:v>0.21800000000001774</c:v>
                </c:pt>
                <c:pt idx="467">
                  <c:v>0.21800000000001774</c:v>
                </c:pt>
                <c:pt idx="468">
                  <c:v>0.21800000000001774</c:v>
                </c:pt>
                <c:pt idx="469">
                  <c:v>0.21800000000001774</c:v>
                </c:pt>
                <c:pt idx="470">
                  <c:v>0.21800000000001774</c:v>
                </c:pt>
                <c:pt idx="471">
                  <c:v>0.21809999999999263</c:v>
                </c:pt>
                <c:pt idx="472">
                  <c:v>0.21809999999999263</c:v>
                </c:pt>
                <c:pt idx="473">
                  <c:v>0.21800000000001774</c:v>
                </c:pt>
                <c:pt idx="474">
                  <c:v>0.2178000000000111</c:v>
                </c:pt>
                <c:pt idx="475">
                  <c:v>0.21750000000002956</c:v>
                </c:pt>
                <c:pt idx="476">
                  <c:v>0.21700000000004138</c:v>
                </c:pt>
                <c:pt idx="477">
                  <c:v>0.2166000000000281</c:v>
                </c:pt>
                <c:pt idx="478">
                  <c:v>0.21620000000001482</c:v>
                </c:pt>
                <c:pt idx="479">
                  <c:v>0.21580000000000155</c:v>
                </c:pt>
                <c:pt idx="480">
                  <c:v>0.21550000000002001</c:v>
                </c:pt>
                <c:pt idx="481">
                  <c:v>0.21520000000003847</c:v>
                </c:pt>
                <c:pt idx="482">
                  <c:v>0.21490000000000009</c:v>
                </c:pt>
                <c:pt idx="483">
                  <c:v>0.21460000000001855</c:v>
                </c:pt>
                <c:pt idx="484">
                  <c:v>0.21430000000003702</c:v>
                </c:pt>
                <c:pt idx="485">
                  <c:v>0.21410000000003038</c:v>
                </c:pt>
                <c:pt idx="486">
                  <c:v>0.21390000000002374</c:v>
                </c:pt>
                <c:pt idx="487">
                  <c:v>0.2137000000000171</c:v>
                </c:pt>
                <c:pt idx="488">
                  <c:v>0.21350000000001046</c:v>
                </c:pt>
                <c:pt idx="489">
                  <c:v>0.21330000000000382</c:v>
                </c:pt>
                <c:pt idx="490">
                  <c:v>0.21309999999999718</c:v>
                </c:pt>
                <c:pt idx="491">
                  <c:v>0.21300000000002228</c:v>
                </c:pt>
                <c:pt idx="492">
                  <c:v>0.21280000000001564</c:v>
                </c:pt>
                <c:pt idx="493">
                  <c:v>0.212600000000009</c:v>
                </c:pt>
                <c:pt idx="494">
                  <c:v>0.21250000000003411</c:v>
                </c:pt>
                <c:pt idx="495">
                  <c:v>0.21240000000000236</c:v>
                </c:pt>
                <c:pt idx="496">
                  <c:v>0.21219999999999573</c:v>
                </c:pt>
                <c:pt idx="497">
                  <c:v>0.21210000000002083</c:v>
                </c:pt>
                <c:pt idx="498">
                  <c:v>0.21199999999998909</c:v>
                </c:pt>
                <c:pt idx="499">
                  <c:v>0.21230000000002747</c:v>
                </c:pt>
                <c:pt idx="500">
                  <c:v>0.21309999999999718</c:v>
                </c:pt>
                <c:pt idx="501">
                  <c:v>0.21430000000003702</c:v>
                </c:pt>
                <c:pt idx="502">
                  <c:v>0.21550000000002001</c:v>
                </c:pt>
                <c:pt idx="503">
                  <c:v>0.216700000000003</c:v>
                </c:pt>
                <c:pt idx="504">
                  <c:v>0.2177000000000362</c:v>
                </c:pt>
                <c:pt idx="505">
                  <c:v>0.21870000000001255</c:v>
                </c:pt>
                <c:pt idx="506">
                  <c:v>0.21960000000001401</c:v>
                </c:pt>
                <c:pt idx="507">
                  <c:v>0.22030000000000882</c:v>
                </c:pt>
                <c:pt idx="508">
                  <c:v>0.22100000000000364</c:v>
                </c:pt>
                <c:pt idx="509">
                  <c:v>0.22169999999999845</c:v>
                </c:pt>
                <c:pt idx="510">
                  <c:v>0.22230000000001837</c:v>
                </c:pt>
                <c:pt idx="511">
                  <c:v>0.22280000000000655</c:v>
                </c:pt>
                <c:pt idx="512">
                  <c:v>0.22329999999999472</c:v>
                </c:pt>
                <c:pt idx="513">
                  <c:v>0.223700000000008</c:v>
                </c:pt>
                <c:pt idx="514">
                  <c:v>0.22419999999999618</c:v>
                </c:pt>
                <c:pt idx="515">
                  <c:v>0.22460000000000946</c:v>
                </c:pt>
                <c:pt idx="516">
                  <c:v>0.224899999999991</c:v>
                </c:pt>
                <c:pt idx="517">
                  <c:v>0.22530000000000427</c:v>
                </c:pt>
                <c:pt idx="518">
                  <c:v>0.22559999999998581</c:v>
                </c:pt>
                <c:pt idx="519">
                  <c:v>0.22590000000002419</c:v>
                </c:pt>
                <c:pt idx="520">
                  <c:v>0.22620000000000573</c:v>
                </c:pt>
                <c:pt idx="521">
                  <c:v>0.22649999999998727</c:v>
                </c:pt>
                <c:pt idx="522">
                  <c:v>0.22669999999999391</c:v>
                </c:pt>
                <c:pt idx="523">
                  <c:v>0.22690000000000055</c:v>
                </c:pt>
                <c:pt idx="524">
                  <c:v>0.22710000000000719</c:v>
                </c:pt>
                <c:pt idx="525">
                  <c:v>0.22730000000001382</c:v>
                </c:pt>
                <c:pt idx="526">
                  <c:v>0.22750000000002046</c:v>
                </c:pt>
                <c:pt idx="527">
                  <c:v>0.2277000000000271</c:v>
                </c:pt>
                <c:pt idx="528">
                  <c:v>0.22790000000003374</c:v>
                </c:pt>
                <c:pt idx="529">
                  <c:v>0.22800000000000864</c:v>
                </c:pt>
                <c:pt idx="530">
                  <c:v>0.22759999999999536</c:v>
                </c:pt>
                <c:pt idx="531">
                  <c:v>0.22690000000000055</c:v>
                </c:pt>
                <c:pt idx="532">
                  <c:v>0.22610000000003083</c:v>
                </c:pt>
              </c:numCache>
            </c:numRef>
          </c:yVal>
          <c:smooth val="1"/>
          <c:extLst>
            <c:ext xmlns:c16="http://schemas.microsoft.com/office/drawing/2014/chart" uri="{C3380CC4-5D6E-409C-BE32-E72D297353CC}">
              <c16:uniqueId val="{00000019-4233-4E9D-9D6D-D06060CC9530}"/>
            </c:ext>
          </c:extLst>
        </c:ser>
        <c:ser>
          <c:idx val="26"/>
          <c:order val="26"/>
          <c:tx>
            <c:strRef>
              <c:f>PM50000_Temps_oc5l2_50000!$BCC$1</c:f>
              <c:strCache>
                <c:ptCount val="1"/>
                <c:pt idx="0">
                  <c:v>TELE_PM_INTERIOR.27</c:v>
                </c:pt>
              </c:strCache>
            </c:strRef>
          </c:tx>
          <c:spPr>
            <a:ln w="19050" cap="rnd">
              <a:solidFill>
                <a:schemeClr val="accent3">
                  <a:lumMod val="60000"/>
                  <a:lumOff val="40000"/>
                </a:schemeClr>
              </a:solidFill>
              <a:round/>
            </a:ln>
            <a:effectLst/>
          </c:spPr>
          <c:marker>
            <c:symbol val="circle"/>
            <c:size val="5"/>
            <c:spPr>
              <a:solidFill>
                <a:schemeClr val="accent3">
                  <a:lumMod val="60000"/>
                  <a:lumOff val="40000"/>
                </a:schemeClr>
              </a:solidFill>
              <a:ln w="9525">
                <a:solidFill>
                  <a:schemeClr val="accent3">
                    <a:lumMod val="60000"/>
                    <a:lumOff val="4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PM50000_Temps_oc5l2_50000!$BCC$2:$BCC$536</c:f>
              <c:numCache>
                <c:formatCode>General</c:formatCode>
                <c:ptCount val="533"/>
                <c:pt idx="0">
                  <c:v>0</c:v>
                </c:pt>
                <c:pt idx="1">
                  <c:v>2.1000000000412911E-3</c:v>
                </c:pt>
                <c:pt idx="2">
                  <c:v>8.1000000000130967E-3</c:v>
                </c:pt>
                <c:pt idx="3">
                  <c:v>1.6900000000021009E-2</c:v>
                </c:pt>
                <c:pt idx="4">
                  <c:v>2.7400000000000091E-2</c:v>
                </c:pt>
                <c:pt idx="5">
                  <c:v>3.8900000000012369E-2</c:v>
                </c:pt>
                <c:pt idx="6">
                  <c:v>5.0600000000031287E-2</c:v>
                </c:pt>
                <c:pt idx="7">
                  <c:v>6.2300000000050204E-2</c:v>
                </c:pt>
                <c:pt idx="8">
                  <c:v>7.3500000000024102E-2</c:v>
                </c:pt>
                <c:pt idx="9">
                  <c:v>8.4200000000009823E-2</c:v>
                </c:pt>
                <c:pt idx="10">
                  <c:v>9.4200000000000728E-2</c:v>
                </c:pt>
                <c:pt idx="11">
                  <c:v>0.10350000000005366</c:v>
                </c:pt>
                <c:pt idx="12">
                  <c:v>0.11200000000002319</c:v>
                </c:pt>
                <c:pt idx="13">
                  <c:v>0.11990000000002965</c:v>
                </c:pt>
                <c:pt idx="14">
                  <c:v>0.12720000000001619</c:v>
                </c:pt>
                <c:pt idx="15">
                  <c:v>0.13390000000003965</c:v>
                </c:pt>
                <c:pt idx="16">
                  <c:v>0.1400000000000432</c:v>
                </c:pt>
                <c:pt idx="17">
                  <c:v>0.14550000000002683</c:v>
                </c:pt>
                <c:pt idx="18">
                  <c:v>0.15060000000005402</c:v>
                </c:pt>
                <c:pt idx="19">
                  <c:v>0.1553000000000111</c:v>
                </c:pt>
                <c:pt idx="20">
                  <c:v>0.15960000000001173</c:v>
                </c:pt>
                <c:pt idx="21">
                  <c:v>0.16350000000005593</c:v>
                </c:pt>
                <c:pt idx="22">
                  <c:v>0.16710000000000491</c:v>
                </c:pt>
                <c:pt idx="23">
                  <c:v>0.1703000000000543</c:v>
                </c:pt>
                <c:pt idx="24">
                  <c:v>0.1733000000000402</c:v>
                </c:pt>
                <c:pt idx="25">
                  <c:v>0.17600000000004457</c:v>
                </c:pt>
                <c:pt idx="26">
                  <c:v>0.17850000000004229</c:v>
                </c:pt>
                <c:pt idx="27">
                  <c:v>0.18080000000003338</c:v>
                </c:pt>
                <c:pt idx="28">
                  <c:v>0.18290000000001783</c:v>
                </c:pt>
                <c:pt idx="29">
                  <c:v>0.18510000000003402</c:v>
                </c:pt>
                <c:pt idx="30">
                  <c:v>0.18720000000001846</c:v>
                </c:pt>
                <c:pt idx="31">
                  <c:v>0.18940000000003465</c:v>
                </c:pt>
                <c:pt idx="32">
                  <c:v>0.1914000000000442</c:v>
                </c:pt>
                <c:pt idx="33">
                  <c:v>0.19350000000002865</c:v>
                </c:pt>
                <c:pt idx="34">
                  <c:v>0.19540000000000646</c:v>
                </c:pt>
                <c:pt idx="35">
                  <c:v>0.19720000000000937</c:v>
                </c:pt>
                <c:pt idx="36">
                  <c:v>0.19890000000003738</c:v>
                </c:pt>
                <c:pt idx="37">
                  <c:v>0.20050000000003365</c:v>
                </c:pt>
                <c:pt idx="38">
                  <c:v>0.20200000000005502</c:v>
                </c:pt>
                <c:pt idx="39">
                  <c:v>0.20330000000001291</c:v>
                </c:pt>
                <c:pt idx="40">
                  <c:v>0.20460000000002765</c:v>
                </c:pt>
                <c:pt idx="41">
                  <c:v>0.20580000000001064</c:v>
                </c:pt>
                <c:pt idx="42">
                  <c:v>0.20690000000001874</c:v>
                </c:pt>
                <c:pt idx="43">
                  <c:v>0.20800000000002683</c:v>
                </c:pt>
                <c:pt idx="44">
                  <c:v>0.20890000000002829</c:v>
                </c:pt>
                <c:pt idx="45">
                  <c:v>0.20980000000002974</c:v>
                </c:pt>
                <c:pt idx="46">
                  <c:v>0.2106000000000563</c:v>
                </c:pt>
                <c:pt idx="47">
                  <c:v>0.21140000000002601</c:v>
                </c:pt>
                <c:pt idx="48">
                  <c:v>0.21210000000002083</c:v>
                </c:pt>
                <c:pt idx="49">
                  <c:v>0.21280000000001564</c:v>
                </c:pt>
                <c:pt idx="50">
                  <c:v>0.21340000000003556</c:v>
                </c:pt>
                <c:pt idx="51">
                  <c:v>0.21390000000002374</c:v>
                </c:pt>
                <c:pt idx="52">
                  <c:v>0.21450000000004366</c:v>
                </c:pt>
                <c:pt idx="53">
                  <c:v>0.21490000000000009</c:v>
                </c:pt>
                <c:pt idx="54">
                  <c:v>0.21540000000004511</c:v>
                </c:pt>
                <c:pt idx="55">
                  <c:v>0.21580000000000155</c:v>
                </c:pt>
                <c:pt idx="56">
                  <c:v>0.21620000000001482</c:v>
                </c:pt>
                <c:pt idx="57">
                  <c:v>0.2166000000000281</c:v>
                </c:pt>
                <c:pt idx="58">
                  <c:v>0.21690000000000964</c:v>
                </c:pt>
                <c:pt idx="59">
                  <c:v>0.21700000000004138</c:v>
                </c:pt>
                <c:pt idx="60">
                  <c:v>0.21710000000001628</c:v>
                </c:pt>
                <c:pt idx="61">
                  <c:v>0.21690000000000964</c:v>
                </c:pt>
                <c:pt idx="62">
                  <c:v>0.216700000000003</c:v>
                </c:pt>
                <c:pt idx="63">
                  <c:v>0.21650000000005321</c:v>
                </c:pt>
                <c:pt idx="64">
                  <c:v>0.21620000000001482</c:v>
                </c:pt>
                <c:pt idx="65">
                  <c:v>0.21580000000000155</c:v>
                </c:pt>
                <c:pt idx="66">
                  <c:v>0.21550000000002001</c:v>
                </c:pt>
                <c:pt idx="67">
                  <c:v>0.21520000000003847</c:v>
                </c:pt>
                <c:pt idx="68">
                  <c:v>0.21490000000000009</c:v>
                </c:pt>
                <c:pt idx="69">
                  <c:v>0.21460000000001855</c:v>
                </c:pt>
                <c:pt idx="70">
                  <c:v>0.21430000000003702</c:v>
                </c:pt>
                <c:pt idx="71">
                  <c:v>0.21400000000005548</c:v>
                </c:pt>
                <c:pt idx="72">
                  <c:v>0.21380000000004884</c:v>
                </c:pt>
                <c:pt idx="73">
                  <c:v>0.21350000000001046</c:v>
                </c:pt>
                <c:pt idx="74">
                  <c:v>0.21330000000000382</c:v>
                </c:pt>
                <c:pt idx="75">
                  <c:v>0.21310000000005402</c:v>
                </c:pt>
                <c:pt idx="76">
                  <c:v>0.21290000000004738</c:v>
                </c:pt>
                <c:pt idx="77">
                  <c:v>0.21280000000001564</c:v>
                </c:pt>
                <c:pt idx="78">
                  <c:v>0.212600000000009</c:v>
                </c:pt>
                <c:pt idx="79">
                  <c:v>0.21240000000000236</c:v>
                </c:pt>
                <c:pt idx="80">
                  <c:v>0.21230000000002747</c:v>
                </c:pt>
                <c:pt idx="81">
                  <c:v>0.21220000000005257</c:v>
                </c:pt>
                <c:pt idx="82">
                  <c:v>0.21210000000002083</c:v>
                </c:pt>
                <c:pt idx="83">
                  <c:v>0.21190000000001419</c:v>
                </c:pt>
                <c:pt idx="84">
                  <c:v>0.21180000000003929</c:v>
                </c:pt>
                <c:pt idx="85">
                  <c:v>0.21170000000000755</c:v>
                </c:pt>
                <c:pt idx="86">
                  <c:v>0.21170000000000755</c:v>
                </c:pt>
                <c:pt idx="87">
                  <c:v>0.21160000000003265</c:v>
                </c:pt>
                <c:pt idx="88">
                  <c:v>0.21150000000000091</c:v>
                </c:pt>
                <c:pt idx="89">
                  <c:v>0.21140000000002601</c:v>
                </c:pt>
                <c:pt idx="90">
                  <c:v>0.21140000000002601</c:v>
                </c:pt>
                <c:pt idx="91">
                  <c:v>0.21130000000005111</c:v>
                </c:pt>
                <c:pt idx="92">
                  <c:v>0.21130000000005111</c:v>
                </c:pt>
                <c:pt idx="93">
                  <c:v>0.21120000000001937</c:v>
                </c:pt>
                <c:pt idx="94">
                  <c:v>0.21120000000001937</c:v>
                </c:pt>
                <c:pt idx="95">
                  <c:v>0.21110000000004447</c:v>
                </c:pt>
                <c:pt idx="96">
                  <c:v>0.21110000000004447</c:v>
                </c:pt>
                <c:pt idx="97">
                  <c:v>0.21100000000001273</c:v>
                </c:pt>
                <c:pt idx="98">
                  <c:v>0.21100000000001273</c:v>
                </c:pt>
                <c:pt idx="99">
                  <c:v>0.21100000000001273</c:v>
                </c:pt>
                <c:pt idx="100">
                  <c:v>0.21090000000003783</c:v>
                </c:pt>
                <c:pt idx="101">
                  <c:v>0.21090000000003783</c:v>
                </c:pt>
                <c:pt idx="102">
                  <c:v>0.21090000000003783</c:v>
                </c:pt>
                <c:pt idx="103">
                  <c:v>0.21090000000003783</c:v>
                </c:pt>
                <c:pt idx="104">
                  <c:v>0.21080000000000609</c:v>
                </c:pt>
                <c:pt idx="105">
                  <c:v>0.21080000000000609</c:v>
                </c:pt>
                <c:pt idx="106">
                  <c:v>0.21080000000000609</c:v>
                </c:pt>
                <c:pt idx="107">
                  <c:v>0.21080000000000609</c:v>
                </c:pt>
                <c:pt idx="108">
                  <c:v>0.21080000000000609</c:v>
                </c:pt>
                <c:pt idx="109">
                  <c:v>0.2107000000000312</c:v>
                </c:pt>
                <c:pt idx="110">
                  <c:v>0.2107000000000312</c:v>
                </c:pt>
                <c:pt idx="111">
                  <c:v>0.2107000000000312</c:v>
                </c:pt>
                <c:pt idx="112">
                  <c:v>0.21080000000000609</c:v>
                </c:pt>
                <c:pt idx="113">
                  <c:v>0.21080000000000609</c:v>
                </c:pt>
                <c:pt idx="114">
                  <c:v>0.21080000000000609</c:v>
                </c:pt>
                <c:pt idx="115">
                  <c:v>0.21080000000000609</c:v>
                </c:pt>
                <c:pt idx="116">
                  <c:v>0.21090000000003783</c:v>
                </c:pt>
                <c:pt idx="117">
                  <c:v>0.21090000000003783</c:v>
                </c:pt>
                <c:pt idx="118">
                  <c:v>0.21090000000003783</c:v>
                </c:pt>
                <c:pt idx="119">
                  <c:v>0.21100000000001273</c:v>
                </c:pt>
                <c:pt idx="120">
                  <c:v>0.21100000000001273</c:v>
                </c:pt>
                <c:pt idx="121">
                  <c:v>0.21100000000001273</c:v>
                </c:pt>
                <c:pt idx="122">
                  <c:v>0.21110000000004447</c:v>
                </c:pt>
                <c:pt idx="123">
                  <c:v>0.21110000000004447</c:v>
                </c:pt>
                <c:pt idx="124">
                  <c:v>0.21110000000004447</c:v>
                </c:pt>
                <c:pt idx="125">
                  <c:v>0.21120000000001937</c:v>
                </c:pt>
                <c:pt idx="126">
                  <c:v>0.21120000000001937</c:v>
                </c:pt>
                <c:pt idx="127">
                  <c:v>0.21120000000001937</c:v>
                </c:pt>
                <c:pt idx="128">
                  <c:v>0.21130000000005111</c:v>
                </c:pt>
                <c:pt idx="129">
                  <c:v>0.21130000000005111</c:v>
                </c:pt>
                <c:pt idx="130">
                  <c:v>0.21130000000005111</c:v>
                </c:pt>
                <c:pt idx="131">
                  <c:v>0.21130000000005111</c:v>
                </c:pt>
                <c:pt idx="132">
                  <c:v>0.21130000000005111</c:v>
                </c:pt>
                <c:pt idx="133">
                  <c:v>0.21140000000002601</c:v>
                </c:pt>
                <c:pt idx="134">
                  <c:v>0.21140000000002601</c:v>
                </c:pt>
                <c:pt idx="135">
                  <c:v>0.21140000000002601</c:v>
                </c:pt>
                <c:pt idx="136">
                  <c:v>0.21140000000002601</c:v>
                </c:pt>
                <c:pt idx="137">
                  <c:v>0.21150000000000091</c:v>
                </c:pt>
                <c:pt idx="138">
                  <c:v>0.21150000000000091</c:v>
                </c:pt>
                <c:pt idx="139">
                  <c:v>0.21150000000000091</c:v>
                </c:pt>
                <c:pt idx="140">
                  <c:v>0.21150000000000091</c:v>
                </c:pt>
                <c:pt idx="141">
                  <c:v>0.21150000000000091</c:v>
                </c:pt>
                <c:pt idx="142">
                  <c:v>0.21150000000000091</c:v>
                </c:pt>
                <c:pt idx="143">
                  <c:v>0.21150000000000091</c:v>
                </c:pt>
                <c:pt idx="144">
                  <c:v>0.21160000000003265</c:v>
                </c:pt>
                <c:pt idx="145">
                  <c:v>0.21160000000003265</c:v>
                </c:pt>
                <c:pt idx="146">
                  <c:v>0.21160000000003265</c:v>
                </c:pt>
                <c:pt idx="147">
                  <c:v>0.21160000000003265</c:v>
                </c:pt>
                <c:pt idx="148">
                  <c:v>0.21160000000003265</c:v>
                </c:pt>
                <c:pt idx="149">
                  <c:v>0.21160000000003265</c:v>
                </c:pt>
                <c:pt idx="150">
                  <c:v>0.21160000000003265</c:v>
                </c:pt>
                <c:pt idx="151">
                  <c:v>0.21160000000003265</c:v>
                </c:pt>
                <c:pt idx="152">
                  <c:v>0.21160000000003265</c:v>
                </c:pt>
                <c:pt idx="153">
                  <c:v>0.21160000000003265</c:v>
                </c:pt>
                <c:pt idx="154">
                  <c:v>0.21160000000003265</c:v>
                </c:pt>
                <c:pt idx="155">
                  <c:v>0.21170000000000755</c:v>
                </c:pt>
                <c:pt idx="156">
                  <c:v>0.21170000000000755</c:v>
                </c:pt>
                <c:pt idx="157">
                  <c:v>0.21170000000000755</c:v>
                </c:pt>
                <c:pt idx="158">
                  <c:v>0.21170000000000755</c:v>
                </c:pt>
                <c:pt idx="159">
                  <c:v>0.21180000000003929</c:v>
                </c:pt>
                <c:pt idx="160">
                  <c:v>0.21180000000003929</c:v>
                </c:pt>
                <c:pt idx="161">
                  <c:v>0.21170000000000755</c:v>
                </c:pt>
                <c:pt idx="162">
                  <c:v>0.21160000000003265</c:v>
                </c:pt>
                <c:pt idx="163">
                  <c:v>0.21140000000002601</c:v>
                </c:pt>
                <c:pt idx="164">
                  <c:v>0.21120000000001937</c:v>
                </c:pt>
                <c:pt idx="165">
                  <c:v>0.21100000000001273</c:v>
                </c:pt>
                <c:pt idx="166">
                  <c:v>0.21080000000000609</c:v>
                </c:pt>
                <c:pt idx="167">
                  <c:v>0.2106000000000563</c:v>
                </c:pt>
                <c:pt idx="168">
                  <c:v>0.21040000000004966</c:v>
                </c:pt>
                <c:pt idx="169">
                  <c:v>0.21010000000001128</c:v>
                </c:pt>
                <c:pt idx="170">
                  <c:v>0.20990000000000464</c:v>
                </c:pt>
                <c:pt idx="171">
                  <c:v>0.20970000000005484</c:v>
                </c:pt>
                <c:pt idx="172">
                  <c:v>0.2095000000000482</c:v>
                </c:pt>
                <c:pt idx="173">
                  <c:v>0.20930000000004156</c:v>
                </c:pt>
                <c:pt idx="174">
                  <c:v>0.20920000000000982</c:v>
                </c:pt>
                <c:pt idx="175">
                  <c:v>0.20900000000000318</c:v>
                </c:pt>
                <c:pt idx="176">
                  <c:v>0.20880000000005339</c:v>
                </c:pt>
                <c:pt idx="177">
                  <c:v>0.20870000000002165</c:v>
                </c:pt>
                <c:pt idx="178">
                  <c:v>0.20850000000001501</c:v>
                </c:pt>
                <c:pt idx="179">
                  <c:v>0.20840000000004011</c:v>
                </c:pt>
                <c:pt idx="180">
                  <c:v>0.20820000000003347</c:v>
                </c:pt>
                <c:pt idx="181">
                  <c:v>0.20810000000000173</c:v>
                </c:pt>
                <c:pt idx="182">
                  <c:v>0.20800000000002683</c:v>
                </c:pt>
                <c:pt idx="183">
                  <c:v>0.20780000000002019</c:v>
                </c:pt>
                <c:pt idx="184">
                  <c:v>0.20770000000004529</c:v>
                </c:pt>
                <c:pt idx="185">
                  <c:v>0.20760000000001355</c:v>
                </c:pt>
                <c:pt idx="186">
                  <c:v>0.20780000000002019</c:v>
                </c:pt>
                <c:pt idx="187">
                  <c:v>0.20810000000000173</c:v>
                </c:pt>
                <c:pt idx="188">
                  <c:v>0.20860000000004675</c:v>
                </c:pt>
                <c:pt idx="189">
                  <c:v>0.20910000000003492</c:v>
                </c:pt>
                <c:pt idx="190">
                  <c:v>0.20970000000005484</c:v>
                </c:pt>
                <c:pt idx="191">
                  <c:v>0.21030000000001792</c:v>
                </c:pt>
                <c:pt idx="192">
                  <c:v>0.21090000000003783</c:v>
                </c:pt>
                <c:pt idx="193">
                  <c:v>0.21150000000000091</c:v>
                </c:pt>
                <c:pt idx="194">
                  <c:v>0.21210000000002083</c:v>
                </c:pt>
                <c:pt idx="195">
                  <c:v>0.21270000000004075</c:v>
                </c:pt>
                <c:pt idx="196">
                  <c:v>0.21320000000002892</c:v>
                </c:pt>
                <c:pt idx="197">
                  <c:v>0.2137000000000171</c:v>
                </c:pt>
                <c:pt idx="198">
                  <c:v>0.21420000000000528</c:v>
                </c:pt>
                <c:pt idx="199">
                  <c:v>0.21460000000001855</c:v>
                </c:pt>
                <c:pt idx="200">
                  <c:v>0.21500000000003183</c:v>
                </c:pt>
                <c:pt idx="201">
                  <c:v>0.21540000000004511</c:v>
                </c:pt>
                <c:pt idx="202">
                  <c:v>0.21580000000000155</c:v>
                </c:pt>
                <c:pt idx="203">
                  <c:v>0.21620000000001482</c:v>
                </c:pt>
                <c:pt idx="204">
                  <c:v>0.21650000000005321</c:v>
                </c:pt>
                <c:pt idx="205">
                  <c:v>0.21680000000003474</c:v>
                </c:pt>
                <c:pt idx="206">
                  <c:v>0.21710000000001628</c:v>
                </c:pt>
                <c:pt idx="207">
                  <c:v>0.21740000000005466</c:v>
                </c:pt>
                <c:pt idx="208">
                  <c:v>0.21760000000000446</c:v>
                </c:pt>
                <c:pt idx="209">
                  <c:v>0.2178000000000111</c:v>
                </c:pt>
                <c:pt idx="210">
                  <c:v>0.21810000000004948</c:v>
                </c:pt>
                <c:pt idx="211">
                  <c:v>0.21830000000005612</c:v>
                </c:pt>
                <c:pt idx="212">
                  <c:v>0.21850000000000591</c:v>
                </c:pt>
                <c:pt idx="213">
                  <c:v>0.21870000000001255</c:v>
                </c:pt>
                <c:pt idx="214">
                  <c:v>0.21880000000004429</c:v>
                </c:pt>
                <c:pt idx="215">
                  <c:v>0.21900000000005093</c:v>
                </c:pt>
                <c:pt idx="216">
                  <c:v>0.21890000000001919</c:v>
                </c:pt>
                <c:pt idx="217">
                  <c:v>0.21880000000004429</c:v>
                </c:pt>
                <c:pt idx="218">
                  <c:v>0.21850000000000591</c:v>
                </c:pt>
                <c:pt idx="219">
                  <c:v>0.21820000000002437</c:v>
                </c:pt>
                <c:pt idx="220">
                  <c:v>0.2178000000000111</c:v>
                </c:pt>
                <c:pt idx="221">
                  <c:v>0.21740000000005466</c:v>
                </c:pt>
                <c:pt idx="222">
                  <c:v>0.21700000000004138</c:v>
                </c:pt>
                <c:pt idx="223">
                  <c:v>0.21650000000005321</c:v>
                </c:pt>
                <c:pt idx="224">
                  <c:v>0.21610000000003993</c:v>
                </c:pt>
                <c:pt idx="225">
                  <c:v>0.21580000000000155</c:v>
                </c:pt>
                <c:pt idx="226">
                  <c:v>0.21540000000004511</c:v>
                </c:pt>
                <c:pt idx="227">
                  <c:v>0.21500000000003183</c:v>
                </c:pt>
                <c:pt idx="228">
                  <c:v>0.2147000000000503</c:v>
                </c:pt>
                <c:pt idx="229">
                  <c:v>0.21440000000001191</c:v>
                </c:pt>
                <c:pt idx="230">
                  <c:v>0.21410000000003038</c:v>
                </c:pt>
                <c:pt idx="231">
                  <c:v>0.21390000000002374</c:v>
                </c:pt>
                <c:pt idx="232">
                  <c:v>0.2136000000000422</c:v>
                </c:pt>
                <c:pt idx="233">
                  <c:v>0.21340000000003556</c:v>
                </c:pt>
                <c:pt idx="234">
                  <c:v>0.21320000000002892</c:v>
                </c:pt>
                <c:pt idx="235">
                  <c:v>0.21300000000002228</c:v>
                </c:pt>
                <c:pt idx="236">
                  <c:v>0.21280000000001564</c:v>
                </c:pt>
                <c:pt idx="237">
                  <c:v>0.21270000000004075</c:v>
                </c:pt>
                <c:pt idx="238">
                  <c:v>0.21250000000003411</c:v>
                </c:pt>
                <c:pt idx="239">
                  <c:v>0.21240000000000236</c:v>
                </c:pt>
                <c:pt idx="240">
                  <c:v>0.21220000000005257</c:v>
                </c:pt>
                <c:pt idx="241">
                  <c:v>0.21210000000002083</c:v>
                </c:pt>
                <c:pt idx="242">
                  <c:v>0.21200000000004593</c:v>
                </c:pt>
                <c:pt idx="243">
                  <c:v>0.21190000000001419</c:v>
                </c:pt>
                <c:pt idx="244">
                  <c:v>0.21180000000003929</c:v>
                </c:pt>
                <c:pt idx="245">
                  <c:v>0.21170000000000755</c:v>
                </c:pt>
                <c:pt idx="246">
                  <c:v>0.21160000000003265</c:v>
                </c:pt>
                <c:pt idx="247">
                  <c:v>0.21150000000000091</c:v>
                </c:pt>
                <c:pt idx="248">
                  <c:v>0.21150000000000091</c:v>
                </c:pt>
                <c:pt idx="249">
                  <c:v>0.21140000000002601</c:v>
                </c:pt>
                <c:pt idx="250">
                  <c:v>0.21130000000005111</c:v>
                </c:pt>
                <c:pt idx="251">
                  <c:v>0.21130000000005111</c:v>
                </c:pt>
                <c:pt idx="252">
                  <c:v>0.21120000000001937</c:v>
                </c:pt>
                <c:pt idx="253">
                  <c:v>0.21120000000001937</c:v>
                </c:pt>
                <c:pt idx="254">
                  <c:v>0.21110000000004447</c:v>
                </c:pt>
                <c:pt idx="255">
                  <c:v>0.21110000000004447</c:v>
                </c:pt>
                <c:pt idx="256">
                  <c:v>0.21110000000004447</c:v>
                </c:pt>
                <c:pt idx="257">
                  <c:v>0.21100000000001273</c:v>
                </c:pt>
                <c:pt idx="258">
                  <c:v>0.21100000000001273</c:v>
                </c:pt>
                <c:pt idx="259">
                  <c:v>0.21100000000001273</c:v>
                </c:pt>
                <c:pt idx="260">
                  <c:v>0.21090000000003783</c:v>
                </c:pt>
                <c:pt idx="261">
                  <c:v>0.21090000000003783</c:v>
                </c:pt>
                <c:pt idx="262">
                  <c:v>0.21090000000003783</c:v>
                </c:pt>
                <c:pt idx="263">
                  <c:v>0.21090000000003783</c:v>
                </c:pt>
                <c:pt idx="264">
                  <c:v>0.21080000000000609</c:v>
                </c:pt>
                <c:pt idx="265">
                  <c:v>0.21080000000000609</c:v>
                </c:pt>
                <c:pt idx="266">
                  <c:v>0.21080000000000609</c:v>
                </c:pt>
                <c:pt idx="267">
                  <c:v>0.21080000000000609</c:v>
                </c:pt>
                <c:pt idx="268">
                  <c:v>0.21080000000000609</c:v>
                </c:pt>
                <c:pt idx="269">
                  <c:v>0.21080000000000609</c:v>
                </c:pt>
                <c:pt idx="270">
                  <c:v>0.21080000000000609</c:v>
                </c:pt>
                <c:pt idx="271">
                  <c:v>0.21090000000003783</c:v>
                </c:pt>
                <c:pt idx="272">
                  <c:v>0.21090000000003783</c:v>
                </c:pt>
                <c:pt idx="273">
                  <c:v>0.21090000000003783</c:v>
                </c:pt>
                <c:pt idx="274">
                  <c:v>0.21090000000003783</c:v>
                </c:pt>
                <c:pt idx="275">
                  <c:v>0.21100000000001273</c:v>
                </c:pt>
                <c:pt idx="276">
                  <c:v>0.21100000000001273</c:v>
                </c:pt>
                <c:pt idx="277">
                  <c:v>0.21100000000001273</c:v>
                </c:pt>
                <c:pt idx="278">
                  <c:v>0.21110000000004447</c:v>
                </c:pt>
                <c:pt idx="279">
                  <c:v>0.21110000000004447</c:v>
                </c:pt>
                <c:pt idx="280">
                  <c:v>0.21110000000004447</c:v>
                </c:pt>
                <c:pt idx="281">
                  <c:v>0.21120000000001937</c:v>
                </c:pt>
                <c:pt idx="282">
                  <c:v>0.21120000000001937</c:v>
                </c:pt>
                <c:pt idx="283">
                  <c:v>0.21120000000001937</c:v>
                </c:pt>
                <c:pt idx="284">
                  <c:v>0.21130000000005111</c:v>
                </c:pt>
                <c:pt idx="285">
                  <c:v>0.21130000000005111</c:v>
                </c:pt>
                <c:pt idx="286">
                  <c:v>0.21130000000005111</c:v>
                </c:pt>
                <c:pt idx="287">
                  <c:v>0.21130000000005111</c:v>
                </c:pt>
                <c:pt idx="288">
                  <c:v>0.21140000000002601</c:v>
                </c:pt>
                <c:pt idx="289">
                  <c:v>0.21140000000002601</c:v>
                </c:pt>
                <c:pt idx="290">
                  <c:v>0.21140000000002601</c:v>
                </c:pt>
                <c:pt idx="291">
                  <c:v>0.21140000000002601</c:v>
                </c:pt>
                <c:pt idx="292">
                  <c:v>0.21140000000002601</c:v>
                </c:pt>
                <c:pt idx="293">
                  <c:v>0.21150000000000091</c:v>
                </c:pt>
                <c:pt idx="294">
                  <c:v>0.21150000000000091</c:v>
                </c:pt>
                <c:pt idx="295">
                  <c:v>0.21150000000000091</c:v>
                </c:pt>
                <c:pt idx="296">
                  <c:v>0.21150000000000091</c:v>
                </c:pt>
                <c:pt idx="297">
                  <c:v>0.21150000000000091</c:v>
                </c:pt>
                <c:pt idx="298">
                  <c:v>0.21150000000000091</c:v>
                </c:pt>
                <c:pt idx="299">
                  <c:v>0.21150000000000091</c:v>
                </c:pt>
                <c:pt idx="300">
                  <c:v>0.21160000000003265</c:v>
                </c:pt>
                <c:pt idx="301">
                  <c:v>0.21160000000003265</c:v>
                </c:pt>
                <c:pt idx="302">
                  <c:v>0.21160000000003265</c:v>
                </c:pt>
                <c:pt idx="303">
                  <c:v>0.21160000000003265</c:v>
                </c:pt>
                <c:pt idx="304">
                  <c:v>0.21160000000003265</c:v>
                </c:pt>
                <c:pt idx="305">
                  <c:v>0.21160000000003265</c:v>
                </c:pt>
                <c:pt idx="306">
                  <c:v>0.21160000000003265</c:v>
                </c:pt>
                <c:pt idx="307">
                  <c:v>0.21160000000003265</c:v>
                </c:pt>
                <c:pt idx="308">
                  <c:v>0.21160000000003265</c:v>
                </c:pt>
                <c:pt idx="309">
                  <c:v>0.21160000000003265</c:v>
                </c:pt>
                <c:pt idx="310">
                  <c:v>0.21160000000003265</c:v>
                </c:pt>
                <c:pt idx="311">
                  <c:v>0.21170000000000755</c:v>
                </c:pt>
                <c:pt idx="312">
                  <c:v>0.21170000000000755</c:v>
                </c:pt>
                <c:pt idx="313">
                  <c:v>0.21170000000000755</c:v>
                </c:pt>
                <c:pt idx="314">
                  <c:v>0.21170000000000755</c:v>
                </c:pt>
                <c:pt idx="315">
                  <c:v>0.21170000000000755</c:v>
                </c:pt>
                <c:pt idx="316">
                  <c:v>0.21180000000003929</c:v>
                </c:pt>
                <c:pt idx="317">
                  <c:v>0.21180000000003929</c:v>
                </c:pt>
                <c:pt idx="318">
                  <c:v>0.21170000000000755</c:v>
                </c:pt>
                <c:pt idx="319">
                  <c:v>0.21160000000003265</c:v>
                </c:pt>
                <c:pt idx="320">
                  <c:v>0.21140000000002601</c:v>
                </c:pt>
                <c:pt idx="321">
                  <c:v>0.21120000000001937</c:v>
                </c:pt>
                <c:pt idx="322">
                  <c:v>0.21100000000001273</c:v>
                </c:pt>
                <c:pt idx="323">
                  <c:v>0.21080000000000609</c:v>
                </c:pt>
                <c:pt idx="324">
                  <c:v>0.2106000000000563</c:v>
                </c:pt>
                <c:pt idx="325">
                  <c:v>0.21030000000001792</c:v>
                </c:pt>
                <c:pt idx="326">
                  <c:v>0.21010000000001128</c:v>
                </c:pt>
                <c:pt idx="327">
                  <c:v>0.20990000000000464</c:v>
                </c:pt>
                <c:pt idx="328">
                  <c:v>0.20970000000005484</c:v>
                </c:pt>
                <c:pt idx="329">
                  <c:v>0.2095000000000482</c:v>
                </c:pt>
                <c:pt idx="330">
                  <c:v>0.20930000000004156</c:v>
                </c:pt>
                <c:pt idx="331">
                  <c:v>0.20910000000003492</c:v>
                </c:pt>
                <c:pt idx="332">
                  <c:v>0.20900000000000318</c:v>
                </c:pt>
                <c:pt idx="333">
                  <c:v>0.20880000000005339</c:v>
                </c:pt>
                <c:pt idx="334">
                  <c:v>0.20860000000004675</c:v>
                </c:pt>
                <c:pt idx="335">
                  <c:v>0.20850000000001501</c:v>
                </c:pt>
                <c:pt idx="336">
                  <c:v>0.20840000000004011</c:v>
                </c:pt>
                <c:pt idx="337">
                  <c:v>0.20820000000003347</c:v>
                </c:pt>
                <c:pt idx="338">
                  <c:v>0.20810000000000173</c:v>
                </c:pt>
                <c:pt idx="339">
                  <c:v>0.20800000000002683</c:v>
                </c:pt>
                <c:pt idx="340">
                  <c:v>0.20780000000002019</c:v>
                </c:pt>
                <c:pt idx="341">
                  <c:v>0.20770000000004529</c:v>
                </c:pt>
                <c:pt idx="342">
                  <c:v>0.20770000000004529</c:v>
                </c:pt>
                <c:pt idx="343">
                  <c:v>0.20780000000002019</c:v>
                </c:pt>
                <c:pt idx="344">
                  <c:v>0.20820000000003347</c:v>
                </c:pt>
                <c:pt idx="345">
                  <c:v>0.20870000000002165</c:v>
                </c:pt>
                <c:pt idx="346">
                  <c:v>0.20920000000000982</c:v>
                </c:pt>
                <c:pt idx="347">
                  <c:v>0.20980000000002974</c:v>
                </c:pt>
                <c:pt idx="348">
                  <c:v>0.21040000000004966</c:v>
                </c:pt>
                <c:pt idx="349">
                  <c:v>0.21100000000001273</c:v>
                </c:pt>
                <c:pt idx="350">
                  <c:v>0.21160000000003265</c:v>
                </c:pt>
                <c:pt idx="351">
                  <c:v>0.21220000000005257</c:v>
                </c:pt>
                <c:pt idx="352">
                  <c:v>0.21270000000004075</c:v>
                </c:pt>
                <c:pt idx="353">
                  <c:v>0.21330000000000382</c:v>
                </c:pt>
                <c:pt idx="354">
                  <c:v>0.21380000000004884</c:v>
                </c:pt>
                <c:pt idx="355">
                  <c:v>0.21420000000000528</c:v>
                </c:pt>
                <c:pt idx="356">
                  <c:v>0.2147000000000503</c:v>
                </c:pt>
                <c:pt idx="357">
                  <c:v>0.21510000000000673</c:v>
                </c:pt>
                <c:pt idx="358">
                  <c:v>0.21550000000002001</c:v>
                </c:pt>
                <c:pt idx="359">
                  <c:v>0.21590000000003329</c:v>
                </c:pt>
                <c:pt idx="360">
                  <c:v>0.21620000000001482</c:v>
                </c:pt>
                <c:pt idx="361">
                  <c:v>0.21620000000001482</c:v>
                </c:pt>
                <c:pt idx="362">
                  <c:v>0.21650000000005321</c:v>
                </c:pt>
                <c:pt idx="363">
                  <c:v>0.21680000000003474</c:v>
                </c:pt>
                <c:pt idx="364">
                  <c:v>0.21710000000001628</c:v>
                </c:pt>
                <c:pt idx="365">
                  <c:v>0.21740000000005466</c:v>
                </c:pt>
                <c:pt idx="366">
                  <c:v>0.21760000000000446</c:v>
                </c:pt>
                <c:pt idx="367">
                  <c:v>0.21790000000004284</c:v>
                </c:pt>
                <c:pt idx="368">
                  <c:v>0.21810000000004948</c:v>
                </c:pt>
                <c:pt idx="369">
                  <c:v>0.21830000000005612</c:v>
                </c:pt>
                <c:pt idx="370">
                  <c:v>0.21850000000000591</c:v>
                </c:pt>
                <c:pt idx="371">
                  <c:v>0.21870000000001255</c:v>
                </c:pt>
                <c:pt idx="372">
                  <c:v>0.21890000000001919</c:v>
                </c:pt>
                <c:pt idx="373">
                  <c:v>0.21900000000005093</c:v>
                </c:pt>
                <c:pt idx="374">
                  <c:v>0.21890000000001919</c:v>
                </c:pt>
                <c:pt idx="375">
                  <c:v>0.21880000000004429</c:v>
                </c:pt>
                <c:pt idx="376">
                  <c:v>0.21850000000000591</c:v>
                </c:pt>
                <c:pt idx="377">
                  <c:v>0.21810000000004948</c:v>
                </c:pt>
                <c:pt idx="378">
                  <c:v>0.2177000000000362</c:v>
                </c:pt>
                <c:pt idx="379">
                  <c:v>0.21730000000002292</c:v>
                </c:pt>
                <c:pt idx="380">
                  <c:v>0.21690000000000964</c:v>
                </c:pt>
                <c:pt idx="381">
                  <c:v>0.21650000000005321</c:v>
                </c:pt>
                <c:pt idx="382">
                  <c:v>0.21610000000003993</c:v>
                </c:pt>
                <c:pt idx="383">
                  <c:v>0.21570000000002665</c:v>
                </c:pt>
                <c:pt idx="384">
                  <c:v>0.21530000000001337</c:v>
                </c:pt>
                <c:pt idx="385">
                  <c:v>0.21500000000003183</c:v>
                </c:pt>
                <c:pt idx="386">
                  <c:v>0.2147000000000503</c:v>
                </c:pt>
                <c:pt idx="387">
                  <c:v>0.21440000000001191</c:v>
                </c:pt>
                <c:pt idx="388">
                  <c:v>0.21410000000003038</c:v>
                </c:pt>
                <c:pt idx="389">
                  <c:v>0.21380000000004884</c:v>
                </c:pt>
                <c:pt idx="390">
                  <c:v>0.2136000000000422</c:v>
                </c:pt>
                <c:pt idx="391">
                  <c:v>0.21340000000003556</c:v>
                </c:pt>
                <c:pt idx="392">
                  <c:v>0.21320000000002892</c:v>
                </c:pt>
                <c:pt idx="393">
                  <c:v>0.21300000000002228</c:v>
                </c:pt>
                <c:pt idx="394">
                  <c:v>0.21280000000001564</c:v>
                </c:pt>
                <c:pt idx="395">
                  <c:v>0.212600000000009</c:v>
                </c:pt>
                <c:pt idx="396">
                  <c:v>0.21250000000003411</c:v>
                </c:pt>
                <c:pt idx="397">
                  <c:v>0.21230000000002747</c:v>
                </c:pt>
                <c:pt idx="398">
                  <c:v>0.21220000000005257</c:v>
                </c:pt>
                <c:pt idx="399">
                  <c:v>0.21210000000002083</c:v>
                </c:pt>
                <c:pt idx="400">
                  <c:v>0.21200000000004593</c:v>
                </c:pt>
                <c:pt idx="401">
                  <c:v>0.21190000000001419</c:v>
                </c:pt>
                <c:pt idx="402">
                  <c:v>0.21180000000003929</c:v>
                </c:pt>
                <c:pt idx="403">
                  <c:v>0.21170000000000755</c:v>
                </c:pt>
                <c:pt idx="404">
                  <c:v>0.21160000000003265</c:v>
                </c:pt>
                <c:pt idx="405">
                  <c:v>0.21150000000000091</c:v>
                </c:pt>
                <c:pt idx="406">
                  <c:v>0.21150000000000091</c:v>
                </c:pt>
                <c:pt idx="407">
                  <c:v>0.21140000000002601</c:v>
                </c:pt>
                <c:pt idx="408">
                  <c:v>0.21130000000005111</c:v>
                </c:pt>
                <c:pt idx="409">
                  <c:v>0.21130000000005111</c:v>
                </c:pt>
                <c:pt idx="410">
                  <c:v>0.21120000000001937</c:v>
                </c:pt>
                <c:pt idx="411">
                  <c:v>0.21120000000001937</c:v>
                </c:pt>
                <c:pt idx="412">
                  <c:v>0.21110000000004447</c:v>
                </c:pt>
                <c:pt idx="413">
                  <c:v>0.21110000000004447</c:v>
                </c:pt>
                <c:pt idx="414">
                  <c:v>0.21110000000004447</c:v>
                </c:pt>
                <c:pt idx="415">
                  <c:v>0.21100000000001273</c:v>
                </c:pt>
                <c:pt idx="416">
                  <c:v>0.21100000000001273</c:v>
                </c:pt>
                <c:pt idx="417">
                  <c:v>0.21100000000001273</c:v>
                </c:pt>
                <c:pt idx="418">
                  <c:v>0.21090000000003783</c:v>
                </c:pt>
                <c:pt idx="419">
                  <c:v>0.21090000000003783</c:v>
                </c:pt>
                <c:pt idx="420">
                  <c:v>0.21090000000003783</c:v>
                </c:pt>
                <c:pt idx="421">
                  <c:v>0.21090000000003783</c:v>
                </c:pt>
                <c:pt idx="422">
                  <c:v>0.21080000000000609</c:v>
                </c:pt>
                <c:pt idx="423">
                  <c:v>0.21080000000000609</c:v>
                </c:pt>
                <c:pt idx="424">
                  <c:v>0.21080000000000609</c:v>
                </c:pt>
                <c:pt idx="425">
                  <c:v>0.21080000000000609</c:v>
                </c:pt>
                <c:pt idx="426">
                  <c:v>0.21080000000000609</c:v>
                </c:pt>
                <c:pt idx="427">
                  <c:v>0.21080000000000609</c:v>
                </c:pt>
                <c:pt idx="428">
                  <c:v>0.21080000000000609</c:v>
                </c:pt>
                <c:pt idx="429">
                  <c:v>0.21090000000003783</c:v>
                </c:pt>
                <c:pt idx="430">
                  <c:v>0.21090000000003783</c:v>
                </c:pt>
                <c:pt idx="431">
                  <c:v>0.21090000000003783</c:v>
                </c:pt>
                <c:pt idx="432">
                  <c:v>0.21090000000003783</c:v>
                </c:pt>
                <c:pt idx="433">
                  <c:v>0.21100000000001273</c:v>
                </c:pt>
                <c:pt idx="434">
                  <c:v>0.21100000000001273</c:v>
                </c:pt>
                <c:pt idx="435">
                  <c:v>0.21100000000001273</c:v>
                </c:pt>
                <c:pt idx="436">
                  <c:v>0.21110000000004447</c:v>
                </c:pt>
                <c:pt idx="437">
                  <c:v>0.21110000000004447</c:v>
                </c:pt>
                <c:pt idx="438">
                  <c:v>0.21110000000004447</c:v>
                </c:pt>
                <c:pt idx="439">
                  <c:v>0.21120000000001937</c:v>
                </c:pt>
                <c:pt idx="440">
                  <c:v>0.21120000000001937</c:v>
                </c:pt>
                <c:pt idx="441">
                  <c:v>0.21120000000001937</c:v>
                </c:pt>
                <c:pt idx="442">
                  <c:v>0.21130000000005111</c:v>
                </c:pt>
                <c:pt idx="443">
                  <c:v>0.21130000000005111</c:v>
                </c:pt>
                <c:pt idx="444">
                  <c:v>0.21130000000005111</c:v>
                </c:pt>
                <c:pt idx="445">
                  <c:v>0.21130000000005111</c:v>
                </c:pt>
                <c:pt idx="446">
                  <c:v>0.21140000000002601</c:v>
                </c:pt>
                <c:pt idx="447">
                  <c:v>0.21140000000002601</c:v>
                </c:pt>
                <c:pt idx="448">
                  <c:v>0.21140000000002601</c:v>
                </c:pt>
                <c:pt idx="449">
                  <c:v>0.21140000000002601</c:v>
                </c:pt>
                <c:pt idx="450">
                  <c:v>0.21140000000002601</c:v>
                </c:pt>
                <c:pt idx="451">
                  <c:v>0.21150000000000091</c:v>
                </c:pt>
                <c:pt idx="452">
                  <c:v>0.21150000000000091</c:v>
                </c:pt>
                <c:pt idx="453">
                  <c:v>0.21150000000000091</c:v>
                </c:pt>
                <c:pt idx="454">
                  <c:v>0.21150000000000091</c:v>
                </c:pt>
                <c:pt idx="455">
                  <c:v>0.21150000000000091</c:v>
                </c:pt>
                <c:pt idx="456">
                  <c:v>0.21150000000000091</c:v>
                </c:pt>
                <c:pt idx="457">
                  <c:v>0.21150000000000091</c:v>
                </c:pt>
                <c:pt idx="458">
                  <c:v>0.21150000000000091</c:v>
                </c:pt>
                <c:pt idx="459">
                  <c:v>0.21160000000003265</c:v>
                </c:pt>
                <c:pt idx="460">
                  <c:v>0.21160000000003265</c:v>
                </c:pt>
                <c:pt idx="461">
                  <c:v>0.21160000000003265</c:v>
                </c:pt>
                <c:pt idx="462">
                  <c:v>0.21160000000003265</c:v>
                </c:pt>
                <c:pt idx="463">
                  <c:v>0.21160000000003265</c:v>
                </c:pt>
                <c:pt idx="464">
                  <c:v>0.21160000000003265</c:v>
                </c:pt>
                <c:pt idx="465">
                  <c:v>0.21160000000003265</c:v>
                </c:pt>
                <c:pt idx="466">
                  <c:v>0.21160000000003265</c:v>
                </c:pt>
                <c:pt idx="467">
                  <c:v>0.21160000000003265</c:v>
                </c:pt>
                <c:pt idx="468">
                  <c:v>0.21160000000003265</c:v>
                </c:pt>
                <c:pt idx="469">
                  <c:v>0.21170000000000755</c:v>
                </c:pt>
                <c:pt idx="470">
                  <c:v>0.21170000000000755</c:v>
                </c:pt>
                <c:pt idx="471">
                  <c:v>0.21170000000000755</c:v>
                </c:pt>
                <c:pt idx="472">
                  <c:v>0.21170000000000755</c:v>
                </c:pt>
                <c:pt idx="473">
                  <c:v>0.21170000000000755</c:v>
                </c:pt>
                <c:pt idx="474">
                  <c:v>0.21170000000000755</c:v>
                </c:pt>
                <c:pt idx="475">
                  <c:v>0.21180000000003929</c:v>
                </c:pt>
                <c:pt idx="476">
                  <c:v>0.21180000000003929</c:v>
                </c:pt>
                <c:pt idx="477">
                  <c:v>0.21170000000000755</c:v>
                </c:pt>
                <c:pt idx="478">
                  <c:v>0.21150000000000091</c:v>
                </c:pt>
                <c:pt idx="479">
                  <c:v>0.21140000000002601</c:v>
                </c:pt>
                <c:pt idx="480">
                  <c:v>0.21120000000001937</c:v>
                </c:pt>
                <c:pt idx="481">
                  <c:v>0.21100000000001273</c:v>
                </c:pt>
                <c:pt idx="482">
                  <c:v>0.2107000000000312</c:v>
                </c:pt>
                <c:pt idx="483">
                  <c:v>0.21050000000002456</c:v>
                </c:pt>
                <c:pt idx="484">
                  <c:v>0.21030000000001792</c:v>
                </c:pt>
                <c:pt idx="485">
                  <c:v>0.21010000000001128</c:v>
                </c:pt>
                <c:pt idx="486">
                  <c:v>0.20990000000000464</c:v>
                </c:pt>
                <c:pt idx="487">
                  <c:v>0.20970000000005484</c:v>
                </c:pt>
                <c:pt idx="488">
                  <c:v>0.2095000000000482</c:v>
                </c:pt>
                <c:pt idx="489">
                  <c:v>0.20930000000004156</c:v>
                </c:pt>
                <c:pt idx="490">
                  <c:v>0.20910000000003492</c:v>
                </c:pt>
                <c:pt idx="491">
                  <c:v>0.20890000000002829</c:v>
                </c:pt>
                <c:pt idx="492">
                  <c:v>0.20880000000005339</c:v>
                </c:pt>
                <c:pt idx="493">
                  <c:v>0.20860000000004675</c:v>
                </c:pt>
                <c:pt idx="494">
                  <c:v>0.20850000000001501</c:v>
                </c:pt>
                <c:pt idx="495">
                  <c:v>0.20830000000000837</c:v>
                </c:pt>
                <c:pt idx="496">
                  <c:v>0.20820000000003347</c:v>
                </c:pt>
                <c:pt idx="497">
                  <c:v>0.20810000000000173</c:v>
                </c:pt>
                <c:pt idx="498">
                  <c:v>0.20790000000005193</c:v>
                </c:pt>
                <c:pt idx="499">
                  <c:v>0.20780000000002019</c:v>
                </c:pt>
                <c:pt idx="500">
                  <c:v>0.20760000000001355</c:v>
                </c:pt>
                <c:pt idx="501">
                  <c:v>0.20770000000004529</c:v>
                </c:pt>
                <c:pt idx="502">
                  <c:v>0.20790000000005193</c:v>
                </c:pt>
                <c:pt idx="503">
                  <c:v>0.20830000000000837</c:v>
                </c:pt>
                <c:pt idx="504">
                  <c:v>0.20880000000005339</c:v>
                </c:pt>
                <c:pt idx="505">
                  <c:v>0.20930000000004156</c:v>
                </c:pt>
                <c:pt idx="506">
                  <c:v>0.20990000000000464</c:v>
                </c:pt>
                <c:pt idx="507">
                  <c:v>0.21050000000002456</c:v>
                </c:pt>
                <c:pt idx="508">
                  <c:v>0.21110000000004447</c:v>
                </c:pt>
                <c:pt idx="509">
                  <c:v>0.21170000000000755</c:v>
                </c:pt>
                <c:pt idx="510">
                  <c:v>0.21230000000002747</c:v>
                </c:pt>
                <c:pt idx="511">
                  <c:v>0.21280000000001564</c:v>
                </c:pt>
                <c:pt idx="512">
                  <c:v>0.21340000000003556</c:v>
                </c:pt>
                <c:pt idx="513">
                  <c:v>0.21390000000002374</c:v>
                </c:pt>
                <c:pt idx="514">
                  <c:v>0.21430000000003702</c:v>
                </c:pt>
                <c:pt idx="515">
                  <c:v>0.21480000000002519</c:v>
                </c:pt>
                <c:pt idx="516">
                  <c:v>0.21520000000003847</c:v>
                </c:pt>
                <c:pt idx="517">
                  <c:v>0.21560000000005175</c:v>
                </c:pt>
                <c:pt idx="518">
                  <c:v>0.21590000000003329</c:v>
                </c:pt>
                <c:pt idx="519">
                  <c:v>0.21630000000004657</c:v>
                </c:pt>
                <c:pt idx="520">
                  <c:v>0.2166000000000281</c:v>
                </c:pt>
                <c:pt idx="521">
                  <c:v>0.21690000000000964</c:v>
                </c:pt>
                <c:pt idx="522">
                  <c:v>0.21720000000004802</c:v>
                </c:pt>
                <c:pt idx="523">
                  <c:v>0.21740000000005466</c:v>
                </c:pt>
                <c:pt idx="524">
                  <c:v>0.2177000000000362</c:v>
                </c:pt>
                <c:pt idx="525">
                  <c:v>0.21790000000004284</c:v>
                </c:pt>
                <c:pt idx="526">
                  <c:v>0.21810000000004948</c:v>
                </c:pt>
                <c:pt idx="527">
                  <c:v>0.21830000000005612</c:v>
                </c:pt>
                <c:pt idx="528">
                  <c:v>0.21850000000000591</c:v>
                </c:pt>
                <c:pt idx="529">
                  <c:v>0.21870000000001255</c:v>
                </c:pt>
                <c:pt idx="530">
                  <c:v>0.21890000000001919</c:v>
                </c:pt>
                <c:pt idx="531">
                  <c:v>0.21900000000005093</c:v>
                </c:pt>
                <c:pt idx="532">
                  <c:v>0.21890000000001919</c:v>
                </c:pt>
              </c:numCache>
            </c:numRef>
          </c:yVal>
          <c:smooth val="1"/>
          <c:extLst>
            <c:ext xmlns:c16="http://schemas.microsoft.com/office/drawing/2014/chart" uri="{C3380CC4-5D6E-409C-BE32-E72D297353CC}">
              <c16:uniqueId val="{0000001A-4233-4E9D-9D6D-D06060CC9530}"/>
            </c:ext>
          </c:extLst>
        </c:ser>
        <c:ser>
          <c:idx val="27"/>
          <c:order val="27"/>
          <c:tx>
            <c:strRef>
              <c:f>PM50000_Temps_oc5l2_50000!$BCD$1</c:f>
              <c:strCache>
                <c:ptCount val="1"/>
                <c:pt idx="0">
                  <c:v>TELE_PM_INTERIOR.28</c:v>
                </c:pt>
              </c:strCache>
            </c:strRef>
          </c:tx>
          <c:spPr>
            <a:ln w="19050" cap="rnd">
              <a:solidFill>
                <a:schemeClr val="accent4">
                  <a:lumMod val="60000"/>
                  <a:lumOff val="40000"/>
                </a:schemeClr>
              </a:solidFill>
              <a:round/>
            </a:ln>
            <a:effectLst/>
          </c:spPr>
          <c:marker>
            <c:symbol val="circle"/>
            <c:size val="5"/>
            <c:spPr>
              <a:solidFill>
                <a:schemeClr val="accent4">
                  <a:lumMod val="60000"/>
                  <a:lumOff val="40000"/>
                </a:schemeClr>
              </a:solidFill>
              <a:ln w="9525">
                <a:solidFill>
                  <a:schemeClr val="accent4">
                    <a:lumMod val="60000"/>
                    <a:lumOff val="4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PM50000_Temps_oc5l2_50000!$BCD$2:$BCD$536</c:f>
              <c:numCache>
                <c:formatCode>General</c:formatCode>
                <c:ptCount val="533"/>
                <c:pt idx="0">
                  <c:v>0</c:v>
                </c:pt>
                <c:pt idx="1">
                  <c:v>2.4000000000228283E-3</c:v>
                </c:pt>
                <c:pt idx="2">
                  <c:v>9.4000000000278305E-3</c:v>
                </c:pt>
                <c:pt idx="3">
                  <c:v>1.8900000000030559E-2</c:v>
                </c:pt>
                <c:pt idx="4">
                  <c:v>2.9899999999997817E-2</c:v>
                </c:pt>
                <c:pt idx="5">
                  <c:v>4.1600000000016735E-2</c:v>
                </c:pt>
                <c:pt idx="6">
                  <c:v>5.340000000001055E-2</c:v>
                </c:pt>
                <c:pt idx="7">
                  <c:v>6.4999999999997726E-2</c:v>
                </c:pt>
                <c:pt idx="8">
                  <c:v>7.6099999999996726E-2</c:v>
                </c:pt>
                <c:pt idx="9">
                  <c:v>8.6600000000032651E-2</c:v>
                </c:pt>
                <c:pt idx="10">
                  <c:v>9.6300000000042019E-2</c:v>
                </c:pt>
                <c:pt idx="11">
                  <c:v>0.10540000000003147</c:v>
                </c:pt>
                <c:pt idx="12">
                  <c:v>0.11369999999999436</c:v>
                </c:pt>
                <c:pt idx="13">
                  <c:v>0.12130000000001928</c:v>
                </c:pt>
                <c:pt idx="14">
                  <c:v>0.12830000000002428</c:v>
                </c:pt>
                <c:pt idx="15">
                  <c:v>0.13470000000000937</c:v>
                </c:pt>
                <c:pt idx="16">
                  <c:v>0.14050000000003138</c:v>
                </c:pt>
                <c:pt idx="17">
                  <c:v>0.14580000000000837</c:v>
                </c:pt>
                <c:pt idx="18">
                  <c:v>0.15070000000002892</c:v>
                </c:pt>
                <c:pt idx="19">
                  <c:v>0.15510000000000446</c:v>
                </c:pt>
                <c:pt idx="20">
                  <c:v>0.15919999999999845</c:v>
                </c:pt>
                <c:pt idx="21">
                  <c:v>0.16290000000003602</c:v>
                </c:pt>
                <c:pt idx="22">
                  <c:v>0.1663000000000352</c:v>
                </c:pt>
                <c:pt idx="23">
                  <c:v>0.169399999999996</c:v>
                </c:pt>
                <c:pt idx="24">
                  <c:v>0.17220000000003211</c:v>
                </c:pt>
                <c:pt idx="25">
                  <c:v>0.17480000000000473</c:v>
                </c:pt>
                <c:pt idx="26">
                  <c:v>0.17720000000002756</c:v>
                </c:pt>
                <c:pt idx="27">
                  <c:v>0.17930000000001201</c:v>
                </c:pt>
                <c:pt idx="28">
                  <c:v>0.18130000000002156</c:v>
                </c:pt>
                <c:pt idx="29">
                  <c:v>0.1833000000000311</c:v>
                </c:pt>
                <c:pt idx="30">
                  <c:v>0.18530000000004065</c:v>
                </c:pt>
                <c:pt idx="31">
                  <c:v>0.18720000000001846</c:v>
                </c:pt>
                <c:pt idx="32">
                  <c:v>0.18920000000002801</c:v>
                </c:pt>
                <c:pt idx="33">
                  <c:v>0.19100000000003092</c:v>
                </c:pt>
                <c:pt idx="34">
                  <c:v>0.19280000000003383</c:v>
                </c:pt>
                <c:pt idx="35">
                  <c:v>0.194500000000005</c:v>
                </c:pt>
                <c:pt idx="36">
                  <c:v>0.19610000000000127</c:v>
                </c:pt>
                <c:pt idx="37">
                  <c:v>0.19760000000002265</c:v>
                </c:pt>
                <c:pt idx="38">
                  <c:v>0.19890000000003738</c:v>
                </c:pt>
                <c:pt idx="39">
                  <c:v>0.20019999999999527</c:v>
                </c:pt>
                <c:pt idx="40">
                  <c:v>0.20140000000003511</c:v>
                </c:pt>
                <c:pt idx="41">
                  <c:v>0.2025000000000432</c:v>
                </c:pt>
                <c:pt idx="42">
                  <c:v>0.20359999999999445</c:v>
                </c:pt>
                <c:pt idx="43">
                  <c:v>0.20449999999999591</c:v>
                </c:pt>
                <c:pt idx="44">
                  <c:v>0.20539999999999736</c:v>
                </c:pt>
                <c:pt idx="45">
                  <c:v>0.20620000000002392</c:v>
                </c:pt>
                <c:pt idx="46">
                  <c:v>0.20699999999999363</c:v>
                </c:pt>
                <c:pt idx="47">
                  <c:v>0.20770000000004529</c:v>
                </c:pt>
                <c:pt idx="48">
                  <c:v>0.20840000000004011</c:v>
                </c:pt>
                <c:pt idx="49">
                  <c:v>0.20900000000000318</c:v>
                </c:pt>
                <c:pt idx="50">
                  <c:v>0.2096000000000231</c:v>
                </c:pt>
                <c:pt idx="51">
                  <c:v>0.21010000000001128</c:v>
                </c:pt>
                <c:pt idx="52">
                  <c:v>0.21059999999999945</c:v>
                </c:pt>
                <c:pt idx="53">
                  <c:v>0.21100000000001273</c:v>
                </c:pt>
                <c:pt idx="54">
                  <c:v>0.21140000000002601</c:v>
                </c:pt>
                <c:pt idx="55">
                  <c:v>0.21180000000003929</c:v>
                </c:pt>
                <c:pt idx="56">
                  <c:v>0.21219999999999573</c:v>
                </c:pt>
                <c:pt idx="57">
                  <c:v>0.21250000000003411</c:v>
                </c:pt>
                <c:pt idx="58">
                  <c:v>0.21280000000001564</c:v>
                </c:pt>
                <c:pt idx="59">
                  <c:v>0.21300000000002228</c:v>
                </c:pt>
                <c:pt idx="60">
                  <c:v>0.21300000000002228</c:v>
                </c:pt>
                <c:pt idx="61">
                  <c:v>0.21300000000002228</c:v>
                </c:pt>
                <c:pt idx="62">
                  <c:v>0.21280000000001564</c:v>
                </c:pt>
                <c:pt idx="63">
                  <c:v>0.212600000000009</c:v>
                </c:pt>
                <c:pt idx="64">
                  <c:v>0.21230000000002747</c:v>
                </c:pt>
                <c:pt idx="65">
                  <c:v>0.21200000000004593</c:v>
                </c:pt>
                <c:pt idx="66">
                  <c:v>0.21170000000000755</c:v>
                </c:pt>
                <c:pt idx="67">
                  <c:v>0.21140000000002601</c:v>
                </c:pt>
                <c:pt idx="68">
                  <c:v>0.21120000000001937</c:v>
                </c:pt>
                <c:pt idx="69">
                  <c:v>0.21090000000003783</c:v>
                </c:pt>
                <c:pt idx="70">
                  <c:v>0.21059999999999945</c:v>
                </c:pt>
                <c:pt idx="71">
                  <c:v>0.21039999999999281</c:v>
                </c:pt>
                <c:pt idx="72">
                  <c:v>0.21020000000004302</c:v>
                </c:pt>
                <c:pt idx="73">
                  <c:v>0.21000000000003638</c:v>
                </c:pt>
                <c:pt idx="74">
                  <c:v>0.20980000000002974</c:v>
                </c:pt>
                <c:pt idx="75">
                  <c:v>0.2096000000000231</c:v>
                </c:pt>
                <c:pt idx="76">
                  <c:v>0.20940000000001646</c:v>
                </c:pt>
                <c:pt idx="77">
                  <c:v>0.20930000000004156</c:v>
                </c:pt>
                <c:pt idx="78">
                  <c:v>0.20910000000003492</c:v>
                </c:pt>
                <c:pt idx="79">
                  <c:v>0.20900000000000318</c:v>
                </c:pt>
                <c:pt idx="80">
                  <c:v>0.20890000000002829</c:v>
                </c:pt>
                <c:pt idx="81">
                  <c:v>0.20870000000002165</c:v>
                </c:pt>
                <c:pt idx="82">
                  <c:v>0.20860000000004675</c:v>
                </c:pt>
                <c:pt idx="83">
                  <c:v>0.20850000000001501</c:v>
                </c:pt>
                <c:pt idx="84">
                  <c:v>0.20840000000004011</c:v>
                </c:pt>
                <c:pt idx="85">
                  <c:v>0.20840000000004011</c:v>
                </c:pt>
                <c:pt idx="86">
                  <c:v>0.20830000000000837</c:v>
                </c:pt>
                <c:pt idx="87">
                  <c:v>0.20820000000003347</c:v>
                </c:pt>
                <c:pt idx="88">
                  <c:v>0.20810000000000173</c:v>
                </c:pt>
                <c:pt idx="89">
                  <c:v>0.20810000000000173</c:v>
                </c:pt>
                <c:pt idx="90">
                  <c:v>0.20800000000002683</c:v>
                </c:pt>
                <c:pt idx="91">
                  <c:v>0.20800000000002683</c:v>
                </c:pt>
                <c:pt idx="92">
                  <c:v>0.20789999999999509</c:v>
                </c:pt>
                <c:pt idx="93">
                  <c:v>0.20789999999999509</c:v>
                </c:pt>
                <c:pt idx="94">
                  <c:v>0.20780000000002019</c:v>
                </c:pt>
                <c:pt idx="95">
                  <c:v>0.20780000000002019</c:v>
                </c:pt>
                <c:pt idx="96">
                  <c:v>0.20780000000002019</c:v>
                </c:pt>
                <c:pt idx="97">
                  <c:v>0.20770000000004529</c:v>
                </c:pt>
                <c:pt idx="98">
                  <c:v>0.20770000000004529</c:v>
                </c:pt>
                <c:pt idx="99">
                  <c:v>0.20770000000004529</c:v>
                </c:pt>
                <c:pt idx="100">
                  <c:v>0.20760000000001355</c:v>
                </c:pt>
                <c:pt idx="101">
                  <c:v>0.20760000000001355</c:v>
                </c:pt>
                <c:pt idx="102">
                  <c:v>0.20760000000001355</c:v>
                </c:pt>
                <c:pt idx="103">
                  <c:v>0.20760000000001355</c:v>
                </c:pt>
                <c:pt idx="104">
                  <c:v>0.20750000000003865</c:v>
                </c:pt>
                <c:pt idx="105">
                  <c:v>0.20750000000003865</c:v>
                </c:pt>
                <c:pt idx="106">
                  <c:v>0.20750000000003865</c:v>
                </c:pt>
                <c:pt idx="107">
                  <c:v>0.20750000000003865</c:v>
                </c:pt>
                <c:pt idx="108">
                  <c:v>0.20750000000003865</c:v>
                </c:pt>
                <c:pt idx="109">
                  <c:v>0.20740000000000691</c:v>
                </c:pt>
                <c:pt idx="110">
                  <c:v>0.20740000000000691</c:v>
                </c:pt>
                <c:pt idx="111">
                  <c:v>0.20740000000000691</c:v>
                </c:pt>
                <c:pt idx="112">
                  <c:v>0.20740000000000691</c:v>
                </c:pt>
                <c:pt idx="113">
                  <c:v>0.20750000000003865</c:v>
                </c:pt>
                <c:pt idx="114">
                  <c:v>0.20750000000003865</c:v>
                </c:pt>
                <c:pt idx="115">
                  <c:v>0.20750000000003865</c:v>
                </c:pt>
                <c:pt idx="116">
                  <c:v>0.20750000000003865</c:v>
                </c:pt>
                <c:pt idx="117">
                  <c:v>0.20760000000001355</c:v>
                </c:pt>
                <c:pt idx="118">
                  <c:v>0.20760000000001355</c:v>
                </c:pt>
                <c:pt idx="119">
                  <c:v>0.20760000000001355</c:v>
                </c:pt>
                <c:pt idx="120">
                  <c:v>0.20770000000004529</c:v>
                </c:pt>
                <c:pt idx="121">
                  <c:v>0.20770000000004529</c:v>
                </c:pt>
                <c:pt idx="122">
                  <c:v>0.20770000000004529</c:v>
                </c:pt>
                <c:pt idx="123">
                  <c:v>0.20780000000002019</c:v>
                </c:pt>
                <c:pt idx="124">
                  <c:v>0.20780000000002019</c:v>
                </c:pt>
                <c:pt idx="125">
                  <c:v>0.20780000000002019</c:v>
                </c:pt>
                <c:pt idx="126">
                  <c:v>0.20789999999999509</c:v>
                </c:pt>
                <c:pt idx="127">
                  <c:v>0.20789999999999509</c:v>
                </c:pt>
                <c:pt idx="128">
                  <c:v>0.20789999999999509</c:v>
                </c:pt>
                <c:pt idx="129">
                  <c:v>0.20789999999999509</c:v>
                </c:pt>
                <c:pt idx="130">
                  <c:v>0.20800000000002683</c:v>
                </c:pt>
                <c:pt idx="131">
                  <c:v>0.20800000000002683</c:v>
                </c:pt>
                <c:pt idx="132">
                  <c:v>0.20800000000002683</c:v>
                </c:pt>
                <c:pt idx="133">
                  <c:v>0.20800000000002683</c:v>
                </c:pt>
                <c:pt idx="134">
                  <c:v>0.20800000000002683</c:v>
                </c:pt>
                <c:pt idx="135">
                  <c:v>0.20810000000000173</c:v>
                </c:pt>
                <c:pt idx="136">
                  <c:v>0.20810000000000173</c:v>
                </c:pt>
                <c:pt idx="137">
                  <c:v>0.20810000000000173</c:v>
                </c:pt>
                <c:pt idx="138">
                  <c:v>0.20810000000000173</c:v>
                </c:pt>
                <c:pt idx="139">
                  <c:v>0.20810000000000173</c:v>
                </c:pt>
                <c:pt idx="140">
                  <c:v>0.20810000000000173</c:v>
                </c:pt>
                <c:pt idx="141">
                  <c:v>0.20820000000003347</c:v>
                </c:pt>
                <c:pt idx="142">
                  <c:v>0.20820000000003347</c:v>
                </c:pt>
                <c:pt idx="143">
                  <c:v>0.20820000000003347</c:v>
                </c:pt>
                <c:pt idx="144">
                  <c:v>0.20820000000003347</c:v>
                </c:pt>
                <c:pt idx="145">
                  <c:v>0.20820000000003347</c:v>
                </c:pt>
                <c:pt idx="146">
                  <c:v>0.20820000000003347</c:v>
                </c:pt>
                <c:pt idx="147">
                  <c:v>0.20820000000003347</c:v>
                </c:pt>
                <c:pt idx="148">
                  <c:v>0.20820000000003347</c:v>
                </c:pt>
                <c:pt idx="149">
                  <c:v>0.20820000000003347</c:v>
                </c:pt>
                <c:pt idx="150">
                  <c:v>0.20830000000000837</c:v>
                </c:pt>
                <c:pt idx="151">
                  <c:v>0.20830000000000837</c:v>
                </c:pt>
                <c:pt idx="152">
                  <c:v>0.20830000000000837</c:v>
                </c:pt>
                <c:pt idx="153">
                  <c:v>0.20830000000000837</c:v>
                </c:pt>
                <c:pt idx="154">
                  <c:v>0.20830000000000837</c:v>
                </c:pt>
                <c:pt idx="155">
                  <c:v>0.20830000000000837</c:v>
                </c:pt>
                <c:pt idx="156">
                  <c:v>0.20830000000000837</c:v>
                </c:pt>
                <c:pt idx="157">
                  <c:v>0.20830000000000837</c:v>
                </c:pt>
                <c:pt idx="158">
                  <c:v>0.20840000000004011</c:v>
                </c:pt>
                <c:pt idx="159">
                  <c:v>0.20840000000004011</c:v>
                </c:pt>
                <c:pt idx="160">
                  <c:v>0.20840000000004011</c:v>
                </c:pt>
                <c:pt idx="161">
                  <c:v>0.20840000000004011</c:v>
                </c:pt>
                <c:pt idx="162">
                  <c:v>0.20830000000000837</c:v>
                </c:pt>
                <c:pt idx="163">
                  <c:v>0.20810000000000173</c:v>
                </c:pt>
                <c:pt idx="164">
                  <c:v>0.20800000000002683</c:v>
                </c:pt>
                <c:pt idx="165">
                  <c:v>0.20780000000002019</c:v>
                </c:pt>
                <c:pt idx="166">
                  <c:v>0.20760000000001355</c:v>
                </c:pt>
                <c:pt idx="167">
                  <c:v>0.20740000000000691</c:v>
                </c:pt>
                <c:pt idx="168">
                  <c:v>0.20720000000000027</c:v>
                </c:pt>
                <c:pt idx="169">
                  <c:v>0.20699999999999363</c:v>
                </c:pt>
                <c:pt idx="170">
                  <c:v>0.20680000000004384</c:v>
                </c:pt>
                <c:pt idx="171">
                  <c:v>0.2066000000000372</c:v>
                </c:pt>
                <c:pt idx="172">
                  <c:v>0.20650000000000546</c:v>
                </c:pt>
                <c:pt idx="173">
                  <c:v>0.20629999999999882</c:v>
                </c:pt>
                <c:pt idx="174">
                  <c:v>0.20609999999999218</c:v>
                </c:pt>
                <c:pt idx="175">
                  <c:v>0.20600000000001728</c:v>
                </c:pt>
                <c:pt idx="176">
                  <c:v>0.20580000000001064</c:v>
                </c:pt>
                <c:pt idx="177">
                  <c:v>0.20570000000003574</c:v>
                </c:pt>
                <c:pt idx="178">
                  <c:v>0.2055000000000291</c:v>
                </c:pt>
                <c:pt idx="179">
                  <c:v>0.20539999999999736</c:v>
                </c:pt>
                <c:pt idx="180">
                  <c:v>0.20530000000002246</c:v>
                </c:pt>
                <c:pt idx="181">
                  <c:v>0.20520000000004757</c:v>
                </c:pt>
                <c:pt idx="182">
                  <c:v>0.20510000000001583</c:v>
                </c:pt>
                <c:pt idx="183">
                  <c:v>0.20490000000000919</c:v>
                </c:pt>
                <c:pt idx="184">
                  <c:v>0.20470000000000255</c:v>
                </c:pt>
                <c:pt idx="185">
                  <c:v>0.20470000000000255</c:v>
                </c:pt>
                <c:pt idx="186">
                  <c:v>0.20480000000003429</c:v>
                </c:pt>
                <c:pt idx="187">
                  <c:v>0.20510000000001583</c:v>
                </c:pt>
                <c:pt idx="188">
                  <c:v>0.2055000000000291</c:v>
                </c:pt>
                <c:pt idx="189">
                  <c:v>0.20600000000001728</c:v>
                </c:pt>
                <c:pt idx="190">
                  <c:v>0.20650000000000546</c:v>
                </c:pt>
                <c:pt idx="191">
                  <c:v>0.20699999999999363</c:v>
                </c:pt>
                <c:pt idx="192">
                  <c:v>0.20760000000001355</c:v>
                </c:pt>
                <c:pt idx="193">
                  <c:v>0.20810000000000173</c:v>
                </c:pt>
                <c:pt idx="194">
                  <c:v>0.20860000000004675</c:v>
                </c:pt>
                <c:pt idx="195">
                  <c:v>0.20910000000003492</c:v>
                </c:pt>
                <c:pt idx="196">
                  <c:v>0.2096000000000231</c:v>
                </c:pt>
                <c:pt idx="197">
                  <c:v>0.21010000000001128</c:v>
                </c:pt>
                <c:pt idx="198">
                  <c:v>0.21050000000002456</c:v>
                </c:pt>
                <c:pt idx="199">
                  <c:v>0.21090000000003783</c:v>
                </c:pt>
                <c:pt idx="200">
                  <c:v>0.21129999999999427</c:v>
                </c:pt>
                <c:pt idx="201">
                  <c:v>0.21160000000003265</c:v>
                </c:pt>
                <c:pt idx="202">
                  <c:v>0.21200000000004593</c:v>
                </c:pt>
                <c:pt idx="203">
                  <c:v>0.21230000000002747</c:v>
                </c:pt>
                <c:pt idx="204">
                  <c:v>0.212600000000009</c:v>
                </c:pt>
                <c:pt idx="205">
                  <c:v>0.21290000000004738</c:v>
                </c:pt>
                <c:pt idx="206">
                  <c:v>0.21309999999999718</c:v>
                </c:pt>
                <c:pt idx="207">
                  <c:v>0.21340000000003556</c:v>
                </c:pt>
                <c:pt idx="208">
                  <c:v>0.2136000000000422</c:v>
                </c:pt>
                <c:pt idx="209">
                  <c:v>0.213799999999992</c:v>
                </c:pt>
                <c:pt idx="210">
                  <c:v>0.21399999999999864</c:v>
                </c:pt>
                <c:pt idx="211">
                  <c:v>0.21420000000000528</c:v>
                </c:pt>
                <c:pt idx="212">
                  <c:v>0.21440000000001191</c:v>
                </c:pt>
                <c:pt idx="213">
                  <c:v>0.21460000000001855</c:v>
                </c:pt>
                <c:pt idx="214">
                  <c:v>0.21469999999999345</c:v>
                </c:pt>
                <c:pt idx="215">
                  <c:v>0.21480000000002519</c:v>
                </c:pt>
                <c:pt idx="216">
                  <c:v>0.21480000000002519</c:v>
                </c:pt>
                <c:pt idx="217">
                  <c:v>0.21469999999999345</c:v>
                </c:pt>
                <c:pt idx="218">
                  <c:v>0.21450000000004366</c:v>
                </c:pt>
                <c:pt idx="219">
                  <c:v>0.21420000000000528</c:v>
                </c:pt>
                <c:pt idx="220">
                  <c:v>0.21390000000002374</c:v>
                </c:pt>
                <c:pt idx="221">
                  <c:v>0.21350000000001046</c:v>
                </c:pt>
                <c:pt idx="222">
                  <c:v>0.21309999999999718</c:v>
                </c:pt>
                <c:pt idx="223">
                  <c:v>0.21270000000004075</c:v>
                </c:pt>
                <c:pt idx="224">
                  <c:v>0.21240000000000236</c:v>
                </c:pt>
                <c:pt idx="225">
                  <c:v>0.21200000000004593</c:v>
                </c:pt>
                <c:pt idx="226">
                  <c:v>0.21170000000000755</c:v>
                </c:pt>
                <c:pt idx="227">
                  <c:v>0.21140000000002601</c:v>
                </c:pt>
                <c:pt idx="228">
                  <c:v>0.21110000000004447</c:v>
                </c:pt>
                <c:pt idx="229">
                  <c:v>0.21080000000000609</c:v>
                </c:pt>
                <c:pt idx="230">
                  <c:v>0.21059999999999945</c:v>
                </c:pt>
                <c:pt idx="231">
                  <c:v>0.21030000000001792</c:v>
                </c:pt>
                <c:pt idx="232">
                  <c:v>0.21010000000001128</c:v>
                </c:pt>
                <c:pt idx="233">
                  <c:v>0.20990000000000464</c:v>
                </c:pt>
                <c:pt idx="234">
                  <c:v>0.209699999999998</c:v>
                </c:pt>
                <c:pt idx="235">
                  <c:v>0.20949999999999136</c:v>
                </c:pt>
                <c:pt idx="236">
                  <c:v>0.20940000000001646</c:v>
                </c:pt>
                <c:pt idx="237">
                  <c:v>0.20920000000000982</c:v>
                </c:pt>
                <c:pt idx="238">
                  <c:v>0.20910000000003492</c:v>
                </c:pt>
                <c:pt idx="239">
                  <c:v>0.20890000000002829</c:v>
                </c:pt>
                <c:pt idx="240">
                  <c:v>0.20879999999999654</c:v>
                </c:pt>
                <c:pt idx="241">
                  <c:v>0.20870000000002165</c:v>
                </c:pt>
                <c:pt idx="242">
                  <c:v>0.20860000000004675</c:v>
                </c:pt>
                <c:pt idx="243">
                  <c:v>0.20850000000001501</c:v>
                </c:pt>
                <c:pt idx="244">
                  <c:v>0.20840000000004011</c:v>
                </c:pt>
                <c:pt idx="245">
                  <c:v>0.20830000000000837</c:v>
                </c:pt>
                <c:pt idx="246">
                  <c:v>0.20830000000000837</c:v>
                </c:pt>
                <c:pt idx="247">
                  <c:v>0.20820000000003347</c:v>
                </c:pt>
                <c:pt idx="248">
                  <c:v>0.20810000000000173</c:v>
                </c:pt>
                <c:pt idx="249">
                  <c:v>0.20810000000000173</c:v>
                </c:pt>
                <c:pt idx="250">
                  <c:v>0.20800000000002683</c:v>
                </c:pt>
                <c:pt idx="251">
                  <c:v>0.20800000000002683</c:v>
                </c:pt>
                <c:pt idx="252">
                  <c:v>0.20789999999999509</c:v>
                </c:pt>
                <c:pt idx="253">
                  <c:v>0.20789999999999509</c:v>
                </c:pt>
                <c:pt idx="254">
                  <c:v>0.20780000000002019</c:v>
                </c:pt>
                <c:pt idx="255">
                  <c:v>0.20780000000002019</c:v>
                </c:pt>
                <c:pt idx="256">
                  <c:v>0.20780000000002019</c:v>
                </c:pt>
                <c:pt idx="257">
                  <c:v>0.20770000000004529</c:v>
                </c:pt>
                <c:pt idx="258">
                  <c:v>0.20770000000004529</c:v>
                </c:pt>
                <c:pt idx="259">
                  <c:v>0.20770000000004529</c:v>
                </c:pt>
                <c:pt idx="260">
                  <c:v>0.20760000000001355</c:v>
                </c:pt>
                <c:pt idx="261">
                  <c:v>0.20760000000001355</c:v>
                </c:pt>
                <c:pt idx="262">
                  <c:v>0.20760000000001355</c:v>
                </c:pt>
                <c:pt idx="263">
                  <c:v>0.20760000000001355</c:v>
                </c:pt>
                <c:pt idx="264">
                  <c:v>0.20760000000001355</c:v>
                </c:pt>
                <c:pt idx="265">
                  <c:v>0.20750000000003865</c:v>
                </c:pt>
                <c:pt idx="266">
                  <c:v>0.20750000000003865</c:v>
                </c:pt>
                <c:pt idx="267">
                  <c:v>0.20750000000003865</c:v>
                </c:pt>
                <c:pt idx="268">
                  <c:v>0.20750000000003865</c:v>
                </c:pt>
                <c:pt idx="269">
                  <c:v>0.20750000000003865</c:v>
                </c:pt>
                <c:pt idx="270">
                  <c:v>0.20750000000003865</c:v>
                </c:pt>
                <c:pt idx="271">
                  <c:v>0.20750000000003865</c:v>
                </c:pt>
                <c:pt idx="272">
                  <c:v>0.20760000000001355</c:v>
                </c:pt>
                <c:pt idx="273">
                  <c:v>0.20760000000001355</c:v>
                </c:pt>
                <c:pt idx="274">
                  <c:v>0.20760000000001355</c:v>
                </c:pt>
                <c:pt idx="275">
                  <c:v>0.20770000000004529</c:v>
                </c:pt>
                <c:pt idx="276">
                  <c:v>0.20770000000004529</c:v>
                </c:pt>
                <c:pt idx="277">
                  <c:v>0.20770000000004529</c:v>
                </c:pt>
                <c:pt idx="278">
                  <c:v>0.20770000000004529</c:v>
                </c:pt>
                <c:pt idx="279">
                  <c:v>0.20780000000002019</c:v>
                </c:pt>
                <c:pt idx="280">
                  <c:v>0.20780000000002019</c:v>
                </c:pt>
                <c:pt idx="281">
                  <c:v>0.20780000000002019</c:v>
                </c:pt>
                <c:pt idx="282">
                  <c:v>0.20789999999999509</c:v>
                </c:pt>
                <c:pt idx="283">
                  <c:v>0.20789999999999509</c:v>
                </c:pt>
                <c:pt idx="284">
                  <c:v>0.20789999999999509</c:v>
                </c:pt>
                <c:pt idx="285">
                  <c:v>0.20789999999999509</c:v>
                </c:pt>
                <c:pt idx="286">
                  <c:v>0.20800000000002683</c:v>
                </c:pt>
                <c:pt idx="287">
                  <c:v>0.20800000000002683</c:v>
                </c:pt>
                <c:pt idx="288">
                  <c:v>0.20800000000002683</c:v>
                </c:pt>
                <c:pt idx="289">
                  <c:v>0.20800000000002683</c:v>
                </c:pt>
                <c:pt idx="290">
                  <c:v>0.20800000000002683</c:v>
                </c:pt>
                <c:pt idx="291">
                  <c:v>0.20810000000000173</c:v>
                </c:pt>
                <c:pt idx="292">
                  <c:v>0.20810000000000173</c:v>
                </c:pt>
                <c:pt idx="293">
                  <c:v>0.20810000000000173</c:v>
                </c:pt>
                <c:pt idx="294">
                  <c:v>0.20810000000000173</c:v>
                </c:pt>
                <c:pt idx="295">
                  <c:v>0.20810000000000173</c:v>
                </c:pt>
                <c:pt idx="296">
                  <c:v>0.20810000000000173</c:v>
                </c:pt>
                <c:pt idx="297">
                  <c:v>0.20820000000003347</c:v>
                </c:pt>
                <c:pt idx="298">
                  <c:v>0.20820000000003347</c:v>
                </c:pt>
                <c:pt idx="299">
                  <c:v>0.20820000000003347</c:v>
                </c:pt>
                <c:pt idx="300">
                  <c:v>0.20820000000003347</c:v>
                </c:pt>
                <c:pt idx="301">
                  <c:v>0.20820000000003347</c:v>
                </c:pt>
                <c:pt idx="302">
                  <c:v>0.20820000000003347</c:v>
                </c:pt>
                <c:pt idx="303">
                  <c:v>0.20820000000003347</c:v>
                </c:pt>
                <c:pt idx="304">
                  <c:v>0.20820000000003347</c:v>
                </c:pt>
                <c:pt idx="305">
                  <c:v>0.20820000000003347</c:v>
                </c:pt>
                <c:pt idx="306">
                  <c:v>0.20830000000000837</c:v>
                </c:pt>
                <c:pt idx="307">
                  <c:v>0.20830000000000837</c:v>
                </c:pt>
                <c:pt idx="308">
                  <c:v>0.20830000000000837</c:v>
                </c:pt>
                <c:pt idx="309">
                  <c:v>0.20830000000000837</c:v>
                </c:pt>
                <c:pt idx="310">
                  <c:v>0.20830000000000837</c:v>
                </c:pt>
                <c:pt idx="311">
                  <c:v>0.20830000000000837</c:v>
                </c:pt>
                <c:pt idx="312">
                  <c:v>0.20830000000000837</c:v>
                </c:pt>
                <c:pt idx="313">
                  <c:v>0.20830000000000837</c:v>
                </c:pt>
                <c:pt idx="314">
                  <c:v>0.20830000000000837</c:v>
                </c:pt>
                <c:pt idx="315">
                  <c:v>0.20840000000004011</c:v>
                </c:pt>
                <c:pt idx="316">
                  <c:v>0.20840000000004011</c:v>
                </c:pt>
                <c:pt idx="317">
                  <c:v>0.20840000000004011</c:v>
                </c:pt>
                <c:pt idx="318">
                  <c:v>0.20840000000004011</c:v>
                </c:pt>
                <c:pt idx="319">
                  <c:v>0.20830000000000837</c:v>
                </c:pt>
                <c:pt idx="320">
                  <c:v>0.20810000000000173</c:v>
                </c:pt>
                <c:pt idx="321">
                  <c:v>0.20800000000002683</c:v>
                </c:pt>
                <c:pt idx="322">
                  <c:v>0.20780000000002019</c:v>
                </c:pt>
                <c:pt idx="323">
                  <c:v>0.20760000000001355</c:v>
                </c:pt>
                <c:pt idx="324">
                  <c:v>0.20740000000000691</c:v>
                </c:pt>
                <c:pt idx="325">
                  <c:v>0.20720000000000027</c:v>
                </c:pt>
                <c:pt idx="326">
                  <c:v>0.20699999999999363</c:v>
                </c:pt>
                <c:pt idx="327">
                  <c:v>0.20680000000004384</c:v>
                </c:pt>
                <c:pt idx="328">
                  <c:v>0.2066000000000372</c:v>
                </c:pt>
                <c:pt idx="329">
                  <c:v>0.20640000000003056</c:v>
                </c:pt>
                <c:pt idx="330">
                  <c:v>0.20629999999999882</c:v>
                </c:pt>
                <c:pt idx="331">
                  <c:v>0.20609999999999218</c:v>
                </c:pt>
                <c:pt idx="332">
                  <c:v>0.20600000000001728</c:v>
                </c:pt>
                <c:pt idx="333">
                  <c:v>0.20580000000001064</c:v>
                </c:pt>
                <c:pt idx="334">
                  <c:v>0.20570000000003574</c:v>
                </c:pt>
                <c:pt idx="335">
                  <c:v>0.2055000000000291</c:v>
                </c:pt>
                <c:pt idx="336">
                  <c:v>0.20539999999999736</c:v>
                </c:pt>
                <c:pt idx="337">
                  <c:v>0.20530000000002246</c:v>
                </c:pt>
                <c:pt idx="338">
                  <c:v>0.20520000000004757</c:v>
                </c:pt>
                <c:pt idx="339">
                  <c:v>0.20500000000004093</c:v>
                </c:pt>
                <c:pt idx="340">
                  <c:v>0.20490000000000919</c:v>
                </c:pt>
                <c:pt idx="341">
                  <c:v>0.20470000000000255</c:v>
                </c:pt>
                <c:pt idx="342">
                  <c:v>0.20470000000000255</c:v>
                </c:pt>
                <c:pt idx="343">
                  <c:v>0.20490000000000919</c:v>
                </c:pt>
                <c:pt idx="344">
                  <c:v>0.20520000000004757</c:v>
                </c:pt>
                <c:pt idx="345">
                  <c:v>0.205600000000004</c:v>
                </c:pt>
                <c:pt idx="346">
                  <c:v>0.20600000000001728</c:v>
                </c:pt>
                <c:pt idx="347">
                  <c:v>0.2066000000000372</c:v>
                </c:pt>
                <c:pt idx="348">
                  <c:v>0.20710000000002537</c:v>
                </c:pt>
                <c:pt idx="349">
                  <c:v>0.20760000000001355</c:v>
                </c:pt>
                <c:pt idx="350">
                  <c:v>0.20820000000003347</c:v>
                </c:pt>
                <c:pt idx="351">
                  <c:v>0.20870000000002165</c:v>
                </c:pt>
                <c:pt idx="352">
                  <c:v>0.20920000000000982</c:v>
                </c:pt>
                <c:pt idx="353">
                  <c:v>0.209699999999998</c:v>
                </c:pt>
                <c:pt idx="354">
                  <c:v>0.21010000000001128</c:v>
                </c:pt>
                <c:pt idx="355">
                  <c:v>0.21059999999999945</c:v>
                </c:pt>
                <c:pt idx="356">
                  <c:v>0.21100000000001273</c:v>
                </c:pt>
                <c:pt idx="357">
                  <c:v>0.21129999999999427</c:v>
                </c:pt>
                <c:pt idx="358">
                  <c:v>0.21170000000000755</c:v>
                </c:pt>
                <c:pt idx="359">
                  <c:v>0.21200000000004593</c:v>
                </c:pt>
                <c:pt idx="360">
                  <c:v>0.21230000000002747</c:v>
                </c:pt>
                <c:pt idx="361">
                  <c:v>0.21230000000002747</c:v>
                </c:pt>
                <c:pt idx="362">
                  <c:v>0.212600000000009</c:v>
                </c:pt>
                <c:pt idx="363">
                  <c:v>0.21290000000004738</c:v>
                </c:pt>
                <c:pt idx="364">
                  <c:v>0.21320000000002892</c:v>
                </c:pt>
                <c:pt idx="365">
                  <c:v>0.21340000000003556</c:v>
                </c:pt>
                <c:pt idx="366">
                  <c:v>0.2136000000000422</c:v>
                </c:pt>
                <c:pt idx="367">
                  <c:v>0.21390000000002374</c:v>
                </c:pt>
                <c:pt idx="368">
                  <c:v>0.21410000000003038</c:v>
                </c:pt>
                <c:pt idx="369">
                  <c:v>0.21420000000000528</c:v>
                </c:pt>
                <c:pt idx="370">
                  <c:v>0.21440000000001191</c:v>
                </c:pt>
                <c:pt idx="371">
                  <c:v>0.21460000000001855</c:v>
                </c:pt>
                <c:pt idx="372">
                  <c:v>0.21480000000002519</c:v>
                </c:pt>
                <c:pt idx="373">
                  <c:v>0.21490000000000009</c:v>
                </c:pt>
                <c:pt idx="374">
                  <c:v>0.21480000000002519</c:v>
                </c:pt>
                <c:pt idx="375">
                  <c:v>0.21469999999999345</c:v>
                </c:pt>
                <c:pt idx="376">
                  <c:v>0.21450000000004366</c:v>
                </c:pt>
                <c:pt idx="377">
                  <c:v>0.21420000000000528</c:v>
                </c:pt>
                <c:pt idx="378">
                  <c:v>0.213799999999992</c:v>
                </c:pt>
                <c:pt idx="379">
                  <c:v>0.21340000000003556</c:v>
                </c:pt>
                <c:pt idx="380">
                  <c:v>0.21309999999999718</c:v>
                </c:pt>
                <c:pt idx="381">
                  <c:v>0.21270000000004075</c:v>
                </c:pt>
                <c:pt idx="382">
                  <c:v>0.21230000000002747</c:v>
                </c:pt>
                <c:pt idx="383">
                  <c:v>0.21200000000004593</c:v>
                </c:pt>
                <c:pt idx="384">
                  <c:v>0.21160000000003265</c:v>
                </c:pt>
                <c:pt idx="385">
                  <c:v>0.21129999999999427</c:v>
                </c:pt>
                <c:pt idx="386">
                  <c:v>0.21110000000004447</c:v>
                </c:pt>
                <c:pt idx="387">
                  <c:v>0.21080000000000609</c:v>
                </c:pt>
                <c:pt idx="388">
                  <c:v>0.21050000000002456</c:v>
                </c:pt>
                <c:pt idx="389">
                  <c:v>0.21030000000001792</c:v>
                </c:pt>
                <c:pt idx="390">
                  <c:v>0.21010000000001128</c:v>
                </c:pt>
                <c:pt idx="391">
                  <c:v>0.20990000000000464</c:v>
                </c:pt>
                <c:pt idx="392">
                  <c:v>0.209699999999998</c:v>
                </c:pt>
                <c:pt idx="393">
                  <c:v>0.20949999999999136</c:v>
                </c:pt>
                <c:pt idx="394">
                  <c:v>0.20930000000004156</c:v>
                </c:pt>
                <c:pt idx="395">
                  <c:v>0.20920000000000982</c:v>
                </c:pt>
                <c:pt idx="396">
                  <c:v>0.20910000000003492</c:v>
                </c:pt>
                <c:pt idx="397">
                  <c:v>0.20890000000002829</c:v>
                </c:pt>
                <c:pt idx="398">
                  <c:v>0.20879999999999654</c:v>
                </c:pt>
                <c:pt idx="399">
                  <c:v>0.20870000000002165</c:v>
                </c:pt>
                <c:pt idx="400">
                  <c:v>0.20860000000004675</c:v>
                </c:pt>
                <c:pt idx="401">
                  <c:v>0.20850000000001501</c:v>
                </c:pt>
                <c:pt idx="402">
                  <c:v>0.20840000000004011</c:v>
                </c:pt>
                <c:pt idx="403">
                  <c:v>0.20830000000000837</c:v>
                </c:pt>
                <c:pt idx="404">
                  <c:v>0.20830000000000837</c:v>
                </c:pt>
                <c:pt idx="405">
                  <c:v>0.20820000000003347</c:v>
                </c:pt>
                <c:pt idx="406">
                  <c:v>0.20810000000000173</c:v>
                </c:pt>
                <c:pt idx="407">
                  <c:v>0.20810000000000173</c:v>
                </c:pt>
                <c:pt idx="408">
                  <c:v>0.20800000000002683</c:v>
                </c:pt>
                <c:pt idx="409">
                  <c:v>0.20800000000002683</c:v>
                </c:pt>
                <c:pt idx="410">
                  <c:v>0.20789999999999509</c:v>
                </c:pt>
                <c:pt idx="411">
                  <c:v>0.20789999999999509</c:v>
                </c:pt>
                <c:pt idx="412">
                  <c:v>0.20780000000002019</c:v>
                </c:pt>
                <c:pt idx="413">
                  <c:v>0.20780000000002019</c:v>
                </c:pt>
                <c:pt idx="414">
                  <c:v>0.20780000000002019</c:v>
                </c:pt>
                <c:pt idx="415">
                  <c:v>0.20770000000004529</c:v>
                </c:pt>
                <c:pt idx="416">
                  <c:v>0.20770000000004529</c:v>
                </c:pt>
                <c:pt idx="417">
                  <c:v>0.20770000000004529</c:v>
                </c:pt>
                <c:pt idx="418">
                  <c:v>0.20760000000001355</c:v>
                </c:pt>
                <c:pt idx="419">
                  <c:v>0.20760000000001355</c:v>
                </c:pt>
                <c:pt idx="420">
                  <c:v>0.20760000000001355</c:v>
                </c:pt>
                <c:pt idx="421">
                  <c:v>0.20760000000001355</c:v>
                </c:pt>
                <c:pt idx="422">
                  <c:v>0.20760000000001355</c:v>
                </c:pt>
                <c:pt idx="423">
                  <c:v>0.20750000000003865</c:v>
                </c:pt>
                <c:pt idx="424">
                  <c:v>0.20750000000003865</c:v>
                </c:pt>
                <c:pt idx="425">
                  <c:v>0.20750000000003865</c:v>
                </c:pt>
                <c:pt idx="426">
                  <c:v>0.20750000000003865</c:v>
                </c:pt>
                <c:pt idx="427">
                  <c:v>0.20750000000003865</c:v>
                </c:pt>
                <c:pt idx="428">
                  <c:v>0.20750000000003865</c:v>
                </c:pt>
                <c:pt idx="429">
                  <c:v>0.20750000000003865</c:v>
                </c:pt>
                <c:pt idx="430">
                  <c:v>0.20760000000001355</c:v>
                </c:pt>
                <c:pt idx="431">
                  <c:v>0.20760000000001355</c:v>
                </c:pt>
                <c:pt idx="432">
                  <c:v>0.20760000000001355</c:v>
                </c:pt>
                <c:pt idx="433">
                  <c:v>0.20770000000004529</c:v>
                </c:pt>
                <c:pt idx="434">
                  <c:v>0.20770000000004529</c:v>
                </c:pt>
                <c:pt idx="435">
                  <c:v>0.20770000000004529</c:v>
                </c:pt>
                <c:pt idx="436">
                  <c:v>0.20770000000004529</c:v>
                </c:pt>
                <c:pt idx="437">
                  <c:v>0.20780000000002019</c:v>
                </c:pt>
                <c:pt idx="438">
                  <c:v>0.20780000000002019</c:v>
                </c:pt>
                <c:pt idx="439">
                  <c:v>0.20780000000002019</c:v>
                </c:pt>
                <c:pt idx="440">
                  <c:v>0.20789999999999509</c:v>
                </c:pt>
                <c:pt idx="441">
                  <c:v>0.20789999999999509</c:v>
                </c:pt>
                <c:pt idx="442">
                  <c:v>0.20789999999999509</c:v>
                </c:pt>
                <c:pt idx="443">
                  <c:v>0.20789999999999509</c:v>
                </c:pt>
                <c:pt idx="444">
                  <c:v>0.20800000000002683</c:v>
                </c:pt>
                <c:pt idx="445">
                  <c:v>0.20800000000002683</c:v>
                </c:pt>
                <c:pt idx="446">
                  <c:v>0.20800000000002683</c:v>
                </c:pt>
                <c:pt idx="447">
                  <c:v>0.20800000000002683</c:v>
                </c:pt>
                <c:pt idx="448">
                  <c:v>0.20800000000002683</c:v>
                </c:pt>
                <c:pt idx="449">
                  <c:v>0.20810000000000173</c:v>
                </c:pt>
                <c:pt idx="450">
                  <c:v>0.20810000000000173</c:v>
                </c:pt>
                <c:pt idx="451">
                  <c:v>0.20810000000000173</c:v>
                </c:pt>
                <c:pt idx="452">
                  <c:v>0.20810000000000173</c:v>
                </c:pt>
                <c:pt idx="453">
                  <c:v>0.20810000000000173</c:v>
                </c:pt>
                <c:pt idx="454">
                  <c:v>0.20810000000000173</c:v>
                </c:pt>
                <c:pt idx="455">
                  <c:v>0.20810000000000173</c:v>
                </c:pt>
                <c:pt idx="456">
                  <c:v>0.20820000000003347</c:v>
                </c:pt>
                <c:pt idx="457">
                  <c:v>0.20820000000003347</c:v>
                </c:pt>
                <c:pt idx="458">
                  <c:v>0.20820000000003347</c:v>
                </c:pt>
                <c:pt idx="459">
                  <c:v>0.20820000000003347</c:v>
                </c:pt>
                <c:pt idx="460">
                  <c:v>0.20820000000003347</c:v>
                </c:pt>
                <c:pt idx="461">
                  <c:v>0.20820000000003347</c:v>
                </c:pt>
                <c:pt idx="462">
                  <c:v>0.20820000000003347</c:v>
                </c:pt>
                <c:pt idx="463">
                  <c:v>0.20820000000003347</c:v>
                </c:pt>
                <c:pt idx="464">
                  <c:v>0.20820000000003347</c:v>
                </c:pt>
                <c:pt idx="465">
                  <c:v>0.20830000000000837</c:v>
                </c:pt>
                <c:pt idx="466">
                  <c:v>0.20830000000000837</c:v>
                </c:pt>
                <c:pt idx="467">
                  <c:v>0.20830000000000837</c:v>
                </c:pt>
                <c:pt idx="468">
                  <c:v>0.20830000000000837</c:v>
                </c:pt>
                <c:pt idx="469">
                  <c:v>0.20830000000000837</c:v>
                </c:pt>
                <c:pt idx="470">
                  <c:v>0.20830000000000837</c:v>
                </c:pt>
                <c:pt idx="471">
                  <c:v>0.20830000000000837</c:v>
                </c:pt>
                <c:pt idx="472">
                  <c:v>0.20830000000000837</c:v>
                </c:pt>
                <c:pt idx="473">
                  <c:v>0.20830000000000837</c:v>
                </c:pt>
                <c:pt idx="474">
                  <c:v>0.20840000000004011</c:v>
                </c:pt>
                <c:pt idx="475">
                  <c:v>0.20840000000004011</c:v>
                </c:pt>
                <c:pt idx="476">
                  <c:v>0.20840000000004011</c:v>
                </c:pt>
                <c:pt idx="477">
                  <c:v>0.20840000000004011</c:v>
                </c:pt>
                <c:pt idx="478">
                  <c:v>0.20830000000000837</c:v>
                </c:pt>
                <c:pt idx="479">
                  <c:v>0.20810000000000173</c:v>
                </c:pt>
                <c:pt idx="480">
                  <c:v>0.20789999999999509</c:v>
                </c:pt>
                <c:pt idx="481">
                  <c:v>0.20770000000004529</c:v>
                </c:pt>
                <c:pt idx="482">
                  <c:v>0.20750000000003865</c:v>
                </c:pt>
                <c:pt idx="483">
                  <c:v>0.20740000000000691</c:v>
                </c:pt>
                <c:pt idx="484">
                  <c:v>0.20720000000000027</c:v>
                </c:pt>
                <c:pt idx="485">
                  <c:v>0.20699999999999363</c:v>
                </c:pt>
                <c:pt idx="486">
                  <c:v>0.20680000000004384</c:v>
                </c:pt>
                <c:pt idx="487">
                  <c:v>0.2066000000000372</c:v>
                </c:pt>
                <c:pt idx="488">
                  <c:v>0.20640000000003056</c:v>
                </c:pt>
                <c:pt idx="489">
                  <c:v>0.20620000000002392</c:v>
                </c:pt>
                <c:pt idx="490">
                  <c:v>0.20609999999999218</c:v>
                </c:pt>
                <c:pt idx="491">
                  <c:v>0.20590000000004238</c:v>
                </c:pt>
                <c:pt idx="492">
                  <c:v>0.20580000000001064</c:v>
                </c:pt>
                <c:pt idx="493">
                  <c:v>0.205600000000004</c:v>
                </c:pt>
                <c:pt idx="494">
                  <c:v>0.2055000000000291</c:v>
                </c:pt>
                <c:pt idx="495">
                  <c:v>0.20539999999999736</c:v>
                </c:pt>
                <c:pt idx="496">
                  <c:v>0.20530000000002246</c:v>
                </c:pt>
                <c:pt idx="497">
                  <c:v>0.20510000000001583</c:v>
                </c:pt>
                <c:pt idx="498">
                  <c:v>0.20500000000004093</c:v>
                </c:pt>
                <c:pt idx="499">
                  <c:v>0.20490000000000919</c:v>
                </c:pt>
                <c:pt idx="500">
                  <c:v>0.20470000000000255</c:v>
                </c:pt>
                <c:pt idx="501">
                  <c:v>0.20470000000000255</c:v>
                </c:pt>
                <c:pt idx="502">
                  <c:v>0.20490000000000919</c:v>
                </c:pt>
                <c:pt idx="503">
                  <c:v>0.20520000000004757</c:v>
                </c:pt>
                <c:pt idx="504">
                  <c:v>0.205600000000004</c:v>
                </c:pt>
                <c:pt idx="505">
                  <c:v>0.20609999999999218</c:v>
                </c:pt>
                <c:pt idx="506">
                  <c:v>0.2067000000000121</c:v>
                </c:pt>
                <c:pt idx="507">
                  <c:v>0.20720000000000027</c:v>
                </c:pt>
                <c:pt idx="508">
                  <c:v>0.20770000000004529</c:v>
                </c:pt>
                <c:pt idx="509">
                  <c:v>0.20830000000000837</c:v>
                </c:pt>
                <c:pt idx="510">
                  <c:v>0.20879999999999654</c:v>
                </c:pt>
                <c:pt idx="511">
                  <c:v>0.20930000000004156</c:v>
                </c:pt>
                <c:pt idx="512">
                  <c:v>0.20980000000002974</c:v>
                </c:pt>
                <c:pt idx="513">
                  <c:v>0.21020000000004302</c:v>
                </c:pt>
                <c:pt idx="514">
                  <c:v>0.21059999999999945</c:v>
                </c:pt>
                <c:pt idx="515">
                  <c:v>0.21100000000001273</c:v>
                </c:pt>
                <c:pt idx="516">
                  <c:v>0.21140000000002601</c:v>
                </c:pt>
                <c:pt idx="517">
                  <c:v>0.21180000000003929</c:v>
                </c:pt>
                <c:pt idx="518">
                  <c:v>0.21210000000002083</c:v>
                </c:pt>
                <c:pt idx="519">
                  <c:v>0.21240000000000236</c:v>
                </c:pt>
                <c:pt idx="520">
                  <c:v>0.21270000000004075</c:v>
                </c:pt>
                <c:pt idx="521">
                  <c:v>0.21300000000002228</c:v>
                </c:pt>
                <c:pt idx="522">
                  <c:v>0.21320000000002892</c:v>
                </c:pt>
                <c:pt idx="523">
                  <c:v>0.21350000000001046</c:v>
                </c:pt>
                <c:pt idx="524">
                  <c:v>0.2137000000000171</c:v>
                </c:pt>
                <c:pt idx="525">
                  <c:v>0.21390000000002374</c:v>
                </c:pt>
                <c:pt idx="526">
                  <c:v>0.21410000000003038</c:v>
                </c:pt>
                <c:pt idx="527">
                  <c:v>0.21430000000003702</c:v>
                </c:pt>
                <c:pt idx="528">
                  <c:v>0.21440000000001191</c:v>
                </c:pt>
                <c:pt idx="529">
                  <c:v>0.21460000000001855</c:v>
                </c:pt>
                <c:pt idx="530">
                  <c:v>0.21480000000002519</c:v>
                </c:pt>
                <c:pt idx="531">
                  <c:v>0.21490000000000009</c:v>
                </c:pt>
                <c:pt idx="532">
                  <c:v>0.21480000000002519</c:v>
                </c:pt>
              </c:numCache>
            </c:numRef>
          </c:yVal>
          <c:smooth val="1"/>
          <c:extLst>
            <c:ext xmlns:c16="http://schemas.microsoft.com/office/drawing/2014/chart" uri="{C3380CC4-5D6E-409C-BE32-E72D297353CC}">
              <c16:uniqueId val="{0000001B-4233-4E9D-9D6D-D06060CC9530}"/>
            </c:ext>
          </c:extLst>
        </c:ser>
        <c:ser>
          <c:idx val="28"/>
          <c:order val="28"/>
          <c:tx>
            <c:strRef>
              <c:f>PM50000_Temps_oc5l2_50000!$BCE$1</c:f>
              <c:strCache>
                <c:ptCount val="1"/>
                <c:pt idx="0">
                  <c:v>TELE_PM_INTERIOR.29</c:v>
                </c:pt>
              </c:strCache>
            </c:strRef>
          </c:tx>
          <c:spPr>
            <a:ln w="19050" cap="rnd">
              <a:solidFill>
                <a:schemeClr val="accent5">
                  <a:lumMod val="60000"/>
                  <a:lumOff val="40000"/>
                </a:schemeClr>
              </a:solidFill>
              <a:round/>
            </a:ln>
            <a:effectLst/>
          </c:spPr>
          <c:marker>
            <c:symbol val="circle"/>
            <c:size val="5"/>
            <c:spPr>
              <a:solidFill>
                <a:schemeClr val="accent5">
                  <a:lumMod val="60000"/>
                  <a:lumOff val="40000"/>
                </a:schemeClr>
              </a:solidFill>
              <a:ln w="9525">
                <a:solidFill>
                  <a:schemeClr val="accent5">
                    <a:lumMod val="60000"/>
                    <a:lumOff val="4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PM50000_Temps_oc5l2_50000!$BCE$2:$BCE$536</c:f>
              <c:numCache>
                <c:formatCode>General</c:formatCode>
                <c:ptCount val="533"/>
                <c:pt idx="0">
                  <c:v>0</c:v>
                </c:pt>
                <c:pt idx="1">
                  <c:v>1.5999999999962711E-3</c:v>
                </c:pt>
                <c:pt idx="2">
                  <c:v>7.4000000000182808E-3</c:v>
                </c:pt>
                <c:pt idx="3">
                  <c:v>1.6599999999982629E-2</c:v>
                </c:pt>
                <c:pt idx="4">
                  <c:v>2.780000000001337E-2</c:v>
                </c:pt>
                <c:pt idx="5">
                  <c:v>3.9899999999988722E-2</c:v>
                </c:pt>
                <c:pt idx="6">
                  <c:v>5.2199999999970714E-2</c:v>
                </c:pt>
                <c:pt idx="7">
                  <c:v>6.430000000000291E-2</c:v>
                </c:pt>
                <c:pt idx="8">
                  <c:v>7.5899999999990087E-2</c:v>
                </c:pt>
                <c:pt idx="9">
                  <c:v>8.6900000000014188E-2</c:v>
                </c:pt>
                <c:pt idx="10">
                  <c:v>9.6999999999979991E-2</c:v>
                </c:pt>
                <c:pt idx="11">
                  <c:v>0.10640000000000782</c:v>
                </c:pt>
                <c:pt idx="12">
                  <c:v>0.11509999999998399</c:v>
                </c:pt>
                <c:pt idx="13">
                  <c:v>0.12299999999999045</c:v>
                </c:pt>
                <c:pt idx="14">
                  <c:v>0.13020000000000209</c:v>
                </c:pt>
                <c:pt idx="15">
                  <c:v>0.13689999999996871</c:v>
                </c:pt>
                <c:pt idx="16">
                  <c:v>0.14289999999999736</c:v>
                </c:pt>
                <c:pt idx="17">
                  <c:v>0.14850000000001273</c:v>
                </c:pt>
                <c:pt idx="18">
                  <c:v>0.15350000000000819</c:v>
                </c:pt>
                <c:pt idx="19">
                  <c:v>0.15809999999999036</c:v>
                </c:pt>
                <c:pt idx="20">
                  <c:v>0.162399999999991</c:v>
                </c:pt>
                <c:pt idx="21">
                  <c:v>0.16620000000000346</c:v>
                </c:pt>
                <c:pt idx="22">
                  <c:v>0.16969999999997754</c:v>
                </c:pt>
                <c:pt idx="23">
                  <c:v>0.17300000000000182</c:v>
                </c:pt>
                <c:pt idx="24">
                  <c:v>0.17590000000001282</c:v>
                </c:pt>
                <c:pt idx="25">
                  <c:v>0.17860000000001719</c:v>
                </c:pt>
                <c:pt idx="26">
                  <c:v>0.18099999999998317</c:v>
                </c:pt>
                <c:pt idx="27">
                  <c:v>0.18319999999999936</c:v>
                </c:pt>
                <c:pt idx="28">
                  <c:v>0.18529999999998381</c:v>
                </c:pt>
                <c:pt idx="29">
                  <c:v>0.18739999999996826</c:v>
                </c:pt>
                <c:pt idx="30">
                  <c:v>0.18939999999997781</c:v>
                </c:pt>
                <c:pt idx="31">
                  <c:v>0.19139999999998736</c:v>
                </c:pt>
                <c:pt idx="32">
                  <c:v>0.19339999999999691</c:v>
                </c:pt>
                <c:pt idx="33">
                  <c:v>0.19529999999997472</c:v>
                </c:pt>
                <c:pt idx="34">
                  <c:v>0.19709999999997763</c:v>
                </c:pt>
                <c:pt idx="35">
                  <c:v>0.19880000000000564</c:v>
                </c:pt>
                <c:pt idx="36">
                  <c:v>0.20040000000000191</c:v>
                </c:pt>
                <c:pt idx="37">
                  <c:v>0.20190000000002328</c:v>
                </c:pt>
                <c:pt idx="38">
                  <c:v>0.20330000000001291</c:v>
                </c:pt>
                <c:pt idx="39">
                  <c:v>0.20459999999997081</c:v>
                </c:pt>
                <c:pt idx="40">
                  <c:v>0.20580000000001064</c:v>
                </c:pt>
                <c:pt idx="41">
                  <c:v>0.20690000000001874</c:v>
                </c:pt>
                <c:pt idx="42">
                  <c:v>0.20799999999996999</c:v>
                </c:pt>
                <c:pt idx="43">
                  <c:v>0.20900000000000318</c:v>
                </c:pt>
                <c:pt idx="44">
                  <c:v>0.20990000000000464</c:v>
                </c:pt>
                <c:pt idx="45">
                  <c:v>0.21069999999997435</c:v>
                </c:pt>
                <c:pt idx="46">
                  <c:v>0.21150000000000091</c:v>
                </c:pt>
                <c:pt idx="47">
                  <c:v>0.21219999999999573</c:v>
                </c:pt>
                <c:pt idx="48">
                  <c:v>0.21289999999999054</c:v>
                </c:pt>
                <c:pt idx="49">
                  <c:v>0.21350000000001046</c:v>
                </c:pt>
                <c:pt idx="50">
                  <c:v>0.21409999999997353</c:v>
                </c:pt>
                <c:pt idx="51">
                  <c:v>0.21460000000001855</c:v>
                </c:pt>
                <c:pt idx="52">
                  <c:v>0.21510000000000673</c:v>
                </c:pt>
                <c:pt idx="53">
                  <c:v>0.21559999999999491</c:v>
                </c:pt>
                <c:pt idx="54">
                  <c:v>0.21600000000000819</c:v>
                </c:pt>
                <c:pt idx="55">
                  <c:v>0.21640000000002146</c:v>
                </c:pt>
                <c:pt idx="56">
                  <c:v>0.2167999999999779</c:v>
                </c:pt>
                <c:pt idx="57">
                  <c:v>0.21710000000001628</c:v>
                </c:pt>
                <c:pt idx="58">
                  <c:v>0.21739999999999782</c:v>
                </c:pt>
                <c:pt idx="59">
                  <c:v>0.21760000000000446</c:v>
                </c:pt>
                <c:pt idx="60">
                  <c:v>0.21769999999997935</c:v>
                </c:pt>
                <c:pt idx="61">
                  <c:v>0.21760000000000446</c:v>
                </c:pt>
                <c:pt idx="62">
                  <c:v>0.21739999999999782</c:v>
                </c:pt>
                <c:pt idx="63">
                  <c:v>0.21719999999999118</c:v>
                </c:pt>
                <c:pt idx="64">
                  <c:v>0.21699999999998454</c:v>
                </c:pt>
                <c:pt idx="65">
                  <c:v>0.216700000000003</c:v>
                </c:pt>
                <c:pt idx="66">
                  <c:v>0.21649999999999636</c:v>
                </c:pt>
                <c:pt idx="67">
                  <c:v>0.21620000000001482</c:v>
                </c:pt>
                <c:pt idx="68">
                  <c:v>0.21589999999997644</c:v>
                </c:pt>
                <c:pt idx="69">
                  <c:v>0.2156999999999698</c:v>
                </c:pt>
                <c:pt idx="70">
                  <c:v>0.21550000000002001</c:v>
                </c:pt>
                <c:pt idx="71">
                  <c:v>0.21519999999998163</c:v>
                </c:pt>
                <c:pt idx="72">
                  <c:v>0.21499999999997499</c:v>
                </c:pt>
                <c:pt idx="73">
                  <c:v>0.21479999999996835</c:v>
                </c:pt>
                <c:pt idx="74">
                  <c:v>0.21460000000001855</c:v>
                </c:pt>
                <c:pt idx="75">
                  <c:v>0.21449999999998681</c:v>
                </c:pt>
                <c:pt idx="76">
                  <c:v>0.21429999999998017</c:v>
                </c:pt>
                <c:pt idx="77">
                  <c:v>0.21420000000000528</c:v>
                </c:pt>
                <c:pt idx="78">
                  <c:v>0.21399999999999864</c:v>
                </c:pt>
                <c:pt idx="79">
                  <c:v>0.21390000000002374</c:v>
                </c:pt>
                <c:pt idx="80">
                  <c:v>0.213799999999992</c:v>
                </c:pt>
                <c:pt idx="81">
                  <c:v>0.2137000000000171</c:v>
                </c:pt>
                <c:pt idx="82">
                  <c:v>0.21359999999998536</c:v>
                </c:pt>
                <c:pt idx="83">
                  <c:v>0.21350000000001046</c:v>
                </c:pt>
                <c:pt idx="84">
                  <c:v>0.21339999999997872</c:v>
                </c:pt>
                <c:pt idx="85">
                  <c:v>0.21330000000000382</c:v>
                </c:pt>
                <c:pt idx="86">
                  <c:v>0.21319999999997208</c:v>
                </c:pt>
                <c:pt idx="87">
                  <c:v>0.21319999999997208</c:v>
                </c:pt>
                <c:pt idx="88">
                  <c:v>0.21309999999999718</c:v>
                </c:pt>
                <c:pt idx="89">
                  <c:v>0.21300000000002228</c:v>
                </c:pt>
                <c:pt idx="90">
                  <c:v>0.21300000000002228</c:v>
                </c:pt>
                <c:pt idx="91">
                  <c:v>0.21289999999999054</c:v>
                </c:pt>
                <c:pt idx="92">
                  <c:v>0.21289999999999054</c:v>
                </c:pt>
                <c:pt idx="93">
                  <c:v>0.21280000000001564</c:v>
                </c:pt>
                <c:pt idx="94">
                  <c:v>0.21280000000001564</c:v>
                </c:pt>
                <c:pt idx="95">
                  <c:v>0.21280000000001564</c:v>
                </c:pt>
                <c:pt idx="96">
                  <c:v>0.2126999999999839</c:v>
                </c:pt>
                <c:pt idx="97">
                  <c:v>0.2126999999999839</c:v>
                </c:pt>
                <c:pt idx="98">
                  <c:v>0.2126999999999839</c:v>
                </c:pt>
                <c:pt idx="99">
                  <c:v>0.212600000000009</c:v>
                </c:pt>
                <c:pt idx="100">
                  <c:v>0.212600000000009</c:v>
                </c:pt>
                <c:pt idx="101">
                  <c:v>0.212600000000009</c:v>
                </c:pt>
                <c:pt idx="102">
                  <c:v>0.212600000000009</c:v>
                </c:pt>
                <c:pt idx="103">
                  <c:v>0.21249999999997726</c:v>
                </c:pt>
                <c:pt idx="104">
                  <c:v>0.21249999999997726</c:v>
                </c:pt>
                <c:pt idx="105">
                  <c:v>0.21249999999997726</c:v>
                </c:pt>
                <c:pt idx="106">
                  <c:v>0.21249999999997726</c:v>
                </c:pt>
                <c:pt idx="107">
                  <c:v>0.21249999999997726</c:v>
                </c:pt>
                <c:pt idx="108">
                  <c:v>0.21249999999997726</c:v>
                </c:pt>
                <c:pt idx="109">
                  <c:v>0.21240000000000236</c:v>
                </c:pt>
                <c:pt idx="110">
                  <c:v>0.21240000000000236</c:v>
                </c:pt>
                <c:pt idx="111">
                  <c:v>0.21240000000000236</c:v>
                </c:pt>
                <c:pt idx="112">
                  <c:v>0.21240000000000236</c:v>
                </c:pt>
                <c:pt idx="113">
                  <c:v>0.21240000000000236</c:v>
                </c:pt>
                <c:pt idx="114">
                  <c:v>0.21249999999997726</c:v>
                </c:pt>
                <c:pt idx="115">
                  <c:v>0.21249999999997726</c:v>
                </c:pt>
                <c:pt idx="116">
                  <c:v>0.21249999999997726</c:v>
                </c:pt>
                <c:pt idx="117">
                  <c:v>0.212600000000009</c:v>
                </c:pt>
                <c:pt idx="118">
                  <c:v>0.212600000000009</c:v>
                </c:pt>
                <c:pt idx="119">
                  <c:v>0.212600000000009</c:v>
                </c:pt>
                <c:pt idx="120">
                  <c:v>0.2126999999999839</c:v>
                </c:pt>
                <c:pt idx="121">
                  <c:v>0.2126999999999839</c:v>
                </c:pt>
                <c:pt idx="122">
                  <c:v>0.2126999999999839</c:v>
                </c:pt>
                <c:pt idx="123">
                  <c:v>0.2126999999999839</c:v>
                </c:pt>
                <c:pt idx="124">
                  <c:v>0.21280000000001564</c:v>
                </c:pt>
                <c:pt idx="125">
                  <c:v>0.21280000000001564</c:v>
                </c:pt>
                <c:pt idx="126">
                  <c:v>0.21280000000001564</c:v>
                </c:pt>
                <c:pt idx="127">
                  <c:v>0.21289999999999054</c:v>
                </c:pt>
                <c:pt idx="128">
                  <c:v>0.21289999999999054</c:v>
                </c:pt>
                <c:pt idx="129">
                  <c:v>0.21289999999999054</c:v>
                </c:pt>
                <c:pt idx="130">
                  <c:v>0.21289999999999054</c:v>
                </c:pt>
                <c:pt idx="131">
                  <c:v>0.21300000000002228</c:v>
                </c:pt>
                <c:pt idx="132">
                  <c:v>0.21300000000002228</c:v>
                </c:pt>
                <c:pt idx="133">
                  <c:v>0.21300000000002228</c:v>
                </c:pt>
                <c:pt idx="134">
                  <c:v>0.21300000000002228</c:v>
                </c:pt>
                <c:pt idx="135">
                  <c:v>0.21300000000002228</c:v>
                </c:pt>
                <c:pt idx="136">
                  <c:v>0.21309999999999718</c:v>
                </c:pt>
                <c:pt idx="137">
                  <c:v>0.21309999999999718</c:v>
                </c:pt>
                <c:pt idx="138">
                  <c:v>0.21309999999999718</c:v>
                </c:pt>
                <c:pt idx="139">
                  <c:v>0.21309999999999718</c:v>
                </c:pt>
                <c:pt idx="140">
                  <c:v>0.21309999999999718</c:v>
                </c:pt>
                <c:pt idx="141">
                  <c:v>0.21309999999999718</c:v>
                </c:pt>
                <c:pt idx="142">
                  <c:v>0.21309999999999718</c:v>
                </c:pt>
                <c:pt idx="143">
                  <c:v>0.21319999999997208</c:v>
                </c:pt>
                <c:pt idx="144">
                  <c:v>0.21319999999997208</c:v>
                </c:pt>
                <c:pt idx="145">
                  <c:v>0.21319999999997208</c:v>
                </c:pt>
                <c:pt idx="146">
                  <c:v>0.21319999999997208</c:v>
                </c:pt>
                <c:pt idx="147">
                  <c:v>0.21319999999997208</c:v>
                </c:pt>
                <c:pt idx="148">
                  <c:v>0.21319999999997208</c:v>
                </c:pt>
                <c:pt idx="149">
                  <c:v>0.21319999999997208</c:v>
                </c:pt>
                <c:pt idx="150">
                  <c:v>0.21319999999997208</c:v>
                </c:pt>
                <c:pt idx="151">
                  <c:v>0.21319999999997208</c:v>
                </c:pt>
                <c:pt idx="152">
                  <c:v>0.21330000000000382</c:v>
                </c:pt>
                <c:pt idx="153">
                  <c:v>0.21330000000000382</c:v>
                </c:pt>
                <c:pt idx="154">
                  <c:v>0.21330000000000382</c:v>
                </c:pt>
                <c:pt idx="155">
                  <c:v>0.21330000000000382</c:v>
                </c:pt>
                <c:pt idx="156">
                  <c:v>0.21330000000000382</c:v>
                </c:pt>
                <c:pt idx="157">
                  <c:v>0.21330000000000382</c:v>
                </c:pt>
                <c:pt idx="158">
                  <c:v>0.21330000000000382</c:v>
                </c:pt>
                <c:pt idx="159">
                  <c:v>0.21339999999997872</c:v>
                </c:pt>
                <c:pt idx="160">
                  <c:v>0.21339999999997872</c:v>
                </c:pt>
                <c:pt idx="161">
                  <c:v>0.21339999999997872</c:v>
                </c:pt>
                <c:pt idx="162">
                  <c:v>0.21330000000000382</c:v>
                </c:pt>
                <c:pt idx="163">
                  <c:v>0.21319999999997208</c:v>
                </c:pt>
                <c:pt idx="164">
                  <c:v>0.21300000000002228</c:v>
                </c:pt>
                <c:pt idx="165">
                  <c:v>0.21280000000001564</c:v>
                </c:pt>
                <c:pt idx="166">
                  <c:v>0.212600000000009</c:v>
                </c:pt>
                <c:pt idx="167">
                  <c:v>0.21249999999997726</c:v>
                </c:pt>
                <c:pt idx="168">
                  <c:v>0.21229999999997062</c:v>
                </c:pt>
                <c:pt idx="169">
                  <c:v>0.21210000000002083</c:v>
                </c:pt>
                <c:pt idx="170">
                  <c:v>0.21190000000001419</c:v>
                </c:pt>
                <c:pt idx="171">
                  <c:v>0.21170000000000755</c:v>
                </c:pt>
                <c:pt idx="172">
                  <c:v>0.21159999999997581</c:v>
                </c:pt>
                <c:pt idx="173">
                  <c:v>0.21139999999996917</c:v>
                </c:pt>
                <c:pt idx="174">
                  <c:v>0.21120000000001937</c:v>
                </c:pt>
                <c:pt idx="175">
                  <c:v>0.21109999999998763</c:v>
                </c:pt>
                <c:pt idx="176">
                  <c:v>0.21089999999998099</c:v>
                </c:pt>
                <c:pt idx="177">
                  <c:v>0.21080000000000609</c:v>
                </c:pt>
                <c:pt idx="178">
                  <c:v>0.21069999999997435</c:v>
                </c:pt>
                <c:pt idx="179">
                  <c:v>0.21050000000002456</c:v>
                </c:pt>
                <c:pt idx="180">
                  <c:v>0.21039999999999281</c:v>
                </c:pt>
                <c:pt idx="181">
                  <c:v>0.21030000000001792</c:v>
                </c:pt>
                <c:pt idx="182">
                  <c:v>0.21019999999998618</c:v>
                </c:pt>
                <c:pt idx="183">
                  <c:v>0.20999999999997954</c:v>
                </c:pt>
                <c:pt idx="184">
                  <c:v>0.20990000000000464</c:v>
                </c:pt>
                <c:pt idx="185">
                  <c:v>0.2097999999999729</c:v>
                </c:pt>
                <c:pt idx="186">
                  <c:v>0.20999999999997954</c:v>
                </c:pt>
                <c:pt idx="187">
                  <c:v>0.21019999999998618</c:v>
                </c:pt>
                <c:pt idx="188">
                  <c:v>0.21059999999999945</c:v>
                </c:pt>
                <c:pt idx="189">
                  <c:v>0.21100000000001273</c:v>
                </c:pt>
                <c:pt idx="190">
                  <c:v>0.21150000000000091</c:v>
                </c:pt>
                <c:pt idx="191">
                  <c:v>0.21199999999998909</c:v>
                </c:pt>
                <c:pt idx="192">
                  <c:v>0.212600000000009</c:v>
                </c:pt>
                <c:pt idx="193">
                  <c:v>0.21309999999999718</c:v>
                </c:pt>
                <c:pt idx="194">
                  <c:v>0.21359999999998536</c:v>
                </c:pt>
                <c:pt idx="195">
                  <c:v>0.21409999999997353</c:v>
                </c:pt>
                <c:pt idx="196">
                  <c:v>0.21449999999998681</c:v>
                </c:pt>
                <c:pt idx="197">
                  <c:v>0.21499999999997499</c:v>
                </c:pt>
                <c:pt idx="198">
                  <c:v>0.21539999999998827</c:v>
                </c:pt>
                <c:pt idx="199">
                  <c:v>0.21580000000000155</c:v>
                </c:pt>
                <c:pt idx="200">
                  <c:v>0.21609999999998308</c:v>
                </c:pt>
                <c:pt idx="201">
                  <c:v>0.21649999999999636</c:v>
                </c:pt>
                <c:pt idx="202">
                  <c:v>0.2167999999999779</c:v>
                </c:pt>
                <c:pt idx="203">
                  <c:v>0.21710000000001628</c:v>
                </c:pt>
                <c:pt idx="204">
                  <c:v>0.21739999999999782</c:v>
                </c:pt>
                <c:pt idx="205">
                  <c:v>0.21769999999997935</c:v>
                </c:pt>
                <c:pt idx="206">
                  <c:v>0.21789999999998599</c:v>
                </c:pt>
                <c:pt idx="207">
                  <c:v>0.21820000000002437</c:v>
                </c:pt>
                <c:pt idx="208">
                  <c:v>0.21839999999997417</c:v>
                </c:pt>
                <c:pt idx="209">
                  <c:v>0.21859999999998081</c:v>
                </c:pt>
                <c:pt idx="210">
                  <c:v>0.21879999999998745</c:v>
                </c:pt>
                <c:pt idx="211">
                  <c:v>0.21899999999999409</c:v>
                </c:pt>
                <c:pt idx="212">
                  <c:v>0.21909999999996899</c:v>
                </c:pt>
                <c:pt idx="213">
                  <c:v>0.21929999999997563</c:v>
                </c:pt>
                <c:pt idx="214">
                  <c:v>0.21949999999998226</c:v>
                </c:pt>
                <c:pt idx="215">
                  <c:v>0.21960000000001401</c:v>
                </c:pt>
                <c:pt idx="216">
                  <c:v>0.21960000000001401</c:v>
                </c:pt>
                <c:pt idx="217">
                  <c:v>0.21949999999998226</c:v>
                </c:pt>
                <c:pt idx="218">
                  <c:v>0.21929999999997563</c:v>
                </c:pt>
                <c:pt idx="219">
                  <c:v>0.21899999999999409</c:v>
                </c:pt>
                <c:pt idx="220">
                  <c:v>0.21870000000001255</c:v>
                </c:pt>
                <c:pt idx="221">
                  <c:v>0.21829999999999927</c:v>
                </c:pt>
                <c:pt idx="222">
                  <c:v>0.21789999999998599</c:v>
                </c:pt>
                <c:pt idx="223">
                  <c:v>0.21760000000000446</c:v>
                </c:pt>
                <c:pt idx="224">
                  <c:v>0.21719999999999118</c:v>
                </c:pt>
                <c:pt idx="225">
                  <c:v>0.21690000000000964</c:v>
                </c:pt>
                <c:pt idx="226">
                  <c:v>0.21659999999997126</c:v>
                </c:pt>
                <c:pt idx="227">
                  <c:v>0.21629999999998972</c:v>
                </c:pt>
                <c:pt idx="228">
                  <c:v>0.21600000000000819</c:v>
                </c:pt>
                <c:pt idx="229">
                  <c:v>0.2156999999999698</c:v>
                </c:pt>
                <c:pt idx="230">
                  <c:v>0.21550000000002001</c:v>
                </c:pt>
                <c:pt idx="231">
                  <c:v>0.21530000000001337</c:v>
                </c:pt>
                <c:pt idx="232">
                  <c:v>0.21499999999997499</c:v>
                </c:pt>
                <c:pt idx="233">
                  <c:v>0.21479999999996835</c:v>
                </c:pt>
                <c:pt idx="234">
                  <c:v>0.21469999999999345</c:v>
                </c:pt>
                <c:pt idx="235">
                  <c:v>0.21449999999998681</c:v>
                </c:pt>
                <c:pt idx="236">
                  <c:v>0.21429999999998017</c:v>
                </c:pt>
                <c:pt idx="237">
                  <c:v>0.21420000000000528</c:v>
                </c:pt>
                <c:pt idx="238">
                  <c:v>0.21399999999999864</c:v>
                </c:pt>
                <c:pt idx="239">
                  <c:v>0.21390000000002374</c:v>
                </c:pt>
                <c:pt idx="240">
                  <c:v>0.213799999999992</c:v>
                </c:pt>
                <c:pt idx="241">
                  <c:v>0.2137000000000171</c:v>
                </c:pt>
                <c:pt idx="242">
                  <c:v>0.21359999999998536</c:v>
                </c:pt>
                <c:pt idx="243">
                  <c:v>0.21350000000001046</c:v>
                </c:pt>
                <c:pt idx="244">
                  <c:v>0.21339999999997872</c:v>
                </c:pt>
                <c:pt idx="245">
                  <c:v>0.21330000000000382</c:v>
                </c:pt>
                <c:pt idx="246">
                  <c:v>0.21330000000000382</c:v>
                </c:pt>
                <c:pt idx="247">
                  <c:v>0.21319999999997208</c:v>
                </c:pt>
                <c:pt idx="248">
                  <c:v>0.21309999999999718</c:v>
                </c:pt>
                <c:pt idx="249">
                  <c:v>0.21309999999999718</c:v>
                </c:pt>
                <c:pt idx="250">
                  <c:v>0.21300000000002228</c:v>
                </c:pt>
                <c:pt idx="251">
                  <c:v>0.21300000000002228</c:v>
                </c:pt>
                <c:pt idx="252">
                  <c:v>0.21289999999999054</c:v>
                </c:pt>
                <c:pt idx="253">
                  <c:v>0.21289999999999054</c:v>
                </c:pt>
                <c:pt idx="254">
                  <c:v>0.21280000000001564</c:v>
                </c:pt>
                <c:pt idx="255">
                  <c:v>0.21280000000001564</c:v>
                </c:pt>
                <c:pt idx="256">
                  <c:v>0.21280000000001564</c:v>
                </c:pt>
                <c:pt idx="257">
                  <c:v>0.2126999999999839</c:v>
                </c:pt>
                <c:pt idx="258">
                  <c:v>0.2126999999999839</c:v>
                </c:pt>
                <c:pt idx="259">
                  <c:v>0.2126999999999839</c:v>
                </c:pt>
                <c:pt idx="260">
                  <c:v>0.212600000000009</c:v>
                </c:pt>
                <c:pt idx="261">
                  <c:v>0.212600000000009</c:v>
                </c:pt>
                <c:pt idx="262">
                  <c:v>0.212600000000009</c:v>
                </c:pt>
                <c:pt idx="263">
                  <c:v>0.212600000000009</c:v>
                </c:pt>
                <c:pt idx="264">
                  <c:v>0.212600000000009</c:v>
                </c:pt>
                <c:pt idx="265">
                  <c:v>0.21249999999997726</c:v>
                </c:pt>
                <c:pt idx="266">
                  <c:v>0.21249999999997726</c:v>
                </c:pt>
                <c:pt idx="267">
                  <c:v>0.21249999999997726</c:v>
                </c:pt>
                <c:pt idx="268">
                  <c:v>0.21249999999997726</c:v>
                </c:pt>
                <c:pt idx="269">
                  <c:v>0.21249999999997726</c:v>
                </c:pt>
                <c:pt idx="270">
                  <c:v>0.21249999999997726</c:v>
                </c:pt>
                <c:pt idx="271">
                  <c:v>0.21249999999997726</c:v>
                </c:pt>
                <c:pt idx="272">
                  <c:v>0.212600000000009</c:v>
                </c:pt>
                <c:pt idx="273">
                  <c:v>0.212600000000009</c:v>
                </c:pt>
                <c:pt idx="274">
                  <c:v>0.212600000000009</c:v>
                </c:pt>
                <c:pt idx="275">
                  <c:v>0.212600000000009</c:v>
                </c:pt>
                <c:pt idx="276">
                  <c:v>0.2126999999999839</c:v>
                </c:pt>
                <c:pt idx="277">
                  <c:v>0.2126999999999839</c:v>
                </c:pt>
                <c:pt idx="278">
                  <c:v>0.2126999999999839</c:v>
                </c:pt>
                <c:pt idx="279">
                  <c:v>0.21280000000001564</c:v>
                </c:pt>
                <c:pt idx="280">
                  <c:v>0.21280000000001564</c:v>
                </c:pt>
                <c:pt idx="281">
                  <c:v>0.21280000000001564</c:v>
                </c:pt>
                <c:pt idx="282">
                  <c:v>0.21280000000001564</c:v>
                </c:pt>
                <c:pt idx="283">
                  <c:v>0.21289999999999054</c:v>
                </c:pt>
                <c:pt idx="284">
                  <c:v>0.21289999999999054</c:v>
                </c:pt>
                <c:pt idx="285">
                  <c:v>0.21289999999999054</c:v>
                </c:pt>
                <c:pt idx="286">
                  <c:v>0.21289999999999054</c:v>
                </c:pt>
                <c:pt idx="287">
                  <c:v>0.21300000000002228</c:v>
                </c:pt>
                <c:pt idx="288">
                  <c:v>0.21300000000002228</c:v>
                </c:pt>
                <c:pt idx="289">
                  <c:v>0.21300000000002228</c:v>
                </c:pt>
                <c:pt idx="290">
                  <c:v>0.21300000000002228</c:v>
                </c:pt>
                <c:pt idx="291">
                  <c:v>0.21300000000002228</c:v>
                </c:pt>
                <c:pt idx="292">
                  <c:v>0.21309999999999718</c:v>
                </c:pt>
                <c:pt idx="293">
                  <c:v>0.21309999999999718</c:v>
                </c:pt>
                <c:pt idx="294">
                  <c:v>0.21309999999999718</c:v>
                </c:pt>
                <c:pt idx="295">
                  <c:v>0.21309999999999718</c:v>
                </c:pt>
                <c:pt idx="296">
                  <c:v>0.21309999999999718</c:v>
                </c:pt>
                <c:pt idx="297">
                  <c:v>0.21309999999999718</c:v>
                </c:pt>
                <c:pt idx="298">
                  <c:v>0.21319999999997208</c:v>
                </c:pt>
                <c:pt idx="299">
                  <c:v>0.21319999999997208</c:v>
                </c:pt>
                <c:pt idx="300">
                  <c:v>0.21319999999997208</c:v>
                </c:pt>
                <c:pt idx="301">
                  <c:v>0.21319999999997208</c:v>
                </c:pt>
                <c:pt idx="302">
                  <c:v>0.21319999999997208</c:v>
                </c:pt>
                <c:pt idx="303">
                  <c:v>0.21319999999997208</c:v>
                </c:pt>
                <c:pt idx="304">
                  <c:v>0.21319999999997208</c:v>
                </c:pt>
                <c:pt idx="305">
                  <c:v>0.21319999999997208</c:v>
                </c:pt>
                <c:pt idx="306">
                  <c:v>0.21319999999997208</c:v>
                </c:pt>
                <c:pt idx="307">
                  <c:v>0.21319999999997208</c:v>
                </c:pt>
                <c:pt idx="308">
                  <c:v>0.21330000000000382</c:v>
                </c:pt>
                <c:pt idx="309">
                  <c:v>0.21330000000000382</c:v>
                </c:pt>
                <c:pt idx="310">
                  <c:v>0.21330000000000382</c:v>
                </c:pt>
                <c:pt idx="311">
                  <c:v>0.21330000000000382</c:v>
                </c:pt>
                <c:pt idx="312">
                  <c:v>0.21330000000000382</c:v>
                </c:pt>
                <c:pt idx="313">
                  <c:v>0.21330000000000382</c:v>
                </c:pt>
                <c:pt idx="314">
                  <c:v>0.21330000000000382</c:v>
                </c:pt>
                <c:pt idx="315">
                  <c:v>0.21339999999997872</c:v>
                </c:pt>
                <c:pt idx="316">
                  <c:v>0.21339999999997872</c:v>
                </c:pt>
                <c:pt idx="317">
                  <c:v>0.21339999999997872</c:v>
                </c:pt>
                <c:pt idx="318">
                  <c:v>0.21339999999997872</c:v>
                </c:pt>
                <c:pt idx="319">
                  <c:v>0.21330000000000382</c:v>
                </c:pt>
                <c:pt idx="320">
                  <c:v>0.21309999999999718</c:v>
                </c:pt>
                <c:pt idx="321">
                  <c:v>0.21300000000002228</c:v>
                </c:pt>
                <c:pt idx="322">
                  <c:v>0.21280000000001564</c:v>
                </c:pt>
                <c:pt idx="323">
                  <c:v>0.212600000000009</c:v>
                </c:pt>
                <c:pt idx="324">
                  <c:v>0.21240000000000236</c:v>
                </c:pt>
                <c:pt idx="325">
                  <c:v>0.21229999999997062</c:v>
                </c:pt>
                <c:pt idx="326">
                  <c:v>0.21210000000002083</c:v>
                </c:pt>
                <c:pt idx="327">
                  <c:v>0.21190000000001419</c:v>
                </c:pt>
                <c:pt idx="328">
                  <c:v>0.21170000000000755</c:v>
                </c:pt>
                <c:pt idx="329">
                  <c:v>0.21150000000000091</c:v>
                </c:pt>
                <c:pt idx="330">
                  <c:v>0.21139999999996917</c:v>
                </c:pt>
                <c:pt idx="331">
                  <c:v>0.21120000000001937</c:v>
                </c:pt>
                <c:pt idx="332">
                  <c:v>0.21109999999998763</c:v>
                </c:pt>
                <c:pt idx="333">
                  <c:v>0.21089999999998099</c:v>
                </c:pt>
                <c:pt idx="334">
                  <c:v>0.21080000000000609</c:v>
                </c:pt>
                <c:pt idx="335">
                  <c:v>0.21069999999997435</c:v>
                </c:pt>
                <c:pt idx="336">
                  <c:v>0.21050000000002456</c:v>
                </c:pt>
                <c:pt idx="337">
                  <c:v>0.21039999999999281</c:v>
                </c:pt>
                <c:pt idx="338">
                  <c:v>0.21030000000001792</c:v>
                </c:pt>
                <c:pt idx="339">
                  <c:v>0.21019999999998618</c:v>
                </c:pt>
                <c:pt idx="340">
                  <c:v>0.20999999999997954</c:v>
                </c:pt>
                <c:pt idx="341">
                  <c:v>0.20990000000000464</c:v>
                </c:pt>
                <c:pt idx="342">
                  <c:v>0.20990000000000464</c:v>
                </c:pt>
                <c:pt idx="343">
                  <c:v>0.20999999999997954</c:v>
                </c:pt>
                <c:pt idx="344">
                  <c:v>0.21030000000001792</c:v>
                </c:pt>
                <c:pt idx="345">
                  <c:v>0.21059999999999945</c:v>
                </c:pt>
                <c:pt idx="346">
                  <c:v>0.21109999999998763</c:v>
                </c:pt>
                <c:pt idx="347">
                  <c:v>0.21159999999997581</c:v>
                </c:pt>
                <c:pt idx="348">
                  <c:v>0.21210000000002083</c:v>
                </c:pt>
                <c:pt idx="349">
                  <c:v>0.212600000000009</c:v>
                </c:pt>
                <c:pt idx="350">
                  <c:v>0.21309999999999718</c:v>
                </c:pt>
                <c:pt idx="351">
                  <c:v>0.21359999999998536</c:v>
                </c:pt>
                <c:pt idx="352">
                  <c:v>0.21409999999997353</c:v>
                </c:pt>
                <c:pt idx="353">
                  <c:v>0.21460000000001855</c:v>
                </c:pt>
                <c:pt idx="354">
                  <c:v>0.21499999999997499</c:v>
                </c:pt>
                <c:pt idx="355">
                  <c:v>0.21539999999998827</c:v>
                </c:pt>
                <c:pt idx="356">
                  <c:v>0.21580000000000155</c:v>
                </c:pt>
                <c:pt idx="357">
                  <c:v>0.21620000000001482</c:v>
                </c:pt>
                <c:pt idx="358">
                  <c:v>0.21649999999999636</c:v>
                </c:pt>
                <c:pt idx="359">
                  <c:v>0.2167999999999779</c:v>
                </c:pt>
                <c:pt idx="360">
                  <c:v>0.21719999999999118</c:v>
                </c:pt>
                <c:pt idx="361">
                  <c:v>0.21719999999999118</c:v>
                </c:pt>
                <c:pt idx="362">
                  <c:v>0.21739999999999782</c:v>
                </c:pt>
                <c:pt idx="363">
                  <c:v>0.21769999999997935</c:v>
                </c:pt>
                <c:pt idx="364">
                  <c:v>0.21800000000001774</c:v>
                </c:pt>
                <c:pt idx="365">
                  <c:v>0.21820000000002437</c:v>
                </c:pt>
                <c:pt idx="366">
                  <c:v>0.21839999999997417</c:v>
                </c:pt>
                <c:pt idx="367">
                  <c:v>0.21859999999998081</c:v>
                </c:pt>
                <c:pt idx="368">
                  <c:v>0.21879999999998745</c:v>
                </c:pt>
                <c:pt idx="369">
                  <c:v>0.21899999999999409</c:v>
                </c:pt>
                <c:pt idx="370">
                  <c:v>0.21920000000000073</c:v>
                </c:pt>
                <c:pt idx="371">
                  <c:v>0.21929999999997563</c:v>
                </c:pt>
                <c:pt idx="372">
                  <c:v>0.21949999999998226</c:v>
                </c:pt>
                <c:pt idx="373">
                  <c:v>0.21960000000001401</c:v>
                </c:pt>
                <c:pt idx="374">
                  <c:v>0.21960000000001401</c:v>
                </c:pt>
                <c:pt idx="375">
                  <c:v>0.21949999999998226</c:v>
                </c:pt>
                <c:pt idx="376">
                  <c:v>0.21920000000000073</c:v>
                </c:pt>
                <c:pt idx="377">
                  <c:v>0.21890000000001919</c:v>
                </c:pt>
                <c:pt idx="378">
                  <c:v>0.21859999999998081</c:v>
                </c:pt>
                <c:pt idx="379">
                  <c:v>0.21829999999999927</c:v>
                </c:pt>
                <c:pt idx="380">
                  <c:v>0.21789999999998599</c:v>
                </c:pt>
                <c:pt idx="381">
                  <c:v>0.21749999999997272</c:v>
                </c:pt>
                <c:pt idx="382">
                  <c:v>0.21719999999999118</c:v>
                </c:pt>
                <c:pt idx="383">
                  <c:v>0.21690000000000964</c:v>
                </c:pt>
                <c:pt idx="384">
                  <c:v>0.21649999999999636</c:v>
                </c:pt>
                <c:pt idx="385">
                  <c:v>0.21620000000001482</c:v>
                </c:pt>
                <c:pt idx="386">
                  <c:v>0.21600000000000819</c:v>
                </c:pt>
                <c:pt idx="387">
                  <c:v>0.2156999999999698</c:v>
                </c:pt>
                <c:pt idx="388">
                  <c:v>0.21550000000002001</c:v>
                </c:pt>
                <c:pt idx="389">
                  <c:v>0.21519999999998163</c:v>
                </c:pt>
                <c:pt idx="390">
                  <c:v>0.21499999999997499</c:v>
                </c:pt>
                <c:pt idx="391">
                  <c:v>0.21479999999996835</c:v>
                </c:pt>
                <c:pt idx="392">
                  <c:v>0.21460000000001855</c:v>
                </c:pt>
                <c:pt idx="393">
                  <c:v>0.21449999999998681</c:v>
                </c:pt>
                <c:pt idx="394">
                  <c:v>0.21429999999998017</c:v>
                </c:pt>
                <c:pt idx="395">
                  <c:v>0.21420000000000528</c:v>
                </c:pt>
                <c:pt idx="396">
                  <c:v>0.21399999999999864</c:v>
                </c:pt>
                <c:pt idx="397">
                  <c:v>0.21390000000002374</c:v>
                </c:pt>
                <c:pt idx="398">
                  <c:v>0.213799999999992</c:v>
                </c:pt>
                <c:pt idx="399">
                  <c:v>0.2137000000000171</c:v>
                </c:pt>
                <c:pt idx="400">
                  <c:v>0.21359999999998536</c:v>
                </c:pt>
                <c:pt idx="401">
                  <c:v>0.21350000000001046</c:v>
                </c:pt>
                <c:pt idx="402">
                  <c:v>0.21339999999997872</c:v>
                </c:pt>
                <c:pt idx="403">
                  <c:v>0.21330000000000382</c:v>
                </c:pt>
                <c:pt idx="404">
                  <c:v>0.21330000000000382</c:v>
                </c:pt>
                <c:pt idx="405">
                  <c:v>0.21319999999997208</c:v>
                </c:pt>
                <c:pt idx="406">
                  <c:v>0.21309999999999718</c:v>
                </c:pt>
                <c:pt idx="407">
                  <c:v>0.21309999999999718</c:v>
                </c:pt>
                <c:pt idx="408">
                  <c:v>0.21300000000002228</c:v>
                </c:pt>
                <c:pt idx="409">
                  <c:v>0.21300000000002228</c:v>
                </c:pt>
                <c:pt idx="410">
                  <c:v>0.21289999999999054</c:v>
                </c:pt>
                <c:pt idx="411">
                  <c:v>0.21289999999999054</c:v>
                </c:pt>
                <c:pt idx="412">
                  <c:v>0.21280000000001564</c:v>
                </c:pt>
                <c:pt idx="413">
                  <c:v>0.21280000000001564</c:v>
                </c:pt>
                <c:pt idx="414">
                  <c:v>0.21280000000001564</c:v>
                </c:pt>
                <c:pt idx="415">
                  <c:v>0.2126999999999839</c:v>
                </c:pt>
                <c:pt idx="416">
                  <c:v>0.2126999999999839</c:v>
                </c:pt>
                <c:pt idx="417">
                  <c:v>0.2126999999999839</c:v>
                </c:pt>
                <c:pt idx="418">
                  <c:v>0.212600000000009</c:v>
                </c:pt>
                <c:pt idx="419">
                  <c:v>0.212600000000009</c:v>
                </c:pt>
                <c:pt idx="420">
                  <c:v>0.212600000000009</c:v>
                </c:pt>
                <c:pt idx="421">
                  <c:v>0.212600000000009</c:v>
                </c:pt>
                <c:pt idx="422">
                  <c:v>0.21249999999997726</c:v>
                </c:pt>
                <c:pt idx="423">
                  <c:v>0.21249999999997726</c:v>
                </c:pt>
                <c:pt idx="424">
                  <c:v>0.21249999999997726</c:v>
                </c:pt>
                <c:pt idx="425">
                  <c:v>0.21249999999997726</c:v>
                </c:pt>
                <c:pt idx="426">
                  <c:v>0.21249999999997726</c:v>
                </c:pt>
                <c:pt idx="427">
                  <c:v>0.21249999999997726</c:v>
                </c:pt>
                <c:pt idx="428">
                  <c:v>0.21249999999997726</c:v>
                </c:pt>
                <c:pt idx="429">
                  <c:v>0.21249999999997726</c:v>
                </c:pt>
                <c:pt idx="430">
                  <c:v>0.212600000000009</c:v>
                </c:pt>
                <c:pt idx="431">
                  <c:v>0.212600000000009</c:v>
                </c:pt>
                <c:pt idx="432">
                  <c:v>0.212600000000009</c:v>
                </c:pt>
                <c:pt idx="433">
                  <c:v>0.212600000000009</c:v>
                </c:pt>
                <c:pt idx="434">
                  <c:v>0.2126999999999839</c:v>
                </c:pt>
                <c:pt idx="435">
                  <c:v>0.2126999999999839</c:v>
                </c:pt>
                <c:pt idx="436">
                  <c:v>0.2126999999999839</c:v>
                </c:pt>
                <c:pt idx="437">
                  <c:v>0.21280000000001564</c:v>
                </c:pt>
                <c:pt idx="438">
                  <c:v>0.21280000000001564</c:v>
                </c:pt>
                <c:pt idx="439">
                  <c:v>0.21280000000001564</c:v>
                </c:pt>
                <c:pt idx="440">
                  <c:v>0.21280000000001564</c:v>
                </c:pt>
                <c:pt idx="441">
                  <c:v>0.21289999999999054</c:v>
                </c:pt>
                <c:pt idx="442">
                  <c:v>0.21289999999999054</c:v>
                </c:pt>
                <c:pt idx="443">
                  <c:v>0.21289999999999054</c:v>
                </c:pt>
                <c:pt idx="444">
                  <c:v>0.21289999999999054</c:v>
                </c:pt>
                <c:pt idx="445">
                  <c:v>0.21300000000002228</c:v>
                </c:pt>
                <c:pt idx="446">
                  <c:v>0.21300000000002228</c:v>
                </c:pt>
                <c:pt idx="447">
                  <c:v>0.21300000000002228</c:v>
                </c:pt>
                <c:pt idx="448">
                  <c:v>0.21300000000002228</c:v>
                </c:pt>
                <c:pt idx="449">
                  <c:v>0.21300000000002228</c:v>
                </c:pt>
                <c:pt idx="450">
                  <c:v>0.21309999999999718</c:v>
                </c:pt>
                <c:pt idx="451">
                  <c:v>0.21309999999999718</c:v>
                </c:pt>
                <c:pt idx="452">
                  <c:v>0.21309999999999718</c:v>
                </c:pt>
                <c:pt idx="453">
                  <c:v>0.21309999999999718</c:v>
                </c:pt>
                <c:pt idx="454">
                  <c:v>0.21309999999999718</c:v>
                </c:pt>
                <c:pt idx="455">
                  <c:v>0.21309999999999718</c:v>
                </c:pt>
                <c:pt idx="456">
                  <c:v>0.21309999999999718</c:v>
                </c:pt>
                <c:pt idx="457">
                  <c:v>0.21319999999997208</c:v>
                </c:pt>
                <c:pt idx="458">
                  <c:v>0.21319999999997208</c:v>
                </c:pt>
                <c:pt idx="459">
                  <c:v>0.21319999999997208</c:v>
                </c:pt>
                <c:pt idx="460">
                  <c:v>0.21319999999997208</c:v>
                </c:pt>
                <c:pt idx="461">
                  <c:v>0.21319999999997208</c:v>
                </c:pt>
                <c:pt idx="462">
                  <c:v>0.21319999999997208</c:v>
                </c:pt>
                <c:pt idx="463">
                  <c:v>0.21319999999997208</c:v>
                </c:pt>
                <c:pt idx="464">
                  <c:v>0.21319999999997208</c:v>
                </c:pt>
                <c:pt idx="465">
                  <c:v>0.21319999999997208</c:v>
                </c:pt>
                <c:pt idx="466">
                  <c:v>0.21330000000000382</c:v>
                </c:pt>
                <c:pt idx="467">
                  <c:v>0.21330000000000382</c:v>
                </c:pt>
                <c:pt idx="468">
                  <c:v>0.21330000000000382</c:v>
                </c:pt>
                <c:pt idx="469">
                  <c:v>0.21330000000000382</c:v>
                </c:pt>
                <c:pt idx="470">
                  <c:v>0.21330000000000382</c:v>
                </c:pt>
                <c:pt idx="471">
                  <c:v>0.21330000000000382</c:v>
                </c:pt>
                <c:pt idx="472">
                  <c:v>0.21330000000000382</c:v>
                </c:pt>
                <c:pt idx="473">
                  <c:v>0.21330000000000382</c:v>
                </c:pt>
                <c:pt idx="474">
                  <c:v>0.21339999999997872</c:v>
                </c:pt>
                <c:pt idx="475">
                  <c:v>0.21339999999997872</c:v>
                </c:pt>
                <c:pt idx="476">
                  <c:v>0.21339999999997872</c:v>
                </c:pt>
                <c:pt idx="477">
                  <c:v>0.21339999999997872</c:v>
                </c:pt>
                <c:pt idx="478">
                  <c:v>0.21330000000000382</c:v>
                </c:pt>
                <c:pt idx="479">
                  <c:v>0.21309999999999718</c:v>
                </c:pt>
                <c:pt idx="480">
                  <c:v>0.21300000000002228</c:v>
                </c:pt>
                <c:pt idx="481">
                  <c:v>0.21280000000001564</c:v>
                </c:pt>
                <c:pt idx="482">
                  <c:v>0.212600000000009</c:v>
                </c:pt>
                <c:pt idx="483">
                  <c:v>0.21240000000000236</c:v>
                </c:pt>
                <c:pt idx="484">
                  <c:v>0.21219999999999573</c:v>
                </c:pt>
                <c:pt idx="485">
                  <c:v>0.21199999999998909</c:v>
                </c:pt>
                <c:pt idx="486">
                  <c:v>0.21190000000001419</c:v>
                </c:pt>
                <c:pt idx="487">
                  <c:v>0.21170000000000755</c:v>
                </c:pt>
                <c:pt idx="488">
                  <c:v>0.21150000000000091</c:v>
                </c:pt>
                <c:pt idx="489">
                  <c:v>0.21139999999996917</c:v>
                </c:pt>
                <c:pt idx="490">
                  <c:v>0.21120000000001937</c:v>
                </c:pt>
                <c:pt idx="491">
                  <c:v>0.21100000000001273</c:v>
                </c:pt>
                <c:pt idx="492">
                  <c:v>0.21089999999998099</c:v>
                </c:pt>
                <c:pt idx="493">
                  <c:v>0.21080000000000609</c:v>
                </c:pt>
                <c:pt idx="494">
                  <c:v>0.21059999999999945</c:v>
                </c:pt>
                <c:pt idx="495">
                  <c:v>0.21050000000002456</c:v>
                </c:pt>
                <c:pt idx="496">
                  <c:v>0.21039999999999281</c:v>
                </c:pt>
                <c:pt idx="497">
                  <c:v>0.21030000000001792</c:v>
                </c:pt>
                <c:pt idx="498">
                  <c:v>0.21019999999998618</c:v>
                </c:pt>
                <c:pt idx="499">
                  <c:v>0.20999999999997954</c:v>
                </c:pt>
                <c:pt idx="500">
                  <c:v>0.20990000000000464</c:v>
                </c:pt>
                <c:pt idx="501">
                  <c:v>0.20990000000000464</c:v>
                </c:pt>
                <c:pt idx="502">
                  <c:v>0.20999999999997954</c:v>
                </c:pt>
                <c:pt idx="503">
                  <c:v>0.21030000000001792</c:v>
                </c:pt>
                <c:pt idx="504">
                  <c:v>0.21069999999997435</c:v>
                </c:pt>
                <c:pt idx="505">
                  <c:v>0.21120000000001937</c:v>
                </c:pt>
                <c:pt idx="506">
                  <c:v>0.21170000000000755</c:v>
                </c:pt>
                <c:pt idx="507">
                  <c:v>0.21219999999999573</c:v>
                </c:pt>
                <c:pt idx="508">
                  <c:v>0.2126999999999839</c:v>
                </c:pt>
                <c:pt idx="509">
                  <c:v>0.21319999999997208</c:v>
                </c:pt>
                <c:pt idx="510">
                  <c:v>0.2137000000000171</c:v>
                </c:pt>
                <c:pt idx="511">
                  <c:v>0.21420000000000528</c:v>
                </c:pt>
                <c:pt idx="512">
                  <c:v>0.21469999999999345</c:v>
                </c:pt>
                <c:pt idx="513">
                  <c:v>0.21510000000000673</c:v>
                </c:pt>
                <c:pt idx="514">
                  <c:v>0.21550000000002001</c:v>
                </c:pt>
                <c:pt idx="515">
                  <c:v>0.21589999999997644</c:v>
                </c:pt>
                <c:pt idx="516">
                  <c:v>0.21620000000001482</c:v>
                </c:pt>
                <c:pt idx="517">
                  <c:v>0.21659999999997126</c:v>
                </c:pt>
                <c:pt idx="518">
                  <c:v>0.21690000000000964</c:v>
                </c:pt>
                <c:pt idx="519">
                  <c:v>0.21719999999999118</c:v>
                </c:pt>
                <c:pt idx="520">
                  <c:v>0.21749999999997272</c:v>
                </c:pt>
                <c:pt idx="521">
                  <c:v>0.2178000000000111</c:v>
                </c:pt>
                <c:pt idx="522">
                  <c:v>0.21800000000001774</c:v>
                </c:pt>
                <c:pt idx="523">
                  <c:v>0.21820000000002437</c:v>
                </c:pt>
                <c:pt idx="524">
                  <c:v>0.21850000000000591</c:v>
                </c:pt>
                <c:pt idx="525">
                  <c:v>0.21870000000001255</c:v>
                </c:pt>
                <c:pt idx="526">
                  <c:v>0.21890000000001919</c:v>
                </c:pt>
                <c:pt idx="527">
                  <c:v>0.21899999999999409</c:v>
                </c:pt>
                <c:pt idx="528">
                  <c:v>0.21920000000000073</c:v>
                </c:pt>
                <c:pt idx="529">
                  <c:v>0.21940000000000737</c:v>
                </c:pt>
                <c:pt idx="530">
                  <c:v>0.21949999999998226</c:v>
                </c:pt>
                <c:pt idx="531">
                  <c:v>0.21960000000001401</c:v>
                </c:pt>
                <c:pt idx="532">
                  <c:v>0.21960000000001401</c:v>
                </c:pt>
              </c:numCache>
            </c:numRef>
          </c:yVal>
          <c:smooth val="1"/>
          <c:extLst>
            <c:ext xmlns:c16="http://schemas.microsoft.com/office/drawing/2014/chart" uri="{C3380CC4-5D6E-409C-BE32-E72D297353CC}">
              <c16:uniqueId val="{0000001C-4233-4E9D-9D6D-D06060CC9530}"/>
            </c:ext>
          </c:extLst>
        </c:ser>
        <c:ser>
          <c:idx val="29"/>
          <c:order val="29"/>
          <c:tx>
            <c:strRef>
              <c:f>PM50000_Temps_oc5l2_50000!$BCF$1</c:f>
              <c:strCache>
                <c:ptCount val="1"/>
                <c:pt idx="0">
                  <c:v>TELE_PM_INTERIOR.30</c:v>
                </c:pt>
              </c:strCache>
            </c:strRef>
          </c:tx>
          <c:spPr>
            <a:ln w="19050" cap="rnd">
              <a:solidFill>
                <a:schemeClr val="accent6">
                  <a:lumMod val="60000"/>
                  <a:lumOff val="40000"/>
                </a:schemeClr>
              </a:solidFill>
              <a:round/>
            </a:ln>
            <a:effectLst/>
          </c:spPr>
          <c:marker>
            <c:symbol val="circle"/>
            <c:size val="5"/>
            <c:spPr>
              <a:solidFill>
                <a:schemeClr val="accent6">
                  <a:lumMod val="60000"/>
                  <a:lumOff val="40000"/>
                </a:schemeClr>
              </a:solidFill>
              <a:ln w="9525">
                <a:solidFill>
                  <a:schemeClr val="accent6">
                    <a:lumMod val="60000"/>
                    <a:lumOff val="4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PM50000_Temps_oc5l2_50000!$BCF$2:$BCF$536</c:f>
              <c:numCache>
                <c:formatCode>General</c:formatCode>
                <c:ptCount val="533"/>
                <c:pt idx="0">
                  <c:v>0</c:v>
                </c:pt>
                <c:pt idx="1">
                  <c:v>6.9999999999481588E-4</c:v>
                </c:pt>
                <c:pt idx="2">
                  <c:v>4.6999999999570719E-3</c:v>
                </c:pt>
                <c:pt idx="3">
                  <c:v>1.2200000000007094E-2</c:v>
                </c:pt>
                <c:pt idx="4">
                  <c:v>2.2400000000004638E-2</c:v>
                </c:pt>
                <c:pt idx="5">
                  <c:v>3.4099999999966712E-2</c:v>
                </c:pt>
                <c:pt idx="6">
                  <c:v>4.6499999999980446E-2</c:v>
                </c:pt>
                <c:pt idx="7">
                  <c:v>5.8999999999969077E-2</c:v>
                </c:pt>
                <c:pt idx="8">
                  <c:v>7.1199999999976171E-2</c:v>
                </c:pt>
                <c:pt idx="9">
                  <c:v>8.2999999999969987E-2</c:v>
                </c:pt>
                <c:pt idx="10">
                  <c:v>9.3999999999994088E-2</c:v>
                </c:pt>
                <c:pt idx="11">
                  <c:v>0.10439999999999827</c:v>
                </c:pt>
                <c:pt idx="12">
                  <c:v>0.1139999999999759</c:v>
                </c:pt>
                <c:pt idx="13">
                  <c:v>0.12289999999995871</c:v>
                </c:pt>
                <c:pt idx="14">
                  <c:v>0.13110000000000355</c:v>
                </c:pt>
                <c:pt idx="15">
                  <c:v>0.13859999999999673</c:v>
                </c:pt>
                <c:pt idx="16">
                  <c:v>0.14549999999996999</c:v>
                </c:pt>
                <c:pt idx="17">
                  <c:v>0.15179999999998017</c:v>
                </c:pt>
                <c:pt idx="18">
                  <c:v>0.15760000000000218</c:v>
                </c:pt>
                <c:pt idx="19">
                  <c:v>0.16289999999997917</c:v>
                </c:pt>
                <c:pt idx="20">
                  <c:v>0.16769999999996799</c:v>
                </c:pt>
                <c:pt idx="21">
                  <c:v>0.17219999999997526</c:v>
                </c:pt>
                <c:pt idx="22">
                  <c:v>0.17619999999999436</c:v>
                </c:pt>
                <c:pt idx="23">
                  <c:v>0.17989999999997508</c:v>
                </c:pt>
                <c:pt idx="24">
                  <c:v>0.18329999999997426</c:v>
                </c:pt>
                <c:pt idx="25">
                  <c:v>0.18639999999999191</c:v>
                </c:pt>
                <c:pt idx="26">
                  <c:v>0.18930000000000291</c:v>
                </c:pt>
                <c:pt idx="27">
                  <c:v>0.19180000000000064</c:v>
                </c:pt>
                <c:pt idx="28">
                  <c:v>0.19419999999996662</c:v>
                </c:pt>
                <c:pt idx="29">
                  <c:v>0.19659999999998945</c:v>
                </c:pt>
                <c:pt idx="30">
                  <c:v>0.19899999999995543</c:v>
                </c:pt>
                <c:pt idx="31">
                  <c:v>0.20130000000000337</c:v>
                </c:pt>
                <c:pt idx="32">
                  <c:v>0.20359999999999445</c:v>
                </c:pt>
                <c:pt idx="33">
                  <c:v>0.2056999999999789</c:v>
                </c:pt>
                <c:pt idx="34">
                  <c:v>0.20779999999996335</c:v>
                </c:pt>
                <c:pt idx="35">
                  <c:v>0.2097999999999729</c:v>
                </c:pt>
                <c:pt idx="36">
                  <c:v>0.21159999999997581</c:v>
                </c:pt>
                <c:pt idx="37">
                  <c:v>0.21330000000000382</c:v>
                </c:pt>
                <c:pt idx="38">
                  <c:v>0.21490000000000009</c:v>
                </c:pt>
                <c:pt idx="39">
                  <c:v>0.21639999999996462</c:v>
                </c:pt>
                <c:pt idx="40">
                  <c:v>0.2178000000000111</c:v>
                </c:pt>
                <c:pt idx="41">
                  <c:v>0.21909999999996899</c:v>
                </c:pt>
                <c:pt idx="42">
                  <c:v>0.22030000000000882</c:v>
                </c:pt>
                <c:pt idx="43">
                  <c:v>0.22139999999996007</c:v>
                </c:pt>
                <c:pt idx="44">
                  <c:v>0.22239999999999327</c:v>
                </c:pt>
                <c:pt idx="45">
                  <c:v>0.22339999999996962</c:v>
                </c:pt>
                <c:pt idx="46">
                  <c:v>0.22429999999997108</c:v>
                </c:pt>
                <c:pt idx="47">
                  <c:v>0.22509999999999764</c:v>
                </c:pt>
                <c:pt idx="48">
                  <c:v>0.22589999999996735</c:v>
                </c:pt>
                <c:pt idx="49">
                  <c:v>0.22659999999996217</c:v>
                </c:pt>
                <c:pt idx="50">
                  <c:v>0.22719999999998208</c:v>
                </c:pt>
                <c:pt idx="51">
                  <c:v>0.2278999999999769</c:v>
                </c:pt>
                <c:pt idx="52">
                  <c:v>0.22839999999996508</c:v>
                </c:pt>
                <c:pt idx="53">
                  <c:v>0.2289000000000101</c:v>
                </c:pt>
                <c:pt idx="54">
                  <c:v>0.22939999999999827</c:v>
                </c:pt>
                <c:pt idx="55">
                  <c:v>0.22989999999998645</c:v>
                </c:pt>
                <c:pt idx="56">
                  <c:v>0.23029999999999973</c:v>
                </c:pt>
                <c:pt idx="57">
                  <c:v>0.23069999999995616</c:v>
                </c:pt>
                <c:pt idx="58">
                  <c:v>0.23109999999996944</c:v>
                </c:pt>
                <c:pt idx="59">
                  <c:v>0.23129999999997608</c:v>
                </c:pt>
                <c:pt idx="60">
                  <c:v>0.23129999999997608</c:v>
                </c:pt>
                <c:pt idx="61">
                  <c:v>0.23120000000000118</c:v>
                </c:pt>
                <c:pt idx="62">
                  <c:v>0.23109999999996944</c:v>
                </c:pt>
                <c:pt idx="63">
                  <c:v>0.2307999999999879</c:v>
                </c:pt>
                <c:pt idx="64">
                  <c:v>0.23059999999998126</c:v>
                </c:pt>
                <c:pt idx="65">
                  <c:v>0.23029999999999973</c:v>
                </c:pt>
                <c:pt idx="66">
                  <c:v>0.22999999999996135</c:v>
                </c:pt>
                <c:pt idx="67">
                  <c:v>0.22969999999997981</c:v>
                </c:pt>
                <c:pt idx="68">
                  <c:v>0.22939999999999827</c:v>
                </c:pt>
                <c:pt idx="69">
                  <c:v>0.22909999999995989</c:v>
                </c:pt>
                <c:pt idx="70">
                  <c:v>0.22879999999997835</c:v>
                </c:pt>
                <c:pt idx="71">
                  <c:v>0.22859999999997171</c:v>
                </c:pt>
                <c:pt idx="72">
                  <c:v>0.22839999999996508</c:v>
                </c:pt>
                <c:pt idx="73">
                  <c:v>0.22809999999998354</c:v>
                </c:pt>
                <c:pt idx="74">
                  <c:v>0.2278999999999769</c:v>
                </c:pt>
                <c:pt idx="75">
                  <c:v>0.22769999999997026</c:v>
                </c:pt>
                <c:pt idx="76">
                  <c:v>0.22759999999999536</c:v>
                </c:pt>
                <c:pt idx="77">
                  <c:v>0.22739999999998872</c:v>
                </c:pt>
                <c:pt idx="78">
                  <c:v>0.22719999999998208</c:v>
                </c:pt>
                <c:pt idx="79">
                  <c:v>0.22710000000000719</c:v>
                </c:pt>
                <c:pt idx="80">
                  <c:v>0.22699999999997544</c:v>
                </c:pt>
                <c:pt idx="81">
                  <c:v>0.2267999999999688</c:v>
                </c:pt>
                <c:pt idx="82">
                  <c:v>0.22669999999999391</c:v>
                </c:pt>
                <c:pt idx="83">
                  <c:v>0.22659999999996217</c:v>
                </c:pt>
                <c:pt idx="84">
                  <c:v>0.22649999999998727</c:v>
                </c:pt>
                <c:pt idx="85">
                  <c:v>0.22639999999995553</c:v>
                </c:pt>
                <c:pt idx="86">
                  <c:v>0.22629999999998063</c:v>
                </c:pt>
                <c:pt idx="87">
                  <c:v>0.22629999999998063</c:v>
                </c:pt>
                <c:pt idx="88">
                  <c:v>0.22620000000000573</c:v>
                </c:pt>
                <c:pt idx="89">
                  <c:v>0.22609999999997399</c:v>
                </c:pt>
                <c:pt idx="90">
                  <c:v>0.22609999999997399</c:v>
                </c:pt>
                <c:pt idx="91">
                  <c:v>0.22599999999999909</c:v>
                </c:pt>
                <c:pt idx="92">
                  <c:v>0.22589999999996735</c:v>
                </c:pt>
                <c:pt idx="93">
                  <c:v>0.22589999999996735</c:v>
                </c:pt>
                <c:pt idx="94">
                  <c:v>0.22579999999999245</c:v>
                </c:pt>
                <c:pt idx="95">
                  <c:v>0.22579999999999245</c:v>
                </c:pt>
                <c:pt idx="96">
                  <c:v>0.22579999999999245</c:v>
                </c:pt>
                <c:pt idx="97">
                  <c:v>0.22569999999996071</c:v>
                </c:pt>
                <c:pt idx="98">
                  <c:v>0.22569999999996071</c:v>
                </c:pt>
                <c:pt idx="99">
                  <c:v>0.22569999999996071</c:v>
                </c:pt>
                <c:pt idx="100">
                  <c:v>0.22559999999998581</c:v>
                </c:pt>
                <c:pt idx="101">
                  <c:v>0.22559999999998581</c:v>
                </c:pt>
                <c:pt idx="102">
                  <c:v>0.22559999999998581</c:v>
                </c:pt>
                <c:pt idx="103">
                  <c:v>0.22559999999998581</c:v>
                </c:pt>
                <c:pt idx="104">
                  <c:v>0.22550000000001091</c:v>
                </c:pt>
                <c:pt idx="105">
                  <c:v>0.22550000000001091</c:v>
                </c:pt>
                <c:pt idx="106">
                  <c:v>0.22550000000001091</c:v>
                </c:pt>
                <c:pt idx="107">
                  <c:v>0.22550000000001091</c:v>
                </c:pt>
                <c:pt idx="108">
                  <c:v>0.22550000000001091</c:v>
                </c:pt>
                <c:pt idx="109">
                  <c:v>0.22539999999997917</c:v>
                </c:pt>
                <c:pt idx="110">
                  <c:v>0.22539999999997917</c:v>
                </c:pt>
                <c:pt idx="111">
                  <c:v>0.22539999999997917</c:v>
                </c:pt>
                <c:pt idx="112">
                  <c:v>0.22550000000001091</c:v>
                </c:pt>
                <c:pt idx="113">
                  <c:v>0.22550000000001091</c:v>
                </c:pt>
                <c:pt idx="114">
                  <c:v>0.22550000000001091</c:v>
                </c:pt>
                <c:pt idx="115">
                  <c:v>0.22550000000001091</c:v>
                </c:pt>
                <c:pt idx="116">
                  <c:v>0.22559999999998581</c:v>
                </c:pt>
                <c:pt idx="117">
                  <c:v>0.22559999999998581</c:v>
                </c:pt>
                <c:pt idx="118">
                  <c:v>0.22559999999998581</c:v>
                </c:pt>
                <c:pt idx="119">
                  <c:v>0.22569999999996071</c:v>
                </c:pt>
                <c:pt idx="120">
                  <c:v>0.22569999999996071</c:v>
                </c:pt>
                <c:pt idx="121">
                  <c:v>0.22569999999996071</c:v>
                </c:pt>
                <c:pt idx="122">
                  <c:v>0.22579999999999245</c:v>
                </c:pt>
                <c:pt idx="123">
                  <c:v>0.22579999999999245</c:v>
                </c:pt>
                <c:pt idx="124">
                  <c:v>0.22589999999996735</c:v>
                </c:pt>
                <c:pt idx="125">
                  <c:v>0.22589999999996735</c:v>
                </c:pt>
                <c:pt idx="126">
                  <c:v>0.22589999999996735</c:v>
                </c:pt>
                <c:pt idx="127">
                  <c:v>0.22589999999996735</c:v>
                </c:pt>
                <c:pt idx="128">
                  <c:v>0.22599999999999909</c:v>
                </c:pt>
                <c:pt idx="129">
                  <c:v>0.22599999999999909</c:v>
                </c:pt>
                <c:pt idx="130">
                  <c:v>0.22599999999999909</c:v>
                </c:pt>
                <c:pt idx="131">
                  <c:v>0.22609999999997399</c:v>
                </c:pt>
                <c:pt idx="132">
                  <c:v>0.22609999999997399</c:v>
                </c:pt>
                <c:pt idx="133">
                  <c:v>0.22609999999997399</c:v>
                </c:pt>
                <c:pt idx="134">
                  <c:v>0.22609999999997399</c:v>
                </c:pt>
                <c:pt idx="135">
                  <c:v>0.22609999999997399</c:v>
                </c:pt>
                <c:pt idx="136">
                  <c:v>0.22620000000000573</c:v>
                </c:pt>
                <c:pt idx="137">
                  <c:v>0.22620000000000573</c:v>
                </c:pt>
                <c:pt idx="138">
                  <c:v>0.22620000000000573</c:v>
                </c:pt>
                <c:pt idx="139">
                  <c:v>0.22620000000000573</c:v>
                </c:pt>
                <c:pt idx="140">
                  <c:v>0.22620000000000573</c:v>
                </c:pt>
                <c:pt idx="141">
                  <c:v>0.22629999999998063</c:v>
                </c:pt>
                <c:pt idx="142">
                  <c:v>0.22629999999998063</c:v>
                </c:pt>
                <c:pt idx="143">
                  <c:v>0.22629999999998063</c:v>
                </c:pt>
                <c:pt idx="144">
                  <c:v>0.22629999999998063</c:v>
                </c:pt>
                <c:pt idx="145">
                  <c:v>0.22629999999998063</c:v>
                </c:pt>
                <c:pt idx="146">
                  <c:v>0.22629999999998063</c:v>
                </c:pt>
                <c:pt idx="147">
                  <c:v>0.22629999999998063</c:v>
                </c:pt>
                <c:pt idx="148">
                  <c:v>0.22639999999995553</c:v>
                </c:pt>
                <c:pt idx="149">
                  <c:v>0.22639999999995553</c:v>
                </c:pt>
                <c:pt idx="150">
                  <c:v>0.22639999999995553</c:v>
                </c:pt>
                <c:pt idx="151">
                  <c:v>0.22639999999995553</c:v>
                </c:pt>
                <c:pt idx="152">
                  <c:v>0.22639999999995553</c:v>
                </c:pt>
                <c:pt idx="153">
                  <c:v>0.22639999999995553</c:v>
                </c:pt>
                <c:pt idx="154">
                  <c:v>0.22639999999995553</c:v>
                </c:pt>
                <c:pt idx="155">
                  <c:v>0.22639999999995553</c:v>
                </c:pt>
                <c:pt idx="156">
                  <c:v>0.22639999999995553</c:v>
                </c:pt>
                <c:pt idx="157">
                  <c:v>0.22639999999995553</c:v>
                </c:pt>
                <c:pt idx="158">
                  <c:v>0.22649999999998727</c:v>
                </c:pt>
                <c:pt idx="159">
                  <c:v>0.22649999999998727</c:v>
                </c:pt>
                <c:pt idx="160">
                  <c:v>0.22649999999998727</c:v>
                </c:pt>
                <c:pt idx="161">
                  <c:v>0.22649999999998727</c:v>
                </c:pt>
                <c:pt idx="162">
                  <c:v>0.22639999999995553</c:v>
                </c:pt>
                <c:pt idx="163">
                  <c:v>0.22620000000000573</c:v>
                </c:pt>
                <c:pt idx="164">
                  <c:v>0.22609999999997399</c:v>
                </c:pt>
                <c:pt idx="165">
                  <c:v>0.22589999999996735</c:v>
                </c:pt>
                <c:pt idx="166">
                  <c:v>0.22559999999998581</c:v>
                </c:pt>
                <c:pt idx="167">
                  <c:v>0.22539999999997917</c:v>
                </c:pt>
                <c:pt idx="168">
                  <c:v>0.22519999999997253</c:v>
                </c:pt>
                <c:pt idx="169">
                  <c:v>0.22499999999996589</c:v>
                </c:pt>
                <c:pt idx="170">
                  <c:v>0.22479999999995925</c:v>
                </c:pt>
                <c:pt idx="171">
                  <c:v>0.22460000000000946</c:v>
                </c:pt>
                <c:pt idx="172">
                  <c:v>0.22440000000000282</c:v>
                </c:pt>
                <c:pt idx="173">
                  <c:v>0.22419999999999618</c:v>
                </c:pt>
                <c:pt idx="174">
                  <c:v>0.22409999999996444</c:v>
                </c:pt>
                <c:pt idx="175">
                  <c:v>0.2238999999999578</c:v>
                </c:pt>
                <c:pt idx="176">
                  <c:v>0.223700000000008</c:v>
                </c:pt>
                <c:pt idx="177">
                  <c:v>0.22359999999997626</c:v>
                </c:pt>
                <c:pt idx="178">
                  <c:v>0.22339999999996962</c:v>
                </c:pt>
                <c:pt idx="179">
                  <c:v>0.22329999999999472</c:v>
                </c:pt>
                <c:pt idx="180">
                  <c:v>0.22309999999998809</c:v>
                </c:pt>
                <c:pt idx="181">
                  <c:v>0.22299999999995634</c:v>
                </c:pt>
                <c:pt idx="182">
                  <c:v>0.22289999999998145</c:v>
                </c:pt>
                <c:pt idx="183">
                  <c:v>0.22269999999997481</c:v>
                </c:pt>
                <c:pt idx="184">
                  <c:v>0.22249999999996817</c:v>
                </c:pt>
                <c:pt idx="185">
                  <c:v>0.22249999999996817</c:v>
                </c:pt>
                <c:pt idx="186">
                  <c:v>0.22259999999999991</c:v>
                </c:pt>
                <c:pt idx="187">
                  <c:v>0.22289999999998145</c:v>
                </c:pt>
                <c:pt idx="188">
                  <c:v>0.22339999999996962</c:v>
                </c:pt>
                <c:pt idx="189">
                  <c:v>0.2238999999999578</c:v>
                </c:pt>
                <c:pt idx="190">
                  <c:v>0.22440000000000282</c:v>
                </c:pt>
                <c:pt idx="191">
                  <c:v>0.22499999999996589</c:v>
                </c:pt>
                <c:pt idx="192">
                  <c:v>0.22559999999998581</c:v>
                </c:pt>
                <c:pt idx="193">
                  <c:v>0.22620000000000573</c:v>
                </c:pt>
                <c:pt idx="194">
                  <c:v>0.22669999999999391</c:v>
                </c:pt>
                <c:pt idx="195">
                  <c:v>0.22729999999995698</c:v>
                </c:pt>
                <c:pt idx="196">
                  <c:v>0.227800000000002</c:v>
                </c:pt>
                <c:pt idx="197">
                  <c:v>0.22829999999999018</c:v>
                </c:pt>
                <c:pt idx="198">
                  <c:v>0.22879999999997835</c:v>
                </c:pt>
                <c:pt idx="199">
                  <c:v>0.22919999999999163</c:v>
                </c:pt>
                <c:pt idx="200">
                  <c:v>0.22960000000000491</c:v>
                </c:pt>
                <c:pt idx="201">
                  <c:v>0.22999999999996135</c:v>
                </c:pt>
                <c:pt idx="202">
                  <c:v>0.23039999999997463</c:v>
                </c:pt>
                <c:pt idx="203">
                  <c:v>0.23069999999995616</c:v>
                </c:pt>
                <c:pt idx="204">
                  <c:v>0.23109999999996944</c:v>
                </c:pt>
                <c:pt idx="205">
                  <c:v>0.23140000000000782</c:v>
                </c:pt>
                <c:pt idx="206">
                  <c:v>0.23169999999998936</c:v>
                </c:pt>
                <c:pt idx="207">
                  <c:v>0.231899999999996</c:v>
                </c:pt>
                <c:pt idx="208">
                  <c:v>0.23219999999997754</c:v>
                </c:pt>
                <c:pt idx="209">
                  <c:v>0.23239999999998417</c:v>
                </c:pt>
                <c:pt idx="210">
                  <c:v>0.23269999999996571</c:v>
                </c:pt>
                <c:pt idx="211">
                  <c:v>0.23289999999997235</c:v>
                </c:pt>
                <c:pt idx="212">
                  <c:v>0.23309999999997899</c:v>
                </c:pt>
                <c:pt idx="213">
                  <c:v>0.23320000000001073</c:v>
                </c:pt>
                <c:pt idx="214">
                  <c:v>0.23339999999996053</c:v>
                </c:pt>
                <c:pt idx="215">
                  <c:v>0.23359999999996717</c:v>
                </c:pt>
                <c:pt idx="216">
                  <c:v>0.23359999999996717</c:v>
                </c:pt>
                <c:pt idx="217">
                  <c:v>0.23339999999996053</c:v>
                </c:pt>
                <c:pt idx="218">
                  <c:v>0.23320000000001073</c:v>
                </c:pt>
                <c:pt idx="219">
                  <c:v>0.23279999999999745</c:v>
                </c:pt>
                <c:pt idx="220">
                  <c:v>0.23249999999995907</c:v>
                </c:pt>
                <c:pt idx="221">
                  <c:v>0.23210000000000264</c:v>
                </c:pt>
                <c:pt idx="222">
                  <c:v>0.23169999999998936</c:v>
                </c:pt>
                <c:pt idx="223">
                  <c:v>0.23129999999997608</c:v>
                </c:pt>
                <c:pt idx="224">
                  <c:v>0.2308999999999628</c:v>
                </c:pt>
                <c:pt idx="225">
                  <c:v>0.23050000000000637</c:v>
                </c:pt>
                <c:pt idx="226">
                  <c:v>0.23009999999999309</c:v>
                </c:pt>
                <c:pt idx="227">
                  <c:v>0.22980000000001155</c:v>
                </c:pt>
                <c:pt idx="228">
                  <c:v>0.22949999999997317</c:v>
                </c:pt>
                <c:pt idx="229">
                  <c:v>0.22919999999999163</c:v>
                </c:pt>
                <c:pt idx="230">
                  <c:v>0.2289000000000101</c:v>
                </c:pt>
                <c:pt idx="231">
                  <c:v>0.22859999999997171</c:v>
                </c:pt>
                <c:pt idx="232">
                  <c:v>0.22839999999996508</c:v>
                </c:pt>
                <c:pt idx="233">
                  <c:v>0.22819999999995844</c:v>
                </c:pt>
                <c:pt idx="234">
                  <c:v>0.22800000000000864</c:v>
                </c:pt>
                <c:pt idx="235">
                  <c:v>0.227800000000002</c:v>
                </c:pt>
                <c:pt idx="236">
                  <c:v>0.22759999999999536</c:v>
                </c:pt>
                <c:pt idx="237">
                  <c:v>0.22739999999998872</c:v>
                </c:pt>
                <c:pt idx="238">
                  <c:v>0.22729999999995698</c:v>
                </c:pt>
                <c:pt idx="239">
                  <c:v>0.22710000000000719</c:v>
                </c:pt>
                <c:pt idx="240">
                  <c:v>0.22699999999997544</c:v>
                </c:pt>
                <c:pt idx="241">
                  <c:v>0.22690000000000055</c:v>
                </c:pt>
                <c:pt idx="242">
                  <c:v>0.22669999999999391</c:v>
                </c:pt>
                <c:pt idx="243">
                  <c:v>0.22659999999996217</c:v>
                </c:pt>
                <c:pt idx="244">
                  <c:v>0.22649999999998727</c:v>
                </c:pt>
                <c:pt idx="245">
                  <c:v>0.22639999999995553</c:v>
                </c:pt>
                <c:pt idx="246">
                  <c:v>0.22639999999995553</c:v>
                </c:pt>
                <c:pt idx="247">
                  <c:v>0.22629999999998063</c:v>
                </c:pt>
                <c:pt idx="248">
                  <c:v>0.22620000000000573</c:v>
                </c:pt>
                <c:pt idx="249">
                  <c:v>0.22609999999997399</c:v>
                </c:pt>
                <c:pt idx="250">
                  <c:v>0.22609999999997399</c:v>
                </c:pt>
                <c:pt idx="251">
                  <c:v>0.22599999999999909</c:v>
                </c:pt>
                <c:pt idx="252">
                  <c:v>0.22599999999999909</c:v>
                </c:pt>
                <c:pt idx="253">
                  <c:v>0.22589999999996735</c:v>
                </c:pt>
                <c:pt idx="254">
                  <c:v>0.22589999999996735</c:v>
                </c:pt>
                <c:pt idx="255">
                  <c:v>0.22579999999999245</c:v>
                </c:pt>
                <c:pt idx="256">
                  <c:v>0.22579999999999245</c:v>
                </c:pt>
                <c:pt idx="257">
                  <c:v>0.22579999999999245</c:v>
                </c:pt>
                <c:pt idx="258">
                  <c:v>0.22569999999996071</c:v>
                </c:pt>
                <c:pt idx="259">
                  <c:v>0.22569999999996071</c:v>
                </c:pt>
                <c:pt idx="260">
                  <c:v>0.22569999999996071</c:v>
                </c:pt>
                <c:pt idx="261">
                  <c:v>0.22559999999998581</c:v>
                </c:pt>
                <c:pt idx="262">
                  <c:v>0.22559999999998581</c:v>
                </c:pt>
                <c:pt idx="263">
                  <c:v>0.22559999999998581</c:v>
                </c:pt>
                <c:pt idx="264">
                  <c:v>0.22559999999998581</c:v>
                </c:pt>
                <c:pt idx="265">
                  <c:v>0.22550000000001091</c:v>
                </c:pt>
                <c:pt idx="266">
                  <c:v>0.22550000000001091</c:v>
                </c:pt>
                <c:pt idx="267">
                  <c:v>0.22550000000001091</c:v>
                </c:pt>
                <c:pt idx="268">
                  <c:v>0.22550000000001091</c:v>
                </c:pt>
                <c:pt idx="269">
                  <c:v>0.22550000000001091</c:v>
                </c:pt>
                <c:pt idx="270">
                  <c:v>0.22550000000001091</c:v>
                </c:pt>
                <c:pt idx="271">
                  <c:v>0.22559999999998581</c:v>
                </c:pt>
                <c:pt idx="272">
                  <c:v>0.22559999999998581</c:v>
                </c:pt>
                <c:pt idx="273">
                  <c:v>0.22559999999998581</c:v>
                </c:pt>
                <c:pt idx="274">
                  <c:v>0.22569999999996071</c:v>
                </c:pt>
                <c:pt idx="275">
                  <c:v>0.22569999999996071</c:v>
                </c:pt>
                <c:pt idx="276">
                  <c:v>0.22569999999996071</c:v>
                </c:pt>
                <c:pt idx="277">
                  <c:v>0.22579999999999245</c:v>
                </c:pt>
                <c:pt idx="278">
                  <c:v>0.22579999999999245</c:v>
                </c:pt>
                <c:pt idx="279">
                  <c:v>0.22579999999999245</c:v>
                </c:pt>
                <c:pt idx="280">
                  <c:v>0.22589999999996735</c:v>
                </c:pt>
                <c:pt idx="281">
                  <c:v>0.22589999999996735</c:v>
                </c:pt>
                <c:pt idx="282">
                  <c:v>0.22589999999996735</c:v>
                </c:pt>
                <c:pt idx="283">
                  <c:v>0.22599999999999909</c:v>
                </c:pt>
                <c:pt idx="284">
                  <c:v>0.22599999999999909</c:v>
                </c:pt>
                <c:pt idx="285">
                  <c:v>0.22599999999999909</c:v>
                </c:pt>
                <c:pt idx="286">
                  <c:v>0.22599999999999909</c:v>
                </c:pt>
                <c:pt idx="287">
                  <c:v>0.22609999999997399</c:v>
                </c:pt>
                <c:pt idx="288">
                  <c:v>0.22609999999997399</c:v>
                </c:pt>
                <c:pt idx="289">
                  <c:v>0.22609999999997399</c:v>
                </c:pt>
                <c:pt idx="290">
                  <c:v>0.22609999999997399</c:v>
                </c:pt>
                <c:pt idx="291">
                  <c:v>0.22620000000000573</c:v>
                </c:pt>
                <c:pt idx="292">
                  <c:v>0.22620000000000573</c:v>
                </c:pt>
                <c:pt idx="293">
                  <c:v>0.22620000000000573</c:v>
                </c:pt>
                <c:pt idx="294">
                  <c:v>0.22620000000000573</c:v>
                </c:pt>
                <c:pt idx="295">
                  <c:v>0.22620000000000573</c:v>
                </c:pt>
                <c:pt idx="296">
                  <c:v>0.22620000000000573</c:v>
                </c:pt>
                <c:pt idx="297">
                  <c:v>0.22629999999998063</c:v>
                </c:pt>
                <c:pt idx="298">
                  <c:v>0.22629999999998063</c:v>
                </c:pt>
                <c:pt idx="299">
                  <c:v>0.22629999999998063</c:v>
                </c:pt>
                <c:pt idx="300">
                  <c:v>0.22629999999998063</c:v>
                </c:pt>
                <c:pt idx="301">
                  <c:v>0.22629999999998063</c:v>
                </c:pt>
                <c:pt idx="302">
                  <c:v>0.22629999999998063</c:v>
                </c:pt>
                <c:pt idx="303">
                  <c:v>0.22629999999998063</c:v>
                </c:pt>
                <c:pt idx="304">
                  <c:v>0.22639999999995553</c:v>
                </c:pt>
                <c:pt idx="305">
                  <c:v>0.22639999999995553</c:v>
                </c:pt>
                <c:pt idx="306">
                  <c:v>0.22639999999995553</c:v>
                </c:pt>
                <c:pt idx="307">
                  <c:v>0.22639999999995553</c:v>
                </c:pt>
                <c:pt idx="308">
                  <c:v>0.22639999999995553</c:v>
                </c:pt>
                <c:pt idx="309">
                  <c:v>0.22639999999995553</c:v>
                </c:pt>
                <c:pt idx="310">
                  <c:v>0.22639999999995553</c:v>
                </c:pt>
                <c:pt idx="311">
                  <c:v>0.22639999999995553</c:v>
                </c:pt>
                <c:pt idx="312">
                  <c:v>0.22639999999995553</c:v>
                </c:pt>
                <c:pt idx="313">
                  <c:v>0.22639999999995553</c:v>
                </c:pt>
                <c:pt idx="314">
                  <c:v>0.22639999999995553</c:v>
                </c:pt>
                <c:pt idx="315">
                  <c:v>0.22649999999998727</c:v>
                </c:pt>
                <c:pt idx="316">
                  <c:v>0.22649999999998727</c:v>
                </c:pt>
                <c:pt idx="317">
                  <c:v>0.22649999999998727</c:v>
                </c:pt>
                <c:pt idx="318">
                  <c:v>0.22649999999998727</c:v>
                </c:pt>
                <c:pt idx="319">
                  <c:v>0.22639999999995553</c:v>
                </c:pt>
                <c:pt idx="320">
                  <c:v>0.22620000000000573</c:v>
                </c:pt>
                <c:pt idx="321">
                  <c:v>0.22599999999999909</c:v>
                </c:pt>
                <c:pt idx="322">
                  <c:v>0.22579999999999245</c:v>
                </c:pt>
                <c:pt idx="323">
                  <c:v>0.22559999999998581</c:v>
                </c:pt>
                <c:pt idx="324">
                  <c:v>0.22539999999997917</c:v>
                </c:pt>
                <c:pt idx="325">
                  <c:v>0.22519999999997253</c:v>
                </c:pt>
                <c:pt idx="326">
                  <c:v>0.22499999999996589</c:v>
                </c:pt>
                <c:pt idx="327">
                  <c:v>0.22479999999995925</c:v>
                </c:pt>
                <c:pt idx="328">
                  <c:v>0.22460000000000946</c:v>
                </c:pt>
                <c:pt idx="329">
                  <c:v>0.22440000000000282</c:v>
                </c:pt>
                <c:pt idx="330">
                  <c:v>0.22419999999999618</c:v>
                </c:pt>
                <c:pt idx="331">
                  <c:v>0.22399999999998954</c:v>
                </c:pt>
                <c:pt idx="332">
                  <c:v>0.2238999999999578</c:v>
                </c:pt>
                <c:pt idx="333">
                  <c:v>0.223700000000008</c:v>
                </c:pt>
                <c:pt idx="334">
                  <c:v>0.22350000000000136</c:v>
                </c:pt>
                <c:pt idx="335">
                  <c:v>0.22339999999996962</c:v>
                </c:pt>
                <c:pt idx="336">
                  <c:v>0.22329999999999472</c:v>
                </c:pt>
                <c:pt idx="337">
                  <c:v>0.22309999999998809</c:v>
                </c:pt>
                <c:pt idx="338">
                  <c:v>0.22299999999995634</c:v>
                </c:pt>
                <c:pt idx="339">
                  <c:v>0.22289999999998145</c:v>
                </c:pt>
                <c:pt idx="340">
                  <c:v>0.22269999999997481</c:v>
                </c:pt>
                <c:pt idx="341">
                  <c:v>0.22249999999996817</c:v>
                </c:pt>
                <c:pt idx="342">
                  <c:v>0.22249999999996817</c:v>
                </c:pt>
                <c:pt idx="343">
                  <c:v>0.22269999999997481</c:v>
                </c:pt>
                <c:pt idx="344">
                  <c:v>0.22299999999995634</c:v>
                </c:pt>
                <c:pt idx="345">
                  <c:v>0.22339999999996962</c:v>
                </c:pt>
                <c:pt idx="346">
                  <c:v>0.22399999999998954</c:v>
                </c:pt>
                <c:pt idx="347">
                  <c:v>0.22449999999997772</c:v>
                </c:pt>
                <c:pt idx="348">
                  <c:v>0.22509999999999764</c:v>
                </c:pt>
                <c:pt idx="349">
                  <c:v>0.22569999999996071</c:v>
                </c:pt>
                <c:pt idx="350">
                  <c:v>0.22629999999998063</c:v>
                </c:pt>
                <c:pt idx="351">
                  <c:v>0.2267999999999688</c:v>
                </c:pt>
                <c:pt idx="352">
                  <c:v>0.22739999999998872</c:v>
                </c:pt>
                <c:pt idx="353">
                  <c:v>0.2278999999999769</c:v>
                </c:pt>
                <c:pt idx="354">
                  <c:v>0.22839999999996508</c:v>
                </c:pt>
                <c:pt idx="355">
                  <c:v>0.22879999999997835</c:v>
                </c:pt>
                <c:pt idx="356">
                  <c:v>0.22929999999996653</c:v>
                </c:pt>
                <c:pt idx="357">
                  <c:v>0.22969999999997981</c:v>
                </c:pt>
                <c:pt idx="358">
                  <c:v>0.23009999999999309</c:v>
                </c:pt>
                <c:pt idx="359">
                  <c:v>0.23039999999997463</c:v>
                </c:pt>
                <c:pt idx="360">
                  <c:v>0.2307999999999879</c:v>
                </c:pt>
                <c:pt idx="361">
                  <c:v>0.2307999999999879</c:v>
                </c:pt>
                <c:pt idx="362">
                  <c:v>0.23109999999996944</c:v>
                </c:pt>
                <c:pt idx="363">
                  <c:v>0.23140000000000782</c:v>
                </c:pt>
                <c:pt idx="364">
                  <c:v>0.23169999999998936</c:v>
                </c:pt>
                <c:pt idx="365">
                  <c:v>0.2319999999999709</c:v>
                </c:pt>
                <c:pt idx="366">
                  <c:v>0.23219999999997754</c:v>
                </c:pt>
                <c:pt idx="367">
                  <c:v>0.23249999999995907</c:v>
                </c:pt>
                <c:pt idx="368">
                  <c:v>0.23269999999996571</c:v>
                </c:pt>
                <c:pt idx="369">
                  <c:v>0.23289999999997235</c:v>
                </c:pt>
                <c:pt idx="370">
                  <c:v>0.23309999999997899</c:v>
                </c:pt>
                <c:pt idx="371">
                  <c:v>0.23329999999998563</c:v>
                </c:pt>
                <c:pt idx="372">
                  <c:v>0.23349999999999227</c:v>
                </c:pt>
                <c:pt idx="373">
                  <c:v>0.23359999999996717</c:v>
                </c:pt>
                <c:pt idx="374">
                  <c:v>0.23349999999999227</c:v>
                </c:pt>
                <c:pt idx="375">
                  <c:v>0.23339999999996053</c:v>
                </c:pt>
                <c:pt idx="376">
                  <c:v>0.23309999999997899</c:v>
                </c:pt>
                <c:pt idx="377">
                  <c:v>0.23279999999999745</c:v>
                </c:pt>
                <c:pt idx="378">
                  <c:v>0.23239999999998417</c:v>
                </c:pt>
                <c:pt idx="379">
                  <c:v>0.2319999999999709</c:v>
                </c:pt>
                <c:pt idx="380">
                  <c:v>0.23159999999995762</c:v>
                </c:pt>
                <c:pt idx="381">
                  <c:v>0.23120000000000118</c:v>
                </c:pt>
                <c:pt idx="382">
                  <c:v>0.2307999999999879</c:v>
                </c:pt>
                <c:pt idx="383">
                  <c:v>0.23039999999997463</c:v>
                </c:pt>
                <c:pt idx="384">
                  <c:v>0.23009999999999309</c:v>
                </c:pt>
                <c:pt idx="385">
                  <c:v>0.22980000000001155</c:v>
                </c:pt>
                <c:pt idx="386">
                  <c:v>0.22939999999999827</c:v>
                </c:pt>
                <c:pt idx="387">
                  <c:v>0.22909999999995989</c:v>
                </c:pt>
                <c:pt idx="388">
                  <c:v>0.2289000000000101</c:v>
                </c:pt>
                <c:pt idx="389">
                  <c:v>0.22859999999997171</c:v>
                </c:pt>
                <c:pt idx="390">
                  <c:v>0.22839999999996508</c:v>
                </c:pt>
                <c:pt idx="391">
                  <c:v>0.22809999999998354</c:v>
                </c:pt>
                <c:pt idx="392">
                  <c:v>0.2278999999999769</c:v>
                </c:pt>
                <c:pt idx="393">
                  <c:v>0.22769999999997026</c:v>
                </c:pt>
                <c:pt idx="394">
                  <c:v>0.22759999999999536</c:v>
                </c:pt>
                <c:pt idx="395">
                  <c:v>0.22739999999998872</c:v>
                </c:pt>
                <c:pt idx="396">
                  <c:v>0.22719999999998208</c:v>
                </c:pt>
                <c:pt idx="397">
                  <c:v>0.22710000000000719</c:v>
                </c:pt>
                <c:pt idx="398">
                  <c:v>0.22699999999997544</c:v>
                </c:pt>
                <c:pt idx="399">
                  <c:v>0.2267999999999688</c:v>
                </c:pt>
                <c:pt idx="400">
                  <c:v>0.22669999999999391</c:v>
                </c:pt>
                <c:pt idx="401">
                  <c:v>0.22659999999996217</c:v>
                </c:pt>
                <c:pt idx="402">
                  <c:v>0.22649999999998727</c:v>
                </c:pt>
                <c:pt idx="403">
                  <c:v>0.22639999999995553</c:v>
                </c:pt>
                <c:pt idx="404">
                  <c:v>0.22639999999995553</c:v>
                </c:pt>
                <c:pt idx="405">
                  <c:v>0.22629999999998063</c:v>
                </c:pt>
                <c:pt idx="406">
                  <c:v>0.22620000000000573</c:v>
                </c:pt>
                <c:pt idx="407">
                  <c:v>0.22609999999997399</c:v>
                </c:pt>
                <c:pt idx="408">
                  <c:v>0.22609999999997399</c:v>
                </c:pt>
                <c:pt idx="409">
                  <c:v>0.22599999999999909</c:v>
                </c:pt>
                <c:pt idx="410">
                  <c:v>0.22599999999999909</c:v>
                </c:pt>
                <c:pt idx="411">
                  <c:v>0.22589999999996735</c:v>
                </c:pt>
                <c:pt idx="412">
                  <c:v>0.22589999999996735</c:v>
                </c:pt>
                <c:pt idx="413">
                  <c:v>0.22579999999999245</c:v>
                </c:pt>
                <c:pt idx="414">
                  <c:v>0.22579999999999245</c:v>
                </c:pt>
                <c:pt idx="415">
                  <c:v>0.22579999999999245</c:v>
                </c:pt>
                <c:pt idx="416">
                  <c:v>0.22569999999996071</c:v>
                </c:pt>
                <c:pt idx="417">
                  <c:v>0.22569999999996071</c:v>
                </c:pt>
                <c:pt idx="418">
                  <c:v>0.22569999999996071</c:v>
                </c:pt>
                <c:pt idx="419">
                  <c:v>0.22559999999998581</c:v>
                </c:pt>
                <c:pt idx="420">
                  <c:v>0.22559999999998581</c:v>
                </c:pt>
                <c:pt idx="421">
                  <c:v>0.22559999999998581</c:v>
                </c:pt>
                <c:pt idx="422">
                  <c:v>0.22559999999998581</c:v>
                </c:pt>
                <c:pt idx="423">
                  <c:v>0.22550000000001091</c:v>
                </c:pt>
                <c:pt idx="424">
                  <c:v>0.22550000000001091</c:v>
                </c:pt>
                <c:pt idx="425">
                  <c:v>0.22550000000001091</c:v>
                </c:pt>
                <c:pt idx="426">
                  <c:v>0.22550000000001091</c:v>
                </c:pt>
                <c:pt idx="427">
                  <c:v>0.22550000000001091</c:v>
                </c:pt>
                <c:pt idx="428">
                  <c:v>0.22550000000001091</c:v>
                </c:pt>
                <c:pt idx="429">
                  <c:v>0.22559999999998581</c:v>
                </c:pt>
                <c:pt idx="430">
                  <c:v>0.22559999999998581</c:v>
                </c:pt>
                <c:pt idx="431">
                  <c:v>0.22559999999998581</c:v>
                </c:pt>
                <c:pt idx="432">
                  <c:v>0.22569999999996071</c:v>
                </c:pt>
                <c:pt idx="433">
                  <c:v>0.22569999999996071</c:v>
                </c:pt>
                <c:pt idx="434">
                  <c:v>0.22569999999996071</c:v>
                </c:pt>
                <c:pt idx="435">
                  <c:v>0.22579999999999245</c:v>
                </c:pt>
                <c:pt idx="436">
                  <c:v>0.22579999999999245</c:v>
                </c:pt>
                <c:pt idx="437">
                  <c:v>0.22579999999999245</c:v>
                </c:pt>
                <c:pt idx="438">
                  <c:v>0.22589999999996735</c:v>
                </c:pt>
                <c:pt idx="439">
                  <c:v>0.22589999999996735</c:v>
                </c:pt>
                <c:pt idx="440">
                  <c:v>0.22589999999996735</c:v>
                </c:pt>
                <c:pt idx="441">
                  <c:v>0.22599999999999909</c:v>
                </c:pt>
                <c:pt idx="442">
                  <c:v>0.22599999999999909</c:v>
                </c:pt>
                <c:pt idx="443">
                  <c:v>0.22599999999999909</c:v>
                </c:pt>
                <c:pt idx="444">
                  <c:v>0.22599999999999909</c:v>
                </c:pt>
                <c:pt idx="445">
                  <c:v>0.22609999999997399</c:v>
                </c:pt>
                <c:pt idx="446">
                  <c:v>0.22609999999997399</c:v>
                </c:pt>
                <c:pt idx="447">
                  <c:v>0.22609999999997399</c:v>
                </c:pt>
                <c:pt idx="448">
                  <c:v>0.22609999999997399</c:v>
                </c:pt>
                <c:pt idx="449">
                  <c:v>0.22620000000000573</c:v>
                </c:pt>
                <c:pt idx="450">
                  <c:v>0.22620000000000573</c:v>
                </c:pt>
                <c:pt idx="451">
                  <c:v>0.22620000000000573</c:v>
                </c:pt>
                <c:pt idx="452">
                  <c:v>0.22620000000000573</c:v>
                </c:pt>
                <c:pt idx="453">
                  <c:v>0.22620000000000573</c:v>
                </c:pt>
                <c:pt idx="454">
                  <c:v>0.22620000000000573</c:v>
                </c:pt>
                <c:pt idx="455">
                  <c:v>0.22629999999998063</c:v>
                </c:pt>
                <c:pt idx="456">
                  <c:v>0.22629999999998063</c:v>
                </c:pt>
                <c:pt idx="457">
                  <c:v>0.22629999999998063</c:v>
                </c:pt>
                <c:pt idx="458">
                  <c:v>0.22629999999998063</c:v>
                </c:pt>
                <c:pt idx="459">
                  <c:v>0.22629999999998063</c:v>
                </c:pt>
                <c:pt idx="460">
                  <c:v>0.22629999999998063</c:v>
                </c:pt>
                <c:pt idx="461">
                  <c:v>0.22629999999998063</c:v>
                </c:pt>
                <c:pt idx="462">
                  <c:v>0.22629999999998063</c:v>
                </c:pt>
                <c:pt idx="463">
                  <c:v>0.22639999999995553</c:v>
                </c:pt>
                <c:pt idx="464">
                  <c:v>0.22639999999995553</c:v>
                </c:pt>
                <c:pt idx="465">
                  <c:v>0.22639999999995553</c:v>
                </c:pt>
                <c:pt idx="466">
                  <c:v>0.22639999999995553</c:v>
                </c:pt>
                <c:pt idx="467">
                  <c:v>0.22639999999995553</c:v>
                </c:pt>
                <c:pt idx="468">
                  <c:v>0.22639999999995553</c:v>
                </c:pt>
                <c:pt idx="469">
                  <c:v>0.22639999999995553</c:v>
                </c:pt>
                <c:pt idx="470">
                  <c:v>0.22639999999995553</c:v>
                </c:pt>
                <c:pt idx="471">
                  <c:v>0.22639999999995553</c:v>
                </c:pt>
                <c:pt idx="472">
                  <c:v>0.22639999999995553</c:v>
                </c:pt>
                <c:pt idx="473">
                  <c:v>0.22649999999998727</c:v>
                </c:pt>
                <c:pt idx="474">
                  <c:v>0.22649999999998727</c:v>
                </c:pt>
                <c:pt idx="475">
                  <c:v>0.22659999999996217</c:v>
                </c:pt>
                <c:pt idx="476">
                  <c:v>0.22649999999998727</c:v>
                </c:pt>
                <c:pt idx="477">
                  <c:v>0.22649999999998727</c:v>
                </c:pt>
                <c:pt idx="478">
                  <c:v>0.22629999999998063</c:v>
                </c:pt>
                <c:pt idx="479">
                  <c:v>0.22620000000000573</c:v>
                </c:pt>
                <c:pt idx="480">
                  <c:v>0.22599999999999909</c:v>
                </c:pt>
                <c:pt idx="481">
                  <c:v>0.22579999999999245</c:v>
                </c:pt>
                <c:pt idx="482">
                  <c:v>0.22559999999998581</c:v>
                </c:pt>
                <c:pt idx="483">
                  <c:v>0.22539999999997917</c:v>
                </c:pt>
                <c:pt idx="484">
                  <c:v>0.22519999999997253</c:v>
                </c:pt>
                <c:pt idx="485">
                  <c:v>0.22499999999996589</c:v>
                </c:pt>
                <c:pt idx="486">
                  <c:v>0.22479999999995925</c:v>
                </c:pt>
                <c:pt idx="487">
                  <c:v>0.22460000000000946</c:v>
                </c:pt>
                <c:pt idx="488">
                  <c:v>0.22440000000000282</c:v>
                </c:pt>
                <c:pt idx="489">
                  <c:v>0.22419999999999618</c:v>
                </c:pt>
                <c:pt idx="490">
                  <c:v>0.22399999999998954</c:v>
                </c:pt>
                <c:pt idx="491">
                  <c:v>0.2237999999999829</c:v>
                </c:pt>
                <c:pt idx="492">
                  <c:v>0.223700000000008</c:v>
                </c:pt>
                <c:pt idx="493">
                  <c:v>0.22350000000000136</c:v>
                </c:pt>
                <c:pt idx="494">
                  <c:v>0.22339999999996962</c:v>
                </c:pt>
                <c:pt idx="495">
                  <c:v>0.22319999999996298</c:v>
                </c:pt>
                <c:pt idx="496">
                  <c:v>0.22309999999998809</c:v>
                </c:pt>
                <c:pt idx="497">
                  <c:v>0.22299999999995634</c:v>
                </c:pt>
                <c:pt idx="498">
                  <c:v>0.22280000000000655</c:v>
                </c:pt>
                <c:pt idx="499">
                  <c:v>0.22269999999997481</c:v>
                </c:pt>
                <c:pt idx="500">
                  <c:v>0.22249999999996817</c:v>
                </c:pt>
                <c:pt idx="501">
                  <c:v>0.22249999999996817</c:v>
                </c:pt>
                <c:pt idx="502">
                  <c:v>0.22269999999997481</c:v>
                </c:pt>
                <c:pt idx="503">
                  <c:v>0.22309999999998809</c:v>
                </c:pt>
                <c:pt idx="504">
                  <c:v>0.22350000000000136</c:v>
                </c:pt>
                <c:pt idx="505">
                  <c:v>0.22409999999996444</c:v>
                </c:pt>
                <c:pt idx="506">
                  <c:v>0.22460000000000946</c:v>
                </c:pt>
                <c:pt idx="507">
                  <c:v>0.22519999999997253</c:v>
                </c:pt>
                <c:pt idx="508">
                  <c:v>0.22579999999999245</c:v>
                </c:pt>
                <c:pt idx="509">
                  <c:v>0.22639999999995553</c:v>
                </c:pt>
                <c:pt idx="510">
                  <c:v>0.22690000000000055</c:v>
                </c:pt>
                <c:pt idx="511">
                  <c:v>0.22749999999996362</c:v>
                </c:pt>
                <c:pt idx="512">
                  <c:v>0.22800000000000864</c:v>
                </c:pt>
                <c:pt idx="513">
                  <c:v>0.22849999999999682</c:v>
                </c:pt>
                <c:pt idx="514">
                  <c:v>0.2289000000000101</c:v>
                </c:pt>
                <c:pt idx="515">
                  <c:v>0.22929999999996653</c:v>
                </c:pt>
                <c:pt idx="516">
                  <c:v>0.22980000000001155</c:v>
                </c:pt>
                <c:pt idx="517">
                  <c:v>0.23009999999999309</c:v>
                </c:pt>
                <c:pt idx="518">
                  <c:v>0.23050000000000637</c:v>
                </c:pt>
                <c:pt idx="519">
                  <c:v>0.2308999999999628</c:v>
                </c:pt>
                <c:pt idx="520">
                  <c:v>0.23120000000000118</c:v>
                </c:pt>
                <c:pt idx="521">
                  <c:v>0.23149999999998272</c:v>
                </c:pt>
                <c:pt idx="522">
                  <c:v>0.23179999999996426</c:v>
                </c:pt>
                <c:pt idx="523">
                  <c:v>0.2319999999999709</c:v>
                </c:pt>
                <c:pt idx="524">
                  <c:v>0.23230000000000928</c:v>
                </c:pt>
                <c:pt idx="525">
                  <c:v>0.23249999999995907</c:v>
                </c:pt>
                <c:pt idx="526">
                  <c:v>0.23269999999996571</c:v>
                </c:pt>
                <c:pt idx="527">
                  <c:v>0.23289999999997235</c:v>
                </c:pt>
                <c:pt idx="528">
                  <c:v>0.23309999999997899</c:v>
                </c:pt>
                <c:pt idx="529">
                  <c:v>0.23329999999998563</c:v>
                </c:pt>
                <c:pt idx="530">
                  <c:v>0.23349999999999227</c:v>
                </c:pt>
                <c:pt idx="531">
                  <c:v>0.23359999999996717</c:v>
                </c:pt>
                <c:pt idx="532">
                  <c:v>0.23349999999999227</c:v>
                </c:pt>
              </c:numCache>
            </c:numRef>
          </c:yVal>
          <c:smooth val="1"/>
          <c:extLst>
            <c:ext xmlns:c16="http://schemas.microsoft.com/office/drawing/2014/chart" uri="{C3380CC4-5D6E-409C-BE32-E72D297353CC}">
              <c16:uniqueId val="{0000001D-4233-4E9D-9D6D-D06060CC9530}"/>
            </c:ext>
          </c:extLst>
        </c:ser>
        <c:ser>
          <c:idx val="30"/>
          <c:order val="30"/>
          <c:tx>
            <c:strRef>
              <c:f>PM50000_Temps_oc5l2_50000!$BCG$1</c:f>
              <c:strCache>
                <c:ptCount val="1"/>
                <c:pt idx="0">
                  <c:v>TELE_PM_INTERIOR.31</c:v>
                </c:pt>
              </c:strCache>
            </c:strRef>
          </c:tx>
          <c:spPr>
            <a:ln w="19050" cap="rnd">
              <a:solidFill>
                <a:schemeClr val="accent1">
                  <a:lumMod val="50000"/>
                </a:schemeClr>
              </a:solidFill>
              <a:round/>
            </a:ln>
            <a:effectLst/>
          </c:spPr>
          <c:marker>
            <c:symbol val="circle"/>
            <c:size val="5"/>
            <c:spPr>
              <a:solidFill>
                <a:schemeClr val="accent1">
                  <a:lumMod val="50000"/>
                </a:schemeClr>
              </a:solidFill>
              <a:ln w="9525">
                <a:solidFill>
                  <a:schemeClr val="accent1">
                    <a:lumMod val="5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PM50000_Temps_oc5l2_50000!$BCG$2:$BCG$536</c:f>
              <c:numCache>
                <c:formatCode>General</c:formatCode>
                <c:ptCount val="533"/>
                <c:pt idx="0">
                  <c:v>0</c:v>
                </c:pt>
                <c:pt idx="1">
                  <c:v>2.1000000000015007E-2</c:v>
                </c:pt>
                <c:pt idx="2">
                  <c:v>3.6799999999971078E-2</c:v>
                </c:pt>
                <c:pt idx="3">
                  <c:v>4.8900000000003274E-2</c:v>
                </c:pt>
                <c:pt idx="4">
                  <c:v>5.9300000000007458E-2</c:v>
                </c:pt>
                <c:pt idx="5">
                  <c:v>6.9000000000016826E-2</c:v>
                </c:pt>
                <c:pt idx="6">
                  <c:v>7.7999999999974534E-2</c:v>
                </c:pt>
                <c:pt idx="7">
                  <c:v>8.6500000000000909E-2</c:v>
                </c:pt>
                <c:pt idx="8">
                  <c:v>9.4499999999982265E-2</c:v>
                </c:pt>
                <c:pt idx="9">
                  <c:v>0.10190000000000055</c:v>
                </c:pt>
                <c:pt idx="10">
                  <c:v>0.10869999999999891</c:v>
                </c:pt>
                <c:pt idx="11">
                  <c:v>0.11500000000000909</c:v>
                </c:pt>
                <c:pt idx="12">
                  <c:v>0.12079999999997426</c:v>
                </c:pt>
                <c:pt idx="13">
                  <c:v>0.12599999999997635</c:v>
                </c:pt>
                <c:pt idx="14">
                  <c:v>0.13089999999999691</c:v>
                </c:pt>
                <c:pt idx="15">
                  <c:v>0.13529999999997244</c:v>
                </c:pt>
                <c:pt idx="16">
                  <c:v>0.13929999999999154</c:v>
                </c:pt>
                <c:pt idx="17">
                  <c:v>0.14299999999997226</c:v>
                </c:pt>
                <c:pt idx="18">
                  <c:v>0.14639999999997144</c:v>
                </c:pt>
                <c:pt idx="19">
                  <c:v>0.14940000000001419</c:v>
                </c:pt>
                <c:pt idx="20">
                  <c:v>0.15219999999999345</c:v>
                </c:pt>
                <c:pt idx="21">
                  <c:v>0.15480000000002292</c:v>
                </c:pt>
                <c:pt idx="22">
                  <c:v>0.15710000000001401</c:v>
                </c:pt>
                <c:pt idx="23">
                  <c:v>0.15929999999997335</c:v>
                </c:pt>
                <c:pt idx="24">
                  <c:v>0.161200000000008</c:v>
                </c:pt>
                <c:pt idx="25">
                  <c:v>0.16300000000001091</c:v>
                </c:pt>
                <c:pt idx="26">
                  <c:v>0.16460000000000719</c:v>
                </c:pt>
                <c:pt idx="27">
                  <c:v>0.16609999999997171</c:v>
                </c:pt>
                <c:pt idx="28">
                  <c:v>0.16759999999999309</c:v>
                </c:pt>
                <c:pt idx="29">
                  <c:v>0.16899999999998272</c:v>
                </c:pt>
                <c:pt idx="30">
                  <c:v>0.17050000000000409</c:v>
                </c:pt>
                <c:pt idx="31">
                  <c:v>0.17189999999999372</c:v>
                </c:pt>
                <c:pt idx="32">
                  <c:v>0.17329999999998336</c:v>
                </c:pt>
                <c:pt idx="33">
                  <c:v>0.17459999999999809</c:v>
                </c:pt>
                <c:pt idx="34">
                  <c:v>0.17590000000001282</c:v>
                </c:pt>
                <c:pt idx="35">
                  <c:v>0.17709999999999582</c:v>
                </c:pt>
                <c:pt idx="36">
                  <c:v>0.17820000000000391</c:v>
                </c:pt>
                <c:pt idx="37">
                  <c:v>0.17919999999998026</c:v>
                </c:pt>
                <c:pt idx="38">
                  <c:v>0.18020000000001346</c:v>
                </c:pt>
                <c:pt idx="39">
                  <c:v>0.18110000000001492</c:v>
                </c:pt>
                <c:pt idx="40">
                  <c:v>0.18200000000001637</c:v>
                </c:pt>
                <c:pt idx="41">
                  <c:v>0.18279999999998608</c:v>
                </c:pt>
                <c:pt idx="42">
                  <c:v>0.1834999999999809</c:v>
                </c:pt>
                <c:pt idx="43">
                  <c:v>0.18419999999997572</c:v>
                </c:pt>
                <c:pt idx="44">
                  <c:v>0.18479999999999563</c:v>
                </c:pt>
                <c:pt idx="45">
                  <c:v>0.18540000000001555</c:v>
                </c:pt>
                <c:pt idx="46">
                  <c:v>0.18590000000000373</c:v>
                </c:pt>
                <c:pt idx="47">
                  <c:v>0.18639999999999191</c:v>
                </c:pt>
                <c:pt idx="48">
                  <c:v>0.18689999999998008</c:v>
                </c:pt>
                <c:pt idx="49">
                  <c:v>0.18729999999999336</c:v>
                </c:pt>
                <c:pt idx="50">
                  <c:v>0.18770000000000664</c:v>
                </c:pt>
                <c:pt idx="51">
                  <c:v>0.18810000000001992</c:v>
                </c:pt>
                <c:pt idx="52">
                  <c:v>0.18849999999997635</c:v>
                </c:pt>
                <c:pt idx="53">
                  <c:v>0.18880000000001473</c:v>
                </c:pt>
                <c:pt idx="54">
                  <c:v>0.18909999999999627</c:v>
                </c:pt>
                <c:pt idx="55">
                  <c:v>0.18930000000000291</c:v>
                </c:pt>
                <c:pt idx="56">
                  <c:v>0.18959999999998445</c:v>
                </c:pt>
                <c:pt idx="57">
                  <c:v>0.18979999999999109</c:v>
                </c:pt>
                <c:pt idx="58">
                  <c:v>0.18999999999999773</c:v>
                </c:pt>
                <c:pt idx="59">
                  <c:v>0.19009999999997262</c:v>
                </c:pt>
                <c:pt idx="60">
                  <c:v>0.19009999999997262</c:v>
                </c:pt>
                <c:pt idx="61">
                  <c:v>0.18999999999999773</c:v>
                </c:pt>
                <c:pt idx="62">
                  <c:v>0.18979999999999109</c:v>
                </c:pt>
                <c:pt idx="63">
                  <c:v>0.18959999999998445</c:v>
                </c:pt>
                <c:pt idx="64">
                  <c:v>0.18939999999997781</c:v>
                </c:pt>
                <c:pt idx="65">
                  <c:v>0.18919999999997117</c:v>
                </c:pt>
                <c:pt idx="66">
                  <c:v>0.18900000000002137</c:v>
                </c:pt>
                <c:pt idx="67">
                  <c:v>0.18880000000001473</c:v>
                </c:pt>
                <c:pt idx="68">
                  <c:v>0.18849999999997635</c:v>
                </c:pt>
                <c:pt idx="69">
                  <c:v>0.18829999999996971</c:v>
                </c:pt>
                <c:pt idx="70">
                  <c:v>0.18810000000001992</c:v>
                </c:pt>
                <c:pt idx="71">
                  <c:v>0.18799999999998818</c:v>
                </c:pt>
                <c:pt idx="72">
                  <c:v>0.18779999999998154</c:v>
                </c:pt>
                <c:pt idx="73">
                  <c:v>0.1875999999999749</c:v>
                </c:pt>
                <c:pt idx="74">
                  <c:v>0.1875</c:v>
                </c:pt>
                <c:pt idx="75">
                  <c:v>0.18739999999996826</c:v>
                </c:pt>
                <c:pt idx="76">
                  <c:v>0.18720000000001846</c:v>
                </c:pt>
                <c:pt idx="77">
                  <c:v>0.18709999999998672</c:v>
                </c:pt>
                <c:pt idx="78">
                  <c:v>0.18700000000001182</c:v>
                </c:pt>
                <c:pt idx="79">
                  <c:v>0.18689999999998008</c:v>
                </c:pt>
                <c:pt idx="80">
                  <c:v>0.18680000000000518</c:v>
                </c:pt>
                <c:pt idx="81">
                  <c:v>0.18669999999997344</c:v>
                </c:pt>
                <c:pt idx="82">
                  <c:v>0.18659999999999854</c:v>
                </c:pt>
                <c:pt idx="83">
                  <c:v>0.18659999999999854</c:v>
                </c:pt>
                <c:pt idx="84">
                  <c:v>0.18650000000002365</c:v>
                </c:pt>
                <c:pt idx="85">
                  <c:v>0.18639999999999191</c:v>
                </c:pt>
                <c:pt idx="86">
                  <c:v>0.18639999999999191</c:v>
                </c:pt>
                <c:pt idx="87">
                  <c:v>0.18630000000001701</c:v>
                </c:pt>
                <c:pt idx="88">
                  <c:v>0.18630000000001701</c:v>
                </c:pt>
                <c:pt idx="89">
                  <c:v>0.18619999999998527</c:v>
                </c:pt>
                <c:pt idx="90">
                  <c:v>0.18619999999998527</c:v>
                </c:pt>
                <c:pt idx="91">
                  <c:v>0.18619999999998527</c:v>
                </c:pt>
                <c:pt idx="92">
                  <c:v>0.18610000000001037</c:v>
                </c:pt>
                <c:pt idx="93">
                  <c:v>0.18610000000001037</c:v>
                </c:pt>
                <c:pt idx="94">
                  <c:v>0.18610000000001037</c:v>
                </c:pt>
                <c:pt idx="95">
                  <c:v>0.18599999999997863</c:v>
                </c:pt>
                <c:pt idx="96">
                  <c:v>0.18599999999997863</c:v>
                </c:pt>
                <c:pt idx="97">
                  <c:v>0.18599999999997863</c:v>
                </c:pt>
                <c:pt idx="98">
                  <c:v>0.18590000000000373</c:v>
                </c:pt>
                <c:pt idx="99">
                  <c:v>0.18590000000000373</c:v>
                </c:pt>
                <c:pt idx="100">
                  <c:v>0.18590000000000373</c:v>
                </c:pt>
                <c:pt idx="101">
                  <c:v>0.18590000000000373</c:v>
                </c:pt>
                <c:pt idx="102">
                  <c:v>0.18590000000000373</c:v>
                </c:pt>
                <c:pt idx="103">
                  <c:v>0.18590000000000373</c:v>
                </c:pt>
                <c:pt idx="104">
                  <c:v>0.18579999999997199</c:v>
                </c:pt>
                <c:pt idx="105">
                  <c:v>0.18579999999997199</c:v>
                </c:pt>
                <c:pt idx="106">
                  <c:v>0.18579999999997199</c:v>
                </c:pt>
                <c:pt idx="107">
                  <c:v>0.18579999999997199</c:v>
                </c:pt>
                <c:pt idx="108">
                  <c:v>0.18579999999997199</c:v>
                </c:pt>
                <c:pt idx="109">
                  <c:v>0.18579999999997199</c:v>
                </c:pt>
                <c:pt idx="110">
                  <c:v>0.18579999999997199</c:v>
                </c:pt>
                <c:pt idx="111">
                  <c:v>0.18579999999997199</c:v>
                </c:pt>
                <c:pt idx="112">
                  <c:v>0.18579999999997199</c:v>
                </c:pt>
                <c:pt idx="113">
                  <c:v>0.18579999999997199</c:v>
                </c:pt>
                <c:pt idx="114">
                  <c:v>0.18579999999997199</c:v>
                </c:pt>
                <c:pt idx="115">
                  <c:v>0.18579999999997199</c:v>
                </c:pt>
                <c:pt idx="116">
                  <c:v>0.18590000000000373</c:v>
                </c:pt>
                <c:pt idx="117">
                  <c:v>0.18590000000000373</c:v>
                </c:pt>
                <c:pt idx="118">
                  <c:v>0.18590000000000373</c:v>
                </c:pt>
                <c:pt idx="119">
                  <c:v>0.18590000000000373</c:v>
                </c:pt>
                <c:pt idx="120">
                  <c:v>0.18590000000000373</c:v>
                </c:pt>
                <c:pt idx="121">
                  <c:v>0.18599999999997863</c:v>
                </c:pt>
                <c:pt idx="122">
                  <c:v>0.18599999999997863</c:v>
                </c:pt>
                <c:pt idx="123">
                  <c:v>0.18599999999997863</c:v>
                </c:pt>
                <c:pt idx="124">
                  <c:v>0.18599999999997863</c:v>
                </c:pt>
                <c:pt idx="125">
                  <c:v>0.18610000000001037</c:v>
                </c:pt>
                <c:pt idx="126">
                  <c:v>0.18610000000001037</c:v>
                </c:pt>
                <c:pt idx="127">
                  <c:v>0.18610000000001037</c:v>
                </c:pt>
                <c:pt idx="128">
                  <c:v>0.18610000000001037</c:v>
                </c:pt>
                <c:pt idx="129">
                  <c:v>0.18610000000001037</c:v>
                </c:pt>
                <c:pt idx="130">
                  <c:v>0.18610000000001037</c:v>
                </c:pt>
                <c:pt idx="131">
                  <c:v>0.18619999999998527</c:v>
                </c:pt>
                <c:pt idx="132">
                  <c:v>0.18619999999998527</c:v>
                </c:pt>
                <c:pt idx="133">
                  <c:v>0.18619999999998527</c:v>
                </c:pt>
                <c:pt idx="134">
                  <c:v>0.18619999999998527</c:v>
                </c:pt>
                <c:pt idx="135">
                  <c:v>0.18619999999998527</c:v>
                </c:pt>
                <c:pt idx="136">
                  <c:v>0.18619999999998527</c:v>
                </c:pt>
                <c:pt idx="137">
                  <c:v>0.18619999999998527</c:v>
                </c:pt>
                <c:pt idx="138">
                  <c:v>0.18630000000001701</c:v>
                </c:pt>
                <c:pt idx="139">
                  <c:v>0.18630000000001701</c:v>
                </c:pt>
                <c:pt idx="140">
                  <c:v>0.18630000000001701</c:v>
                </c:pt>
                <c:pt idx="141">
                  <c:v>0.18630000000001701</c:v>
                </c:pt>
                <c:pt idx="142">
                  <c:v>0.18630000000001701</c:v>
                </c:pt>
                <c:pt idx="143">
                  <c:v>0.18630000000001701</c:v>
                </c:pt>
                <c:pt idx="144">
                  <c:v>0.18630000000001701</c:v>
                </c:pt>
                <c:pt idx="145">
                  <c:v>0.18630000000001701</c:v>
                </c:pt>
                <c:pt idx="146">
                  <c:v>0.18630000000001701</c:v>
                </c:pt>
                <c:pt idx="147">
                  <c:v>0.18630000000001701</c:v>
                </c:pt>
                <c:pt idx="148">
                  <c:v>0.18639999999999191</c:v>
                </c:pt>
                <c:pt idx="149">
                  <c:v>0.18639999999999191</c:v>
                </c:pt>
                <c:pt idx="150">
                  <c:v>0.18639999999999191</c:v>
                </c:pt>
                <c:pt idx="151">
                  <c:v>0.18639999999999191</c:v>
                </c:pt>
                <c:pt idx="152">
                  <c:v>0.18639999999999191</c:v>
                </c:pt>
                <c:pt idx="153">
                  <c:v>0.18639999999999191</c:v>
                </c:pt>
                <c:pt idx="154">
                  <c:v>0.18639999999999191</c:v>
                </c:pt>
                <c:pt idx="155">
                  <c:v>0.18639999999999191</c:v>
                </c:pt>
                <c:pt idx="156">
                  <c:v>0.18639999999999191</c:v>
                </c:pt>
                <c:pt idx="157">
                  <c:v>0.18639999999999191</c:v>
                </c:pt>
                <c:pt idx="158">
                  <c:v>0.18639999999999191</c:v>
                </c:pt>
                <c:pt idx="159">
                  <c:v>0.18639999999999191</c:v>
                </c:pt>
                <c:pt idx="160">
                  <c:v>0.18639999999999191</c:v>
                </c:pt>
                <c:pt idx="161">
                  <c:v>0.18639999999999191</c:v>
                </c:pt>
                <c:pt idx="162">
                  <c:v>0.18630000000001701</c:v>
                </c:pt>
                <c:pt idx="163">
                  <c:v>0.18610000000001037</c:v>
                </c:pt>
                <c:pt idx="164">
                  <c:v>0.18599999999997863</c:v>
                </c:pt>
                <c:pt idx="165">
                  <c:v>0.18590000000000373</c:v>
                </c:pt>
                <c:pt idx="166">
                  <c:v>0.18569999999999709</c:v>
                </c:pt>
                <c:pt idx="167">
                  <c:v>0.18560000000002219</c:v>
                </c:pt>
                <c:pt idx="168">
                  <c:v>0.18540000000001555</c:v>
                </c:pt>
                <c:pt idx="169">
                  <c:v>0.18529999999998381</c:v>
                </c:pt>
                <c:pt idx="170">
                  <c:v>0.18509999999997717</c:v>
                </c:pt>
                <c:pt idx="171">
                  <c:v>0.18500000000000227</c:v>
                </c:pt>
                <c:pt idx="172">
                  <c:v>0.18489999999997053</c:v>
                </c:pt>
                <c:pt idx="173">
                  <c:v>0.18470000000002074</c:v>
                </c:pt>
                <c:pt idx="174">
                  <c:v>0.184599999999989</c:v>
                </c:pt>
                <c:pt idx="175">
                  <c:v>0.1845000000000141</c:v>
                </c:pt>
                <c:pt idx="176">
                  <c:v>0.18439999999998236</c:v>
                </c:pt>
                <c:pt idx="177">
                  <c:v>0.18430000000000746</c:v>
                </c:pt>
                <c:pt idx="178">
                  <c:v>0.18419999999997572</c:v>
                </c:pt>
                <c:pt idx="179">
                  <c:v>0.18410000000000082</c:v>
                </c:pt>
                <c:pt idx="180">
                  <c:v>0.18399999999996908</c:v>
                </c:pt>
                <c:pt idx="181">
                  <c:v>0.18389999999999418</c:v>
                </c:pt>
                <c:pt idx="182">
                  <c:v>0.18380000000001928</c:v>
                </c:pt>
                <c:pt idx="183">
                  <c:v>0.18380000000001928</c:v>
                </c:pt>
                <c:pt idx="184">
                  <c:v>0.18369999999998754</c:v>
                </c:pt>
                <c:pt idx="185">
                  <c:v>0.18369999999998754</c:v>
                </c:pt>
                <c:pt idx="186">
                  <c:v>0.18389999999999418</c:v>
                </c:pt>
                <c:pt idx="187">
                  <c:v>0.18410000000000082</c:v>
                </c:pt>
                <c:pt idx="188">
                  <c:v>0.18439999999998236</c:v>
                </c:pt>
                <c:pt idx="189">
                  <c:v>0.18479999999999563</c:v>
                </c:pt>
                <c:pt idx="190">
                  <c:v>0.18520000000000891</c:v>
                </c:pt>
                <c:pt idx="191">
                  <c:v>0.18560000000002219</c:v>
                </c:pt>
                <c:pt idx="192">
                  <c:v>0.18599999999997863</c:v>
                </c:pt>
                <c:pt idx="193">
                  <c:v>0.18639999999999191</c:v>
                </c:pt>
                <c:pt idx="194">
                  <c:v>0.18680000000000518</c:v>
                </c:pt>
                <c:pt idx="195">
                  <c:v>0.18720000000001846</c:v>
                </c:pt>
                <c:pt idx="196">
                  <c:v>0.1875999999999749</c:v>
                </c:pt>
                <c:pt idx="197">
                  <c:v>0.18790000000001328</c:v>
                </c:pt>
                <c:pt idx="198">
                  <c:v>0.18819999999999482</c:v>
                </c:pt>
                <c:pt idx="199">
                  <c:v>0.18849999999997635</c:v>
                </c:pt>
                <c:pt idx="200">
                  <c:v>0.18880000000001473</c:v>
                </c:pt>
                <c:pt idx="201">
                  <c:v>0.18909999999999627</c:v>
                </c:pt>
                <c:pt idx="202">
                  <c:v>0.18930000000000291</c:v>
                </c:pt>
                <c:pt idx="203">
                  <c:v>0.18950000000000955</c:v>
                </c:pt>
                <c:pt idx="204">
                  <c:v>0.18979999999999109</c:v>
                </c:pt>
                <c:pt idx="205">
                  <c:v>0.18999999999999773</c:v>
                </c:pt>
                <c:pt idx="206">
                  <c:v>0.19020000000000437</c:v>
                </c:pt>
                <c:pt idx="207">
                  <c:v>0.19029999999997926</c:v>
                </c:pt>
                <c:pt idx="208">
                  <c:v>0.1904999999999859</c:v>
                </c:pt>
                <c:pt idx="209">
                  <c:v>0.19069999999999254</c:v>
                </c:pt>
                <c:pt idx="210">
                  <c:v>0.19080000000002428</c:v>
                </c:pt>
                <c:pt idx="211">
                  <c:v>0.19089999999999918</c:v>
                </c:pt>
                <c:pt idx="212">
                  <c:v>0.19110000000000582</c:v>
                </c:pt>
                <c:pt idx="213">
                  <c:v>0.19119999999998072</c:v>
                </c:pt>
                <c:pt idx="214">
                  <c:v>0.19130000000001246</c:v>
                </c:pt>
                <c:pt idx="215">
                  <c:v>0.19130000000001246</c:v>
                </c:pt>
                <c:pt idx="216">
                  <c:v>0.19130000000001246</c:v>
                </c:pt>
                <c:pt idx="217">
                  <c:v>0.19119999999998072</c:v>
                </c:pt>
                <c:pt idx="218">
                  <c:v>0.19099999999997408</c:v>
                </c:pt>
                <c:pt idx="219">
                  <c:v>0.19080000000002428</c:v>
                </c:pt>
                <c:pt idx="220">
                  <c:v>0.1904999999999859</c:v>
                </c:pt>
                <c:pt idx="221">
                  <c:v>0.19020000000000437</c:v>
                </c:pt>
                <c:pt idx="222">
                  <c:v>0.18990000000002283</c:v>
                </c:pt>
                <c:pt idx="223">
                  <c:v>0.18970000000001619</c:v>
                </c:pt>
                <c:pt idx="224">
                  <c:v>0.18939999999997781</c:v>
                </c:pt>
                <c:pt idx="225">
                  <c:v>0.18909999999999627</c:v>
                </c:pt>
                <c:pt idx="226">
                  <c:v>0.18889999999998963</c:v>
                </c:pt>
                <c:pt idx="227">
                  <c:v>0.18860000000000809</c:v>
                </c:pt>
                <c:pt idx="228">
                  <c:v>0.18840000000000146</c:v>
                </c:pt>
                <c:pt idx="229">
                  <c:v>0.18819999999999482</c:v>
                </c:pt>
                <c:pt idx="230">
                  <c:v>0.18799999999998818</c:v>
                </c:pt>
                <c:pt idx="231">
                  <c:v>0.18790000000001328</c:v>
                </c:pt>
                <c:pt idx="232">
                  <c:v>0.18770000000000664</c:v>
                </c:pt>
                <c:pt idx="233">
                  <c:v>0.1875</c:v>
                </c:pt>
                <c:pt idx="234">
                  <c:v>0.18739999999996826</c:v>
                </c:pt>
                <c:pt idx="235">
                  <c:v>0.18729999999999336</c:v>
                </c:pt>
                <c:pt idx="236">
                  <c:v>0.18720000000001846</c:v>
                </c:pt>
                <c:pt idx="237">
                  <c:v>0.18700000000001182</c:v>
                </c:pt>
                <c:pt idx="238">
                  <c:v>0.18689999999998008</c:v>
                </c:pt>
                <c:pt idx="239">
                  <c:v>0.18689999999998008</c:v>
                </c:pt>
                <c:pt idx="240">
                  <c:v>0.18680000000000518</c:v>
                </c:pt>
                <c:pt idx="241">
                  <c:v>0.18669999999997344</c:v>
                </c:pt>
                <c:pt idx="242">
                  <c:v>0.18659999999999854</c:v>
                </c:pt>
                <c:pt idx="243">
                  <c:v>0.18650000000002365</c:v>
                </c:pt>
                <c:pt idx="244">
                  <c:v>0.18650000000002365</c:v>
                </c:pt>
                <c:pt idx="245">
                  <c:v>0.18639999999999191</c:v>
                </c:pt>
                <c:pt idx="246">
                  <c:v>0.18639999999999191</c:v>
                </c:pt>
                <c:pt idx="247">
                  <c:v>0.18630000000001701</c:v>
                </c:pt>
                <c:pt idx="248">
                  <c:v>0.18630000000001701</c:v>
                </c:pt>
                <c:pt idx="249">
                  <c:v>0.18619999999998527</c:v>
                </c:pt>
                <c:pt idx="250">
                  <c:v>0.18619999999998527</c:v>
                </c:pt>
                <c:pt idx="251">
                  <c:v>0.18610000000001037</c:v>
                </c:pt>
                <c:pt idx="252">
                  <c:v>0.18610000000001037</c:v>
                </c:pt>
                <c:pt idx="253">
                  <c:v>0.18610000000001037</c:v>
                </c:pt>
                <c:pt idx="254">
                  <c:v>0.18599999999997863</c:v>
                </c:pt>
                <c:pt idx="255">
                  <c:v>0.18599999999997863</c:v>
                </c:pt>
                <c:pt idx="256">
                  <c:v>0.18599999999997863</c:v>
                </c:pt>
                <c:pt idx="257">
                  <c:v>0.18599999999997863</c:v>
                </c:pt>
                <c:pt idx="258">
                  <c:v>0.18590000000000373</c:v>
                </c:pt>
                <c:pt idx="259">
                  <c:v>0.18590000000000373</c:v>
                </c:pt>
                <c:pt idx="260">
                  <c:v>0.18590000000000373</c:v>
                </c:pt>
                <c:pt idx="261">
                  <c:v>0.18590000000000373</c:v>
                </c:pt>
                <c:pt idx="262">
                  <c:v>0.18590000000000373</c:v>
                </c:pt>
                <c:pt idx="263">
                  <c:v>0.18590000000000373</c:v>
                </c:pt>
                <c:pt idx="264">
                  <c:v>0.18579999999997199</c:v>
                </c:pt>
                <c:pt idx="265">
                  <c:v>0.18579999999997199</c:v>
                </c:pt>
                <c:pt idx="266">
                  <c:v>0.18579999999997199</c:v>
                </c:pt>
                <c:pt idx="267">
                  <c:v>0.18579999999997199</c:v>
                </c:pt>
                <c:pt idx="268">
                  <c:v>0.18579999999997199</c:v>
                </c:pt>
                <c:pt idx="269">
                  <c:v>0.18579999999997199</c:v>
                </c:pt>
                <c:pt idx="270">
                  <c:v>0.18579999999997199</c:v>
                </c:pt>
                <c:pt idx="271">
                  <c:v>0.18579999999997199</c:v>
                </c:pt>
                <c:pt idx="272">
                  <c:v>0.18590000000000373</c:v>
                </c:pt>
                <c:pt idx="273">
                  <c:v>0.18590000000000373</c:v>
                </c:pt>
                <c:pt idx="274">
                  <c:v>0.18590000000000373</c:v>
                </c:pt>
                <c:pt idx="275">
                  <c:v>0.18590000000000373</c:v>
                </c:pt>
                <c:pt idx="276">
                  <c:v>0.18599999999997863</c:v>
                </c:pt>
                <c:pt idx="277">
                  <c:v>0.18599999999997863</c:v>
                </c:pt>
                <c:pt idx="278">
                  <c:v>0.18599999999997863</c:v>
                </c:pt>
                <c:pt idx="279">
                  <c:v>0.18599999999997863</c:v>
                </c:pt>
                <c:pt idx="280">
                  <c:v>0.18599999999997863</c:v>
                </c:pt>
                <c:pt idx="281">
                  <c:v>0.18610000000001037</c:v>
                </c:pt>
                <c:pt idx="282">
                  <c:v>0.18610000000001037</c:v>
                </c:pt>
                <c:pt idx="283">
                  <c:v>0.18610000000001037</c:v>
                </c:pt>
                <c:pt idx="284">
                  <c:v>0.18610000000001037</c:v>
                </c:pt>
                <c:pt idx="285">
                  <c:v>0.18610000000001037</c:v>
                </c:pt>
                <c:pt idx="286">
                  <c:v>0.18610000000001037</c:v>
                </c:pt>
                <c:pt idx="287">
                  <c:v>0.18619999999998527</c:v>
                </c:pt>
                <c:pt idx="288">
                  <c:v>0.18619999999998527</c:v>
                </c:pt>
                <c:pt idx="289">
                  <c:v>0.18619999999998527</c:v>
                </c:pt>
                <c:pt idx="290">
                  <c:v>0.18619999999998527</c:v>
                </c:pt>
                <c:pt idx="291">
                  <c:v>0.18619999999998527</c:v>
                </c:pt>
                <c:pt idx="292">
                  <c:v>0.18619999999998527</c:v>
                </c:pt>
                <c:pt idx="293">
                  <c:v>0.18630000000001701</c:v>
                </c:pt>
                <c:pt idx="294">
                  <c:v>0.18630000000001701</c:v>
                </c:pt>
                <c:pt idx="295">
                  <c:v>0.18630000000001701</c:v>
                </c:pt>
                <c:pt idx="296">
                  <c:v>0.18630000000001701</c:v>
                </c:pt>
                <c:pt idx="297">
                  <c:v>0.18630000000001701</c:v>
                </c:pt>
                <c:pt idx="298">
                  <c:v>0.18630000000001701</c:v>
                </c:pt>
                <c:pt idx="299">
                  <c:v>0.18630000000001701</c:v>
                </c:pt>
                <c:pt idx="300">
                  <c:v>0.18630000000001701</c:v>
                </c:pt>
                <c:pt idx="301">
                  <c:v>0.18630000000001701</c:v>
                </c:pt>
                <c:pt idx="302">
                  <c:v>0.18630000000001701</c:v>
                </c:pt>
                <c:pt idx="303">
                  <c:v>0.18630000000001701</c:v>
                </c:pt>
                <c:pt idx="304">
                  <c:v>0.18639999999999191</c:v>
                </c:pt>
                <c:pt idx="305">
                  <c:v>0.18639999999999191</c:v>
                </c:pt>
                <c:pt idx="306">
                  <c:v>0.18639999999999191</c:v>
                </c:pt>
                <c:pt idx="307">
                  <c:v>0.18639999999999191</c:v>
                </c:pt>
                <c:pt idx="308">
                  <c:v>0.18639999999999191</c:v>
                </c:pt>
                <c:pt idx="309">
                  <c:v>0.18639999999999191</c:v>
                </c:pt>
                <c:pt idx="310">
                  <c:v>0.18639999999999191</c:v>
                </c:pt>
                <c:pt idx="311">
                  <c:v>0.18639999999999191</c:v>
                </c:pt>
                <c:pt idx="312">
                  <c:v>0.18639999999999191</c:v>
                </c:pt>
                <c:pt idx="313">
                  <c:v>0.18639999999999191</c:v>
                </c:pt>
                <c:pt idx="314">
                  <c:v>0.18639999999999191</c:v>
                </c:pt>
                <c:pt idx="315">
                  <c:v>0.18639999999999191</c:v>
                </c:pt>
                <c:pt idx="316">
                  <c:v>0.18639999999999191</c:v>
                </c:pt>
                <c:pt idx="317">
                  <c:v>0.18639999999999191</c:v>
                </c:pt>
                <c:pt idx="318">
                  <c:v>0.18639999999999191</c:v>
                </c:pt>
                <c:pt idx="319">
                  <c:v>0.18630000000001701</c:v>
                </c:pt>
                <c:pt idx="320">
                  <c:v>0.18610000000001037</c:v>
                </c:pt>
                <c:pt idx="321">
                  <c:v>0.18599999999997863</c:v>
                </c:pt>
                <c:pt idx="322">
                  <c:v>0.18590000000000373</c:v>
                </c:pt>
                <c:pt idx="323">
                  <c:v>0.18569999999999709</c:v>
                </c:pt>
                <c:pt idx="324">
                  <c:v>0.18560000000002219</c:v>
                </c:pt>
                <c:pt idx="325">
                  <c:v>0.18540000000001555</c:v>
                </c:pt>
                <c:pt idx="326">
                  <c:v>0.18529999999998381</c:v>
                </c:pt>
                <c:pt idx="327">
                  <c:v>0.18509999999997717</c:v>
                </c:pt>
                <c:pt idx="328">
                  <c:v>0.18500000000000227</c:v>
                </c:pt>
                <c:pt idx="329">
                  <c:v>0.18489999999997053</c:v>
                </c:pt>
                <c:pt idx="330">
                  <c:v>0.18470000000002074</c:v>
                </c:pt>
                <c:pt idx="331">
                  <c:v>0.184599999999989</c:v>
                </c:pt>
                <c:pt idx="332">
                  <c:v>0.1845000000000141</c:v>
                </c:pt>
                <c:pt idx="333">
                  <c:v>0.18439999999998236</c:v>
                </c:pt>
                <c:pt idx="334">
                  <c:v>0.18430000000000746</c:v>
                </c:pt>
                <c:pt idx="335">
                  <c:v>0.18419999999997572</c:v>
                </c:pt>
                <c:pt idx="336">
                  <c:v>0.18410000000000082</c:v>
                </c:pt>
                <c:pt idx="337">
                  <c:v>0.18399999999996908</c:v>
                </c:pt>
                <c:pt idx="338">
                  <c:v>0.18389999999999418</c:v>
                </c:pt>
                <c:pt idx="339">
                  <c:v>0.18380000000001928</c:v>
                </c:pt>
                <c:pt idx="340">
                  <c:v>0.18380000000001928</c:v>
                </c:pt>
                <c:pt idx="341">
                  <c:v>0.18369999999998754</c:v>
                </c:pt>
                <c:pt idx="342">
                  <c:v>0.18380000000001928</c:v>
                </c:pt>
                <c:pt idx="343">
                  <c:v>0.18389999999999418</c:v>
                </c:pt>
                <c:pt idx="344">
                  <c:v>0.18419999999997572</c:v>
                </c:pt>
                <c:pt idx="345">
                  <c:v>0.1845000000000141</c:v>
                </c:pt>
                <c:pt idx="346">
                  <c:v>0.18489999999997053</c:v>
                </c:pt>
                <c:pt idx="347">
                  <c:v>0.18529999999998381</c:v>
                </c:pt>
                <c:pt idx="348">
                  <c:v>0.18569999999999709</c:v>
                </c:pt>
                <c:pt idx="349">
                  <c:v>0.18610000000001037</c:v>
                </c:pt>
                <c:pt idx="350">
                  <c:v>0.18650000000002365</c:v>
                </c:pt>
                <c:pt idx="351">
                  <c:v>0.18689999999998008</c:v>
                </c:pt>
                <c:pt idx="352">
                  <c:v>0.18729999999999336</c:v>
                </c:pt>
                <c:pt idx="353">
                  <c:v>0.1875999999999749</c:v>
                </c:pt>
                <c:pt idx="354">
                  <c:v>0.18790000000001328</c:v>
                </c:pt>
                <c:pt idx="355">
                  <c:v>0.18829999999996971</c:v>
                </c:pt>
                <c:pt idx="356">
                  <c:v>0.18860000000000809</c:v>
                </c:pt>
                <c:pt idx="357">
                  <c:v>0.18880000000001473</c:v>
                </c:pt>
                <c:pt idx="358">
                  <c:v>0.18909999999999627</c:v>
                </c:pt>
                <c:pt idx="359">
                  <c:v>0.18930000000000291</c:v>
                </c:pt>
                <c:pt idx="360">
                  <c:v>0.18959999999998445</c:v>
                </c:pt>
                <c:pt idx="361">
                  <c:v>0.18959999999998445</c:v>
                </c:pt>
                <c:pt idx="362">
                  <c:v>0.18979999999999109</c:v>
                </c:pt>
                <c:pt idx="363">
                  <c:v>0.18999999999999773</c:v>
                </c:pt>
                <c:pt idx="364">
                  <c:v>0.19020000000000437</c:v>
                </c:pt>
                <c:pt idx="365">
                  <c:v>0.190400000000011</c:v>
                </c:pt>
                <c:pt idx="366">
                  <c:v>0.1904999999999859</c:v>
                </c:pt>
                <c:pt idx="367">
                  <c:v>0.19069999999999254</c:v>
                </c:pt>
                <c:pt idx="368">
                  <c:v>0.19080000000002428</c:v>
                </c:pt>
                <c:pt idx="369">
                  <c:v>0.19099999999997408</c:v>
                </c:pt>
                <c:pt idx="370">
                  <c:v>0.19110000000000582</c:v>
                </c:pt>
                <c:pt idx="371">
                  <c:v>0.19119999999998072</c:v>
                </c:pt>
                <c:pt idx="372">
                  <c:v>0.19130000000001246</c:v>
                </c:pt>
                <c:pt idx="373">
                  <c:v>0.19130000000001246</c:v>
                </c:pt>
                <c:pt idx="374">
                  <c:v>0.19130000000001246</c:v>
                </c:pt>
                <c:pt idx="375">
                  <c:v>0.19119999999998072</c:v>
                </c:pt>
                <c:pt idx="376">
                  <c:v>0.19099999999997408</c:v>
                </c:pt>
                <c:pt idx="377">
                  <c:v>0.19069999999999254</c:v>
                </c:pt>
                <c:pt idx="378">
                  <c:v>0.1904999999999859</c:v>
                </c:pt>
                <c:pt idx="379">
                  <c:v>0.19020000000000437</c:v>
                </c:pt>
                <c:pt idx="380">
                  <c:v>0.18990000000002283</c:v>
                </c:pt>
                <c:pt idx="381">
                  <c:v>0.18959999999998445</c:v>
                </c:pt>
                <c:pt idx="382">
                  <c:v>0.18930000000000291</c:v>
                </c:pt>
                <c:pt idx="383">
                  <c:v>0.18909999999999627</c:v>
                </c:pt>
                <c:pt idx="384">
                  <c:v>0.18880000000001473</c:v>
                </c:pt>
                <c:pt idx="385">
                  <c:v>0.18860000000000809</c:v>
                </c:pt>
                <c:pt idx="386">
                  <c:v>0.18840000000000146</c:v>
                </c:pt>
                <c:pt idx="387">
                  <c:v>0.18819999999999482</c:v>
                </c:pt>
                <c:pt idx="388">
                  <c:v>0.18799999999998818</c:v>
                </c:pt>
                <c:pt idx="389">
                  <c:v>0.18779999999998154</c:v>
                </c:pt>
                <c:pt idx="390">
                  <c:v>0.18770000000000664</c:v>
                </c:pt>
                <c:pt idx="391">
                  <c:v>0.1875</c:v>
                </c:pt>
                <c:pt idx="392">
                  <c:v>0.18739999999996826</c:v>
                </c:pt>
                <c:pt idx="393">
                  <c:v>0.18729999999999336</c:v>
                </c:pt>
                <c:pt idx="394">
                  <c:v>0.18709999999998672</c:v>
                </c:pt>
                <c:pt idx="395">
                  <c:v>0.18700000000001182</c:v>
                </c:pt>
                <c:pt idx="396">
                  <c:v>0.18689999999998008</c:v>
                </c:pt>
                <c:pt idx="397">
                  <c:v>0.18680000000000518</c:v>
                </c:pt>
                <c:pt idx="398">
                  <c:v>0.18680000000000518</c:v>
                </c:pt>
                <c:pt idx="399">
                  <c:v>0.18669999999997344</c:v>
                </c:pt>
                <c:pt idx="400">
                  <c:v>0.18659999999999854</c:v>
                </c:pt>
                <c:pt idx="401">
                  <c:v>0.18650000000002365</c:v>
                </c:pt>
                <c:pt idx="402">
                  <c:v>0.18650000000002365</c:v>
                </c:pt>
                <c:pt idx="403">
                  <c:v>0.18639999999999191</c:v>
                </c:pt>
                <c:pt idx="404">
                  <c:v>0.18639999999999191</c:v>
                </c:pt>
                <c:pt idx="405">
                  <c:v>0.18630000000001701</c:v>
                </c:pt>
                <c:pt idx="406">
                  <c:v>0.18630000000001701</c:v>
                </c:pt>
                <c:pt idx="407">
                  <c:v>0.18619999999998527</c:v>
                </c:pt>
                <c:pt idx="408">
                  <c:v>0.18619999999998527</c:v>
                </c:pt>
                <c:pt idx="409">
                  <c:v>0.18610000000001037</c:v>
                </c:pt>
                <c:pt idx="410">
                  <c:v>0.18610000000001037</c:v>
                </c:pt>
                <c:pt idx="411">
                  <c:v>0.18610000000001037</c:v>
                </c:pt>
                <c:pt idx="412">
                  <c:v>0.18599999999997863</c:v>
                </c:pt>
                <c:pt idx="413">
                  <c:v>0.18599999999997863</c:v>
                </c:pt>
                <c:pt idx="414">
                  <c:v>0.18599999999997863</c:v>
                </c:pt>
                <c:pt idx="415">
                  <c:v>0.18599999999997863</c:v>
                </c:pt>
                <c:pt idx="416">
                  <c:v>0.18590000000000373</c:v>
                </c:pt>
                <c:pt idx="417">
                  <c:v>0.18590000000000373</c:v>
                </c:pt>
                <c:pt idx="418">
                  <c:v>0.18590000000000373</c:v>
                </c:pt>
                <c:pt idx="419">
                  <c:v>0.18590000000000373</c:v>
                </c:pt>
                <c:pt idx="420">
                  <c:v>0.18590000000000373</c:v>
                </c:pt>
                <c:pt idx="421">
                  <c:v>0.18590000000000373</c:v>
                </c:pt>
                <c:pt idx="422">
                  <c:v>0.18579999999997199</c:v>
                </c:pt>
                <c:pt idx="423">
                  <c:v>0.18579999999997199</c:v>
                </c:pt>
                <c:pt idx="424">
                  <c:v>0.18579999999997199</c:v>
                </c:pt>
                <c:pt idx="425">
                  <c:v>0.18579999999997199</c:v>
                </c:pt>
                <c:pt idx="426">
                  <c:v>0.18579999999997199</c:v>
                </c:pt>
                <c:pt idx="427">
                  <c:v>0.18579999999997199</c:v>
                </c:pt>
                <c:pt idx="428">
                  <c:v>0.18579999999997199</c:v>
                </c:pt>
                <c:pt idx="429">
                  <c:v>0.18579999999997199</c:v>
                </c:pt>
                <c:pt idx="430">
                  <c:v>0.18590000000000373</c:v>
                </c:pt>
                <c:pt idx="431">
                  <c:v>0.18590000000000373</c:v>
                </c:pt>
                <c:pt idx="432">
                  <c:v>0.18590000000000373</c:v>
                </c:pt>
                <c:pt idx="433">
                  <c:v>0.18590000000000373</c:v>
                </c:pt>
                <c:pt idx="434">
                  <c:v>0.18599999999997863</c:v>
                </c:pt>
                <c:pt idx="435">
                  <c:v>0.18599999999997863</c:v>
                </c:pt>
                <c:pt idx="436">
                  <c:v>0.18599999999997863</c:v>
                </c:pt>
                <c:pt idx="437">
                  <c:v>0.18599999999997863</c:v>
                </c:pt>
                <c:pt idx="438">
                  <c:v>0.18599999999997863</c:v>
                </c:pt>
                <c:pt idx="439">
                  <c:v>0.18610000000001037</c:v>
                </c:pt>
                <c:pt idx="440">
                  <c:v>0.18610000000001037</c:v>
                </c:pt>
                <c:pt idx="441">
                  <c:v>0.18610000000001037</c:v>
                </c:pt>
                <c:pt idx="442">
                  <c:v>0.18610000000001037</c:v>
                </c:pt>
                <c:pt idx="443">
                  <c:v>0.18610000000001037</c:v>
                </c:pt>
                <c:pt idx="444">
                  <c:v>0.18619999999998527</c:v>
                </c:pt>
                <c:pt idx="445">
                  <c:v>0.18619999999998527</c:v>
                </c:pt>
                <c:pt idx="446">
                  <c:v>0.18619999999998527</c:v>
                </c:pt>
                <c:pt idx="447">
                  <c:v>0.18619999999998527</c:v>
                </c:pt>
                <c:pt idx="448">
                  <c:v>0.18619999999998527</c:v>
                </c:pt>
                <c:pt idx="449">
                  <c:v>0.18619999999998527</c:v>
                </c:pt>
                <c:pt idx="450">
                  <c:v>0.18619999999998527</c:v>
                </c:pt>
                <c:pt idx="451">
                  <c:v>0.18630000000001701</c:v>
                </c:pt>
                <c:pt idx="452">
                  <c:v>0.18630000000001701</c:v>
                </c:pt>
                <c:pt idx="453">
                  <c:v>0.18630000000001701</c:v>
                </c:pt>
                <c:pt idx="454">
                  <c:v>0.18630000000001701</c:v>
                </c:pt>
                <c:pt idx="455">
                  <c:v>0.18630000000001701</c:v>
                </c:pt>
                <c:pt idx="456">
                  <c:v>0.18630000000001701</c:v>
                </c:pt>
                <c:pt idx="457">
                  <c:v>0.18630000000001701</c:v>
                </c:pt>
                <c:pt idx="458">
                  <c:v>0.18630000000001701</c:v>
                </c:pt>
                <c:pt idx="459">
                  <c:v>0.18630000000001701</c:v>
                </c:pt>
                <c:pt idx="460">
                  <c:v>0.18630000000001701</c:v>
                </c:pt>
                <c:pt idx="461">
                  <c:v>0.18630000000001701</c:v>
                </c:pt>
                <c:pt idx="462">
                  <c:v>0.18630000000001701</c:v>
                </c:pt>
                <c:pt idx="463">
                  <c:v>0.18639999999999191</c:v>
                </c:pt>
                <c:pt idx="464">
                  <c:v>0.18639999999999191</c:v>
                </c:pt>
                <c:pt idx="465">
                  <c:v>0.18639999999999191</c:v>
                </c:pt>
                <c:pt idx="466">
                  <c:v>0.18639999999999191</c:v>
                </c:pt>
                <c:pt idx="467">
                  <c:v>0.18639999999999191</c:v>
                </c:pt>
                <c:pt idx="468">
                  <c:v>0.18639999999999191</c:v>
                </c:pt>
                <c:pt idx="469">
                  <c:v>0.18639999999999191</c:v>
                </c:pt>
                <c:pt idx="470">
                  <c:v>0.18639999999999191</c:v>
                </c:pt>
                <c:pt idx="471">
                  <c:v>0.18639999999999191</c:v>
                </c:pt>
                <c:pt idx="472">
                  <c:v>0.18639999999999191</c:v>
                </c:pt>
                <c:pt idx="473">
                  <c:v>0.18639999999999191</c:v>
                </c:pt>
                <c:pt idx="474">
                  <c:v>0.18639999999999191</c:v>
                </c:pt>
                <c:pt idx="475">
                  <c:v>0.18639999999999191</c:v>
                </c:pt>
                <c:pt idx="476">
                  <c:v>0.18639999999999191</c:v>
                </c:pt>
                <c:pt idx="477">
                  <c:v>0.18630000000001701</c:v>
                </c:pt>
                <c:pt idx="478">
                  <c:v>0.18619999999998527</c:v>
                </c:pt>
                <c:pt idx="479">
                  <c:v>0.18610000000001037</c:v>
                </c:pt>
                <c:pt idx="480">
                  <c:v>0.18599999999997863</c:v>
                </c:pt>
                <c:pt idx="481">
                  <c:v>0.18579999999997199</c:v>
                </c:pt>
                <c:pt idx="482">
                  <c:v>0.18569999999999709</c:v>
                </c:pt>
                <c:pt idx="483">
                  <c:v>0.18549999999999045</c:v>
                </c:pt>
                <c:pt idx="484">
                  <c:v>0.18540000000001555</c:v>
                </c:pt>
                <c:pt idx="485">
                  <c:v>0.18520000000000891</c:v>
                </c:pt>
                <c:pt idx="486">
                  <c:v>0.18509999999997717</c:v>
                </c:pt>
                <c:pt idx="487">
                  <c:v>0.18500000000000227</c:v>
                </c:pt>
                <c:pt idx="488">
                  <c:v>0.18479999999999563</c:v>
                </c:pt>
                <c:pt idx="489">
                  <c:v>0.18470000000002074</c:v>
                </c:pt>
                <c:pt idx="490">
                  <c:v>0.184599999999989</c:v>
                </c:pt>
                <c:pt idx="491">
                  <c:v>0.1845000000000141</c:v>
                </c:pt>
                <c:pt idx="492">
                  <c:v>0.18439999999998236</c:v>
                </c:pt>
                <c:pt idx="493">
                  <c:v>0.18430000000000746</c:v>
                </c:pt>
                <c:pt idx="494">
                  <c:v>0.18419999999997572</c:v>
                </c:pt>
                <c:pt idx="495">
                  <c:v>0.18410000000000082</c:v>
                </c:pt>
                <c:pt idx="496">
                  <c:v>0.18399999999996908</c:v>
                </c:pt>
                <c:pt idx="497">
                  <c:v>0.18389999999999418</c:v>
                </c:pt>
                <c:pt idx="498">
                  <c:v>0.18380000000001928</c:v>
                </c:pt>
                <c:pt idx="499">
                  <c:v>0.18369999999998754</c:v>
                </c:pt>
                <c:pt idx="500">
                  <c:v>0.18369999999998754</c:v>
                </c:pt>
                <c:pt idx="501">
                  <c:v>0.18380000000001928</c:v>
                </c:pt>
                <c:pt idx="502">
                  <c:v>0.18389999999999418</c:v>
                </c:pt>
                <c:pt idx="503">
                  <c:v>0.18419999999997572</c:v>
                </c:pt>
                <c:pt idx="504">
                  <c:v>0.1845000000000141</c:v>
                </c:pt>
                <c:pt idx="505">
                  <c:v>0.18489999999997053</c:v>
                </c:pt>
                <c:pt idx="506">
                  <c:v>0.18529999999998381</c:v>
                </c:pt>
                <c:pt idx="507">
                  <c:v>0.18579999999997199</c:v>
                </c:pt>
                <c:pt idx="508">
                  <c:v>0.18619999999998527</c:v>
                </c:pt>
                <c:pt idx="509">
                  <c:v>0.18659999999999854</c:v>
                </c:pt>
                <c:pt idx="510">
                  <c:v>0.18700000000001182</c:v>
                </c:pt>
                <c:pt idx="511">
                  <c:v>0.18729999999999336</c:v>
                </c:pt>
                <c:pt idx="512">
                  <c:v>0.18770000000000664</c:v>
                </c:pt>
                <c:pt idx="513">
                  <c:v>0.18799999999998818</c:v>
                </c:pt>
                <c:pt idx="514">
                  <c:v>0.18829999999996971</c:v>
                </c:pt>
                <c:pt idx="515">
                  <c:v>0.18860000000000809</c:v>
                </c:pt>
                <c:pt idx="516">
                  <c:v>0.18889999999998963</c:v>
                </c:pt>
                <c:pt idx="517">
                  <c:v>0.18909999999999627</c:v>
                </c:pt>
                <c:pt idx="518">
                  <c:v>0.18939999999997781</c:v>
                </c:pt>
                <c:pt idx="519">
                  <c:v>0.18959999999998445</c:v>
                </c:pt>
                <c:pt idx="520">
                  <c:v>0.18979999999999109</c:v>
                </c:pt>
                <c:pt idx="521">
                  <c:v>0.18999999999999773</c:v>
                </c:pt>
                <c:pt idx="522">
                  <c:v>0.19020000000000437</c:v>
                </c:pt>
                <c:pt idx="523">
                  <c:v>0.190400000000011</c:v>
                </c:pt>
                <c:pt idx="524">
                  <c:v>0.19060000000001764</c:v>
                </c:pt>
                <c:pt idx="525">
                  <c:v>0.19069999999999254</c:v>
                </c:pt>
                <c:pt idx="526">
                  <c:v>0.19080000000002428</c:v>
                </c:pt>
                <c:pt idx="527">
                  <c:v>0.19099999999997408</c:v>
                </c:pt>
                <c:pt idx="528">
                  <c:v>0.19110000000000582</c:v>
                </c:pt>
                <c:pt idx="529">
                  <c:v>0.19119999999998072</c:v>
                </c:pt>
                <c:pt idx="530">
                  <c:v>0.19130000000001246</c:v>
                </c:pt>
                <c:pt idx="531">
                  <c:v>0.19130000000001246</c:v>
                </c:pt>
                <c:pt idx="532">
                  <c:v>0.19130000000001246</c:v>
                </c:pt>
              </c:numCache>
            </c:numRef>
          </c:yVal>
          <c:smooth val="1"/>
          <c:extLst>
            <c:ext xmlns:c16="http://schemas.microsoft.com/office/drawing/2014/chart" uri="{C3380CC4-5D6E-409C-BE32-E72D297353CC}">
              <c16:uniqueId val="{0000001E-4233-4E9D-9D6D-D06060CC9530}"/>
            </c:ext>
          </c:extLst>
        </c:ser>
        <c:ser>
          <c:idx val="31"/>
          <c:order val="31"/>
          <c:tx>
            <c:strRef>
              <c:f>PM50000_Temps_oc5l2_50000!$BCH$1</c:f>
              <c:strCache>
                <c:ptCount val="1"/>
                <c:pt idx="0">
                  <c:v>TELE_PM_INTERIOR.32</c:v>
                </c:pt>
              </c:strCache>
            </c:strRef>
          </c:tx>
          <c:spPr>
            <a:ln w="19050" cap="rnd">
              <a:solidFill>
                <a:schemeClr val="accent2">
                  <a:lumMod val="50000"/>
                </a:schemeClr>
              </a:solidFill>
              <a:round/>
            </a:ln>
            <a:effectLst/>
          </c:spPr>
          <c:marker>
            <c:symbol val="circle"/>
            <c:size val="5"/>
            <c:spPr>
              <a:solidFill>
                <a:schemeClr val="accent2">
                  <a:lumMod val="50000"/>
                </a:schemeClr>
              </a:solidFill>
              <a:ln w="9525">
                <a:solidFill>
                  <a:schemeClr val="accent2">
                    <a:lumMod val="5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PM50000_Temps_oc5l2_50000!$BCH$2:$BCH$536</c:f>
              <c:numCache>
                <c:formatCode>General</c:formatCode>
                <c:ptCount val="533"/>
                <c:pt idx="0">
                  <c:v>0</c:v>
                </c:pt>
                <c:pt idx="1">
                  <c:v>2.0600000000001728E-2</c:v>
                </c:pt>
                <c:pt idx="2">
                  <c:v>3.6099999999976262E-2</c:v>
                </c:pt>
                <c:pt idx="3">
                  <c:v>4.8000000000001819E-2</c:v>
                </c:pt>
                <c:pt idx="4">
                  <c:v>5.8599999999955799E-2</c:v>
                </c:pt>
                <c:pt idx="5">
                  <c:v>6.8399999999996908E-2</c:v>
                </c:pt>
                <c:pt idx="6">
                  <c:v>7.7699999999992997E-2</c:v>
                </c:pt>
                <c:pt idx="7">
                  <c:v>8.6399999999969168E-2</c:v>
                </c:pt>
                <c:pt idx="8">
                  <c:v>9.4499999999982265E-2</c:v>
                </c:pt>
                <c:pt idx="9">
                  <c:v>0.10210000000000719</c:v>
                </c:pt>
                <c:pt idx="10">
                  <c:v>0.10909999999995534</c:v>
                </c:pt>
                <c:pt idx="11">
                  <c:v>0.11549999999999727</c:v>
                </c:pt>
                <c:pt idx="12">
                  <c:v>0.12129999999996244</c:v>
                </c:pt>
                <c:pt idx="13">
                  <c:v>0.12669999999997117</c:v>
                </c:pt>
                <c:pt idx="14">
                  <c:v>0.13149999999995998</c:v>
                </c:pt>
                <c:pt idx="15">
                  <c:v>0.13599999999996726</c:v>
                </c:pt>
                <c:pt idx="16">
                  <c:v>0.14009999999996126</c:v>
                </c:pt>
                <c:pt idx="17">
                  <c:v>0.14379999999999882</c:v>
                </c:pt>
                <c:pt idx="18">
                  <c:v>0.14709999999996626</c:v>
                </c:pt>
                <c:pt idx="19">
                  <c:v>0.1501999999999839</c:v>
                </c:pt>
                <c:pt idx="20">
                  <c:v>0.15299999999996317</c:v>
                </c:pt>
                <c:pt idx="21">
                  <c:v>0.15559999999999263</c:v>
                </c:pt>
                <c:pt idx="22">
                  <c:v>0.15789999999998372</c:v>
                </c:pt>
                <c:pt idx="23">
                  <c:v>0.16009999999999991</c:v>
                </c:pt>
                <c:pt idx="24">
                  <c:v>0.16209999999995262</c:v>
                </c:pt>
                <c:pt idx="25">
                  <c:v>0.16379999999998063</c:v>
                </c:pt>
                <c:pt idx="26">
                  <c:v>0.1654999999999518</c:v>
                </c:pt>
                <c:pt idx="27">
                  <c:v>0.16699999999997317</c:v>
                </c:pt>
                <c:pt idx="28">
                  <c:v>0.1683999999999628</c:v>
                </c:pt>
                <c:pt idx="29">
                  <c:v>0.16989999999998417</c:v>
                </c:pt>
                <c:pt idx="30">
                  <c:v>0.17129999999997381</c:v>
                </c:pt>
                <c:pt idx="31">
                  <c:v>0.17269999999996344</c:v>
                </c:pt>
                <c:pt idx="32">
                  <c:v>0.17399999999997817</c:v>
                </c:pt>
                <c:pt idx="33">
                  <c:v>0.17529999999999291</c:v>
                </c:pt>
                <c:pt idx="34">
                  <c:v>0.17660000000000764</c:v>
                </c:pt>
                <c:pt idx="35">
                  <c:v>0.17779999999999063</c:v>
                </c:pt>
                <c:pt idx="36">
                  <c:v>0.17889999999999873</c:v>
                </c:pt>
                <c:pt idx="37">
                  <c:v>0.17989999999997508</c:v>
                </c:pt>
                <c:pt idx="38">
                  <c:v>0.18089999999995143</c:v>
                </c:pt>
                <c:pt idx="39">
                  <c:v>0.18179999999995289</c:v>
                </c:pt>
                <c:pt idx="40">
                  <c:v>0.18259999999997945</c:v>
                </c:pt>
                <c:pt idx="41">
                  <c:v>0.183400000000006</c:v>
                </c:pt>
                <c:pt idx="42">
                  <c:v>0.18410000000000082</c:v>
                </c:pt>
                <c:pt idx="43">
                  <c:v>0.18479999999999563</c:v>
                </c:pt>
                <c:pt idx="44">
                  <c:v>0.18539999999995871</c:v>
                </c:pt>
                <c:pt idx="45">
                  <c:v>0.18599999999997863</c:v>
                </c:pt>
                <c:pt idx="46">
                  <c:v>0.1864999999999668</c:v>
                </c:pt>
                <c:pt idx="47">
                  <c:v>0.18699999999995498</c:v>
                </c:pt>
                <c:pt idx="48">
                  <c:v>0.1875</c:v>
                </c:pt>
                <c:pt idx="49">
                  <c:v>0.18789999999995644</c:v>
                </c:pt>
                <c:pt idx="50">
                  <c:v>0.18829999999996971</c:v>
                </c:pt>
                <c:pt idx="51">
                  <c:v>0.18869999999998299</c:v>
                </c:pt>
                <c:pt idx="52">
                  <c:v>0.18899999999996453</c:v>
                </c:pt>
                <c:pt idx="53">
                  <c:v>0.18930000000000291</c:v>
                </c:pt>
                <c:pt idx="54">
                  <c:v>0.18959999999998445</c:v>
                </c:pt>
                <c:pt idx="55">
                  <c:v>0.18989999999996598</c:v>
                </c:pt>
                <c:pt idx="56">
                  <c:v>0.19009999999997262</c:v>
                </c:pt>
                <c:pt idx="57">
                  <c:v>0.19039999999995416</c:v>
                </c:pt>
                <c:pt idx="58">
                  <c:v>0.1904999999999859</c:v>
                </c:pt>
                <c:pt idx="59">
                  <c:v>0.1905999999999608</c:v>
                </c:pt>
                <c:pt idx="60">
                  <c:v>0.1905999999999608</c:v>
                </c:pt>
                <c:pt idx="61">
                  <c:v>0.1905999999999608</c:v>
                </c:pt>
                <c:pt idx="62">
                  <c:v>0.19039999999995416</c:v>
                </c:pt>
                <c:pt idx="63">
                  <c:v>0.19029999999997926</c:v>
                </c:pt>
                <c:pt idx="64">
                  <c:v>0.18999999999999773</c:v>
                </c:pt>
                <c:pt idx="65">
                  <c:v>0.18979999999999109</c:v>
                </c:pt>
                <c:pt idx="66">
                  <c:v>0.18959999999998445</c:v>
                </c:pt>
                <c:pt idx="67">
                  <c:v>0.18939999999997781</c:v>
                </c:pt>
                <c:pt idx="68">
                  <c:v>0.18919999999997117</c:v>
                </c:pt>
                <c:pt idx="69">
                  <c:v>0.18899999999996453</c:v>
                </c:pt>
                <c:pt idx="70">
                  <c:v>0.18879999999995789</c:v>
                </c:pt>
                <c:pt idx="71">
                  <c:v>0.18869999999998299</c:v>
                </c:pt>
                <c:pt idx="72">
                  <c:v>0.18849999999997635</c:v>
                </c:pt>
                <c:pt idx="73">
                  <c:v>0.18840000000000146</c:v>
                </c:pt>
                <c:pt idx="74">
                  <c:v>0.18819999999999482</c:v>
                </c:pt>
                <c:pt idx="75">
                  <c:v>0.18809999999996307</c:v>
                </c:pt>
                <c:pt idx="76">
                  <c:v>0.18799999999998818</c:v>
                </c:pt>
                <c:pt idx="77">
                  <c:v>0.18789999999995644</c:v>
                </c:pt>
                <c:pt idx="78">
                  <c:v>0.18779999999998154</c:v>
                </c:pt>
                <c:pt idx="79">
                  <c:v>0.18770000000000664</c:v>
                </c:pt>
                <c:pt idx="80">
                  <c:v>0.1875999999999749</c:v>
                </c:pt>
                <c:pt idx="81">
                  <c:v>0.1875</c:v>
                </c:pt>
                <c:pt idx="82">
                  <c:v>0.18739999999996826</c:v>
                </c:pt>
                <c:pt idx="83">
                  <c:v>0.18729999999999336</c:v>
                </c:pt>
                <c:pt idx="84">
                  <c:v>0.18729999999999336</c:v>
                </c:pt>
                <c:pt idx="85">
                  <c:v>0.18719999999996162</c:v>
                </c:pt>
                <c:pt idx="86">
                  <c:v>0.18719999999996162</c:v>
                </c:pt>
                <c:pt idx="87">
                  <c:v>0.18709999999998672</c:v>
                </c:pt>
                <c:pt idx="88">
                  <c:v>0.18709999999998672</c:v>
                </c:pt>
                <c:pt idx="89">
                  <c:v>0.18699999999995498</c:v>
                </c:pt>
                <c:pt idx="90">
                  <c:v>0.18699999999995498</c:v>
                </c:pt>
                <c:pt idx="91">
                  <c:v>0.18689999999998008</c:v>
                </c:pt>
                <c:pt idx="92">
                  <c:v>0.18689999999998008</c:v>
                </c:pt>
                <c:pt idx="93">
                  <c:v>0.18689999999998008</c:v>
                </c:pt>
                <c:pt idx="94">
                  <c:v>0.18680000000000518</c:v>
                </c:pt>
                <c:pt idx="95">
                  <c:v>0.18680000000000518</c:v>
                </c:pt>
                <c:pt idx="96">
                  <c:v>0.18680000000000518</c:v>
                </c:pt>
                <c:pt idx="97">
                  <c:v>0.18680000000000518</c:v>
                </c:pt>
                <c:pt idx="98">
                  <c:v>0.18669999999997344</c:v>
                </c:pt>
                <c:pt idx="99">
                  <c:v>0.18669999999997344</c:v>
                </c:pt>
                <c:pt idx="100">
                  <c:v>0.18669999999997344</c:v>
                </c:pt>
                <c:pt idx="101">
                  <c:v>0.18669999999997344</c:v>
                </c:pt>
                <c:pt idx="102">
                  <c:v>0.18669999999997344</c:v>
                </c:pt>
                <c:pt idx="103">
                  <c:v>0.18659999999999854</c:v>
                </c:pt>
                <c:pt idx="104">
                  <c:v>0.18659999999999854</c:v>
                </c:pt>
                <c:pt idx="105">
                  <c:v>0.18659999999999854</c:v>
                </c:pt>
                <c:pt idx="106">
                  <c:v>0.18659999999999854</c:v>
                </c:pt>
                <c:pt idx="107">
                  <c:v>0.18659999999999854</c:v>
                </c:pt>
                <c:pt idx="108">
                  <c:v>0.18659999999999854</c:v>
                </c:pt>
                <c:pt idx="109">
                  <c:v>0.18659999999999854</c:v>
                </c:pt>
                <c:pt idx="110">
                  <c:v>0.18659999999999854</c:v>
                </c:pt>
                <c:pt idx="111">
                  <c:v>0.18659999999999854</c:v>
                </c:pt>
                <c:pt idx="112">
                  <c:v>0.18659999999999854</c:v>
                </c:pt>
                <c:pt idx="113">
                  <c:v>0.18659999999999854</c:v>
                </c:pt>
                <c:pt idx="114">
                  <c:v>0.18659999999999854</c:v>
                </c:pt>
                <c:pt idx="115">
                  <c:v>0.18659999999999854</c:v>
                </c:pt>
                <c:pt idx="116">
                  <c:v>0.18659999999999854</c:v>
                </c:pt>
                <c:pt idx="117">
                  <c:v>0.18669999999997344</c:v>
                </c:pt>
                <c:pt idx="118">
                  <c:v>0.18669999999997344</c:v>
                </c:pt>
                <c:pt idx="119">
                  <c:v>0.18669999999997344</c:v>
                </c:pt>
                <c:pt idx="120">
                  <c:v>0.18669999999997344</c:v>
                </c:pt>
                <c:pt idx="121">
                  <c:v>0.18680000000000518</c:v>
                </c:pt>
                <c:pt idx="122">
                  <c:v>0.18680000000000518</c:v>
                </c:pt>
                <c:pt idx="123">
                  <c:v>0.18680000000000518</c:v>
                </c:pt>
                <c:pt idx="124">
                  <c:v>0.18680000000000518</c:v>
                </c:pt>
                <c:pt idx="125">
                  <c:v>0.18680000000000518</c:v>
                </c:pt>
                <c:pt idx="126">
                  <c:v>0.18689999999998008</c:v>
                </c:pt>
                <c:pt idx="127">
                  <c:v>0.18689999999998008</c:v>
                </c:pt>
                <c:pt idx="128">
                  <c:v>0.18689999999998008</c:v>
                </c:pt>
                <c:pt idx="129">
                  <c:v>0.18689999999998008</c:v>
                </c:pt>
                <c:pt idx="130">
                  <c:v>0.18689999999998008</c:v>
                </c:pt>
                <c:pt idx="131">
                  <c:v>0.18689999999998008</c:v>
                </c:pt>
                <c:pt idx="132">
                  <c:v>0.18699999999995498</c:v>
                </c:pt>
                <c:pt idx="133">
                  <c:v>0.18699999999995498</c:v>
                </c:pt>
                <c:pt idx="134">
                  <c:v>0.18699999999995498</c:v>
                </c:pt>
                <c:pt idx="135">
                  <c:v>0.18699999999995498</c:v>
                </c:pt>
                <c:pt idx="136">
                  <c:v>0.18699999999995498</c:v>
                </c:pt>
                <c:pt idx="137">
                  <c:v>0.18699999999995498</c:v>
                </c:pt>
                <c:pt idx="138">
                  <c:v>0.18699999999995498</c:v>
                </c:pt>
                <c:pt idx="139">
                  <c:v>0.18709999999998672</c:v>
                </c:pt>
                <c:pt idx="140">
                  <c:v>0.18709999999998672</c:v>
                </c:pt>
                <c:pt idx="141">
                  <c:v>0.18709999999998672</c:v>
                </c:pt>
                <c:pt idx="142">
                  <c:v>0.18709999999998672</c:v>
                </c:pt>
                <c:pt idx="143">
                  <c:v>0.18709999999998672</c:v>
                </c:pt>
                <c:pt idx="144">
                  <c:v>0.18709999999998672</c:v>
                </c:pt>
                <c:pt idx="145">
                  <c:v>0.18709999999998672</c:v>
                </c:pt>
                <c:pt idx="146">
                  <c:v>0.18709999999998672</c:v>
                </c:pt>
                <c:pt idx="147">
                  <c:v>0.18709999999998672</c:v>
                </c:pt>
                <c:pt idx="148">
                  <c:v>0.18709999999998672</c:v>
                </c:pt>
                <c:pt idx="149">
                  <c:v>0.18709999999998672</c:v>
                </c:pt>
                <c:pt idx="150">
                  <c:v>0.18709999999998672</c:v>
                </c:pt>
                <c:pt idx="151">
                  <c:v>0.18719999999996162</c:v>
                </c:pt>
                <c:pt idx="152">
                  <c:v>0.18719999999996162</c:v>
                </c:pt>
                <c:pt idx="153">
                  <c:v>0.18719999999996162</c:v>
                </c:pt>
                <c:pt idx="154">
                  <c:v>0.18719999999996162</c:v>
                </c:pt>
                <c:pt idx="155">
                  <c:v>0.18719999999996162</c:v>
                </c:pt>
                <c:pt idx="156">
                  <c:v>0.18719999999996162</c:v>
                </c:pt>
                <c:pt idx="157">
                  <c:v>0.18719999999996162</c:v>
                </c:pt>
                <c:pt idx="158">
                  <c:v>0.18719999999996162</c:v>
                </c:pt>
                <c:pt idx="159">
                  <c:v>0.18719999999996162</c:v>
                </c:pt>
                <c:pt idx="160">
                  <c:v>0.18719999999996162</c:v>
                </c:pt>
                <c:pt idx="161">
                  <c:v>0.18719999999996162</c:v>
                </c:pt>
                <c:pt idx="162">
                  <c:v>0.18709999999998672</c:v>
                </c:pt>
                <c:pt idx="163">
                  <c:v>0.18699999999995498</c:v>
                </c:pt>
                <c:pt idx="164">
                  <c:v>0.18680000000000518</c:v>
                </c:pt>
                <c:pt idx="165">
                  <c:v>0.18669999999997344</c:v>
                </c:pt>
                <c:pt idx="166">
                  <c:v>0.18659999999999854</c:v>
                </c:pt>
                <c:pt idx="167">
                  <c:v>0.18639999999999191</c:v>
                </c:pt>
                <c:pt idx="168">
                  <c:v>0.18629999999996016</c:v>
                </c:pt>
                <c:pt idx="169">
                  <c:v>0.18609999999995352</c:v>
                </c:pt>
                <c:pt idx="170">
                  <c:v>0.18599999999997863</c:v>
                </c:pt>
                <c:pt idx="171">
                  <c:v>0.18590000000000373</c:v>
                </c:pt>
                <c:pt idx="172">
                  <c:v>0.18569999999999709</c:v>
                </c:pt>
                <c:pt idx="173">
                  <c:v>0.18559999999996535</c:v>
                </c:pt>
                <c:pt idx="174">
                  <c:v>0.18549999999999045</c:v>
                </c:pt>
                <c:pt idx="175">
                  <c:v>0.18539999999995871</c:v>
                </c:pt>
                <c:pt idx="176">
                  <c:v>0.18529999999998381</c:v>
                </c:pt>
                <c:pt idx="177">
                  <c:v>0.18519999999995207</c:v>
                </c:pt>
                <c:pt idx="178">
                  <c:v>0.18509999999997717</c:v>
                </c:pt>
                <c:pt idx="179">
                  <c:v>0.18500000000000227</c:v>
                </c:pt>
                <c:pt idx="180">
                  <c:v>0.18489999999997053</c:v>
                </c:pt>
                <c:pt idx="181">
                  <c:v>0.18479999999999563</c:v>
                </c:pt>
                <c:pt idx="182">
                  <c:v>0.18479999999999563</c:v>
                </c:pt>
                <c:pt idx="183">
                  <c:v>0.18469999999996389</c:v>
                </c:pt>
                <c:pt idx="184">
                  <c:v>0.184599999999989</c:v>
                </c:pt>
                <c:pt idx="185">
                  <c:v>0.184599999999989</c:v>
                </c:pt>
                <c:pt idx="186">
                  <c:v>0.18479999999999563</c:v>
                </c:pt>
                <c:pt idx="187">
                  <c:v>0.18500000000000227</c:v>
                </c:pt>
                <c:pt idx="188">
                  <c:v>0.18529999999998381</c:v>
                </c:pt>
                <c:pt idx="189">
                  <c:v>0.18559999999996535</c:v>
                </c:pt>
                <c:pt idx="190">
                  <c:v>0.18599999999997863</c:v>
                </c:pt>
                <c:pt idx="191">
                  <c:v>0.18639999999999191</c:v>
                </c:pt>
                <c:pt idx="192">
                  <c:v>0.18680000000000518</c:v>
                </c:pt>
                <c:pt idx="193">
                  <c:v>0.18719999999996162</c:v>
                </c:pt>
                <c:pt idx="194">
                  <c:v>0.1875999999999749</c:v>
                </c:pt>
                <c:pt idx="195">
                  <c:v>0.18789999999995644</c:v>
                </c:pt>
                <c:pt idx="196">
                  <c:v>0.18829999999996971</c:v>
                </c:pt>
                <c:pt idx="197">
                  <c:v>0.18860000000000809</c:v>
                </c:pt>
                <c:pt idx="198">
                  <c:v>0.18889999999998963</c:v>
                </c:pt>
                <c:pt idx="199">
                  <c:v>0.18919999999997117</c:v>
                </c:pt>
                <c:pt idx="200">
                  <c:v>0.18949999999995271</c:v>
                </c:pt>
                <c:pt idx="201">
                  <c:v>0.18969999999995935</c:v>
                </c:pt>
                <c:pt idx="202">
                  <c:v>0.18999999999999773</c:v>
                </c:pt>
                <c:pt idx="203">
                  <c:v>0.19020000000000437</c:v>
                </c:pt>
                <c:pt idx="204">
                  <c:v>0.19039999999995416</c:v>
                </c:pt>
                <c:pt idx="205">
                  <c:v>0.1905999999999608</c:v>
                </c:pt>
                <c:pt idx="206">
                  <c:v>0.19079999999996744</c:v>
                </c:pt>
                <c:pt idx="207">
                  <c:v>0.19089999999999918</c:v>
                </c:pt>
                <c:pt idx="208">
                  <c:v>0.19110000000000582</c:v>
                </c:pt>
                <c:pt idx="209">
                  <c:v>0.19129999999995562</c:v>
                </c:pt>
                <c:pt idx="210">
                  <c:v>0.19139999999998736</c:v>
                </c:pt>
                <c:pt idx="211">
                  <c:v>0.19149999999996226</c:v>
                </c:pt>
                <c:pt idx="212">
                  <c:v>0.1916999999999689</c:v>
                </c:pt>
                <c:pt idx="213">
                  <c:v>0.19180000000000064</c:v>
                </c:pt>
                <c:pt idx="214">
                  <c:v>0.19189999999997553</c:v>
                </c:pt>
                <c:pt idx="215">
                  <c:v>0.19189999999997553</c:v>
                </c:pt>
                <c:pt idx="216">
                  <c:v>0.19189999999997553</c:v>
                </c:pt>
                <c:pt idx="217">
                  <c:v>0.19180000000000064</c:v>
                </c:pt>
                <c:pt idx="218">
                  <c:v>0.191599999999994</c:v>
                </c:pt>
                <c:pt idx="219">
                  <c:v>0.19139999999998736</c:v>
                </c:pt>
                <c:pt idx="220">
                  <c:v>0.19110000000000582</c:v>
                </c:pt>
                <c:pt idx="221">
                  <c:v>0.19089999999999918</c:v>
                </c:pt>
                <c:pt idx="222">
                  <c:v>0.1905999999999608</c:v>
                </c:pt>
                <c:pt idx="223">
                  <c:v>0.19029999999997926</c:v>
                </c:pt>
                <c:pt idx="224">
                  <c:v>0.19009999999997262</c:v>
                </c:pt>
                <c:pt idx="225">
                  <c:v>0.18979999999999109</c:v>
                </c:pt>
                <c:pt idx="226">
                  <c:v>0.18959999999998445</c:v>
                </c:pt>
                <c:pt idx="227">
                  <c:v>0.18939999999997781</c:v>
                </c:pt>
                <c:pt idx="228">
                  <c:v>0.18909999999999627</c:v>
                </c:pt>
                <c:pt idx="229">
                  <c:v>0.18889999999998963</c:v>
                </c:pt>
                <c:pt idx="230">
                  <c:v>0.18879999999995789</c:v>
                </c:pt>
                <c:pt idx="231">
                  <c:v>0.18860000000000809</c:v>
                </c:pt>
                <c:pt idx="232">
                  <c:v>0.18840000000000146</c:v>
                </c:pt>
                <c:pt idx="233">
                  <c:v>0.18829999999996971</c:v>
                </c:pt>
                <c:pt idx="234">
                  <c:v>0.18819999999999482</c:v>
                </c:pt>
                <c:pt idx="235">
                  <c:v>0.18799999999998818</c:v>
                </c:pt>
                <c:pt idx="236">
                  <c:v>0.18789999999995644</c:v>
                </c:pt>
                <c:pt idx="237">
                  <c:v>0.18779999999998154</c:v>
                </c:pt>
                <c:pt idx="238">
                  <c:v>0.18770000000000664</c:v>
                </c:pt>
                <c:pt idx="239">
                  <c:v>0.1875999999999749</c:v>
                </c:pt>
                <c:pt idx="240">
                  <c:v>0.1875</c:v>
                </c:pt>
                <c:pt idx="241">
                  <c:v>0.1875</c:v>
                </c:pt>
                <c:pt idx="242">
                  <c:v>0.18739999999996826</c:v>
                </c:pt>
                <c:pt idx="243">
                  <c:v>0.18729999999999336</c:v>
                </c:pt>
                <c:pt idx="244">
                  <c:v>0.18729999999999336</c:v>
                </c:pt>
                <c:pt idx="245">
                  <c:v>0.18719999999996162</c:v>
                </c:pt>
                <c:pt idx="246">
                  <c:v>0.18709999999998672</c:v>
                </c:pt>
                <c:pt idx="247">
                  <c:v>0.18709999999998672</c:v>
                </c:pt>
                <c:pt idx="248">
                  <c:v>0.18709999999998672</c:v>
                </c:pt>
                <c:pt idx="249">
                  <c:v>0.18699999999995498</c:v>
                </c:pt>
                <c:pt idx="250">
                  <c:v>0.18699999999995498</c:v>
                </c:pt>
                <c:pt idx="251">
                  <c:v>0.18689999999998008</c:v>
                </c:pt>
                <c:pt idx="252">
                  <c:v>0.18689999999998008</c:v>
                </c:pt>
                <c:pt idx="253">
                  <c:v>0.18689999999998008</c:v>
                </c:pt>
                <c:pt idx="254">
                  <c:v>0.18680000000000518</c:v>
                </c:pt>
                <c:pt idx="255">
                  <c:v>0.18680000000000518</c:v>
                </c:pt>
                <c:pt idx="256">
                  <c:v>0.18680000000000518</c:v>
                </c:pt>
                <c:pt idx="257">
                  <c:v>0.18680000000000518</c:v>
                </c:pt>
                <c:pt idx="258">
                  <c:v>0.18669999999997344</c:v>
                </c:pt>
                <c:pt idx="259">
                  <c:v>0.18669999999997344</c:v>
                </c:pt>
                <c:pt idx="260">
                  <c:v>0.18669999999997344</c:v>
                </c:pt>
                <c:pt idx="261">
                  <c:v>0.18669999999997344</c:v>
                </c:pt>
                <c:pt idx="262">
                  <c:v>0.18669999999997344</c:v>
                </c:pt>
                <c:pt idx="263">
                  <c:v>0.18669999999997344</c:v>
                </c:pt>
                <c:pt idx="264">
                  <c:v>0.18659999999999854</c:v>
                </c:pt>
                <c:pt idx="265">
                  <c:v>0.18659999999999854</c:v>
                </c:pt>
                <c:pt idx="266">
                  <c:v>0.18659999999999854</c:v>
                </c:pt>
                <c:pt idx="267">
                  <c:v>0.18659999999999854</c:v>
                </c:pt>
                <c:pt idx="268">
                  <c:v>0.18659999999999854</c:v>
                </c:pt>
                <c:pt idx="269">
                  <c:v>0.18659999999999854</c:v>
                </c:pt>
                <c:pt idx="270">
                  <c:v>0.18659999999999854</c:v>
                </c:pt>
                <c:pt idx="271">
                  <c:v>0.18659999999999854</c:v>
                </c:pt>
                <c:pt idx="272">
                  <c:v>0.18669999999997344</c:v>
                </c:pt>
                <c:pt idx="273">
                  <c:v>0.18669999999997344</c:v>
                </c:pt>
                <c:pt idx="274">
                  <c:v>0.18669999999997344</c:v>
                </c:pt>
                <c:pt idx="275">
                  <c:v>0.18669999999997344</c:v>
                </c:pt>
                <c:pt idx="276">
                  <c:v>0.18669999999997344</c:v>
                </c:pt>
                <c:pt idx="277">
                  <c:v>0.18680000000000518</c:v>
                </c:pt>
                <c:pt idx="278">
                  <c:v>0.18680000000000518</c:v>
                </c:pt>
                <c:pt idx="279">
                  <c:v>0.18680000000000518</c:v>
                </c:pt>
                <c:pt idx="280">
                  <c:v>0.18680000000000518</c:v>
                </c:pt>
                <c:pt idx="281">
                  <c:v>0.18680000000000518</c:v>
                </c:pt>
                <c:pt idx="282">
                  <c:v>0.18689999999998008</c:v>
                </c:pt>
                <c:pt idx="283">
                  <c:v>0.18689999999998008</c:v>
                </c:pt>
                <c:pt idx="284">
                  <c:v>0.18689999999998008</c:v>
                </c:pt>
                <c:pt idx="285">
                  <c:v>0.18689999999998008</c:v>
                </c:pt>
                <c:pt idx="286">
                  <c:v>0.18689999999998008</c:v>
                </c:pt>
                <c:pt idx="287">
                  <c:v>0.18689999999998008</c:v>
                </c:pt>
                <c:pt idx="288">
                  <c:v>0.18699999999995498</c:v>
                </c:pt>
                <c:pt idx="289">
                  <c:v>0.18699999999995498</c:v>
                </c:pt>
                <c:pt idx="290">
                  <c:v>0.18699999999995498</c:v>
                </c:pt>
                <c:pt idx="291">
                  <c:v>0.18699999999995498</c:v>
                </c:pt>
                <c:pt idx="292">
                  <c:v>0.18699999999995498</c:v>
                </c:pt>
                <c:pt idx="293">
                  <c:v>0.18699999999995498</c:v>
                </c:pt>
                <c:pt idx="294">
                  <c:v>0.18699999999995498</c:v>
                </c:pt>
                <c:pt idx="295">
                  <c:v>0.18709999999998672</c:v>
                </c:pt>
                <c:pt idx="296">
                  <c:v>0.18709999999998672</c:v>
                </c:pt>
                <c:pt idx="297">
                  <c:v>0.18709999999998672</c:v>
                </c:pt>
                <c:pt idx="298">
                  <c:v>0.18709999999998672</c:v>
                </c:pt>
                <c:pt idx="299">
                  <c:v>0.18709999999998672</c:v>
                </c:pt>
                <c:pt idx="300">
                  <c:v>0.18709999999998672</c:v>
                </c:pt>
                <c:pt idx="301">
                  <c:v>0.18709999999998672</c:v>
                </c:pt>
                <c:pt idx="302">
                  <c:v>0.18709999999998672</c:v>
                </c:pt>
                <c:pt idx="303">
                  <c:v>0.18709999999998672</c:v>
                </c:pt>
                <c:pt idx="304">
                  <c:v>0.18709999999998672</c:v>
                </c:pt>
                <c:pt idx="305">
                  <c:v>0.18709999999998672</c:v>
                </c:pt>
                <c:pt idx="306">
                  <c:v>0.18709999999998672</c:v>
                </c:pt>
                <c:pt idx="307">
                  <c:v>0.18719999999996162</c:v>
                </c:pt>
                <c:pt idx="308">
                  <c:v>0.18719999999996162</c:v>
                </c:pt>
                <c:pt idx="309">
                  <c:v>0.18719999999996162</c:v>
                </c:pt>
                <c:pt idx="310">
                  <c:v>0.18719999999996162</c:v>
                </c:pt>
                <c:pt idx="311">
                  <c:v>0.18719999999996162</c:v>
                </c:pt>
                <c:pt idx="312">
                  <c:v>0.18719999999996162</c:v>
                </c:pt>
                <c:pt idx="313">
                  <c:v>0.18719999999996162</c:v>
                </c:pt>
                <c:pt idx="314">
                  <c:v>0.18719999999996162</c:v>
                </c:pt>
                <c:pt idx="315">
                  <c:v>0.18719999999996162</c:v>
                </c:pt>
                <c:pt idx="316">
                  <c:v>0.18719999999996162</c:v>
                </c:pt>
                <c:pt idx="317">
                  <c:v>0.18719999999996162</c:v>
                </c:pt>
                <c:pt idx="318">
                  <c:v>0.18719999999996162</c:v>
                </c:pt>
                <c:pt idx="319">
                  <c:v>0.18709999999998672</c:v>
                </c:pt>
                <c:pt idx="320">
                  <c:v>0.18699999999995498</c:v>
                </c:pt>
                <c:pt idx="321">
                  <c:v>0.18680000000000518</c:v>
                </c:pt>
                <c:pt idx="322">
                  <c:v>0.18669999999997344</c:v>
                </c:pt>
                <c:pt idx="323">
                  <c:v>0.18659999999999854</c:v>
                </c:pt>
                <c:pt idx="324">
                  <c:v>0.18639999999999191</c:v>
                </c:pt>
                <c:pt idx="325">
                  <c:v>0.18629999999996016</c:v>
                </c:pt>
                <c:pt idx="326">
                  <c:v>0.18609999999995352</c:v>
                </c:pt>
                <c:pt idx="327">
                  <c:v>0.18599999999997863</c:v>
                </c:pt>
                <c:pt idx="328">
                  <c:v>0.18590000000000373</c:v>
                </c:pt>
                <c:pt idx="329">
                  <c:v>0.18569999999999709</c:v>
                </c:pt>
                <c:pt idx="330">
                  <c:v>0.18559999999996535</c:v>
                </c:pt>
                <c:pt idx="331">
                  <c:v>0.18549999999999045</c:v>
                </c:pt>
                <c:pt idx="332">
                  <c:v>0.18539999999995871</c:v>
                </c:pt>
                <c:pt idx="333">
                  <c:v>0.18529999999998381</c:v>
                </c:pt>
                <c:pt idx="334">
                  <c:v>0.18519999999995207</c:v>
                </c:pt>
                <c:pt idx="335">
                  <c:v>0.18509999999997717</c:v>
                </c:pt>
                <c:pt idx="336">
                  <c:v>0.18500000000000227</c:v>
                </c:pt>
                <c:pt idx="337">
                  <c:v>0.18489999999997053</c:v>
                </c:pt>
                <c:pt idx="338">
                  <c:v>0.18479999999999563</c:v>
                </c:pt>
                <c:pt idx="339">
                  <c:v>0.18469999999996389</c:v>
                </c:pt>
                <c:pt idx="340">
                  <c:v>0.18469999999996389</c:v>
                </c:pt>
                <c:pt idx="341">
                  <c:v>0.184599999999989</c:v>
                </c:pt>
                <c:pt idx="342">
                  <c:v>0.18469999999996389</c:v>
                </c:pt>
                <c:pt idx="343">
                  <c:v>0.18479999999999563</c:v>
                </c:pt>
                <c:pt idx="344">
                  <c:v>0.18500000000000227</c:v>
                </c:pt>
                <c:pt idx="345">
                  <c:v>0.18529999999998381</c:v>
                </c:pt>
                <c:pt idx="346">
                  <c:v>0.18569999999999709</c:v>
                </c:pt>
                <c:pt idx="347">
                  <c:v>0.18609999999995352</c:v>
                </c:pt>
                <c:pt idx="348">
                  <c:v>0.1864999999999668</c:v>
                </c:pt>
                <c:pt idx="349">
                  <c:v>0.18689999999998008</c:v>
                </c:pt>
                <c:pt idx="350">
                  <c:v>0.18729999999999336</c:v>
                </c:pt>
                <c:pt idx="351">
                  <c:v>0.1875999999999749</c:v>
                </c:pt>
                <c:pt idx="352">
                  <c:v>0.18799999999998818</c:v>
                </c:pt>
                <c:pt idx="353">
                  <c:v>0.18829999999996971</c:v>
                </c:pt>
                <c:pt idx="354">
                  <c:v>0.18860000000000809</c:v>
                </c:pt>
                <c:pt idx="355">
                  <c:v>0.18889999999998963</c:v>
                </c:pt>
                <c:pt idx="356">
                  <c:v>0.18919999999997117</c:v>
                </c:pt>
                <c:pt idx="357">
                  <c:v>0.18949999999995271</c:v>
                </c:pt>
                <c:pt idx="358">
                  <c:v>0.18979999999999109</c:v>
                </c:pt>
                <c:pt idx="359">
                  <c:v>0.18999999999999773</c:v>
                </c:pt>
                <c:pt idx="360">
                  <c:v>0.19020000000000437</c:v>
                </c:pt>
                <c:pt idx="361">
                  <c:v>0.19020000000000437</c:v>
                </c:pt>
                <c:pt idx="362">
                  <c:v>0.19039999999995416</c:v>
                </c:pt>
                <c:pt idx="363">
                  <c:v>0.1905999999999608</c:v>
                </c:pt>
                <c:pt idx="364">
                  <c:v>0.19079999999996744</c:v>
                </c:pt>
                <c:pt idx="365">
                  <c:v>0.19099999999997408</c:v>
                </c:pt>
                <c:pt idx="366">
                  <c:v>0.19110000000000582</c:v>
                </c:pt>
                <c:pt idx="367">
                  <c:v>0.19129999999995562</c:v>
                </c:pt>
                <c:pt idx="368">
                  <c:v>0.19139999999998736</c:v>
                </c:pt>
                <c:pt idx="369">
                  <c:v>0.191599999999994</c:v>
                </c:pt>
                <c:pt idx="370">
                  <c:v>0.1916999999999689</c:v>
                </c:pt>
                <c:pt idx="371">
                  <c:v>0.19180000000000064</c:v>
                </c:pt>
                <c:pt idx="372">
                  <c:v>0.19189999999997553</c:v>
                </c:pt>
                <c:pt idx="373">
                  <c:v>0.19189999999997553</c:v>
                </c:pt>
                <c:pt idx="374">
                  <c:v>0.19189999999997553</c:v>
                </c:pt>
                <c:pt idx="375">
                  <c:v>0.19180000000000064</c:v>
                </c:pt>
                <c:pt idx="376">
                  <c:v>0.191599999999994</c:v>
                </c:pt>
                <c:pt idx="377">
                  <c:v>0.19139999999998736</c:v>
                </c:pt>
                <c:pt idx="378">
                  <c:v>0.19110000000000582</c:v>
                </c:pt>
                <c:pt idx="379">
                  <c:v>0.19079999999996744</c:v>
                </c:pt>
                <c:pt idx="380">
                  <c:v>0.1905999999999608</c:v>
                </c:pt>
                <c:pt idx="381">
                  <c:v>0.19029999999997926</c:v>
                </c:pt>
                <c:pt idx="382">
                  <c:v>0.18999999999999773</c:v>
                </c:pt>
                <c:pt idx="383">
                  <c:v>0.18979999999999109</c:v>
                </c:pt>
                <c:pt idx="384">
                  <c:v>0.18949999999995271</c:v>
                </c:pt>
                <c:pt idx="385">
                  <c:v>0.18930000000000291</c:v>
                </c:pt>
                <c:pt idx="386">
                  <c:v>0.18909999999999627</c:v>
                </c:pt>
                <c:pt idx="387">
                  <c:v>0.18889999999998963</c:v>
                </c:pt>
                <c:pt idx="388">
                  <c:v>0.18869999999998299</c:v>
                </c:pt>
                <c:pt idx="389">
                  <c:v>0.18860000000000809</c:v>
                </c:pt>
                <c:pt idx="390">
                  <c:v>0.18840000000000146</c:v>
                </c:pt>
                <c:pt idx="391">
                  <c:v>0.18829999999996971</c:v>
                </c:pt>
                <c:pt idx="392">
                  <c:v>0.18809999999996307</c:v>
                </c:pt>
                <c:pt idx="393">
                  <c:v>0.18799999999998818</c:v>
                </c:pt>
                <c:pt idx="394">
                  <c:v>0.18789999999995644</c:v>
                </c:pt>
                <c:pt idx="395">
                  <c:v>0.18779999999998154</c:v>
                </c:pt>
                <c:pt idx="396">
                  <c:v>0.18770000000000664</c:v>
                </c:pt>
                <c:pt idx="397">
                  <c:v>0.1875999999999749</c:v>
                </c:pt>
                <c:pt idx="398">
                  <c:v>0.1875</c:v>
                </c:pt>
                <c:pt idx="399">
                  <c:v>0.18739999999996826</c:v>
                </c:pt>
                <c:pt idx="400">
                  <c:v>0.18739999999996826</c:v>
                </c:pt>
                <c:pt idx="401">
                  <c:v>0.18729999999999336</c:v>
                </c:pt>
                <c:pt idx="402">
                  <c:v>0.18719999999996162</c:v>
                </c:pt>
                <c:pt idx="403">
                  <c:v>0.18719999999996162</c:v>
                </c:pt>
                <c:pt idx="404">
                  <c:v>0.18709999999998672</c:v>
                </c:pt>
                <c:pt idx="405">
                  <c:v>0.18709999999998672</c:v>
                </c:pt>
                <c:pt idx="406">
                  <c:v>0.18699999999995498</c:v>
                </c:pt>
                <c:pt idx="407">
                  <c:v>0.18699999999995498</c:v>
                </c:pt>
                <c:pt idx="408">
                  <c:v>0.18699999999995498</c:v>
                </c:pt>
                <c:pt idx="409">
                  <c:v>0.18689999999998008</c:v>
                </c:pt>
                <c:pt idx="410">
                  <c:v>0.18689999999998008</c:v>
                </c:pt>
                <c:pt idx="411">
                  <c:v>0.18689999999998008</c:v>
                </c:pt>
                <c:pt idx="412">
                  <c:v>0.18680000000000518</c:v>
                </c:pt>
                <c:pt idx="413">
                  <c:v>0.18680000000000518</c:v>
                </c:pt>
                <c:pt idx="414">
                  <c:v>0.18680000000000518</c:v>
                </c:pt>
                <c:pt idx="415">
                  <c:v>0.18680000000000518</c:v>
                </c:pt>
                <c:pt idx="416">
                  <c:v>0.18669999999997344</c:v>
                </c:pt>
                <c:pt idx="417">
                  <c:v>0.18669999999997344</c:v>
                </c:pt>
                <c:pt idx="418">
                  <c:v>0.18669999999997344</c:v>
                </c:pt>
                <c:pt idx="419">
                  <c:v>0.18669999999997344</c:v>
                </c:pt>
                <c:pt idx="420">
                  <c:v>0.18669999999997344</c:v>
                </c:pt>
                <c:pt idx="421">
                  <c:v>0.18669999999997344</c:v>
                </c:pt>
                <c:pt idx="422">
                  <c:v>0.18659999999999854</c:v>
                </c:pt>
                <c:pt idx="423">
                  <c:v>0.18659999999999854</c:v>
                </c:pt>
                <c:pt idx="424">
                  <c:v>0.18659999999999854</c:v>
                </c:pt>
                <c:pt idx="425">
                  <c:v>0.18659999999999854</c:v>
                </c:pt>
                <c:pt idx="426">
                  <c:v>0.18659999999999854</c:v>
                </c:pt>
                <c:pt idx="427">
                  <c:v>0.18659999999999854</c:v>
                </c:pt>
                <c:pt idx="428">
                  <c:v>0.18659999999999854</c:v>
                </c:pt>
                <c:pt idx="429">
                  <c:v>0.18659999999999854</c:v>
                </c:pt>
                <c:pt idx="430">
                  <c:v>0.18669999999997344</c:v>
                </c:pt>
                <c:pt idx="431">
                  <c:v>0.18669999999997344</c:v>
                </c:pt>
                <c:pt idx="432">
                  <c:v>0.18669999999997344</c:v>
                </c:pt>
                <c:pt idx="433">
                  <c:v>0.18669999999997344</c:v>
                </c:pt>
                <c:pt idx="434">
                  <c:v>0.18669999999997344</c:v>
                </c:pt>
                <c:pt idx="435">
                  <c:v>0.18680000000000518</c:v>
                </c:pt>
                <c:pt idx="436">
                  <c:v>0.18680000000000518</c:v>
                </c:pt>
                <c:pt idx="437">
                  <c:v>0.18680000000000518</c:v>
                </c:pt>
                <c:pt idx="438">
                  <c:v>0.18680000000000518</c:v>
                </c:pt>
                <c:pt idx="439">
                  <c:v>0.18680000000000518</c:v>
                </c:pt>
                <c:pt idx="440">
                  <c:v>0.18689999999998008</c:v>
                </c:pt>
                <c:pt idx="441">
                  <c:v>0.18689999999998008</c:v>
                </c:pt>
                <c:pt idx="442">
                  <c:v>0.18689999999998008</c:v>
                </c:pt>
                <c:pt idx="443">
                  <c:v>0.18689999999998008</c:v>
                </c:pt>
                <c:pt idx="444">
                  <c:v>0.18689999999998008</c:v>
                </c:pt>
                <c:pt idx="445">
                  <c:v>0.18699999999995498</c:v>
                </c:pt>
                <c:pt idx="446">
                  <c:v>0.18699999999995498</c:v>
                </c:pt>
                <c:pt idx="447">
                  <c:v>0.18699999999995498</c:v>
                </c:pt>
                <c:pt idx="448">
                  <c:v>0.18699999999995498</c:v>
                </c:pt>
                <c:pt idx="449">
                  <c:v>0.18699999999995498</c:v>
                </c:pt>
                <c:pt idx="450">
                  <c:v>0.18699999999995498</c:v>
                </c:pt>
                <c:pt idx="451">
                  <c:v>0.18699999999995498</c:v>
                </c:pt>
                <c:pt idx="452">
                  <c:v>0.18699999999995498</c:v>
                </c:pt>
                <c:pt idx="453">
                  <c:v>0.18699999999995498</c:v>
                </c:pt>
                <c:pt idx="454">
                  <c:v>0.18709999999998672</c:v>
                </c:pt>
                <c:pt idx="455">
                  <c:v>0.18709999999998672</c:v>
                </c:pt>
                <c:pt idx="456">
                  <c:v>0.18709999999998672</c:v>
                </c:pt>
                <c:pt idx="457">
                  <c:v>0.18709999999998672</c:v>
                </c:pt>
                <c:pt idx="458">
                  <c:v>0.18709999999998672</c:v>
                </c:pt>
                <c:pt idx="459">
                  <c:v>0.18709999999998672</c:v>
                </c:pt>
                <c:pt idx="460">
                  <c:v>0.18709999999998672</c:v>
                </c:pt>
                <c:pt idx="461">
                  <c:v>0.18709999999998672</c:v>
                </c:pt>
                <c:pt idx="462">
                  <c:v>0.18709999999998672</c:v>
                </c:pt>
                <c:pt idx="463">
                  <c:v>0.18709999999998672</c:v>
                </c:pt>
                <c:pt idx="464">
                  <c:v>0.18709999999998672</c:v>
                </c:pt>
                <c:pt idx="465">
                  <c:v>0.18719999999996162</c:v>
                </c:pt>
                <c:pt idx="466">
                  <c:v>0.18719999999996162</c:v>
                </c:pt>
                <c:pt idx="467">
                  <c:v>0.18719999999996162</c:v>
                </c:pt>
                <c:pt idx="468">
                  <c:v>0.18719999999996162</c:v>
                </c:pt>
                <c:pt idx="469">
                  <c:v>0.18719999999996162</c:v>
                </c:pt>
                <c:pt idx="470">
                  <c:v>0.18719999999996162</c:v>
                </c:pt>
                <c:pt idx="471">
                  <c:v>0.18719999999996162</c:v>
                </c:pt>
                <c:pt idx="472">
                  <c:v>0.18719999999996162</c:v>
                </c:pt>
                <c:pt idx="473">
                  <c:v>0.18719999999996162</c:v>
                </c:pt>
                <c:pt idx="474">
                  <c:v>0.18719999999996162</c:v>
                </c:pt>
                <c:pt idx="475">
                  <c:v>0.18719999999996162</c:v>
                </c:pt>
                <c:pt idx="476">
                  <c:v>0.18719999999996162</c:v>
                </c:pt>
                <c:pt idx="477">
                  <c:v>0.18709999999998672</c:v>
                </c:pt>
                <c:pt idx="478">
                  <c:v>0.18709999999998672</c:v>
                </c:pt>
                <c:pt idx="479">
                  <c:v>0.18689999999998008</c:v>
                </c:pt>
                <c:pt idx="480">
                  <c:v>0.18680000000000518</c:v>
                </c:pt>
                <c:pt idx="481">
                  <c:v>0.18669999999997344</c:v>
                </c:pt>
                <c:pt idx="482">
                  <c:v>0.1864999999999668</c:v>
                </c:pt>
                <c:pt idx="483">
                  <c:v>0.18639999999999191</c:v>
                </c:pt>
                <c:pt idx="484">
                  <c:v>0.18619999999998527</c:v>
                </c:pt>
                <c:pt idx="485">
                  <c:v>0.18609999999995352</c:v>
                </c:pt>
                <c:pt idx="486">
                  <c:v>0.18599999999997863</c:v>
                </c:pt>
                <c:pt idx="487">
                  <c:v>0.18579999999997199</c:v>
                </c:pt>
                <c:pt idx="488">
                  <c:v>0.18569999999999709</c:v>
                </c:pt>
                <c:pt idx="489">
                  <c:v>0.18559999999996535</c:v>
                </c:pt>
                <c:pt idx="490">
                  <c:v>0.18549999999999045</c:v>
                </c:pt>
                <c:pt idx="491">
                  <c:v>0.18539999999995871</c:v>
                </c:pt>
                <c:pt idx="492">
                  <c:v>0.18529999999998381</c:v>
                </c:pt>
                <c:pt idx="493">
                  <c:v>0.18519999999995207</c:v>
                </c:pt>
                <c:pt idx="494">
                  <c:v>0.18509999999997717</c:v>
                </c:pt>
                <c:pt idx="495">
                  <c:v>0.18500000000000227</c:v>
                </c:pt>
                <c:pt idx="496">
                  <c:v>0.18489999999997053</c:v>
                </c:pt>
                <c:pt idx="497">
                  <c:v>0.18479999999999563</c:v>
                </c:pt>
                <c:pt idx="498">
                  <c:v>0.18469999999996389</c:v>
                </c:pt>
                <c:pt idx="499">
                  <c:v>0.18469999999996389</c:v>
                </c:pt>
                <c:pt idx="500">
                  <c:v>0.184599999999989</c:v>
                </c:pt>
                <c:pt idx="501">
                  <c:v>0.18469999999996389</c:v>
                </c:pt>
                <c:pt idx="502">
                  <c:v>0.18479999999999563</c:v>
                </c:pt>
                <c:pt idx="503">
                  <c:v>0.18509999999997717</c:v>
                </c:pt>
                <c:pt idx="504">
                  <c:v>0.18539999999995871</c:v>
                </c:pt>
                <c:pt idx="505">
                  <c:v>0.18579999999997199</c:v>
                </c:pt>
                <c:pt idx="506">
                  <c:v>0.18609999999995352</c:v>
                </c:pt>
                <c:pt idx="507">
                  <c:v>0.1864999999999668</c:v>
                </c:pt>
                <c:pt idx="508">
                  <c:v>0.18689999999998008</c:v>
                </c:pt>
                <c:pt idx="509">
                  <c:v>0.18729999999999336</c:v>
                </c:pt>
                <c:pt idx="510">
                  <c:v>0.18770000000000664</c:v>
                </c:pt>
                <c:pt idx="511">
                  <c:v>0.18799999999998818</c:v>
                </c:pt>
                <c:pt idx="512">
                  <c:v>0.18840000000000146</c:v>
                </c:pt>
                <c:pt idx="513">
                  <c:v>0.18869999999998299</c:v>
                </c:pt>
                <c:pt idx="514">
                  <c:v>0.18899999999996453</c:v>
                </c:pt>
                <c:pt idx="515">
                  <c:v>0.18930000000000291</c:v>
                </c:pt>
                <c:pt idx="516">
                  <c:v>0.18959999999998445</c:v>
                </c:pt>
                <c:pt idx="517">
                  <c:v>0.18979999999999109</c:v>
                </c:pt>
                <c:pt idx="518">
                  <c:v>0.18999999999999773</c:v>
                </c:pt>
                <c:pt idx="519">
                  <c:v>0.19029999999997926</c:v>
                </c:pt>
                <c:pt idx="520">
                  <c:v>0.1904999999999859</c:v>
                </c:pt>
                <c:pt idx="521">
                  <c:v>0.19069999999999254</c:v>
                </c:pt>
                <c:pt idx="522">
                  <c:v>0.19079999999996744</c:v>
                </c:pt>
                <c:pt idx="523">
                  <c:v>0.19099999999997408</c:v>
                </c:pt>
                <c:pt idx="524">
                  <c:v>0.19119999999998072</c:v>
                </c:pt>
                <c:pt idx="525">
                  <c:v>0.19129999999995562</c:v>
                </c:pt>
                <c:pt idx="526">
                  <c:v>0.19139999999998736</c:v>
                </c:pt>
                <c:pt idx="527">
                  <c:v>0.191599999999994</c:v>
                </c:pt>
                <c:pt idx="528">
                  <c:v>0.1916999999999689</c:v>
                </c:pt>
                <c:pt idx="529">
                  <c:v>0.19180000000000064</c:v>
                </c:pt>
                <c:pt idx="530">
                  <c:v>0.19189999999997553</c:v>
                </c:pt>
                <c:pt idx="531">
                  <c:v>0.19189999999997553</c:v>
                </c:pt>
                <c:pt idx="532">
                  <c:v>0.19189999999997553</c:v>
                </c:pt>
              </c:numCache>
            </c:numRef>
          </c:yVal>
          <c:smooth val="1"/>
          <c:extLst>
            <c:ext xmlns:c16="http://schemas.microsoft.com/office/drawing/2014/chart" uri="{C3380CC4-5D6E-409C-BE32-E72D297353CC}">
              <c16:uniqueId val="{0000001F-4233-4E9D-9D6D-D06060CC9530}"/>
            </c:ext>
          </c:extLst>
        </c:ser>
        <c:ser>
          <c:idx val="32"/>
          <c:order val="32"/>
          <c:tx>
            <c:strRef>
              <c:f>PM50000_Temps_oc5l2_50000!$BCI$1</c:f>
              <c:strCache>
                <c:ptCount val="1"/>
                <c:pt idx="0">
                  <c:v>TELE_PM_INTERIOR.33</c:v>
                </c:pt>
              </c:strCache>
            </c:strRef>
          </c:tx>
          <c:spPr>
            <a:ln w="19050" cap="rnd">
              <a:solidFill>
                <a:schemeClr val="accent3">
                  <a:lumMod val="50000"/>
                </a:schemeClr>
              </a:solidFill>
              <a:round/>
            </a:ln>
            <a:effectLst/>
          </c:spPr>
          <c:marker>
            <c:symbol val="circle"/>
            <c:size val="5"/>
            <c:spPr>
              <a:solidFill>
                <a:schemeClr val="accent3">
                  <a:lumMod val="50000"/>
                </a:schemeClr>
              </a:solidFill>
              <a:ln w="9525">
                <a:solidFill>
                  <a:schemeClr val="accent3">
                    <a:lumMod val="5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PM50000_Temps_oc5l2_50000!$BCI$2:$BCI$536</c:f>
              <c:numCache>
                <c:formatCode>General</c:formatCode>
                <c:ptCount val="533"/>
                <c:pt idx="0">
                  <c:v>0</c:v>
                </c:pt>
                <c:pt idx="1">
                  <c:v>3.1999999999925421E-3</c:v>
                </c:pt>
                <c:pt idx="2">
                  <c:v>1.1199999999973898E-2</c:v>
                </c:pt>
                <c:pt idx="3">
                  <c:v>2.1099999999989905E-2</c:v>
                </c:pt>
                <c:pt idx="4">
                  <c:v>3.1899999999950523E-2</c:v>
                </c:pt>
                <c:pt idx="5">
                  <c:v>4.3199999999956162E-2</c:v>
                </c:pt>
                <c:pt idx="6">
                  <c:v>5.4399999999986903E-2</c:v>
                </c:pt>
                <c:pt idx="7">
                  <c:v>6.5399999999954161E-2</c:v>
                </c:pt>
                <c:pt idx="8">
                  <c:v>7.5899999999990087E-2</c:v>
                </c:pt>
                <c:pt idx="9">
                  <c:v>8.5899999999980992E-2</c:v>
                </c:pt>
                <c:pt idx="10">
                  <c:v>9.5100000000002183E-2</c:v>
                </c:pt>
                <c:pt idx="11">
                  <c:v>0.10379999999997835</c:v>
                </c:pt>
                <c:pt idx="12">
                  <c:v>0.11169999999998481</c:v>
                </c:pt>
                <c:pt idx="13">
                  <c:v>0.11899999999997135</c:v>
                </c:pt>
                <c:pt idx="14">
                  <c:v>0.12579999999996971</c:v>
                </c:pt>
                <c:pt idx="15">
                  <c:v>0.132000000000005</c:v>
                </c:pt>
                <c:pt idx="16">
                  <c:v>0.13759999999996353</c:v>
                </c:pt>
                <c:pt idx="17">
                  <c:v>0.14279999999996562</c:v>
                </c:pt>
                <c:pt idx="18">
                  <c:v>0.14749999999997954</c:v>
                </c:pt>
                <c:pt idx="19">
                  <c:v>0.15189999999995507</c:v>
                </c:pt>
                <c:pt idx="20">
                  <c:v>0.15579999999999927</c:v>
                </c:pt>
                <c:pt idx="21">
                  <c:v>0.15949999999997999</c:v>
                </c:pt>
                <c:pt idx="22">
                  <c:v>0.16280000000000427</c:v>
                </c:pt>
                <c:pt idx="23">
                  <c:v>0.16579999999999018</c:v>
                </c:pt>
                <c:pt idx="24">
                  <c:v>0.16859999999996944</c:v>
                </c:pt>
                <c:pt idx="25">
                  <c:v>0.17119999999999891</c:v>
                </c:pt>
                <c:pt idx="26">
                  <c:v>0.17349999999999</c:v>
                </c:pt>
                <c:pt idx="27">
                  <c:v>0.17559999999997444</c:v>
                </c:pt>
                <c:pt idx="28">
                  <c:v>0.17759999999998399</c:v>
                </c:pt>
                <c:pt idx="29">
                  <c:v>0.17959999999999354</c:v>
                </c:pt>
                <c:pt idx="30">
                  <c:v>0.18160000000000309</c:v>
                </c:pt>
                <c:pt idx="31">
                  <c:v>0.1835999999999558</c:v>
                </c:pt>
                <c:pt idx="32">
                  <c:v>0.18559999999996535</c:v>
                </c:pt>
                <c:pt idx="33">
                  <c:v>0.1875</c:v>
                </c:pt>
                <c:pt idx="34">
                  <c:v>0.18930000000000291</c:v>
                </c:pt>
                <c:pt idx="35">
                  <c:v>0.19099999999997408</c:v>
                </c:pt>
                <c:pt idx="36">
                  <c:v>0.19259999999997035</c:v>
                </c:pt>
                <c:pt idx="37">
                  <c:v>0.19409999999999172</c:v>
                </c:pt>
                <c:pt idx="38">
                  <c:v>0.19549999999998136</c:v>
                </c:pt>
                <c:pt idx="39">
                  <c:v>0.19679999999999609</c:v>
                </c:pt>
                <c:pt idx="40">
                  <c:v>0.19799999999997908</c:v>
                </c:pt>
                <c:pt idx="41">
                  <c:v>0.19919999999996207</c:v>
                </c:pt>
                <c:pt idx="42">
                  <c:v>0.20019999999999527</c:v>
                </c:pt>
                <c:pt idx="43">
                  <c:v>0.20119999999997162</c:v>
                </c:pt>
                <c:pt idx="44">
                  <c:v>0.20209999999997308</c:v>
                </c:pt>
                <c:pt idx="45">
                  <c:v>0.20289999999999964</c:v>
                </c:pt>
                <c:pt idx="46">
                  <c:v>0.20369999999996935</c:v>
                </c:pt>
                <c:pt idx="47">
                  <c:v>0.20439999999996417</c:v>
                </c:pt>
                <c:pt idx="48">
                  <c:v>0.20509999999995898</c:v>
                </c:pt>
                <c:pt idx="49">
                  <c:v>0.2056999999999789</c:v>
                </c:pt>
                <c:pt idx="50">
                  <c:v>0.20629999999999882</c:v>
                </c:pt>
                <c:pt idx="51">
                  <c:v>0.20679999999998699</c:v>
                </c:pt>
                <c:pt idx="52">
                  <c:v>0.20729999999997517</c:v>
                </c:pt>
                <c:pt idx="53">
                  <c:v>0.20779999999996335</c:v>
                </c:pt>
                <c:pt idx="54">
                  <c:v>0.20819999999997663</c:v>
                </c:pt>
                <c:pt idx="55">
                  <c:v>0.2085999999999899</c:v>
                </c:pt>
                <c:pt idx="56">
                  <c:v>0.20900000000000318</c:v>
                </c:pt>
                <c:pt idx="57">
                  <c:v>0.20929999999998472</c:v>
                </c:pt>
                <c:pt idx="58">
                  <c:v>0.20959999999996626</c:v>
                </c:pt>
                <c:pt idx="59">
                  <c:v>0.2097999999999729</c:v>
                </c:pt>
                <c:pt idx="60">
                  <c:v>0.2097999999999729</c:v>
                </c:pt>
                <c:pt idx="61">
                  <c:v>0.209699999999998</c:v>
                </c:pt>
                <c:pt idx="62">
                  <c:v>0.20949999999999136</c:v>
                </c:pt>
                <c:pt idx="63">
                  <c:v>0.20919999999995298</c:v>
                </c:pt>
                <c:pt idx="64">
                  <c:v>0.20889999999997144</c:v>
                </c:pt>
                <c:pt idx="65">
                  <c:v>0.2085999999999899</c:v>
                </c:pt>
                <c:pt idx="66">
                  <c:v>0.20829999999995152</c:v>
                </c:pt>
                <c:pt idx="67">
                  <c:v>0.20789999999999509</c:v>
                </c:pt>
                <c:pt idx="68">
                  <c:v>0.20759999999995671</c:v>
                </c:pt>
                <c:pt idx="69">
                  <c:v>0.20729999999997517</c:v>
                </c:pt>
                <c:pt idx="70">
                  <c:v>0.20709999999996853</c:v>
                </c:pt>
                <c:pt idx="71">
                  <c:v>0.20679999999998699</c:v>
                </c:pt>
                <c:pt idx="72">
                  <c:v>0.20659999999998035</c:v>
                </c:pt>
                <c:pt idx="73">
                  <c:v>0.20629999999999882</c:v>
                </c:pt>
                <c:pt idx="74">
                  <c:v>0.20609999999999218</c:v>
                </c:pt>
                <c:pt idx="75">
                  <c:v>0.20589999999998554</c:v>
                </c:pt>
                <c:pt idx="76">
                  <c:v>0.2056999999999789</c:v>
                </c:pt>
                <c:pt idx="77">
                  <c:v>0.205600000000004</c:v>
                </c:pt>
                <c:pt idx="78">
                  <c:v>0.20539999999999736</c:v>
                </c:pt>
                <c:pt idx="79">
                  <c:v>0.20529999999996562</c:v>
                </c:pt>
                <c:pt idx="80">
                  <c:v>0.20509999999995898</c:v>
                </c:pt>
                <c:pt idx="81">
                  <c:v>0.20499999999998408</c:v>
                </c:pt>
                <c:pt idx="82">
                  <c:v>0.20489999999995234</c:v>
                </c:pt>
                <c:pt idx="83">
                  <c:v>0.20479999999997744</c:v>
                </c:pt>
                <c:pt idx="84">
                  <c:v>0.20470000000000255</c:v>
                </c:pt>
                <c:pt idx="85">
                  <c:v>0.20459999999997081</c:v>
                </c:pt>
                <c:pt idx="86">
                  <c:v>0.20449999999999591</c:v>
                </c:pt>
                <c:pt idx="87">
                  <c:v>0.20439999999996417</c:v>
                </c:pt>
                <c:pt idx="88">
                  <c:v>0.20439999999996417</c:v>
                </c:pt>
                <c:pt idx="89">
                  <c:v>0.20429999999998927</c:v>
                </c:pt>
                <c:pt idx="90">
                  <c:v>0.20419999999995753</c:v>
                </c:pt>
                <c:pt idx="91">
                  <c:v>0.20419999999995753</c:v>
                </c:pt>
                <c:pt idx="92">
                  <c:v>0.20409999999998263</c:v>
                </c:pt>
                <c:pt idx="93">
                  <c:v>0.20409999999998263</c:v>
                </c:pt>
                <c:pt idx="94">
                  <c:v>0.20399999999995089</c:v>
                </c:pt>
                <c:pt idx="95">
                  <c:v>0.20399999999995089</c:v>
                </c:pt>
                <c:pt idx="96">
                  <c:v>0.20389999999997599</c:v>
                </c:pt>
                <c:pt idx="97">
                  <c:v>0.20389999999997599</c:v>
                </c:pt>
                <c:pt idx="98">
                  <c:v>0.20389999999997599</c:v>
                </c:pt>
                <c:pt idx="99">
                  <c:v>0.20380000000000109</c:v>
                </c:pt>
                <c:pt idx="100">
                  <c:v>0.20380000000000109</c:v>
                </c:pt>
                <c:pt idx="101">
                  <c:v>0.20380000000000109</c:v>
                </c:pt>
                <c:pt idx="102">
                  <c:v>0.20380000000000109</c:v>
                </c:pt>
                <c:pt idx="103">
                  <c:v>0.20369999999996935</c:v>
                </c:pt>
                <c:pt idx="104">
                  <c:v>0.20369999999996935</c:v>
                </c:pt>
                <c:pt idx="105">
                  <c:v>0.20369999999996935</c:v>
                </c:pt>
                <c:pt idx="106">
                  <c:v>0.20369999999996935</c:v>
                </c:pt>
                <c:pt idx="107">
                  <c:v>0.20369999999996935</c:v>
                </c:pt>
                <c:pt idx="108">
                  <c:v>0.20359999999999445</c:v>
                </c:pt>
                <c:pt idx="109">
                  <c:v>0.20359999999999445</c:v>
                </c:pt>
                <c:pt idx="110">
                  <c:v>0.20359999999999445</c:v>
                </c:pt>
                <c:pt idx="111">
                  <c:v>0.20359999999999445</c:v>
                </c:pt>
                <c:pt idx="112">
                  <c:v>0.20359999999999445</c:v>
                </c:pt>
                <c:pt idx="113">
                  <c:v>0.20359999999999445</c:v>
                </c:pt>
                <c:pt idx="114">
                  <c:v>0.20369999999996935</c:v>
                </c:pt>
                <c:pt idx="115">
                  <c:v>0.20369999999996935</c:v>
                </c:pt>
                <c:pt idx="116">
                  <c:v>0.20369999999996935</c:v>
                </c:pt>
                <c:pt idx="117">
                  <c:v>0.20380000000000109</c:v>
                </c:pt>
                <c:pt idx="118">
                  <c:v>0.20380000000000109</c:v>
                </c:pt>
                <c:pt idx="119">
                  <c:v>0.20380000000000109</c:v>
                </c:pt>
                <c:pt idx="120">
                  <c:v>0.20389999999997599</c:v>
                </c:pt>
                <c:pt idx="121">
                  <c:v>0.20389999999997599</c:v>
                </c:pt>
                <c:pt idx="122">
                  <c:v>0.20389999999997599</c:v>
                </c:pt>
                <c:pt idx="123">
                  <c:v>0.20399999999995089</c:v>
                </c:pt>
                <c:pt idx="124">
                  <c:v>0.20399999999995089</c:v>
                </c:pt>
                <c:pt idx="125">
                  <c:v>0.20399999999995089</c:v>
                </c:pt>
                <c:pt idx="126">
                  <c:v>0.20399999999995089</c:v>
                </c:pt>
                <c:pt idx="127">
                  <c:v>0.20409999999998263</c:v>
                </c:pt>
                <c:pt idx="128">
                  <c:v>0.20409999999998263</c:v>
                </c:pt>
                <c:pt idx="129">
                  <c:v>0.20409999999998263</c:v>
                </c:pt>
                <c:pt idx="130">
                  <c:v>0.20409999999998263</c:v>
                </c:pt>
                <c:pt idx="131">
                  <c:v>0.20419999999995753</c:v>
                </c:pt>
                <c:pt idx="132">
                  <c:v>0.20419999999995753</c:v>
                </c:pt>
                <c:pt idx="133">
                  <c:v>0.20419999999995753</c:v>
                </c:pt>
                <c:pt idx="134">
                  <c:v>0.20419999999995753</c:v>
                </c:pt>
                <c:pt idx="135">
                  <c:v>0.20419999999995753</c:v>
                </c:pt>
                <c:pt idx="136">
                  <c:v>0.20429999999998927</c:v>
                </c:pt>
                <c:pt idx="137">
                  <c:v>0.20429999999998927</c:v>
                </c:pt>
                <c:pt idx="138">
                  <c:v>0.20429999999998927</c:v>
                </c:pt>
                <c:pt idx="139">
                  <c:v>0.20429999999998927</c:v>
                </c:pt>
                <c:pt idx="140">
                  <c:v>0.20429999999998927</c:v>
                </c:pt>
                <c:pt idx="141">
                  <c:v>0.20429999999998927</c:v>
                </c:pt>
                <c:pt idx="142">
                  <c:v>0.20439999999996417</c:v>
                </c:pt>
                <c:pt idx="143">
                  <c:v>0.20439999999996417</c:v>
                </c:pt>
                <c:pt idx="144">
                  <c:v>0.20439999999996417</c:v>
                </c:pt>
                <c:pt idx="145">
                  <c:v>0.20439999999996417</c:v>
                </c:pt>
                <c:pt idx="146">
                  <c:v>0.20439999999996417</c:v>
                </c:pt>
                <c:pt idx="147">
                  <c:v>0.20439999999996417</c:v>
                </c:pt>
                <c:pt idx="148">
                  <c:v>0.20439999999996417</c:v>
                </c:pt>
                <c:pt idx="149">
                  <c:v>0.20439999999996417</c:v>
                </c:pt>
                <c:pt idx="150">
                  <c:v>0.20439999999996417</c:v>
                </c:pt>
                <c:pt idx="151">
                  <c:v>0.20439999999996417</c:v>
                </c:pt>
                <c:pt idx="152">
                  <c:v>0.20449999999999591</c:v>
                </c:pt>
                <c:pt idx="153">
                  <c:v>0.20449999999999591</c:v>
                </c:pt>
                <c:pt idx="154">
                  <c:v>0.20449999999999591</c:v>
                </c:pt>
                <c:pt idx="155">
                  <c:v>0.20449999999999591</c:v>
                </c:pt>
                <c:pt idx="156">
                  <c:v>0.20449999999999591</c:v>
                </c:pt>
                <c:pt idx="157">
                  <c:v>0.20449999999999591</c:v>
                </c:pt>
                <c:pt idx="158">
                  <c:v>0.20449999999999591</c:v>
                </c:pt>
                <c:pt idx="159">
                  <c:v>0.20459999999997081</c:v>
                </c:pt>
                <c:pt idx="160">
                  <c:v>0.20459999999997081</c:v>
                </c:pt>
                <c:pt idx="161">
                  <c:v>0.20449999999999591</c:v>
                </c:pt>
                <c:pt idx="162">
                  <c:v>0.20439999999996417</c:v>
                </c:pt>
                <c:pt idx="163">
                  <c:v>0.20419999999995753</c:v>
                </c:pt>
                <c:pt idx="164">
                  <c:v>0.20409999999998263</c:v>
                </c:pt>
                <c:pt idx="165">
                  <c:v>0.20389999999997599</c:v>
                </c:pt>
                <c:pt idx="166">
                  <c:v>0.20359999999999445</c:v>
                </c:pt>
                <c:pt idx="167">
                  <c:v>0.20339999999998781</c:v>
                </c:pt>
                <c:pt idx="168">
                  <c:v>0.20319999999998117</c:v>
                </c:pt>
                <c:pt idx="169">
                  <c:v>0.20299999999997453</c:v>
                </c:pt>
                <c:pt idx="170">
                  <c:v>0.20279999999996789</c:v>
                </c:pt>
                <c:pt idx="171">
                  <c:v>0.20259999999996126</c:v>
                </c:pt>
                <c:pt idx="172">
                  <c:v>0.20239999999995462</c:v>
                </c:pt>
                <c:pt idx="173">
                  <c:v>0.20220000000000482</c:v>
                </c:pt>
                <c:pt idx="174">
                  <c:v>0.20209999999997308</c:v>
                </c:pt>
                <c:pt idx="175">
                  <c:v>0.20189999999996644</c:v>
                </c:pt>
                <c:pt idx="176">
                  <c:v>0.2016999999999598</c:v>
                </c:pt>
                <c:pt idx="177">
                  <c:v>0.2015999999999849</c:v>
                </c:pt>
                <c:pt idx="178">
                  <c:v>0.20139999999997826</c:v>
                </c:pt>
                <c:pt idx="179">
                  <c:v>0.20130000000000337</c:v>
                </c:pt>
                <c:pt idx="180">
                  <c:v>0.20119999999997162</c:v>
                </c:pt>
                <c:pt idx="181">
                  <c:v>0.20099999999996498</c:v>
                </c:pt>
                <c:pt idx="182">
                  <c:v>0.20089999999999009</c:v>
                </c:pt>
                <c:pt idx="183">
                  <c:v>0.20079999999995835</c:v>
                </c:pt>
                <c:pt idx="184">
                  <c:v>0.20059999999995171</c:v>
                </c:pt>
                <c:pt idx="185">
                  <c:v>0.20059999999995171</c:v>
                </c:pt>
                <c:pt idx="186">
                  <c:v>0.20079999999995835</c:v>
                </c:pt>
                <c:pt idx="187">
                  <c:v>0.20109999999999673</c:v>
                </c:pt>
                <c:pt idx="188">
                  <c:v>0.20149999999995316</c:v>
                </c:pt>
                <c:pt idx="189">
                  <c:v>0.20199999999999818</c:v>
                </c:pt>
                <c:pt idx="190">
                  <c:v>0.20259999999996126</c:v>
                </c:pt>
                <c:pt idx="191">
                  <c:v>0.20319999999998117</c:v>
                </c:pt>
                <c:pt idx="192">
                  <c:v>0.20380000000000109</c:v>
                </c:pt>
                <c:pt idx="193">
                  <c:v>0.20429999999998927</c:v>
                </c:pt>
                <c:pt idx="194">
                  <c:v>0.20489999999995234</c:v>
                </c:pt>
                <c:pt idx="195">
                  <c:v>0.20539999999999736</c:v>
                </c:pt>
                <c:pt idx="196">
                  <c:v>0.20589999999998554</c:v>
                </c:pt>
                <c:pt idx="197">
                  <c:v>0.20639999999997372</c:v>
                </c:pt>
                <c:pt idx="198">
                  <c:v>0.20689999999996189</c:v>
                </c:pt>
                <c:pt idx="199">
                  <c:v>0.20729999999997517</c:v>
                </c:pt>
                <c:pt idx="200">
                  <c:v>0.20769999999998845</c:v>
                </c:pt>
                <c:pt idx="201">
                  <c:v>0.20810000000000173</c:v>
                </c:pt>
                <c:pt idx="202">
                  <c:v>0.20849999999995816</c:v>
                </c:pt>
                <c:pt idx="203">
                  <c:v>0.20879999999999654</c:v>
                </c:pt>
                <c:pt idx="204">
                  <c:v>0.20909999999997808</c:v>
                </c:pt>
                <c:pt idx="205">
                  <c:v>0.20939999999995962</c:v>
                </c:pt>
                <c:pt idx="206">
                  <c:v>0.209699999999998</c:v>
                </c:pt>
                <c:pt idx="207">
                  <c:v>0.20999999999997954</c:v>
                </c:pt>
                <c:pt idx="208">
                  <c:v>0.21019999999998618</c:v>
                </c:pt>
                <c:pt idx="209">
                  <c:v>0.21039999999999281</c:v>
                </c:pt>
                <c:pt idx="210">
                  <c:v>0.21069999999997435</c:v>
                </c:pt>
                <c:pt idx="211">
                  <c:v>0.21089999999998099</c:v>
                </c:pt>
                <c:pt idx="212">
                  <c:v>0.21099999999995589</c:v>
                </c:pt>
                <c:pt idx="213">
                  <c:v>0.21119999999996253</c:v>
                </c:pt>
                <c:pt idx="214">
                  <c:v>0.21139999999996917</c:v>
                </c:pt>
                <c:pt idx="215">
                  <c:v>0.21150000000000091</c:v>
                </c:pt>
                <c:pt idx="216">
                  <c:v>0.21150000000000091</c:v>
                </c:pt>
                <c:pt idx="217">
                  <c:v>0.21139999999996917</c:v>
                </c:pt>
                <c:pt idx="218">
                  <c:v>0.21109999999998763</c:v>
                </c:pt>
                <c:pt idx="219">
                  <c:v>0.21080000000000609</c:v>
                </c:pt>
                <c:pt idx="220">
                  <c:v>0.21039999999999281</c:v>
                </c:pt>
                <c:pt idx="221">
                  <c:v>0.20999999999997954</c:v>
                </c:pt>
                <c:pt idx="222">
                  <c:v>0.20959999999996626</c:v>
                </c:pt>
                <c:pt idx="223">
                  <c:v>0.20919999999995298</c:v>
                </c:pt>
                <c:pt idx="224">
                  <c:v>0.20879999999999654</c:v>
                </c:pt>
                <c:pt idx="225">
                  <c:v>0.20839999999998327</c:v>
                </c:pt>
                <c:pt idx="226">
                  <c:v>0.20810000000000173</c:v>
                </c:pt>
                <c:pt idx="227">
                  <c:v>0.20779999999996335</c:v>
                </c:pt>
                <c:pt idx="228">
                  <c:v>0.20749999999998181</c:v>
                </c:pt>
                <c:pt idx="229">
                  <c:v>0.20720000000000027</c:v>
                </c:pt>
                <c:pt idx="230">
                  <c:v>0.20689999999996189</c:v>
                </c:pt>
                <c:pt idx="231">
                  <c:v>0.20659999999998035</c:v>
                </c:pt>
                <c:pt idx="232">
                  <c:v>0.20639999999997372</c:v>
                </c:pt>
                <c:pt idx="233">
                  <c:v>0.20619999999996708</c:v>
                </c:pt>
                <c:pt idx="234">
                  <c:v>0.20599999999996044</c:v>
                </c:pt>
                <c:pt idx="235">
                  <c:v>0.2057999999999538</c:v>
                </c:pt>
                <c:pt idx="236">
                  <c:v>0.205600000000004</c:v>
                </c:pt>
                <c:pt idx="237">
                  <c:v>0.20549999999997226</c:v>
                </c:pt>
                <c:pt idx="238">
                  <c:v>0.20529999999996562</c:v>
                </c:pt>
                <c:pt idx="239">
                  <c:v>0.20519999999999072</c:v>
                </c:pt>
                <c:pt idx="240">
                  <c:v>0.20499999999998408</c:v>
                </c:pt>
                <c:pt idx="241">
                  <c:v>0.20489999999995234</c:v>
                </c:pt>
                <c:pt idx="242">
                  <c:v>0.20479999999997744</c:v>
                </c:pt>
                <c:pt idx="243">
                  <c:v>0.20470000000000255</c:v>
                </c:pt>
                <c:pt idx="244">
                  <c:v>0.20459999999997081</c:v>
                </c:pt>
                <c:pt idx="245">
                  <c:v>0.20449999999999591</c:v>
                </c:pt>
                <c:pt idx="246">
                  <c:v>0.20449999999999591</c:v>
                </c:pt>
                <c:pt idx="247">
                  <c:v>0.20439999999996417</c:v>
                </c:pt>
                <c:pt idx="248">
                  <c:v>0.20429999999998927</c:v>
                </c:pt>
                <c:pt idx="249">
                  <c:v>0.20429999999998927</c:v>
                </c:pt>
                <c:pt idx="250">
                  <c:v>0.20419999999995753</c:v>
                </c:pt>
                <c:pt idx="251">
                  <c:v>0.20409999999998263</c:v>
                </c:pt>
                <c:pt idx="252">
                  <c:v>0.20409999999998263</c:v>
                </c:pt>
                <c:pt idx="253">
                  <c:v>0.20399999999995089</c:v>
                </c:pt>
                <c:pt idx="254">
                  <c:v>0.20399999999995089</c:v>
                </c:pt>
                <c:pt idx="255">
                  <c:v>0.20399999999995089</c:v>
                </c:pt>
                <c:pt idx="256">
                  <c:v>0.20389999999997599</c:v>
                </c:pt>
                <c:pt idx="257">
                  <c:v>0.20389999999997599</c:v>
                </c:pt>
                <c:pt idx="258">
                  <c:v>0.20389999999997599</c:v>
                </c:pt>
                <c:pt idx="259">
                  <c:v>0.20380000000000109</c:v>
                </c:pt>
                <c:pt idx="260">
                  <c:v>0.20380000000000109</c:v>
                </c:pt>
                <c:pt idx="261">
                  <c:v>0.20380000000000109</c:v>
                </c:pt>
                <c:pt idx="262">
                  <c:v>0.20380000000000109</c:v>
                </c:pt>
                <c:pt idx="263">
                  <c:v>0.20369999999996935</c:v>
                </c:pt>
                <c:pt idx="264">
                  <c:v>0.20369999999996935</c:v>
                </c:pt>
                <c:pt idx="265">
                  <c:v>0.20369999999996935</c:v>
                </c:pt>
                <c:pt idx="266">
                  <c:v>0.20369999999996935</c:v>
                </c:pt>
                <c:pt idx="267">
                  <c:v>0.20369999999996935</c:v>
                </c:pt>
                <c:pt idx="268">
                  <c:v>0.20369999999996935</c:v>
                </c:pt>
                <c:pt idx="269">
                  <c:v>0.20369999999996935</c:v>
                </c:pt>
                <c:pt idx="270">
                  <c:v>0.20369999999996935</c:v>
                </c:pt>
                <c:pt idx="271">
                  <c:v>0.20369999999996935</c:v>
                </c:pt>
                <c:pt idx="272">
                  <c:v>0.20369999999996935</c:v>
                </c:pt>
                <c:pt idx="273">
                  <c:v>0.20380000000000109</c:v>
                </c:pt>
                <c:pt idx="274">
                  <c:v>0.20380000000000109</c:v>
                </c:pt>
                <c:pt idx="275">
                  <c:v>0.20380000000000109</c:v>
                </c:pt>
                <c:pt idx="276">
                  <c:v>0.20389999999997599</c:v>
                </c:pt>
                <c:pt idx="277">
                  <c:v>0.20389999999997599</c:v>
                </c:pt>
                <c:pt idx="278">
                  <c:v>0.20389999999997599</c:v>
                </c:pt>
                <c:pt idx="279">
                  <c:v>0.20399999999995089</c:v>
                </c:pt>
                <c:pt idx="280">
                  <c:v>0.20399999999995089</c:v>
                </c:pt>
                <c:pt idx="281">
                  <c:v>0.20399999999995089</c:v>
                </c:pt>
                <c:pt idx="282">
                  <c:v>0.20399999999995089</c:v>
                </c:pt>
                <c:pt idx="283">
                  <c:v>0.20409999999998263</c:v>
                </c:pt>
                <c:pt idx="284">
                  <c:v>0.20409999999998263</c:v>
                </c:pt>
                <c:pt idx="285">
                  <c:v>0.20409999999998263</c:v>
                </c:pt>
                <c:pt idx="286">
                  <c:v>0.20409999999998263</c:v>
                </c:pt>
                <c:pt idx="287">
                  <c:v>0.20419999999995753</c:v>
                </c:pt>
                <c:pt idx="288">
                  <c:v>0.20419999999995753</c:v>
                </c:pt>
                <c:pt idx="289">
                  <c:v>0.20419999999995753</c:v>
                </c:pt>
                <c:pt idx="290">
                  <c:v>0.20419999999995753</c:v>
                </c:pt>
                <c:pt idx="291">
                  <c:v>0.20419999999995753</c:v>
                </c:pt>
                <c:pt idx="292">
                  <c:v>0.20429999999998927</c:v>
                </c:pt>
                <c:pt idx="293">
                  <c:v>0.20429999999998927</c:v>
                </c:pt>
                <c:pt idx="294">
                  <c:v>0.20429999999998927</c:v>
                </c:pt>
                <c:pt idx="295">
                  <c:v>0.20429999999998927</c:v>
                </c:pt>
                <c:pt idx="296">
                  <c:v>0.20429999999998927</c:v>
                </c:pt>
                <c:pt idx="297">
                  <c:v>0.20429999999998927</c:v>
                </c:pt>
                <c:pt idx="298">
                  <c:v>0.20439999999996417</c:v>
                </c:pt>
                <c:pt idx="299">
                  <c:v>0.20439999999996417</c:v>
                </c:pt>
                <c:pt idx="300">
                  <c:v>0.20439999999996417</c:v>
                </c:pt>
                <c:pt idx="301">
                  <c:v>0.20439999999996417</c:v>
                </c:pt>
                <c:pt idx="302">
                  <c:v>0.20439999999996417</c:v>
                </c:pt>
                <c:pt idx="303">
                  <c:v>0.20439999999996417</c:v>
                </c:pt>
                <c:pt idx="304">
                  <c:v>0.20439999999996417</c:v>
                </c:pt>
                <c:pt idx="305">
                  <c:v>0.20439999999996417</c:v>
                </c:pt>
                <c:pt idx="306">
                  <c:v>0.20439999999996417</c:v>
                </c:pt>
                <c:pt idx="307">
                  <c:v>0.20439999999996417</c:v>
                </c:pt>
                <c:pt idx="308">
                  <c:v>0.20449999999999591</c:v>
                </c:pt>
                <c:pt idx="309">
                  <c:v>0.20449999999999591</c:v>
                </c:pt>
                <c:pt idx="310">
                  <c:v>0.20449999999999591</c:v>
                </c:pt>
                <c:pt idx="311">
                  <c:v>0.20449999999999591</c:v>
                </c:pt>
                <c:pt idx="312">
                  <c:v>0.20449999999999591</c:v>
                </c:pt>
                <c:pt idx="313">
                  <c:v>0.20449999999999591</c:v>
                </c:pt>
                <c:pt idx="314">
                  <c:v>0.20449999999999591</c:v>
                </c:pt>
                <c:pt idx="315">
                  <c:v>0.20459999999997081</c:v>
                </c:pt>
                <c:pt idx="316">
                  <c:v>0.20459999999997081</c:v>
                </c:pt>
                <c:pt idx="317">
                  <c:v>0.20459999999997081</c:v>
                </c:pt>
                <c:pt idx="318">
                  <c:v>0.20449999999999591</c:v>
                </c:pt>
                <c:pt idx="319">
                  <c:v>0.20439999999996417</c:v>
                </c:pt>
                <c:pt idx="320">
                  <c:v>0.20419999999995753</c:v>
                </c:pt>
                <c:pt idx="321">
                  <c:v>0.20399999999995089</c:v>
                </c:pt>
                <c:pt idx="322">
                  <c:v>0.20380000000000109</c:v>
                </c:pt>
                <c:pt idx="323">
                  <c:v>0.20359999999999445</c:v>
                </c:pt>
                <c:pt idx="324">
                  <c:v>0.20339999999998781</c:v>
                </c:pt>
                <c:pt idx="325">
                  <c:v>0.20319999999998117</c:v>
                </c:pt>
                <c:pt idx="326">
                  <c:v>0.20299999999997453</c:v>
                </c:pt>
                <c:pt idx="327">
                  <c:v>0.20279999999996789</c:v>
                </c:pt>
                <c:pt idx="328">
                  <c:v>0.20259999999996126</c:v>
                </c:pt>
                <c:pt idx="329">
                  <c:v>0.20239999999995462</c:v>
                </c:pt>
                <c:pt idx="330">
                  <c:v>0.20220000000000482</c:v>
                </c:pt>
                <c:pt idx="331">
                  <c:v>0.20199999999999818</c:v>
                </c:pt>
                <c:pt idx="332">
                  <c:v>0.20189999999996644</c:v>
                </c:pt>
                <c:pt idx="333">
                  <c:v>0.2016999999999598</c:v>
                </c:pt>
                <c:pt idx="334">
                  <c:v>0.2015999999999849</c:v>
                </c:pt>
                <c:pt idx="335">
                  <c:v>0.20139999999997826</c:v>
                </c:pt>
                <c:pt idx="336">
                  <c:v>0.20130000000000337</c:v>
                </c:pt>
                <c:pt idx="337">
                  <c:v>0.20119999999997162</c:v>
                </c:pt>
                <c:pt idx="338">
                  <c:v>0.20099999999996498</c:v>
                </c:pt>
                <c:pt idx="339">
                  <c:v>0.20089999999999009</c:v>
                </c:pt>
                <c:pt idx="340">
                  <c:v>0.20079999999995835</c:v>
                </c:pt>
                <c:pt idx="341">
                  <c:v>0.20059999999995171</c:v>
                </c:pt>
                <c:pt idx="342">
                  <c:v>0.20059999999995171</c:v>
                </c:pt>
                <c:pt idx="343">
                  <c:v>0.20079999999995835</c:v>
                </c:pt>
                <c:pt idx="344">
                  <c:v>0.20109999999999673</c:v>
                </c:pt>
                <c:pt idx="345">
                  <c:v>0.2015999999999849</c:v>
                </c:pt>
                <c:pt idx="346">
                  <c:v>0.20209999999997308</c:v>
                </c:pt>
                <c:pt idx="347">
                  <c:v>0.202699999999993</c:v>
                </c:pt>
                <c:pt idx="348">
                  <c:v>0.20329999999995607</c:v>
                </c:pt>
                <c:pt idx="349">
                  <c:v>0.20380000000000109</c:v>
                </c:pt>
                <c:pt idx="350">
                  <c:v>0.20439999999996417</c:v>
                </c:pt>
                <c:pt idx="351">
                  <c:v>0.20499999999998408</c:v>
                </c:pt>
                <c:pt idx="352">
                  <c:v>0.20549999999997226</c:v>
                </c:pt>
                <c:pt idx="353">
                  <c:v>0.20599999999996044</c:v>
                </c:pt>
                <c:pt idx="354">
                  <c:v>0.20650000000000546</c:v>
                </c:pt>
                <c:pt idx="355">
                  <c:v>0.20699999999999363</c:v>
                </c:pt>
                <c:pt idx="356">
                  <c:v>0.20740000000000691</c:v>
                </c:pt>
                <c:pt idx="357">
                  <c:v>0.20779999999996335</c:v>
                </c:pt>
                <c:pt idx="358">
                  <c:v>0.20819999999997663</c:v>
                </c:pt>
                <c:pt idx="359">
                  <c:v>0.20849999999995816</c:v>
                </c:pt>
                <c:pt idx="360">
                  <c:v>0.20889999999997144</c:v>
                </c:pt>
                <c:pt idx="361">
                  <c:v>0.20889999999997144</c:v>
                </c:pt>
                <c:pt idx="362">
                  <c:v>0.20919999999995298</c:v>
                </c:pt>
                <c:pt idx="363">
                  <c:v>0.20949999999999136</c:v>
                </c:pt>
                <c:pt idx="364">
                  <c:v>0.209699999999998</c:v>
                </c:pt>
                <c:pt idx="365">
                  <c:v>0.20999999999997954</c:v>
                </c:pt>
                <c:pt idx="366">
                  <c:v>0.21019999999998618</c:v>
                </c:pt>
                <c:pt idx="367">
                  <c:v>0.21049999999996771</c:v>
                </c:pt>
                <c:pt idx="368">
                  <c:v>0.21069999999997435</c:v>
                </c:pt>
                <c:pt idx="369">
                  <c:v>0.21089999999998099</c:v>
                </c:pt>
                <c:pt idx="370">
                  <c:v>0.21109999999998763</c:v>
                </c:pt>
                <c:pt idx="371">
                  <c:v>0.21119999999996253</c:v>
                </c:pt>
                <c:pt idx="372">
                  <c:v>0.21139999999996917</c:v>
                </c:pt>
                <c:pt idx="373">
                  <c:v>0.21150000000000091</c:v>
                </c:pt>
                <c:pt idx="374">
                  <c:v>0.21150000000000091</c:v>
                </c:pt>
                <c:pt idx="375">
                  <c:v>0.21129999999999427</c:v>
                </c:pt>
                <c:pt idx="376">
                  <c:v>0.21109999999998763</c:v>
                </c:pt>
                <c:pt idx="377">
                  <c:v>0.21069999999997435</c:v>
                </c:pt>
                <c:pt idx="378">
                  <c:v>0.21039999999999281</c:v>
                </c:pt>
                <c:pt idx="379">
                  <c:v>0.20999999999997954</c:v>
                </c:pt>
                <c:pt idx="380">
                  <c:v>0.20949999999999136</c:v>
                </c:pt>
                <c:pt idx="381">
                  <c:v>0.20909999999997808</c:v>
                </c:pt>
                <c:pt idx="382">
                  <c:v>0.20879999999999654</c:v>
                </c:pt>
                <c:pt idx="383">
                  <c:v>0.20839999999998327</c:v>
                </c:pt>
                <c:pt idx="384">
                  <c:v>0.20799999999996999</c:v>
                </c:pt>
                <c:pt idx="385">
                  <c:v>0.20769999999998845</c:v>
                </c:pt>
                <c:pt idx="386">
                  <c:v>0.20740000000000691</c:v>
                </c:pt>
                <c:pt idx="387">
                  <c:v>0.20709999999996853</c:v>
                </c:pt>
                <c:pt idx="388">
                  <c:v>0.20689999999996189</c:v>
                </c:pt>
                <c:pt idx="389">
                  <c:v>0.20659999999998035</c:v>
                </c:pt>
                <c:pt idx="390">
                  <c:v>0.20639999999997372</c:v>
                </c:pt>
                <c:pt idx="391">
                  <c:v>0.20619999999996708</c:v>
                </c:pt>
                <c:pt idx="392">
                  <c:v>0.20599999999996044</c:v>
                </c:pt>
                <c:pt idx="393">
                  <c:v>0.2057999999999538</c:v>
                </c:pt>
                <c:pt idx="394">
                  <c:v>0.205600000000004</c:v>
                </c:pt>
                <c:pt idx="395">
                  <c:v>0.20539999999999736</c:v>
                </c:pt>
                <c:pt idx="396">
                  <c:v>0.20529999999996562</c:v>
                </c:pt>
                <c:pt idx="397">
                  <c:v>0.20519999999999072</c:v>
                </c:pt>
                <c:pt idx="398">
                  <c:v>0.20499999999998408</c:v>
                </c:pt>
                <c:pt idx="399">
                  <c:v>0.20489999999995234</c:v>
                </c:pt>
                <c:pt idx="400">
                  <c:v>0.20479999999997744</c:v>
                </c:pt>
                <c:pt idx="401">
                  <c:v>0.20470000000000255</c:v>
                </c:pt>
                <c:pt idx="402">
                  <c:v>0.20459999999997081</c:v>
                </c:pt>
                <c:pt idx="403">
                  <c:v>0.20449999999999591</c:v>
                </c:pt>
                <c:pt idx="404">
                  <c:v>0.20439999999996417</c:v>
                </c:pt>
                <c:pt idx="405">
                  <c:v>0.20439999999996417</c:v>
                </c:pt>
                <c:pt idx="406">
                  <c:v>0.20429999999998927</c:v>
                </c:pt>
                <c:pt idx="407">
                  <c:v>0.20419999999995753</c:v>
                </c:pt>
                <c:pt idx="408">
                  <c:v>0.20419999999995753</c:v>
                </c:pt>
                <c:pt idx="409">
                  <c:v>0.20409999999998263</c:v>
                </c:pt>
                <c:pt idx="410">
                  <c:v>0.20409999999998263</c:v>
                </c:pt>
                <c:pt idx="411">
                  <c:v>0.20399999999995089</c:v>
                </c:pt>
                <c:pt idx="412">
                  <c:v>0.20399999999995089</c:v>
                </c:pt>
                <c:pt idx="413">
                  <c:v>0.20399999999995089</c:v>
                </c:pt>
                <c:pt idx="414">
                  <c:v>0.20389999999997599</c:v>
                </c:pt>
                <c:pt idx="415">
                  <c:v>0.20389999999997599</c:v>
                </c:pt>
                <c:pt idx="416">
                  <c:v>0.20389999999997599</c:v>
                </c:pt>
                <c:pt idx="417">
                  <c:v>0.20380000000000109</c:v>
                </c:pt>
                <c:pt idx="418">
                  <c:v>0.20380000000000109</c:v>
                </c:pt>
                <c:pt idx="419">
                  <c:v>0.20380000000000109</c:v>
                </c:pt>
                <c:pt idx="420">
                  <c:v>0.20380000000000109</c:v>
                </c:pt>
                <c:pt idx="421">
                  <c:v>0.20369999999996935</c:v>
                </c:pt>
                <c:pt idx="422">
                  <c:v>0.20369999999996935</c:v>
                </c:pt>
                <c:pt idx="423">
                  <c:v>0.20369999999996935</c:v>
                </c:pt>
                <c:pt idx="424">
                  <c:v>0.20369999999996935</c:v>
                </c:pt>
                <c:pt idx="425">
                  <c:v>0.20369999999996935</c:v>
                </c:pt>
                <c:pt idx="426">
                  <c:v>0.20369999999996935</c:v>
                </c:pt>
                <c:pt idx="427">
                  <c:v>0.20369999999996935</c:v>
                </c:pt>
                <c:pt idx="428">
                  <c:v>0.20369999999996935</c:v>
                </c:pt>
                <c:pt idx="429">
                  <c:v>0.20369999999996935</c:v>
                </c:pt>
                <c:pt idx="430">
                  <c:v>0.20369999999996935</c:v>
                </c:pt>
                <c:pt idx="431">
                  <c:v>0.20380000000000109</c:v>
                </c:pt>
                <c:pt idx="432">
                  <c:v>0.20380000000000109</c:v>
                </c:pt>
                <c:pt idx="433">
                  <c:v>0.20380000000000109</c:v>
                </c:pt>
                <c:pt idx="434">
                  <c:v>0.20389999999997599</c:v>
                </c:pt>
                <c:pt idx="435">
                  <c:v>0.20389999999997599</c:v>
                </c:pt>
                <c:pt idx="436">
                  <c:v>0.20389999999997599</c:v>
                </c:pt>
                <c:pt idx="437">
                  <c:v>0.20399999999995089</c:v>
                </c:pt>
                <c:pt idx="438">
                  <c:v>0.20399999999995089</c:v>
                </c:pt>
                <c:pt idx="439">
                  <c:v>0.20399999999995089</c:v>
                </c:pt>
                <c:pt idx="440">
                  <c:v>0.20399999999995089</c:v>
                </c:pt>
                <c:pt idx="441">
                  <c:v>0.20409999999998263</c:v>
                </c:pt>
                <c:pt idx="442">
                  <c:v>0.20409999999998263</c:v>
                </c:pt>
                <c:pt idx="443">
                  <c:v>0.20409999999998263</c:v>
                </c:pt>
                <c:pt idx="444">
                  <c:v>0.20409999999998263</c:v>
                </c:pt>
                <c:pt idx="445">
                  <c:v>0.20419999999995753</c:v>
                </c:pt>
                <c:pt idx="446">
                  <c:v>0.20419999999995753</c:v>
                </c:pt>
                <c:pt idx="447">
                  <c:v>0.20419999999995753</c:v>
                </c:pt>
                <c:pt idx="448">
                  <c:v>0.20419999999995753</c:v>
                </c:pt>
                <c:pt idx="449">
                  <c:v>0.20429999999998927</c:v>
                </c:pt>
                <c:pt idx="450">
                  <c:v>0.20429999999998927</c:v>
                </c:pt>
                <c:pt idx="451">
                  <c:v>0.20429999999998927</c:v>
                </c:pt>
                <c:pt idx="452">
                  <c:v>0.20429999999998927</c:v>
                </c:pt>
                <c:pt idx="453">
                  <c:v>0.20429999999998927</c:v>
                </c:pt>
                <c:pt idx="454">
                  <c:v>0.20429999999998927</c:v>
                </c:pt>
                <c:pt idx="455">
                  <c:v>0.20429999999998927</c:v>
                </c:pt>
                <c:pt idx="456">
                  <c:v>0.20429999999998927</c:v>
                </c:pt>
                <c:pt idx="457">
                  <c:v>0.20439999999996417</c:v>
                </c:pt>
                <c:pt idx="458">
                  <c:v>0.20439999999996417</c:v>
                </c:pt>
                <c:pt idx="459">
                  <c:v>0.20439999999996417</c:v>
                </c:pt>
                <c:pt idx="460">
                  <c:v>0.20439999999996417</c:v>
                </c:pt>
                <c:pt idx="461">
                  <c:v>0.20439999999996417</c:v>
                </c:pt>
                <c:pt idx="462">
                  <c:v>0.20439999999996417</c:v>
                </c:pt>
                <c:pt idx="463">
                  <c:v>0.20439999999996417</c:v>
                </c:pt>
                <c:pt idx="464">
                  <c:v>0.20439999999996417</c:v>
                </c:pt>
                <c:pt idx="465">
                  <c:v>0.20439999999996417</c:v>
                </c:pt>
                <c:pt idx="466">
                  <c:v>0.20439999999996417</c:v>
                </c:pt>
                <c:pt idx="467">
                  <c:v>0.20449999999999591</c:v>
                </c:pt>
                <c:pt idx="468">
                  <c:v>0.20449999999999591</c:v>
                </c:pt>
                <c:pt idx="469">
                  <c:v>0.20449999999999591</c:v>
                </c:pt>
                <c:pt idx="470">
                  <c:v>0.20449999999999591</c:v>
                </c:pt>
                <c:pt idx="471">
                  <c:v>0.20449999999999591</c:v>
                </c:pt>
                <c:pt idx="472">
                  <c:v>0.20449999999999591</c:v>
                </c:pt>
                <c:pt idx="473">
                  <c:v>0.20449999999999591</c:v>
                </c:pt>
                <c:pt idx="474">
                  <c:v>0.20459999999997081</c:v>
                </c:pt>
                <c:pt idx="475">
                  <c:v>0.20459999999997081</c:v>
                </c:pt>
                <c:pt idx="476">
                  <c:v>0.20459999999997081</c:v>
                </c:pt>
                <c:pt idx="477">
                  <c:v>0.20449999999999591</c:v>
                </c:pt>
                <c:pt idx="478">
                  <c:v>0.20439999999996417</c:v>
                </c:pt>
                <c:pt idx="479">
                  <c:v>0.20419999999995753</c:v>
                </c:pt>
                <c:pt idx="480">
                  <c:v>0.20399999999995089</c:v>
                </c:pt>
                <c:pt idx="481">
                  <c:v>0.20380000000000109</c:v>
                </c:pt>
                <c:pt idx="482">
                  <c:v>0.20359999999999445</c:v>
                </c:pt>
                <c:pt idx="483">
                  <c:v>0.20339999999998781</c:v>
                </c:pt>
                <c:pt idx="484">
                  <c:v>0.20319999999998117</c:v>
                </c:pt>
                <c:pt idx="485">
                  <c:v>0.20289999999999964</c:v>
                </c:pt>
                <c:pt idx="486">
                  <c:v>0.202699999999993</c:v>
                </c:pt>
                <c:pt idx="487">
                  <c:v>0.20259999999996126</c:v>
                </c:pt>
                <c:pt idx="488">
                  <c:v>0.20239999999995462</c:v>
                </c:pt>
                <c:pt idx="489">
                  <c:v>0.20220000000000482</c:v>
                </c:pt>
                <c:pt idx="490">
                  <c:v>0.20199999999999818</c:v>
                </c:pt>
                <c:pt idx="491">
                  <c:v>0.20179999999999154</c:v>
                </c:pt>
                <c:pt idx="492">
                  <c:v>0.2016999999999598</c:v>
                </c:pt>
                <c:pt idx="493">
                  <c:v>0.20149999999995316</c:v>
                </c:pt>
                <c:pt idx="494">
                  <c:v>0.20139999999997826</c:v>
                </c:pt>
                <c:pt idx="495">
                  <c:v>0.20130000000000337</c:v>
                </c:pt>
                <c:pt idx="496">
                  <c:v>0.20109999999999673</c:v>
                </c:pt>
                <c:pt idx="497">
                  <c:v>0.20099999999996498</c:v>
                </c:pt>
                <c:pt idx="498">
                  <c:v>0.20089999999999009</c:v>
                </c:pt>
                <c:pt idx="499">
                  <c:v>0.20069999999998345</c:v>
                </c:pt>
                <c:pt idx="500">
                  <c:v>0.20059999999995171</c:v>
                </c:pt>
                <c:pt idx="501">
                  <c:v>0.20059999999995171</c:v>
                </c:pt>
                <c:pt idx="502">
                  <c:v>0.20079999999995835</c:v>
                </c:pt>
                <c:pt idx="503">
                  <c:v>0.20119999999997162</c:v>
                </c:pt>
                <c:pt idx="504">
                  <c:v>0.2016999999999598</c:v>
                </c:pt>
                <c:pt idx="505">
                  <c:v>0.20220000000000482</c:v>
                </c:pt>
                <c:pt idx="506">
                  <c:v>0.20279999999996789</c:v>
                </c:pt>
                <c:pt idx="507">
                  <c:v>0.20339999999998781</c:v>
                </c:pt>
                <c:pt idx="508">
                  <c:v>0.20389999999997599</c:v>
                </c:pt>
                <c:pt idx="509">
                  <c:v>0.20449999999999591</c:v>
                </c:pt>
                <c:pt idx="510">
                  <c:v>0.20509999999995898</c:v>
                </c:pt>
                <c:pt idx="511">
                  <c:v>0.205600000000004</c:v>
                </c:pt>
                <c:pt idx="512">
                  <c:v>0.20609999999999218</c:v>
                </c:pt>
                <c:pt idx="513">
                  <c:v>0.20659999999998035</c:v>
                </c:pt>
                <c:pt idx="514">
                  <c:v>0.20699999999999363</c:v>
                </c:pt>
                <c:pt idx="515">
                  <c:v>0.20749999999998181</c:v>
                </c:pt>
                <c:pt idx="516">
                  <c:v>0.20789999999999509</c:v>
                </c:pt>
                <c:pt idx="517">
                  <c:v>0.20819999999997663</c:v>
                </c:pt>
                <c:pt idx="518">
                  <c:v>0.2085999999999899</c:v>
                </c:pt>
                <c:pt idx="519">
                  <c:v>0.20889999999997144</c:v>
                </c:pt>
                <c:pt idx="520">
                  <c:v>0.20919999999995298</c:v>
                </c:pt>
                <c:pt idx="521">
                  <c:v>0.20949999999999136</c:v>
                </c:pt>
                <c:pt idx="522">
                  <c:v>0.2097999999999729</c:v>
                </c:pt>
                <c:pt idx="523">
                  <c:v>0.20999999999997954</c:v>
                </c:pt>
                <c:pt idx="524">
                  <c:v>0.21029999999996107</c:v>
                </c:pt>
                <c:pt idx="525">
                  <c:v>0.21049999999996771</c:v>
                </c:pt>
                <c:pt idx="526">
                  <c:v>0.21069999999997435</c:v>
                </c:pt>
                <c:pt idx="527">
                  <c:v>0.21089999999998099</c:v>
                </c:pt>
                <c:pt idx="528">
                  <c:v>0.21109999999998763</c:v>
                </c:pt>
                <c:pt idx="529">
                  <c:v>0.21129999999999427</c:v>
                </c:pt>
                <c:pt idx="530">
                  <c:v>0.21139999999996917</c:v>
                </c:pt>
                <c:pt idx="531">
                  <c:v>0.21150000000000091</c:v>
                </c:pt>
                <c:pt idx="532">
                  <c:v>0.21150000000000091</c:v>
                </c:pt>
              </c:numCache>
            </c:numRef>
          </c:yVal>
          <c:smooth val="1"/>
          <c:extLst>
            <c:ext xmlns:c16="http://schemas.microsoft.com/office/drawing/2014/chart" uri="{C3380CC4-5D6E-409C-BE32-E72D297353CC}">
              <c16:uniqueId val="{00000020-4233-4E9D-9D6D-D06060CC9530}"/>
            </c:ext>
          </c:extLst>
        </c:ser>
        <c:ser>
          <c:idx val="33"/>
          <c:order val="33"/>
          <c:tx>
            <c:strRef>
              <c:f>PM50000_Temps_oc5l2_50000!$BCJ$1</c:f>
              <c:strCache>
                <c:ptCount val="1"/>
                <c:pt idx="0">
                  <c:v>TELE_PM_INTERIOR.34</c:v>
                </c:pt>
              </c:strCache>
            </c:strRef>
          </c:tx>
          <c:spPr>
            <a:ln w="19050" cap="rnd">
              <a:solidFill>
                <a:schemeClr val="accent4">
                  <a:lumMod val="50000"/>
                </a:schemeClr>
              </a:solidFill>
              <a:round/>
            </a:ln>
            <a:effectLst/>
          </c:spPr>
          <c:marker>
            <c:symbol val="circle"/>
            <c:size val="5"/>
            <c:spPr>
              <a:solidFill>
                <a:schemeClr val="accent4">
                  <a:lumMod val="50000"/>
                </a:schemeClr>
              </a:solidFill>
              <a:ln w="9525">
                <a:solidFill>
                  <a:schemeClr val="accent4">
                    <a:lumMod val="5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PM50000_Temps_oc5l2_50000!$BCJ$2:$BCJ$536</c:f>
              <c:numCache>
                <c:formatCode>General</c:formatCode>
                <c:ptCount val="533"/>
                <c:pt idx="0">
                  <c:v>0</c:v>
                </c:pt>
                <c:pt idx="1">
                  <c:v>2.3199999999974352E-2</c:v>
                </c:pt>
                <c:pt idx="2">
                  <c:v>3.9300000000025648E-2</c:v>
                </c:pt>
                <c:pt idx="3">
                  <c:v>5.0900000000012824E-2</c:v>
                </c:pt>
                <c:pt idx="4">
                  <c:v>6.0799999999971988E-2</c:v>
                </c:pt>
                <c:pt idx="5">
                  <c:v>6.9999999999993179E-2</c:v>
                </c:pt>
                <c:pt idx="6">
                  <c:v>7.8599999999994452E-2</c:v>
                </c:pt>
                <c:pt idx="7">
                  <c:v>8.6700000000007549E-2</c:v>
                </c:pt>
                <c:pt idx="8">
                  <c:v>9.4400000000007367E-2</c:v>
                </c:pt>
                <c:pt idx="9">
                  <c:v>0.10160000000001901</c:v>
                </c:pt>
                <c:pt idx="10">
                  <c:v>0.10820000000001073</c:v>
                </c:pt>
                <c:pt idx="11">
                  <c:v>0.11430000000001428</c:v>
                </c:pt>
                <c:pt idx="12">
                  <c:v>0.12000000000000455</c:v>
                </c:pt>
                <c:pt idx="13">
                  <c:v>0.1250999999999749</c:v>
                </c:pt>
                <c:pt idx="14">
                  <c:v>0.12990000000002055</c:v>
                </c:pt>
                <c:pt idx="15">
                  <c:v>0.13420000000002119</c:v>
                </c:pt>
                <c:pt idx="16">
                  <c:v>0.13819999999998345</c:v>
                </c:pt>
                <c:pt idx="17">
                  <c:v>0.14179999999998927</c:v>
                </c:pt>
                <c:pt idx="18">
                  <c:v>0.14510000000001355</c:v>
                </c:pt>
                <c:pt idx="19">
                  <c:v>0.14819999999997435</c:v>
                </c:pt>
                <c:pt idx="20">
                  <c:v>0.15089999999997872</c:v>
                </c:pt>
                <c:pt idx="21">
                  <c:v>0.15350000000000819</c:v>
                </c:pt>
                <c:pt idx="22">
                  <c:v>0.15579999999999927</c:v>
                </c:pt>
                <c:pt idx="23">
                  <c:v>0.15789999999998372</c:v>
                </c:pt>
                <c:pt idx="24">
                  <c:v>0.15989999999999327</c:v>
                </c:pt>
                <c:pt idx="25">
                  <c:v>0.16160000000002128</c:v>
                </c:pt>
                <c:pt idx="26">
                  <c:v>0.16329999999999245</c:v>
                </c:pt>
                <c:pt idx="27">
                  <c:v>0.16480000000001382</c:v>
                </c:pt>
                <c:pt idx="28">
                  <c:v>0.16620000000000346</c:v>
                </c:pt>
                <c:pt idx="29">
                  <c:v>0.16759999999999309</c:v>
                </c:pt>
                <c:pt idx="30">
                  <c:v>0.16910000000001446</c:v>
                </c:pt>
                <c:pt idx="31">
                  <c:v>0.17050000000000409</c:v>
                </c:pt>
                <c:pt idx="32">
                  <c:v>0.17189999999999372</c:v>
                </c:pt>
                <c:pt idx="33">
                  <c:v>0.17320000000000846</c:v>
                </c:pt>
                <c:pt idx="34">
                  <c:v>0.17450000000002319</c:v>
                </c:pt>
                <c:pt idx="35">
                  <c:v>0.17570000000000618</c:v>
                </c:pt>
                <c:pt idx="36">
                  <c:v>0.17680000000001428</c:v>
                </c:pt>
                <c:pt idx="37">
                  <c:v>0.17790000000002237</c:v>
                </c:pt>
                <c:pt idx="38">
                  <c:v>0.17889999999999873</c:v>
                </c:pt>
                <c:pt idx="39">
                  <c:v>0.17980000000000018</c:v>
                </c:pt>
                <c:pt idx="40">
                  <c:v>0.18060000000002674</c:v>
                </c:pt>
                <c:pt idx="41">
                  <c:v>0.18139999999999645</c:v>
                </c:pt>
                <c:pt idx="42">
                  <c:v>0.18220000000002301</c:v>
                </c:pt>
                <c:pt idx="43">
                  <c:v>0.18290000000001783</c:v>
                </c:pt>
                <c:pt idx="44">
                  <c:v>0.1834999999999809</c:v>
                </c:pt>
                <c:pt idx="45">
                  <c:v>0.18410000000000082</c:v>
                </c:pt>
                <c:pt idx="46">
                  <c:v>0.184599999999989</c:v>
                </c:pt>
                <c:pt idx="47">
                  <c:v>0.18509999999997717</c:v>
                </c:pt>
                <c:pt idx="48">
                  <c:v>0.18560000000002219</c:v>
                </c:pt>
                <c:pt idx="49">
                  <c:v>0.18599999999997863</c:v>
                </c:pt>
                <c:pt idx="50">
                  <c:v>0.18639999999999191</c:v>
                </c:pt>
                <c:pt idx="51">
                  <c:v>0.18680000000000518</c:v>
                </c:pt>
                <c:pt idx="52">
                  <c:v>0.18709999999998672</c:v>
                </c:pt>
                <c:pt idx="53">
                  <c:v>0.1875</c:v>
                </c:pt>
                <c:pt idx="54">
                  <c:v>0.18779999999998154</c:v>
                </c:pt>
                <c:pt idx="55">
                  <c:v>0.18799999999998818</c:v>
                </c:pt>
                <c:pt idx="56">
                  <c:v>0.18830000000002656</c:v>
                </c:pt>
                <c:pt idx="57">
                  <c:v>0.18849999999997635</c:v>
                </c:pt>
                <c:pt idx="58">
                  <c:v>0.18869999999998299</c:v>
                </c:pt>
                <c:pt idx="59">
                  <c:v>0.18880000000001473</c:v>
                </c:pt>
                <c:pt idx="60">
                  <c:v>0.18880000000001473</c:v>
                </c:pt>
                <c:pt idx="61">
                  <c:v>0.18869999999998299</c:v>
                </c:pt>
                <c:pt idx="62">
                  <c:v>0.18849999999997635</c:v>
                </c:pt>
                <c:pt idx="63">
                  <c:v>0.18830000000002656</c:v>
                </c:pt>
                <c:pt idx="64">
                  <c:v>0.18810000000001992</c:v>
                </c:pt>
                <c:pt idx="65">
                  <c:v>0.18790000000001328</c:v>
                </c:pt>
                <c:pt idx="66">
                  <c:v>0.18770000000000664</c:v>
                </c:pt>
                <c:pt idx="67">
                  <c:v>0.1874000000000251</c:v>
                </c:pt>
                <c:pt idx="68">
                  <c:v>0.18720000000001846</c:v>
                </c:pt>
                <c:pt idx="69">
                  <c:v>0.18700000000001182</c:v>
                </c:pt>
                <c:pt idx="70">
                  <c:v>0.18680000000000518</c:v>
                </c:pt>
                <c:pt idx="71">
                  <c:v>0.18659999999999854</c:v>
                </c:pt>
                <c:pt idx="72">
                  <c:v>0.18639999999999191</c:v>
                </c:pt>
                <c:pt idx="73">
                  <c:v>0.18630000000001701</c:v>
                </c:pt>
                <c:pt idx="74">
                  <c:v>0.18610000000001037</c:v>
                </c:pt>
                <c:pt idx="75">
                  <c:v>0.18599999999997863</c:v>
                </c:pt>
                <c:pt idx="76">
                  <c:v>0.18590000000000373</c:v>
                </c:pt>
                <c:pt idx="77">
                  <c:v>0.18569999999999709</c:v>
                </c:pt>
                <c:pt idx="78">
                  <c:v>0.18560000000002219</c:v>
                </c:pt>
                <c:pt idx="79">
                  <c:v>0.18549999999999045</c:v>
                </c:pt>
                <c:pt idx="80">
                  <c:v>0.18540000000001555</c:v>
                </c:pt>
                <c:pt idx="81">
                  <c:v>0.18529999999998381</c:v>
                </c:pt>
                <c:pt idx="82">
                  <c:v>0.18529999999998381</c:v>
                </c:pt>
                <c:pt idx="83">
                  <c:v>0.18520000000000891</c:v>
                </c:pt>
                <c:pt idx="84">
                  <c:v>0.18509999999997717</c:v>
                </c:pt>
                <c:pt idx="85">
                  <c:v>0.18500000000000227</c:v>
                </c:pt>
                <c:pt idx="86">
                  <c:v>0.18500000000000227</c:v>
                </c:pt>
                <c:pt idx="87">
                  <c:v>0.18490000000002738</c:v>
                </c:pt>
                <c:pt idx="88">
                  <c:v>0.18490000000002738</c:v>
                </c:pt>
                <c:pt idx="89">
                  <c:v>0.18479999999999563</c:v>
                </c:pt>
                <c:pt idx="90">
                  <c:v>0.18479999999999563</c:v>
                </c:pt>
                <c:pt idx="91">
                  <c:v>0.18470000000002074</c:v>
                </c:pt>
                <c:pt idx="92">
                  <c:v>0.18470000000002074</c:v>
                </c:pt>
                <c:pt idx="93">
                  <c:v>0.18470000000002074</c:v>
                </c:pt>
                <c:pt idx="94">
                  <c:v>0.184599999999989</c:v>
                </c:pt>
                <c:pt idx="95">
                  <c:v>0.184599999999989</c:v>
                </c:pt>
                <c:pt idx="96">
                  <c:v>0.184599999999989</c:v>
                </c:pt>
                <c:pt idx="97">
                  <c:v>0.184599999999989</c:v>
                </c:pt>
                <c:pt idx="98">
                  <c:v>0.1845000000000141</c:v>
                </c:pt>
                <c:pt idx="99">
                  <c:v>0.1845000000000141</c:v>
                </c:pt>
                <c:pt idx="100">
                  <c:v>0.1845000000000141</c:v>
                </c:pt>
                <c:pt idx="101">
                  <c:v>0.1845000000000141</c:v>
                </c:pt>
                <c:pt idx="102">
                  <c:v>0.1845000000000141</c:v>
                </c:pt>
                <c:pt idx="103">
                  <c:v>0.18439999999998236</c:v>
                </c:pt>
                <c:pt idx="104">
                  <c:v>0.18439999999998236</c:v>
                </c:pt>
                <c:pt idx="105">
                  <c:v>0.18439999999998236</c:v>
                </c:pt>
                <c:pt idx="106">
                  <c:v>0.18439999999998236</c:v>
                </c:pt>
                <c:pt idx="107">
                  <c:v>0.18439999999998236</c:v>
                </c:pt>
                <c:pt idx="108">
                  <c:v>0.18439999999998236</c:v>
                </c:pt>
                <c:pt idx="109">
                  <c:v>0.18439999999998236</c:v>
                </c:pt>
                <c:pt idx="110">
                  <c:v>0.18439999999998236</c:v>
                </c:pt>
                <c:pt idx="111">
                  <c:v>0.18439999999998236</c:v>
                </c:pt>
                <c:pt idx="112">
                  <c:v>0.18439999999998236</c:v>
                </c:pt>
                <c:pt idx="113">
                  <c:v>0.18439999999998236</c:v>
                </c:pt>
                <c:pt idx="114">
                  <c:v>0.18439999999998236</c:v>
                </c:pt>
                <c:pt idx="115">
                  <c:v>0.18439999999998236</c:v>
                </c:pt>
                <c:pt idx="116">
                  <c:v>0.18439999999998236</c:v>
                </c:pt>
                <c:pt idx="117">
                  <c:v>0.1845000000000141</c:v>
                </c:pt>
                <c:pt idx="118">
                  <c:v>0.1845000000000141</c:v>
                </c:pt>
                <c:pt idx="119">
                  <c:v>0.1845000000000141</c:v>
                </c:pt>
                <c:pt idx="120">
                  <c:v>0.1845000000000141</c:v>
                </c:pt>
                <c:pt idx="121">
                  <c:v>0.184599999999989</c:v>
                </c:pt>
                <c:pt idx="122">
                  <c:v>0.184599999999989</c:v>
                </c:pt>
                <c:pt idx="123">
                  <c:v>0.184599999999989</c:v>
                </c:pt>
                <c:pt idx="124">
                  <c:v>0.184599999999989</c:v>
                </c:pt>
                <c:pt idx="125">
                  <c:v>0.184599999999989</c:v>
                </c:pt>
                <c:pt idx="126">
                  <c:v>0.18470000000002074</c:v>
                </c:pt>
                <c:pt idx="127">
                  <c:v>0.18470000000002074</c:v>
                </c:pt>
                <c:pt idx="128">
                  <c:v>0.18470000000002074</c:v>
                </c:pt>
                <c:pt idx="129">
                  <c:v>0.18470000000002074</c:v>
                </c:pt>
                <c:pt idx="130">
                  <c:v>0.18470000000002074</c:v>
                </c:pt>
                <c:pt idx="131">
                  <c:v>0.18479999999999563</c:v>
                </c:pt>
                <c:pt idx="132">
                  <c:v>0.18479999999999563</c:v>
                </c:pt>
                <c:pt idx="133">
                  <c:v>0.18479999999999563</c:v>
                </c:pt>
                <c:pt idx="134">
                  <c:v>0.18479999999999563</c:v>
                </c:pt>
                <c:pt idx="135">
                  <c:v>0.18479999999999563</c:v>
                </c:pt>
                <c:pt idx="136">
                  <c:v>0.18479999999999563</c:v>
                </c:pt>
                <c:pt idx="137">
                  <c:v>0.18479999999999563</c:v>
                </c:pt>
                <c:pt idx="138">
                  <c:v>0.18479999999999563</c:v>
                </c:pt>
                <c:pt idx="139">
                  <c:v>0.18490000000002738</c:v>
                </c:pt>
                <c:pt idx="140">
                  <c:v>0.18490000000002738</c:v>
                </c:pt>
                <c:pt idx="141">
                  <c:v>0.18490000000002738</c:v>
                </c:pt>
                <c:pt idx="142">
                  <c:v>0.18490000000002738</c:v>
                </c:pt>
                <c:pt idx="143">
                  <c:v>0.18490000000002738</c:v>
                </c:pt>
                <c:pt idx="144">
                  <c:v>0.18490000000002738</c:v>
                </c:pt>
                <c:pt idx="145">
                  <c:v>0.18490000000002738</c:v>
                </c:pt>
                <c:pt idx="146">
                  <c:v>0.18490000000002738</c:v>
                </c:pt>
                <c:pt idx="147">
                  <c:v>0.18490000000002738</c:v>
                </c:pt>
                <c:pt idx="148">
                  <c:v>0.18490000000002738</c:v>
                </c:pt>
                <c:pt idx="149">
                  <c:v>0.18490000000002738</c:v>
                </c:pt>
                <c:pt idx="150">
                  <c:v>0.18490000000002738</c:v>
                </c:pt>
                <c:pt idx="151">
                  <c:v>0.18500000000000227</c:v>
                </c:pt>
                <c:pt idx="152">
                  <c:v>0.18500000000000227</c:v>
                </c:pt>
                <c:pt idx="153">
                  <c:v>0.18500000000000227</c:v>
                </c:pt>
                <c:pt idx="154">
                  <c:v>0.18500000000000227</c:v>
                </c:pt>
                <c:pt idx="155">
                  <c:v>0.18500000000000227</c:v>
                </c:pt>
                <c:pt idx="156">
                  <c:v>0.18500000000000227</c:v>
                </c:pt>
                <c:pt idx="157">
                  <c:v>0.18500000000000227</c:v>
                </c:pt>
                <c:pt idx="158">
                  <c:v>0.18500000000000227</c:v>
                </c:pt>
                <c:pt idx="159">
                  <c:v>0.18500000000000227</c:v>
                </c:pt>
                <c:pt idx="160">
                  <c:v>0.18500000000000227</c:v>
                </c:pt>
                <c:pt idx="161">
                  <c:v>0.18490000000002738</c:v>
                </c:pt>
                <c:pt idx="162">
                  <c:v>0.18479999999999563</c:v>
                </c:pt>
                <c:pt idx="163">
                  <c:v>0.18470000000002074</c:v>
                </c:pt>
                <c:pt idx="164">
                  <c:v>0.184599999999989</c:v>
                </c:pt>
                <c:pt idx="165">
                  <c:v>0.18439999999998236</c:v>
                </c:pt>
                <c:pt idx="166">
                  <c:v>0.18430000000000746</c:v>
                </c:pt>
                <c:pt idx="167">
                  <c:v>0.18410000000000082</c:v>
                </c:pt>
                <c:pt idx="168">
                  <c:v>0.18400000000002592</c:v>
                </c:pt>
                <c:pt idx="169">
                  <c:v>0.18380000000001928</c:v>
                </c:pt>
                <c:pt idx="170">
                  <c:v>0.18369999999998754</c:v>
                </c:pt>
                <c:pt idx="171">
                  <c:v>0.18360000000001264</c:v>
                </c:pt>
                <c:pt idx="172">
                  <c:v>0.183400000000006</c:v>
                </c:pt>
                <c:pt idx="173">
                  <c:v>0.18329999999997426</c:v>
                </c:pt>
                <c:pt idx="174">
                  <c:v>0.18319999999999936</c:v>
                </c:pt>
                <c:pt idx="175">
                  <c:v>0.18299999999999272</c:v>
                </c:pt>
                <c:pt idx="176">
                  <c:v>0.18290000000001783</c:v>
                </c:pt>
                <c:pt idx="177">
                  <c:v>0.18279999999998608</c:v>
                </c:pt>
                <c:pt idx="178">
                  <c:v>0.18270000000001119</c:v>
                </c:pt>
                <c:pt idx="179">
                  <c:v>0.18259999999997945</c:v>
                </c:pt>
                <c:pt idx="180">
                  <c:v>0.18250000000000455</c:v>
                </c:pt>
                <c:pt idx="181">
                  <c:v>0.18250000000000455</c:v>
                </c:pt>
                <c:pt idx="182">
                  <c:v>0.18239999999997281</c:v>
                </c:pt>
                <c:pt idx="183">
                  <c:v>0.18229999999999791</c:v>
                </c:pt>
                <c:pt idx="184">
                  <c:v>0.18220000000002301</c:v>
                </c:pt>
                <c:pt idx="185">
                  <c:v>0.18229999999999791</c:v>
                </c:pt>
                <c:pt idx="186">
                  <c:v>0.18239999999997281</c:v>
                </c:pt>
                <c:pt idx="187">
                  <c:v>0.18259999999997945</c:v>
                </c:pt>
                <c:pt idx="188">
                  <c:v>0.18299999999999272</c:v>
                </c:pt>
                <c:pt idx="189">
                  <c:v>0.18329999999997426</c:v>
                </c:pt>
                <c:pt idx="190">
                  <c:v>0.18380000000001928</c:v>
                </c:pt>
                <c:pt idx="191">
                  <c:v>0.18419999999997572</c:v>
                </c:pt>
                <c:pt idx="192">
                  <c:v>0.184599999999989</c:v>
                </c:pt>
                <c:pt idx="193">
                  <c:v>0.18500000000000227</c:v>
                </c:pt>
                <c:pt idx="194">
                  <c:v>0.18540000000001555</c:v>
                </c:pt>
                <c:pt idx="195">
                  <c:v>0.18579999999997199</c:v>
                </c:pt>
                <c:pt idx="196">
                  <c:v>0.18619999999998527</c:v>
                </c:pt>
                <c:pt idx="197">
                  <c:v>0.18650000000002365</c:v>
                </c:pt>
                <c:pt idx="198">
                  <c:v>0.18680000000000518</c:v>
                </c:pt>
                <c:pt idx="199">
                  <c:v>0.18709999999998672</c:v>
                </c:pt>
                <c:pt idx="200">
                  <c:v>0.1874000000000251</c:v>
                </c:pt>
                <c:pt idx="201">
                  <c:v>0.18770000000000664</c:v>
                </c:pt>
                <c:pt idx="202">
                  <c:v>0.18790000000001328</c:v>
                </c:pt>
                <c:pt idx="203">
                  <c:v>0.18819999999999482</c:v>
                </c:pt>
                <c:pt idx="204">
                  <c:v>0.18840000000000146</c:v>
                </c:pt>
                <c:pt idx="205">
                  <c:v>0.18860000000000809</c:v>
                </c:pt>
                <c:pt idx="206">
                  <c:v>0.18880000000001473</c:v>
                </c:pt>
                <c:pt idx="207">
                  <c:v>0.18900000000002137</c:v>
                </c:pt>
                <c:pt idx="208">
                  <c:v>0.18920000000002801</c:v>
                </c:pt>
                <c:pt idx="209">
                  <c:v>0.18930000000000291</c:v>
                </c:pt>
                <c:pt idx="210">
                  <c:v>0.18950000000000955</c:v>
                </c:pt>
                <c:pt idx="211">
                  <c:v>0.18959999999998445</c:v>
                </c:pt>
                <c:pt idx="212">
                  <c:v>0.18970000000001619</c:v>
                </c:pt>
                <c:pt idx="213">
                  <c:v>0.18990000000002283</c:v>
                </c:pt>
                <c:pt idx="214">
                  <c:v>0.18999999999999773</c:v>
                </c:pt>
                <c:pt idx="215">
                  <c:v>0.18999999999999773</c:v>
                </c:pt>
                <c:pt idx="216">
                  <c:v>0.18999999999999773</c:v>
                </c:pt>
                <c:pt idx="217">
                  <c:v>0.18990000000002283</c:v>
                </c:pt>
                <c:pt idx="218">
                  <c:v>0.18970000000001619</c:v>
                </c:pt>
                <c:pt idx="219">
                  <c:v>0.18950000000000955</c:v>
                </c:pt>
                <c:pt idx="220">
                  <c:v>0.18920000000002801</c:v>
                </c:pt>
                <c:pt idx="221">
                  <c:v>0.18889999999998963</c:v>
                </c:pt>
                <c:pt idx="222">
                  <c:v>0.18860000000000809</c:v>
                </c:pt>
                <c:pt idx="223">
                  <c:v>0.18830000000002656</c:v>
                </c:pt>
                <c:pt idx="224">
                  <c:v>0.18799999999998818</c:v>
                </c:pt>
                <c:pt idx="225">
                  <c:v>0.18779999999998154</c:v>
                </c:pt>
                <c:pt idx="226">
                  <c:v>0.1875</c:v>
                </c:pt>
                <c:pt idx="227">
                  <c:v>0.18729999999999336</c:v>
                </c:pt>
                <c:pt idx="228">
                  <c:v>0.18709999999998672</c:v>
                </c:pt>
                <c:pt idx="229">
                  <c:v>0.18689999999998008</c:v>
                </c:pt>
                <c:pt idx="230">
                  <c:v>0.18669999999997344</c:v>
                </c:pt>
                <c:pt idx="231">
                  <c:v>0.18650000000002365</c:v>
                </c:pt>
                <c:pt idx="232">
                  <c:v>0.18630000000001701</c:v>
                </c:pt>
                <c:pt idx="233">
                  <c:v>0.18619999999998527</c:v>
                </c:pt>
                <c:pt idx="234">
                  <c:v>0.18599999999997863</c:v>
                </c:pt>
                <c:pt idx="235">
                  <c:v>0.18590000000000373</c:v>
                </c:pt>
                <c:pt idx="236">
                  <c:v>0.18579999999997199</c:v>
                </c:pt>
                <c:pt idx="237">
                  <c:v>0.18569999999999709</c:v>
                </c:pt>
                <c:pt idx="238">
                  <c:v>0.18560000000002219</c:v>
                </c:pt>
                <c:pt idx="239">
                  <c:v>0.18549999999999045</c:v>
                </c:pt>
                <c:pt idx="240">
                  <c:v>0.18540000000001555</c:v>
                </c:pt>
                <c:pt idx="241">
                  <c:v>0.18529999999998381</c:v>
                </c:pt>
                <c:pt idx="242">
                  <c:v>0.18520000000000891</c:v>
                </c:pt>
                <c:pt idx="243">
                  <c:v>0.18509999999997717</c:v>
                </c:pt>
                <c:pt idx="244">
                  <c:v>0.18509999999997717</c:v>
                </c:pt>
                <c:pt idx="245">
                  <c:v>0.18500000000000227</c:v>
                </c:pt>
                <c:pt idx="246">
                  <c:v>0.18500000000000227</c:v>
                </c:pt>
                <c:pt idx="247">
                  <c:v>0.18490000000002738</c:v>
                </c:pt>
                <c:pt idx="248">
                  <c:v>0.18490000000002738</c:v>
                </c:pt>
                <c:pt idx="249">
                  <c:v>0.18479999999999563</c:v>
                </c:pt>
                <c:pt idx="250">
                  <c:v>0.18479999999999563</c:v>
                </c:pt>
                <c:pt idx="251">
                  <c:v>0.18470000000002074</c:v>
                </c:pt>
                <c:pt idx="252">
                  <c:v>0.18470000000002074</c:v>
                </c:pt>
                <c:pt idx="253">
                  <c:v>0.18470000000002074</c:v>
                </c:pt>
                <c:pt idx="254">
                  <c:v>0.184599999999989</c:v>
                </c:pt>
                <c:pt idx="255">
                  <c:v>0.184599999999989</c:v>
                </c:pt>
                <c:pt idx="256">
                  <c:v>0.184599999999989</c:v>
                </c:pt>
                <c:pt idx="257">
                  <c:v>0.184599999999989</c:v>
                </c:pt>
                <c:pt idx="258">
                  <c:v>0.1845000000000141</c:v>
                </c:pt>
                <c:pt idx="259">
                  <c:v>0.1845000000000141</c:v>
                </c:pt>
                <c:pt idx="260">
                  <c:v>0.1845000000000141</c:v>
                </c:pt>
                <c:pt idx="261">
                  <c:v>0.1845000000000141</c:v>
                </c:pt>
                <c:pt idx="262">
                  <c:v>0.1845000000000141</c:v>
                </c:pt>
                <c:pt idx="263">
                  <c:v>0.18439999999998236</c:v>
                </c:pt>
                <c:pt idx="264">
                  <c:v>0.18439999999998236</c:v>
                </c:pt>
                <c:pt idx="265">
                  <c:v>0.18439999999998236</c:v>
                </c:pt>
                <c:pt idx="266">
                  <c:v>0.18439999999998236</c:v>
                </c:pt>
                <c:pt idx="267">
                  <c:v>0.18439999999998236</c:v>
                </c:pt>
                <c:pt idx="268">
                  <c:v>0.18439999999998236</c:v>
                </c:pt>
                <c:pt idx="269">
                  <c:v>0.18439999999998236</c:v>
                </c:pt>
                <c:pt idx="270">
                  <c:v>0.18439999999998236</c:v>
                </c:pt>
                <c:pt idx="271">
                  <c:v>0.18439999999998236</c:v>
                </c:pt>
                <c:pt idx="272">
                  <c:v>0.18439999999998236</c:v>
                </c:pt>
                <c:pt idx="273">
                  <c:v>0.1845000000000141</c:v>
                </c:pt>
                <c:pt idx="274">
                  <c:v>0.1845000000000141</c:v>
                </c:pt>
                <c:pt idx="275">
                  <c:v>0.1845000000000141</c:v>
                </c:pt>
                <c:pt idx="276">
                  <c:v>0.1845000000000141</c:v>
                </c:pt>
                <c:pt idx="277">
                  <c:v>0.184599999999989</c:v>
                </c:pt>
                <c:pt idx="278">
                  <c:v>0.184599999999989</c:v>
                </c:pt>
                <c:pt idx="279">
                  <c:v>0.184599999999989</c:v>
                </c:pt>
                <c:pt idx="280">
                  <c:v>0.184599999999989</c:v>
                </c:pt>
                <c:pt idx="281">
                  <c:v>0.184599999999989</c:v>
                </c:pt>
                <c:pt idx="282">
                  <c:v>0.18470000000002074</c:v>
                </c:pt>
                <c:pt idx="283">
                  <c:v>0.18470000000002074</c:v>
                </c:pt>
                <c:pt idx="284">
                  <c:v>0.18470000000002074</c:v>
                </c:pt>
                <c:pt idx="285">
                  <c:v>0.18470000000002074</c:v>
                </c:pt>
                <c:pt idx="286">
                  <c:v>0.18470000000002074</c:v>
                </c:pt>
                <c:pt idx="287">
                  <c:v>0.18470000000002074</c:v>
                </c:pt>
                <c:pt idx="288">
                  <c:v>0.18479999999999563</c:v>
                </c:pt>
                <c:pt idx="289">
                  <c:v>0.18479999999999563</c:v>
                </c:pt>
                <c:pt idx="290">
                  <c:v>0.18479999999999563</c:v>
                </c:pt>
                <c:pt idx="291">
                  <c:v>0.18479999999999563</c:v>
                </c:pt>
                <c:pt idx="292">
                  <c:v>0.18479999999999563</c:v>
                </c:pt>
                <c:pt idx="293">
                  <c:v>0.18479999999999563</c:v>
                </c:pt>
                <c:pt idx="294">
                  <c:v>0.18479999999999563</c:v>
                </c:pt>
                <c:pt idx="295">
                  <c:v>0.18490000000002738</c:v>
                </c:pt>
                <c:pt idx="296">
                  <c:v>0.18490000000002738</c:v>
                </c:pt>
                <c:pt idx="297">
                  <c:v>0.18490000000002738</c:v>
                </c:pt>
                <c:pt idx="298">
                  <c:v>0.18490000000002738</c:v>
                </c:pt>
                <c:pt idx="299">
                  <c:v>0.18490000000002738</c:v>
                </c:pt>
                <c:pt idx="300">
                  <c:v>0.18490000000002738</c:v>
                </c:pt>
                <c:pt idx="301">
                  <c:v>0.18490000000002738</c:v>
                </c:pt>
                <c:pt idx="302">
                  <c:v>0.18490000000002738</c:v>
                </c:pt>
                <c:pt idx="303">
                  <c:v>0.18490000000002738</c:v>
                </c:pt>
                <c:pt idx="304">
                  <c:v>0.18490000000002738</c:v>
                </c:pt>
                <c:pt idx="305">
                  <c:v>0.18490000000002738</c:v>
                </c:pt>
                <c:pt idx="306">
                  <c:v>0.18490000000002738</c:v>
                </c:pt>
                <c:pt idx="307">
                  <c:v>0.18500000000000227</c:v>
                </c:pt>
                <c:pt idx="308">
                  <c:v>0.18500000000000227</c:v>
                </c:pt>
                <c:pt idx="309">
                  <c:v>0.18500000000000227</c:v>
                </c:pt>
                <c:pt idx="310">
                  <c:v>0.18500000000000227</c:v>
                </c:pt>
                <c:pt idx="311">
                  <c:v>0.18500000000000227</c:v>
                </c:pt>
                <c:pt idx="312">
                  <c:v>0.18500000000000227</c:v>
                </c:pt>
                <c:pt idx="313">
                  <c:v>0.18500000000000227</c:v>
                </c:pt>
                <c:pt idx="314">
                  <c:v>0.18500000000000227</c:v>
                </c:pt>
                <c:pt idx="315">
                  <c:v>0.18500000000000227</c:v>
                </c:pt>
                <c:pt idx="316">
                  <c:v>0.18500000000000227</c:v>
                </c:pt>
                <c:pt idx="317">
                  <c:v>0.18500000000000227</c:v>
                </c:pt>
                <c:pt idx="318">
                  <c:v>0.18490000000002738</c:v>
                </c:pt>
                <c:pt idx="319">
                  <c:v>0.18479999999999563</c:v>
                </c:pt>
                <c:pt idx="320">
                  <c:v>0.18470000000002074</c:v>
                </c:pt>
                <c:pt idx="321">
                  <c:v>0.184599999999989</c:v>
                </c:pt>
                <c:pt idx="322">
                  <c:v>0.18439999999998236</c:v>
                </c:pt>
                <c:pt idx="323">
                  <c:v>0.18430000000000746</c:v>
                </c:pt>
                <c:pt idx="324">
                  <c:v>0.18410000000000082</c:v>
                </c:pt>
                <c:pt idx="325">
                  <c:v>0.18400000000002592</c:v>
                </c:pt>
                <c:pt idx="326">
                  <c:v>0.18380000000001928</c:v>
                </c:pt>
                <c:pt idx="327">
                  <c:v>0.18369999999998754</c:v>
                </c:pt>
                <c:pt idx="328">
                  <c:v>0.1834999999999809</c:v>
                </c:pt>
                <c:pt idx="329">
                  <c:v>0.183400000000006</c:v>
                </c:pt>
                <c:pt idx="330">
                  <c:v>0.18329999999997426</c:v>
                </c:pt>
                <c:pt idx="331">
                  <c:v>0.18319999999999936</c:v>
                </c:pt>
                <c:pt idx="332">
                  <c:v>0.18299999999999272</c:v>
                </c:pt>
                <c:pt idx="333">
                  <c:v>0.18290000000001783</c:v>
                </c:pt>
                <c:pt idx="334">
                  <c:v>0.18279999999998608</c:v>
                </c:pt>
                <c:pt idx="335">
                  <c:v>0.18270000000001119</c:v>
                </c:pt>
                <c:pt idx="336">
                  <c:v>0.18259999999997945</c:v>
                </c:pt>
                <c:pt idx="337">
                  <c:v>0.18250000000000455</c:v>
                </c:pt>
                <c:pt idx="338">
                  <c:v>0.18239999999997281</c:v>
                </c:pt>
                <c:pt idx="339">
                  <c:v>0.18239999999997281</c:v>
                </c:pt>
                <c:pt idx="340">
                  <c:v>0.18229999999999791</c:v>
                </c:pt>
                <c:pt idx="341">
                  <c:v>0.18220000000002301</c:v>
                </c:pt>
                <c:pt idx="342">
                  <c:v>0.18229999999999791</c:v>
                </c:pt>
                <c:pt idx="343">
                  <c:v>0.18239999999997281</c:v>
                </c:pt>
                <c:pt idx="344">
                  <c:v>0.18270000000001119</c:v>
                </c:pt>
                <c:pt idx="345">
                  <c:v>0.18299999999999272</c:v>
                </c:pt>
                <c:pt idx="346">
                  <c:v>0.183400000000006</c:v>
                </c:pt>
                <c:pt idx="347">
                  <c:v>0.18380000000001928</c:v>
                </c:pt>
                <c:pt idx="348">
                  <c:v>0.18419999999997572</c:v>
                </c:pt>
                <c:pt idx="349">
                  <c:v>0.18470000000002074</c:v>
                </c:pt>
                <c:pt idx="350">
                  <c:v>0.18509999999997717</c:v>
                </c:pt>
                <c:pt idx="351">
                  <c:v>0.18549999999999045</c:v>
                </c:pt>
                <c:pt idx="352">
                  <c:v>0.18579999999997199</c:v>
                </c:pt>
                <c:pt idx="353">
                  <c:v>0.18619999999998527</c:v>
                </c:pt>
                <c:pt idx="354">
                  <c:v>0.18650000000002365</c:v>
                </c:pt>
                <c:pt idx="355">
                  <c:v>0.18689999999998008</c:v>
                </c:pt>
                <c:pt idx="356">
                  <c:v>0.18720000000001846</c:v>
                </c:pt>
                <c:pt idx="357">
                  <c:v>0.1875</c:v>
                </c:pt>
                <c:pt idx="358">
                  <c:v>0.18770000000000664</c:v>
                </c:pt>
                <c:pt idx="359">
                  <c:v>0.18799999999998818</c:v>
                </c:pt>
                <c:pt idx="360">
                  <c:v>0.18819999999999482</c:v>
                </c:pt>
                <c:pt idx="361">
                  <c:v>0.18819999999999482</c:v>
                </c:pt>
                <c:pt idx="362">
                  <c:v>0.18840000000000146</c:v>
                </c:pt>
                <c:pt idx="363">
                  <c:v>0.18860000000000809</c:v>
                </c:pt>
                <c:pt idx="364">
                  <c:v>0.18880000000001473</c:v>
                </c:pt>
                <c:pt idx="365">
                  <c:v>0.18900000000002137</c:v>
                </c:pt>
                <c:pt idx="366">
                  <c:v>0.18920000000002801</c:v>
                </c:pt>
                <c:pt idx="367">
                  <c:v>0.18930000000000291</c:v>
                </c:pt>
                <c:pt idx="368">
                  <c:v>0.18950000000000955</c:v>
                </c:pt>
                <c:pt idx="369">
                  <c:v>0.18959999999998445</c:v>
                </c:pt>
                <c:pt idx="370">
                  <c:v>0.18979999999999109</c:v>
                </c:pt>
                <c:pt idx="371">
                  <c:v>0.18990000000002283</c:v>
                </c:pt>
                <c:pt idx="372">
                  <c:v>0.18999999999999773</c:v>
                </c:pt>
                <c:pt idx="373">
                  <c:v>0.18999999999999773</c:v>
                </c:pt>
                <c:pt idx="374">
                  <c:v>0.18999999999999773</c:v>
                </c:pt>
                <c:pt idx="375">
                  <c:v>0.18990000000002283</c:v>
                </c:pt>
                <c:pt idx="376">
                  <c:v>0.18970000000001619</c:v>
                </c:pt>
                <c:pt idx="377">
                  <c:v>0.18939999999997781</c:v>
                </c:pt>
                <c:pt idx="378">
                  <c:v>0.18909999999999627</c:v>
                </c:pt>
                <c:pt idx="379">
                  <c:v>0.18889999999998963</c:v>
                </c:pt>
                <c:pt idx="380">
                  <c:v>0.18860000000000809</c:v>
                </c:pt>
                <c:pt idx="381">
                  <c:v>0.18830000000002656</c:v>
                </c:pt>
                <c:pt idx="382">
                  <c:v>0.18799999999998818</c:v>
                </c:pt>
                <c:pt idx="383">
                  <c:v>0.18770000000000664</c:v>
                </c:pt>
                <c:pt idx="384">
                  <c:v>0.1875</c:v>
                </c:pt>
                <c:pt idx="385">
                  <c:v>0.18729999999999336</c:v>
                </c:pt>
                <c:pt idx="386">
                  <c:v>0.18700000000001182</c:v>
                </c:pt>
                <c:pt idx="387">
                  <c:v>0.18680000000000518</c:v>
                </c:pt>
                <c:pt idx="388">
                  <c:v>0.18659999999999854</c:v>
                </c:pt>
                <c:pt idx="389">
                  <c:v>0.18650000000002365</c:v>
                </c:pt>
                <c:pt idx="390">
                  <c:v>0.18630000000001701</c:v>
                </c:pt>
                <c:pt idx="391">
                  <c:v>0.18610000000001037</c:v>
                </c:pt>
                <c:pt idx="392">
                  <c:v>0.18599999999997863</c:v>
                </c:pt>
                <c:pt idx="393">
                  <c:v>0.18590000000000373</c:v>
                </c:pt>
                <c:pt idx="394">
                  <c:v>0.18579999999997199</c:v>
                </c:pt>
                <c:pt idx="395">
                  <c:v>0.18560000000002219</c:v>
                </c:pt>
                <c:pt idx="396">
                  <c:v>0.18549999999999045</c:v>
                </c:pt>
                <c:pt idx="397">
                  <c:v>0.18540000000001555</c:v>
                </c:pt>
                <c:pt idx="398">
                  <c:v>0.18540000000001555</c:v>
                </c:pt>
                <c:pt idx="399">
                  <c:v>0.18529999999998381</c:v>
                </c:pt>
                <c:pt idx="400">
                  <c:v>0.18520000000000891</c:v>
                </c:pt>
                <c:pt idx="401">
                  <c:v>0.18509999999997717</c:v>
                </c:pt>
                <c:pt idx="402">
                  <c:v>0.18509999999997717</c:v>
                </c:pt>
                <c:pt idx="403">
                  <c:v>0.18500000000000227</c:v>
                </c:pt>
                <c:pt idx="404">
                  <c:v>0.18490000000002738</c:v>
                </c:pt>
                <c:pt idx="405">
                  <c:v>0.18490000000002738</c:v>
                </c:pt>
                <c:pt idx="406">
                  <c:v>0.18479999999999563</c:v>
                </c:pt>
                <c:pt idx="407">
                  <c:v>0.18479999999999563</c:v>
                </c:pt>
                <c:pt idx="408">
                  <c:v>0.18479999999999563</c:v>
                </c:pt>
                <c:pt idx="409">
                  <c:v>0.18470000000002074</c:v>
                </c:pt>
                <c:pt idx="410">
                  <c:v>0.18470000000002074</c:v>
                </c:pt>
                <c:pt idx="411">
                  <c:v>0.18470000000002074</c:v>
                </c:pt>
                <c:pt idx="412">
                  <c:v>0.184599999999989</c:v>
                </c:pt>
                <c:pt idx="413">
                  <c:v>0.184599999999989</c:v>
                </c:pt>
                <c:pt idx="414">
                  <c:v>0.184599999999989</c:v>
                </c:pt>
                <c:pt idx="415">
                  <c:v>0.184599999999989</c:v>
                </c:pt>
                <c:pt idx="416">
                  <c:v>0.1845000000000141</c:v>
                </c:pt>
                <c:pt idx="417">
                  <c:v>0.1845000000000141</c:v>
                </c:pt>
                <c:pt idx="418">
                  <c:v>0.1845000000000141</c:v>
                </c:pt>
                <c:pt idx="419">
                  <c:v>0.1845000000000141</c:v>
                </c:pt>
                <c:pt idx="420">
                  <c:v>0.1845000000000141</c:v>
                </c:pt>
                <c:pt idx="421">
                  <c:v>0.18439999999998236</c:v>
                </c:pt>
                <c:pt idx="422">
                  <c:v>0.18439999999998236</c:v>
                </c:pt>
                <c:pt idx="423">
                  <c:v>0.18439999999998236</c:v>
                </c:pt>
                <c:pt idx="424">
                  <c:v>0.18439999999998236</c:v>
                </c:pt>
                <c:pt idx="425">
                  <c:v>0.18439999999998236</c:v>
                </c:pt>
                <c:pt idx="426">
                  <c:v>0.18439999999998236</c:v>
                </c:pt>
                <c:pt idx="427">
                  <c:v>0.18439999999998236</c:v>
                </c:pt>
                <c:pt idx="428">
                  <c:v>0.18439999999998236</c:v>
                </c:pt>
                <c:pt idx="429">
                  <c:v>0.18439999999998236</c:v>
                </c:pt>
                <c:pt idx="430">
                  <c:v>0.18439999999998236</c:v>
                </c:pt>
                <c:pt idx="431">
                  <c:v>0.1845000000000141</c:v>
                </c:pt>
                <c:pt idx="432">
                  <c:v>0.1845000000000141</c:v>
                </c:pt>
                <c:pt idx="433">
                  <c:v>0.1845000000000141</c:v>
                </c:pt>
                <c:pt idx="434">
                  <c:v>0.1845000000000141</c:v>
                </c:pt>
                <c:pt idx="435">
                  <c:v>0.184599999999989</c:v>
                </c:pt>
                <c:pt idx="436">
                  <c:v>0.184599999999989</c:v>
                </c:pt>
                <c:pt idx="437">
                  <c:v>0.184599999999989</c:v>
                </c:pt>
                <c:pt idx="438">
                  <c:v>0.184599999999989</c:v>
                </c:pt>
                <c:pt idx="439">
                  <c:v>0.184599999999989</c:v>
                </c:pt>
                <c:pt idx="440">
                  <c:v>0.18470000000002074</c:v>
                </c:pt>
                <c:pt idx="441">
                  <c:v>0.18470000000002074</c:v>
                </c:pt>
                <c:pt idx="442">
                  <c:v>0.18470000000002074</c:v>
                </c:pt>
                <c:pt idx="443">
                  <c:v>0.18470000000002074</c:v>
                </c:pt>
                <c:pt idx="444">
                  <c:v>0.18470000000002074</c:v>
                </c:pt>
                <c:pt idx="445">
                  <c:v>0.18479999999999563</c:v>
                </c:pt>
                <c:pt idx="446">
                  <c:v>0.18479999999999563</c:v>
                </c:pt>
                <c:pt idx="447">
                  <c:v>0.18479999999999563</c:v>
                </c:pt>
                <c:pt idx="448">
                  <c:v>0.18479999999999563</c:v>
                </c:pt>
                <c:pt idx="449">
                  <c:v>0.18479999999999563</c:v>
                </c:pt>
                <c:pt idx="450">
                  <c:v>0.18479999999999563</c:v>
                </c:pt>
                <c:pt idx="451">
                  <c:v>0.18479999999999563</c:v>
                </c:pt>
                <c:pt idx="452">
                  <c:v>0.18479999999999563</c:v>
                </c:pt>
                <c:pt idx="453">
                  <c:v>0.18479999999999563</c:v>
                </c:pt>
                <c:pt idx="454">
                  <c:v>0.18490000000002738</c:v>
                </c:pt>
                <c:pt idx="455">
                  <c:v>0.18490000000002738</c:v>
                </c:pt>
                <c:pt idx="456">
                  <c:v>0.18490000000002738</c:v>
                </c:pt>
                <c:pt idx="457">
                  <c:v>0.18490000000002738</c:v>
                </c:pt>
                <c:pt idx="458">
                  <c:v>0.18490000000002738</c:v>
                </c:pt>
                <c:pt idx="459">
                  <c:v>0.18490000000002738</c:v>
                </c:pt>
                <c:pt idx="460">
                  <c:v>0.18490000000002738</c:v>
                </c:pt>
                <c:pt idx="461">
                  <c:v>0.18490000000002738</c:v>
                </c:pt>
                <c:pt idx="462">
                  <c:v>0.18490000000002738</c:v>
                </c:pt>
                <c:pt idx="463">
                  <c:v>0.18490000000002738</c:v>
                </c:pt>
                <c:pt idx="464">
                  <c:v>0.18490000000002738</c:v>
                </c:pt>
                <c:pt idx="465">
                  <c:v>0.18500000000000227</c:v>
                </c:pt>
                <c:pt idx="466">
                  <c:v>0.18500000000000227</c:v>
                </c:pt>
                <c:pt idx="467">
                  <c:v>0.18500000000000227</c:v>
                </c:pt>
                <c:pt idx="468">
                  <c:v>0.18500000000000227</c:v>
                </c:pt>
                <c:pt idx="469">
                  <c:v>0.18500000000000227</c:v>
                </c:pt>
                <c:pt idx="470">
                  <c:v>0.18500000000000227</c:v>
                </c:pt>
                <c:pt idx="471">
                  <c:v>0.18500000000000227</c:v>
                </c:pt>
                <c:pt idx="472">
                  <c:v>0.18500000000000227</c:v>
                </c:pt>
                <c:pt idx="473">
                  <c:v>0.18500000000000227</c:v>
                </c:pt>
                <c:pt idx="474">
                  <c:v>0.18500000000000227</c:v>
                </c:pt>
                <c:pt idx="475">
                  <c:v>0.18500000000000227</c:v>
                </c:pt>
                <c:pt idx="476">
                  <c:v>0.18500000000000227</c:v>
                </c:pt>
                <c:pt idx="477">
                  <c:v>0.18490000000002738</c:v>
                </c:pt>
                <c:pt idx="478">
                  <c:v>0.18479999999999563</c:v>
                </c:pt>
                <c:pt idx="479">
                  <c:v>0.18470000000002074</c:v>
                </c:pt>
                <c:pt idx="480">
                  <c:v>0.184599999999989</c:v>
                </c:pt>
                <c:pt idx="481">
                  <c:v>0.18439999999998236</c:v>
                </c:pt>
                <c:pt idx="482">
                  <c:v>0.18430000000000746</c:v>
                </c:pt>
                <c:pt idx="483">
                  <c:v>0.18410000000000082</c:v>
                </c:pt>
                <c:pt idx="484">
                  <c:v>0.18389999999999418</c:v>
                </c:pt>
                <c:pt idx="485">
                  <c:v>0.18380000000001928</c:v>
                </c:pt>
                <c:pt idx="486">
                  <c:v>0.18369999999998754</c:v>
                </c:pt>
                <c:pt idx="487">
                  <c:v>0.1834999999999809</c:v>
                </c:pt>
                <c:pt idx="488">
                  <c:v>0.183400000000006</c:v>
                </c:pt>
                <c:pt idx="489">
                  <c:v>0.18329999999997426</c:v>
                </c:pt>
                <c:pt idx="490">
                  <c:v>0.18310000000002447</c:v>
                </c:pt>
                <c:pt idx="491">
                  <c:v>0.18299999999999272</c:v>
                </c:pt>
                <c:pt idx="492">
                  <c:v>0.18290000000001783</c:v>
                </c:pt>
                <c:pt idx="493">
                  <c:v>0.18279999999998608</c:v>
                </c:pt>
                <c:pt idx="494">
                  <c:v>0.18270000000001119</c:v>
                </c:pt>
                <c:pt idx="495">
                  <c:v>0.18259999999997945</c:v>
                </c:pt>
                <c:pt idx="496">
                  <c:v>0.18250000000000455</c:v>
                </c:pt>
                <c:pt idx="497">
                  <c:v>0.18239999999997281</c:v>
                </c:pt>
                <c:pt idx="498">
                  <c:v>0.18229999999999791</c:v>
                </c:pt>
                <c:pt idx="499">
                  <c:v>0.18229999999999791</c:v>
                </c:pt>
                <c:pt idx="500">
                  <c:v>0.18220000000002301</c:v>
                </c:pt>
                <c:pt idx="501">
                  <c:v>0.18229999999999791</c:v>
                </c:pt>
                <c:pt idx="502">
                  <c:v>0.18250000000000455</c:v>
                </c:pt>
                <c:pt idx="503">
                  <c:v>0.18270000000001119</c:v>
                </c:pt>
                <c:pt idx="504">
                  <c:v>0.18310000000002447</c:v>
                </c:pt>
                <c:pt idx="505">
                  <c:v>0.1834999999999809</c:v>
                </c:pt>
                <c:pt idx="506">
                  <c:v>0.18389999999999418</c:v>
                </c:pt>
                <c:pt idx="507">
                  <c:v>0.18430000000000746</c:v>
                </c:pt>
                <c:pt idx="508">
                  <c:v>0.18470000000002074</c:v>
                </c:pt>
                <c:pt idx="509">
                  <c:v>0.18509999999997717</c:v>
                </c:pt>
                <c:pt idx="510">
                  <c:v>0.18549999999999045</c:v>
                </c:pt>
                <c:pt idx="511">
                  <c:v>0.18590000000000373</c:v>
                </c:pt>
                <c:pt idx="512">
                  <c:v>0.18630000000001701</c:v>
                </c:pt>
                <c:pt idx="513">
                  <c:v>0.18659999999999854</c:v>
                </c:pt>
                <c:pt idx="514">
                  <c:v>0.18689999999998008</c:v>
                </c:pt>
                <c:pt idx="515">
                  <c:v>0.18720000000001846</c:v>
                </c:pt>
                <c:pt idx="516">
                  <c:v>0.1875</c:v>
                </c:pt>
                <c:pt idx="517">
                  <c:v>0.18779999999998154</c:v>
                </c:pt>
                <c:pt idx="518">
                  <c:v>0.18799999999998818</c:v>
                </c:pt>
                <c:pt idx="519">
                  <c:v>0.18830000000002656</c:v>
                </c:pt>
                <c:pt idx="520">
                  <c:v>0.18849999999997635</c:v>
                </c:pt>
                <c:pt idx="521">
                  <c:v>0.18869999999998299</c:v>
                </c:pt>
                <c:pt idx="522">
                  <c:v>0.18889999999998963</c:v>
                </c:pt>
                <c:pt idx="523">
                  <c:v>0.18900000000002137</c:v>
                </c:pt>
                <c:pt idx="524">
                  <c:v>0.18920000000002801</c:v>
                </c:pt>
                <c:pt idx="525">
                  <c:v>0.18939999999997781</c:v>
                </c:pt>
                <c:pt idx="526">
                  <c:v>0.18950000000000955</c:v>
                </c:pt>
                <c:pt idx="527">
                  <c:v>0.18970000000001619</c:v>
                </c:pt>
                <c:pt idx="528">
                  <c:v>0.18979999999999109</c:v>
                </c:pt>
                <c:pt idx="529">
                  <c:v>0.18990000000002283</c:v>
                </c:pt>
                <c:pt idx="530">
                  <c:v>0.18999999999999773</c:v>
                </c:pt>
                <c:pt idx="531">
                  <c:v>0.18999999999999773</c:v>
                </c:pt>
                <c:pt idx="532">
                  <c:v>0.18999999999999773</c:v>
                </c:pt>
              </c:numCache>
            </c:numRef>
          </c:yVal>
          <c:smooth val="1"/>
          <c:extLst>
            <c:ext xmlns:c16="http://schemas.microsoft.com/office/drawing/2014/chart" uri="{C3380CC4-5D6E-409C-BE32-E72D297353CC}">
              <c16:uniqueId val="{00000021-4233-4E9D-9D6D-D06060CC9530}"/>
            </c:ext>
          </c:extLst>
        </c:ser>
        <c:ser>
          <c:idx val="34"/>
          <c:order val="34"/>
          <c:tx>
            <c:strRef>
              <c:f>PM50000_Temps_oc5l2_50000!$BCK$1</c:f>
              <c:strCache>
                <c:ptCount val="1"/>
                <c:pt idx="0">
                  <c:v>TELE_PM_INTERIOR.35</c:v>
                </c:pt>
              </c:strCache>
            </c:strRef>
          </c:tx>
          <c:spPr>
            <a:ln w="19050" cap="rnd">
              <a:solidFill>
                <a:schemeClr val="accent5">
                  <a:lumMod val="50000"/>
                </a:schemeClr>
              </a:solidFill>
              <a:round/>
            </a:ln>
            <a:effectLst/>
          </c:spPr>
          <c:marker>
            <c:symbol val="circle"/>
            <c:size val="5"/>
            <c:spPr>
              <a:solidFill>
                <a:schemeClr val="accent5">
                  <a:lumMod val="50000"/>
                </a:schemeClr>
              </a:solidFill>
              <a:ln w="9525">
                <a:solidFill>
                  <a:schemeClr val="accent5">
                    <a:lumMod val="5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PM50000_Temps_oc5l2_50000!$BCK$2:$BCK$536</c:f>
              <c:numCache>
                <c:formatCode>General</c:formatCode>
                <c:ptCount val="533"/>
                <c:pt idx="0">
                  <c:v>0</c:v>
                </c:pt>
                <c:pt idx="1">
                  <c:v>2.8000000000361069E-3</c:v>
                </c:pt>
                <c:pt idx="2">
                  <c:v>1.0100000000022646E-2</c:v>
                </c:pt>
                <c:pt idx="3">
                  <c:v>1.9400000000018736E-2</c:v>
                </c:pt>
                <c:pt idx="4">
                  <c:v>2.9700000000048021E-2</c:v>
                </c:pt>
                <c:pt idx="5">
                  <c:v>4.0600000000040382E-2</c:v>
                </c:pt>
                <c:pt idx="6">
                  <c:v>5.160000000000764E-2</c:v>
                </c:pt>
                <c:pt idx="7">
                  <c:v>6.25E-2</c:v>
                </c:pt>
                <c:pt idx="8">
                  <c:v>7.2900000000004184E-2</c:v>
                </c:pt>
                <c:pt idx="9">
                  <c:v>8.2800000000020191E-2</c:v>
                </c:pt>
                <c:pt idx="10">
                  <c:v>9.210000000001628E-2</c:v>
                </c:pt>
                <c:pt idx="11">
                  <c:v>0.10079999999999245</c:v>
                </c:pt>
                <c:pt idx="12">
                  <c:v>0.10890000000000555</c:v>
                </c:pt>
                <c:pt idx="13">
                  <c:v>0.11639999999999873</c:v>
                </c:pt>
                <c:pt idx="14">
                  <c:v>0.12319999999999709</c:v>
                </c:pt>
                <c:pt idx="15">
                  <c:v>0.12960000000003902</c:v>
                </c:pt>
                <c:pt idx="16">
                  <c:v>0.13540000000000418</c:v>
                </c:pt>
                <c:pt idx="17">
                  <c:v>0.14070000000003802</c:v>
                </c:pt>
                <c:pt idx="18">
                  <c:v>0.14560000000000173</c:v>
                </c:pt>
                <c:pt idx="19">
                  <c:v>0.150100000000009</c:v>
                </c:pt>
                <c:pt idx="20">
                  <c:v>0.154200000000003</c:v>
                </c:pt>
                <c:pt idx="21">
                  <c:v>0.15790000000004056</c:v>
                </c:pt>
                <c:pt idx="22">
                  <c:v>0.16140000000001464</c:v>
                </c:pt>
                <c:pt idx="23">
                  <c:v>0.16450000000003229</c:v>
                </c:pt>
                <c:pt idx="24">
                  <c:v>0.16740000000004329</c:v>
                </c:pt>
                <c:pt idx="25">
                  <c:v>0.17010000000004766</c:v>
                </c:pt>
                <c:pt idx="26">
                  <c:v>0.17250000000001364</c:v>
                </c:pt>
                <c:pt idx="27">
                  <c:v>0.17470000000002983</c:v>
                </c:pt>
                <c:pt idx="28">
                  <c:v>0.17680000000001428</c:v>
                </c:pt>
                <c:pt idx="29">
                  <c:v>0.17880000000002383</c:v>
                </c:pt>
                <c:pt idx="30">
                  <c:v>0.18100000000004002</c:v>
                </c:pt>
                <c:pt idx="31">
                  <c:v>0.18299999999999272</c:v>
                </c:pt>
                <c:pt idx="32">
                  <c:v>0.18510000000003402</c:v>
                </c:pt>
                <c:pt idx="33">
                  <c:v>0.18710000000004356</c:v>
                </c:pt>
                <c:pt idx="34">
                  <c:v>0.18890000000004648</c:v>
                </c:pt>
                <c:pt idx="35">
                  <c:v>0.19069999999999254</c:v>
                </c:pt>
                <c:pt idx="36">
                  <c:v>0.19240000000002055</c:v>
                </c:pt>
                <c:pt idx="37">
                  <c:v>0.19400000000001683</c:v>
                </c:pt>
                <c:pt idx="38">
                  <c:v>0.1955000000000382</c:v>
                </c:pt>
                <c:pt idx="39">
                  <c:v>0.19679999999999609</c:v>
                </c:pt>
                <c:pt idx="40">
                  <c:v>0.19810000000001082</c:v>
                </c:pt>
                <c:pt idx="41">
                  <c:v>0.19929999999999382</c:v>
                </c:pt>
                <c:pt idx="42">
                  <c:v>0.20040000000000191</c:v>
                </c:pt>
                <c:pt idx="43">
                  <c:v>0.20140000000003511</c:v>
                </c:pt>
                <c:pt idx="44">
                  <c:v>0.20240000000001146</c:v>
                </c:pt>
                <c:pt idx="45">
                  <c:v>0.20330000000001291</c:v>
                </c:pt>
                <c:pt idx="46">
                  <c:v>0.20410000000003947</c:v>
                </c:pt>
                <c:pt idx="47">
                  <c:v>0.20480000000003429</c:v>
                </c:pt>
                <c:pt idx="48">
                  <c:v>0.2055000000000291</c:v>
                </c:pt>
                <c:pt idx="49">
                  <c:v>0.20620000000002392</c:v>
                </c:pt>
                <c:pt idx="50">
                  <c:v>0.20680000000004384</c:v>
                </c:pt>
                <c:pt idx="51">
                  <c:v>0.20730000000003201</c:v>
                </c:pt>
                <c:pt idx="52">
                  <c:v>0.20789999999999509</c:v>
                </c:pt>
                <c:pt idx="53">
                  <c:v>0.20830000000000837</c:v>
                </c:pt>
                <c:pt idx="54">
                  <c:v>0.20879999999999654</c:v>
                </c:pt>
                <c:pt idx="55">
                  <c:v>0.20920000000000982</c:v>
                </c:pt>
                <c:pt idx="56">
                  <c:v>0.2096000000000231</c:v>
                </c:pt>
                <c:pt idx="57">
                  <c:v>0.21000000000003638</c:v>
                </c:pt>
                <c:pt idx="58">
                  <c:v>0.21030000000001792</c:v>
                </c:pt>
                <c:pt idx="59">
                  <c:v>0.21039999999999281</c:v>
                </c:pt>
                <c:pt idx="60">
                  <c:v>0.21039999999999281</c:v>
                </c:pt>
                <c:pt idx="61">
                  <c:v>0.21030000000001792</c:v>
                </c:pt>
                <c:pt idx="62">
                  <c:v>0.21010000000001128</c:v>
                </c:pt>
                <c:pt idx="63">
                  <c:v>0.20980000000002974</c:v>
                </c:pt>
                <c:pt idx="64">
                  <c:v>0.20949999999999136</c:v>
                </c:pt>
                <c:pt idx="65">
                  <c:v>0.20920000000000982</c:v>
                </c:pt>
                <c:pt idx="66">
                  <c:v>0.20890000000002829</c:v>
                </c:pt>
                <c:pt idx="67">
                  <c:v>0.20850000000001501</c:v>
                </c:pt>
                <c:pt idx="68">
                  <c:v>0.20820000000003347</c:v>
                </c:pt>
                <c:pt idx="69">
                  <c:v>0.20789999999999509</c:v>
                </c:pt>
                <c:pt idx="70">
                  <c:v>0.20760000000001355</c:v>
                </c:pt>
                <c:pt idx="71">
                  <c:v>0.20740000000000691</c:v>
                </c:pt>
                <c:pt idx="72">
                  <c:v>0.20710000000002537</c:v>
                </c:pt>
                <c:pt idx="73">
                  <c:v>0.20690000000001874</c:v>
                </c:pt>
                <c:pt idx="74">
                  <c:v>0.2066000000000372</c:v>
                </c:pt>
                <c:pt idx="75">
                  <c:v>0.20640000000003056</c:v>
                </c:pt>
                <c:pt idx="76">
                  <c:v>0.20620000000002392</c:v>
                </c:pt>
                <c:pt idx="77">
                  <c:v>0.20600000000001728</c:v>
                </c:pt>
                <c:pt idx="78">
                  <c:v>0.20590000000004238</c:v>
                </c:pt>
                <c:pt idx="79">
                  <c:v>0.20570000000003574</c:v>
                </c:pt>
                <c:pt idx="80">
                  <c:v>0.205600000000004</c:v>
                </c:pt>
                <c:pt idx="81">
                  <c:v>0.20539999999999736</c:v>
                </c:pt>
                <c:pt idx="82">
                  <c:v>0.20530000000002246</c:v>
                </c:pt>
                <c:pt idx="83">
                  <c:v>0.20520000000004757</c:v>
                </c:pt>
                <c:pt idx="84">
                  <c:v>0.20510000000001583</c:v>
                </c:pt>
                <c:pt idx="85">
                  <c:v>0.20500000000004093</c:v>
                </c:pt>
                <c:pt idx="86">
                  <c:v>0.20490000000000919</c:v>
                </c:pt>
                <c:pt idx="87">
                  <c:v>0.20480000000003429</c:v>
                </c:pt>
                <c:pt idx="88">
                  <c:v>0.20470000000000255</c:v>
                </c:pt>
                <c:pt idx="89">
                  <c:v>0.20470000000000255</c:v>
                </c:pt>
                <c:pt idx="90">
                  <c:v>0.20460000000002765</c:v>
                </c:pt>
                <c:pt idx="91">
                  <c:v>0.20449999999999591</c:v>
                </c:pt>
                <c:pt idx="92">
                  <c:v>0.20449999999999591</c:v>
                </c:pt>
                <c:pt idx="93">
                  <c:v>0.20440000000002101</c:v>
                </c:pt>
                <c:pt idx="94">
                  <c:v>0.20440000000002101</c:v>
                </c:pt>
                <c:pt idx="95">
                  <c:v>0.20430000000004611</c:v>
                </c:pt>
                <c:pt idx="96">
                  <c:v>0.20430000000004611</c:v>
                </c:pt>
                <c:pt idx="97">
                  <c:v>0.20420000000001437</c:v>
                </c:pt>
                <c:pt idx="98">
                  <c:v>0.20420000000001437</c:v>
                </c:pt>
                <c:pt idx="99">
                  <c:v>0.20420000000001437</c:v>
                </c:pt>
                <c:pt idx="100">
                  <c:v>0.20410000000003947</c:v>
                </c:pt>
                <c:pt idx="101">
                  <c:v>0.20410000000003947</c:v>
                </c:pt>
                <c:pt idx="102">
                  <c:v>0.20410000000003947</c:v>
                </c:pt>
                <c:pt idx="103">
                  <c:v>0.20410000000003947</c:v>
                </c:pt>
                <c:pt idx="104">
                  <c:v>0.20400000000000773</c:v>
                </c:pt>
                <c:pt idx="105">
                  <c:v>0.20400000000000773</c:v>
                </c:pt>
                <c:pt idx="106">
                  <c:v>0.20400000000000773</c:v>
                </c:pt>
                <c:pt idx="107">
                  <c:v>0.20400000000000773</c:v>
                </c:pt>
                <c:pt idx="108">
                  <c:v>0.20400000000000773</c:v>
                </c:pt>
                <c:pt idx="109">
                  <c:v>0.20400000000000773</c:v>
                </c:pt>
                <c:pt idx="110">
                  <c:v>0.20390000000003283</c:v>
                </c:pt>
                <c:pt idx="111">
                  <c:v>0.20400000000000773</c:v>
                </c:pt>
                <c:pt idx="112">
                  <c:v>0.20400000000000773</c:v>
                </c:pt>
                <c:pt idx="113">
                  <c:v>0.20400000000000773</c:v>
                </c:pt>
                <c:pt idx="114">
                  <c:v>0.20400000000000773</c:v>
                </c:pt>
                <c:pt idx="115">
                  <c:v>0.20410000000003947</c:v>
                </c:pt>
                <c:pt idx="116">
                  <c:v>0.20410000000003947</c:v>
                </c:pt>
                <c:pt idx="117">
                  <c:v>0.20410000000003947</c:v>
                </c:pt>
                <c:pt idx="118">
                  <c:v>0.20410000000003947</c:v>
                </c:pt>
                <c:pt idx="119">
                  <c:v>0.20420000000001437</c:v>
                </c:pt>
                <c:pt idx="120">
                  <c:v>0.20420000000001437</c:v>
                </c:pt>
                <c:pt idx="121">
                  <c:v>0.20420000000001437</c:v>
                </c:pt>
                <c:pt idx="122">
                  <c:v>0.20430000000004611</c:v>
                </c:pt>
                <c:pt idx="123">
                  <c:v>0.20430000000004611</c:v>
                </c:pt>
                <c:pt idx="124">
                  <c:v>0.20430000000004611</c:v>
                </c:pt>
                <c:pt idx="125">
                  <c:v>0.20440000000002101</c:v>
                </c:pt>
                <c:pt idx="126">
                  <c:v>0.20440000000002101</c:v>
                </c:pt>
                <c:pt idx="127">
                  <c:v>0.20440000000002101</c:v>
                </c:pt>
                <c:pt idx="128">
                  <c:v>0.20449999999999591</c:v>
                </c:pt>
                <c:pt idx="129">
                  <c:v>0.20449999999999591</c:v>
                </c:pt>
                <c:pt idx="130">
                  <c:v>0.20449999999999591</c:v>
                </c:pt>
                <c:pt idx="131">
                  <c:v>0.20449999999999591</c:v>
                </c:pt>
                <c:pt idx="132">
                  <c:v>0.20449999999999591</c:v>
                </c:pt>
                <c:pt idx="133">
                  <c:v>0.20460000000002765</c:v>
                </c:pt>
                <c:pt idx="134">
                  <c:v>0.20460000000002765</c:v>
                </c:pt>
                <c:pt idx="135">
                  <c:v>0.20460000000002765</c:v>
                </c:pt>
                <c:pt idx="136">
                  <c:v>0.20460000000002765</c:v>
                </c:pt>
                <c:pt idx="137">
                  <c:v>0.20460000000002765</c:v>
                </c:pt>
                <c:pt idx="138">
                  <c:v>0.20470000000000255</c:v>
                </c:pt>
                <c:pt idx="139">
                  <c:v>0.20470000000000255</c:v>
                </c:pt>
                <c:pt idx="140">
                  <c:v>0.20470000000000255</c:v>
                </c:pt>
                <c:pt idx="141">
                  <c:v>0.20470000000000255</c:v>
                </c:pt>
                <c:pt idx="142">
                  <c:v>0.20470000000000255</c:v>
                </c:pt>
                <c:pt idx="143">
                  <c:v>0.20470000000000255</c:v>
                </c:pt>
                <c:pt idx="144">
                  <c:v>0.20470000000000255</c:v>
                </c:pt>
                <c:pt idx="145">
                  <c:v>0.20480000000003429</c:v>
                </c:pt>
                <c:pt idx="146">
                  <c:v>0.20480000000003429</c:v>
                </c:pt>
                <c:pt idx="147">
                  <c:v>0.20480000000003429</c:v>
                </c:pt>
                <c:pt idx="148">
                  <c:v>0.20480000000003429</c:v>
                </c:pt>
                <c:pt idx="149">
                  <c:v>0.20480000000003429</c:v>
                </c:pt>
                <c:pt idx="150">
                  <c:v>0.20480000000003429</c:v>
                </c:pt>
                <c:pt idx="151">
                  <c:v>0.20480000000003429</c:v>
                </c:pt>
                <c:pt idx="152">
                  <c:v>0.20480000000003429</c:v>
                </c:pt>
                <c:pt idx="153">
                  <c:v>0.20480000000003429</c:v>
                </c:pt>
                <c:pt idx="154">
                  <c:v>0.20480000000003429</c:v>
                </c:pt>
                <c:pt idx="155">
                  <c:v>0.20480000000003429</c:v>
                </c:pt>
                <c:pt idx="156">
                  <c:v>0.20480000000003429</c:v>
                </c:pt>
                <c:pt idx="157">
                  <c:v>0.20480000000003429</c:v>
                </c:pt>
                <c:pt idx="158">
                  <c:v>0.20490000000000919</c:v>
                </c:pt>
                <c:pt idx="159">
                  <c:v>0.20490000000000919</c:v>
                </c:pt>
                <c:pt idx="160">
                  <c:v>0.20490000000000919</c:v>
                </c:pt>
                <c:pt idx="161">
                  <c:v>0.20490000000000919</c:v>
                </c:pt>
                <c:pt idx="162">
                  <c:v>0.20470000000000255</c:v>
                </c:pt>
                <c:pt idx="163">
                  <c:v>0.20460000000002765</c:v>
                </c:pt>
                <c:pt idx="164">
                  <c:v>0.20440000000002101</c:v>
                </c:pt>
                <c:pt idx="165">
                  <c:v>0.20420000000001437</c:v>
                </c:pt>
                <c:pt idx="166">
                  <c:v>0.20390000000003283</c:v>
                </c:pt>
                <c:pt idx="167">
                  <c:v>0.20370000000002619</c:v>
                </c:pt>
                <c:pt idx="168">
                  <c:v>0.20350000000001955</c:v>
                </c:pt>
                <c:pt idx="169">
                  <c:v>0.20330000000001291</c:v>
                </c:pt>
                <c:pt idx="170">
                  <c:v>0.20310000000000628</c:v>
                </c:pt>
                <c:pt idx="171">
                  <c:v>0.20289999999999964</c:v>
                </c:pt>
                <c:pt idx="172">
                  <c:v>0.202699999999993</c:v>
                </c:pt>
                <c:pt idx="173">
                  <c:v>0.2025000000000432</c:v>
                </c:pt>
                <c:pt idx="174">
                  <c:v>0.20230000000003656</c:v>
                </c:pt>
                <c:pt idx="175">
                  <c:v>0.20210000000002992</c:v>
                </c:pt>
                <c:pt idx="176">
                  <c:v>0.20190000000002328</c:v>
                </c:pt>
                <c:pt idx="177">
                  <c:v>0.20179999999999154</c:v>
                </c:pt>
                <c:pt idx="178">
                  <c:v>0.20160000000004175</c:v>
                </c:pt>
                <c:pt idx="179">
                  <c:v>0.20150000000001</c:v>
                </c:pt>
                <c:pt idx="180">
                  <c:v>0.20130000000000337</c:v>
                </c:pt>
                <c:pt idx="181">
                  <c:v>0.20120000000002847</c:v>
                </c:pt>
                <c:pt idx="182">
                  <c:v>0.20109999999999673</c:v>
                </c:pt>
                <c:pt idx="183">
                  <c:v>0.20090000000004693</c:v>
                </c:pt>
                <c:pt idx="184">
                  <c:v>0.20080000000001519</c:v>
                </c:pt>
                <c:pt idx="185">
                  <c:v>0.20070000000004029</c:v>
                </c:pt>
                <c:pt idx="186">
                  <c:v>0.20090000000004693</c:v>
                </c:pt>
                <c:pt idx="187">
                  <c:v>0.20120000000002847</c:v>
                </c:pt>
                <c:pt idx="188">
                  <c:v>0.20170000000001664</c:v>
                </c:pt>
                <c:pt idx="189">
                  <c:v>0.20220000000000482</c:v>
                </c:pt>
                <c:pt idx="190">
                  <c:v>0.20280000000002474</c:v>
                </c:pt>
                <c:pt idx="191">
                  <c:v>0.20340000000004466</c:v>
                </c:pt>
                <c:pt idx="192">
                  <c:v>0.20400000000000773</c:v>
                </c:pt>
                <c:pt idx="193">
                  <c:v>0.20460000000002765</c:v>
                </c:pt>
                <c:pt idx="194">
                  <c:v>0.20520000000004757</c:v>
                </c:pt>
                <c:pt idx="195">
                  <c:v>0.20580000000001064</c:v>
                </c:pt>
                <c:pt idx="196">
                  <c:v>0.20629999999999882</c:v>
                </c:pt>
                <c:pt idx="197">
                  <c:v>0.20680000000004384</c:v>
                </c:pt>
                <c:pt idx="198">
                  <c:v>0.20730000000003201</c:v>
                </c:pt>
                <c:pt idx="199">
                  <c:v>0.20780000000002019</c:v>
                </c:pt>
                <c:pt idx="200">
                  <c:v>0.20820000000003347</c:v>
                </c:pt>
                <c:pt idx="201">
                  <c:v>0.20860000000004675</c:v>
                </c:pt>
                <c:pt idx="202">
                  <c:v>0.20900000000000318</c:v>
                </c:pt>
                <c:pt idx="203">
                  <c:v>0.20940000000001646</c:v>
                </c:pt>
                <c:pt idx="204">
                  <c:v>0.209699999999998</c:v>
                </c:pt>
                <c:pt idx="205">
                  <c:v>0.21000000000003638</c:v>
                </c:pt>
                <c:pt idx="206">
                  <c:v>0.21030000000001792</c:v>
                </c:pt>
                <c:pt idx="207">
                  <c:v>0.21059999999999945</c:v>
                </c:pt>
                <c:pt idx="208">
                  <c:v>0.21080000000000609</c:v>
                </c:pt>
                <c:pt idx="209">
                  <c:v>0.21110000000004447</c:v>
                </c:pt>
                <c:pt idx="210">
                  <c:v>0.21129999999999427</c:v>
                </c:pt>
                <c:pt idx="211">
                  <c:v>0.21150000000000091</c:v>
                </c:pt>
                <c:pt idx="212">
                  <c:v>0.21170000000000755</c:v>
                </c:pt>
                <c:pt idx="213">
                  <c:v>0.21190000000001419</c:v>
                </c:pt>
                <c:pt idx="214">
                  <c:v>0.21210000000002083</c:v>
                </c:pt>
                <c:pt idx="215">
                  <c:v>0.21219999999999573</c:v>
                </c:pt>
                <c:pt idx="216">
                  <c:v>0.21219999999999573</c:v>
                </c:pt>
                <c:pt idx="217">
                  <c:v>0.21210000000002083</c:v>
                </c:pt>
                <c:pt idx="218">
                  <c:v>0.21180000000003929</c:v>
                </c:pt>
                <c:pt idx="219">
                  <c:v>0.21150000000000091</c:v>
                </c:pt>
                <c:pt idx="220">
                  <c:v>0.21110000000004447</c:v>
                </c:pt>
                <c:pt idx="221">
                  <c:v>0.2107000000000312</c:v>
                </c:pt>
                <c:pt idx="222">
                  <c:v>0.21030000000001792</c:v>
                </c:pt>
                <c:pt idx="223">
                  <c:v>0.20980000000002974</c:v>
                </c:pt>
                <c:pt idx="224">
                  <c:v>0.20940000000001646</c:v>
                </c:pt>
                <c:pt idx="225">
                  <c:v>0.20910000000003492</c:v>
                </c:pt>
                <c:pt idx="226">
                  <c:v>0.20870000000002165</c:v>
                </c:pt>
                <c:pt idx="227">
                  <c:v>0.20830000000000837</c:v>
                </c:pt>
                <c:pt idx="228">
                  <c:v>0.20800000000002683</c:v>
                </c:pt>
                <c:pt idx="229">
                  <c:v>0.20770000000004529</c:v>
                </c:pt>
                <c:pt idx="230">
                  <c:v>0.20740000000000691</c:v>
                </c:pt>
                <c:pt idx="231">
                  <c:v>0.20710000000002537</c:v>
                </c:pt>
                <c:pt idx="232">
                  <c:v>0.20690000000001874</c:v>
                </c:pt>
                <c:pt idx="233">
                  <c:v>0.2067000000000121</c:v>
                </c:pt>
                <c:pt idx="234">
                  <c:v>0.20640000000003056</c:v>
                </c:pt>
                <c:pt idx="235">
                  <c:v>0.20620000000002392</c:v>
                </c:pt>
                <c:pt idx="236">
                  <c:v>0.20609999999999218</c:v>
                </c:pt>
                <c:pt idx="237">
                  <c:v>0.20590000000004238</c:v>
                </c:pt>
                <c:pt idx="238">
                  <c:v>0.20570000000003574</c:v>
                </c:pt>
                <c:pt idx="239">
                  <c:v>0.205600000000004</c:v>
                </c:pt>
                <c:pt idx="240">
                  <c:v>0.2055000000000291</c:v>
                </c:pt>
                <c:pt idx="241">
                  <c:v>0.20530000000002246</c:v>
                </c:pt>
                <c:pt idx="242">
                  <c:v>0.20520000000004757</c:v>
                </c:pt>
                <c:pt idx="243">
                  <c:v>0.20510000000001583</c:v>
                </c:pt>
                <c:pt idx="244">
                  <c:v>0.20500000000004093</c:v>
                </c:pt>
                <c:pt idx="245">
                  <c:v>0.20490000000000919</c:v>
                </c:pt>
                <c:pt idx="246">
                  <c:v>0.20480000000003429</c:v>
                </c:pt>
                <c:pt idx="247">
                  <c:v>0.20470000000000255</c:v>
                </c:pt>
                <c:pt idx="248">
                  <c:v>0.20470000000000255</c:v>
                </c:pt>
                <c:pt idx="249">
                  <c:v>0.20460000000002765</c:v>
                </c:pt>
                <c:pt idx="250">
                  <c:v>0.20449999999999591</c:v>
                </c:pt>
                <c:pt idx="251">
                  <c:v>0.20449999999999591</c:v>
                </c:pt>
                <c:pt idx="252">
                  <c:v>0.20440000000002101</c:v>
                </c:pt>
                <c:pt idx="253">
                  <c:v>0.20440000000002101</c:v>
                </c:pt>
                <c:pt idx="254">
                  <c:v>0.20430000000004611</c:v>
                </c:pt>
                <c:pt idx="255">
                  <c:v>0.20430000000004611</c:v>
                </c:pt>
                <c:pt idx="256">
                  <c:v>0.20430000000004611</c:v>
                </c:pt>
                <c:pt idx="257">
                  <c:v>0.20420000000001437</c:v>
                </c:pt>
                <c:pt idx="258">
                  <c:v>0.20420000000001437</c:v>
                </c:pt>
                <c:pt idx="259">
                  <c:v>0.20420000000001437</c:v>
                </c:pt>
                <c:pt idx="260">
                  <c:v>0.20410000000003947</c:v>
                </c:pt>
                <c:pt idx="261">
                  <c:v>0.20410000000003947</c:v>
                </c:pt>
                <c:pt idx="262">
                  <c:v>0.20410000000003947</c:v>
                </c:pt>
                <c:pt idx="263">
                  <c:v>0.20410000000003947</c:v>
                </c:pt>
                <c:pt idx="264">
                  <c:v>0.20400000000000773</c:v>
                </c:pt>
                <c:pt idx="265">
                  <c:v>0.20400000000000773</c:v>
                </c:pt>
                <c:pt idx="266">
                  <c:v>0.20400000000000773</c:v>
                </c:pt>
                <c:pt idx="267">
                  <c:v>0.20400000000000773</c:v>
                </c:pt>
                <c:pt idx="268">
                  <c:v>0.20400000000000773</c:v>
                </c:pt>
                <c:pt idx="269">
                  <c:v>0.20400000000000773</c:v>
                </c:pt>
                <c:pt idx="270">
                  <c:v>0.20400000000000773</c:v>
                </c:pt>
                <c:pt idx="271">
                  <c:v>0.20410000000003947</c:v>
                </c:pt>
                <c:pt idx="272">
                  <c:v>0.20410000000003947</c:v>
                </c:pt>
                <c:pt idx="273">
                  <c:v>0.20410000000003947</c:v>
                </c:pt>
                <c:pt idx="274">
                  <c:v>0.20420000000001437</c:v>
                </c:pt>
                <c:pt idx="275">
                  <c:v>0.20420000000001437</c:v>
                </c:pt>
                <c:pt idx="276">
                  <c:v>0.20420000000001437</c:v>
                </c:pt>
                <c:pt idx="277">
                  <c:v>0.20420000000001437</c:v>
                </c:pt>
                <c:pt idx="278">
                  <c:v>0.20430000000004611</c:v>
                </c:pt>
                <c:pt idx="279">
                  <c:v>0.20430000000004611</c:v>
                </c:pt>
                <c:pt idx="280">
                  <c:v>0.20430000000004611</c:v>
                </c:pt>
                <c:pt idx="281">
                  <c:v>0.20440000000002101</c:v>
                </c:pt>
                <c:pt idx="282">
                  <c:v>0.20440000000002101</c:v>
                </c:pt>
                <c:pt idx="283">
                  <c:v>0.20440000000002101</c:v>
                </c:pt>
                <c:pt idx="284">
                  <c:v>0.20440000000002101</c:v>
                </c:pt>
                <c:pt idx="285">
                  <c:v>0.20449999999999591</c:v>
                </c:pt>
                <c:pt idx="286">
                  <c:v>0.20449999999999591</c:v>
                </c:pt>
                <c:pt idx="287">
                  <c:v>0.20449999999999591</c:v>
                </c:pt>
                <c:pt idx="288">
                  <c:v>0.20449999999999591</c:v>
                </c:pt>
                <c:pt idx="289">
                  <c:v>0.20460000000002765</c:v>
                </c:pt>
                <c:pt idx="290">
                  <c:v>0.20460000000002765</c:v>
                </c:pt>
                <c:pt idx="291">
                  <c:v>0.20460000000002765</c:v>
                </c:pt>
                <c:pt idx="292">
                  <c:v>0.20460000000002765</c:v>
                </c:pt>
                <c:pt idx="293">
                  <c:v>0.20460000000002765</c:v>
                </c:pt>
                <c:pt idx="294">
                  <c:v>0.20470000000000255</c:v>
                </c:pt>
                <c:pt idx="295">
                  <c:v>0.20470000000000255</c:v>
                </c:pt>
                <c:pt idx="296">
                  <c:v>0.20470000000000255</c:v>
                </c:pt>
                <c:pt idx="297">
                  <c:v>0.20470000000000255</c:v>
                </c:pt>
                <c:pt idx="298">
                  <c:v>0.20470000000000255</c:v>
                </c:pt>
                <c:pt idx="299">
                  <c:v>0.20470000000000255</c:v>
                </c:pt>
                <c:pt idx="300">
                  <c:v>0.20470000000000255</c:v>
                </c:pt>
                <c:pt idx="301">
                  <c:v>0.20480000000003429</c:v>
                </c:pt>
                <c:pt idx="302">
                  <c:v>0.20480000000003429</c:v>
                </c:pt>
                <c:pt idx="303">
                  <c:v>0.20480000000003429</c:v>
                </c:pt>
                <c:pt idx="304">
                  <c:v>0.20480000000003429</c:v>
                </c:pt>
                <c:pt idx="305">
                  <c:v>0.20480000000003429</c:v>
                </c:pt>
                <c:pt idx="306">
                  <c:v>0.20480000000003429</c:v>
                </c:pt>
                <c:pt idx="307">
                  <c:v>0.20480000000003429</c:v>
                </c:pt>
                <c:pt idx="308">
                  <c:v>0.20480000000003429</c:v>
                </c:pt>
                <c:pt idx="309">
                  <c:v>0.20480000000003429</c:v>
                </c:pt>
                <c:pt idx="310">
                  <c:v>0.20480000000003429</c:v>
                </c:pt>
                <c:pt idx="311">
                  <c:v>0.20480000000003429</c:v>
                </c:pt>
                <c:pt idx="312">
                  <c:v>0.20480000000003429</c:v>
                </c:pt>
                <c:pt idx="313">
                  <c:v>0.20480000000003429</c:v>
                </c:pt>
                <c:pt idx="314">
                  <c:v>0.20490000000000919</c:v>
                </c:pt>
                <c:pt idx="315">
                  <c:v>0.20490000000000919</c:v>
                </c:pt>
                <c:pt idx="316">
                  <c:v>0.20490000000000919</c:v>
                </c:pt>
                <c:pt idx="317">
                  <c:v>0.20490000000000919</c:v>
                </c:pt>
                <c:pt idx="318">
                  <c:v>0.20490000000000919</c:v>
                </c:pt>
                <c:pt idx="319">
                  <c:v>0.20470000000000255</c:v>
                </c:pt>
                <c:pt idx="320">
                  <c:v>0.20449999999999591</c:v>
                </c:pt>
                <c:pt idx="321">
                  <c:v>0.20440000000002101</c:v>
                </c:pt>
                <c:pt idx="322">
                  <c:v>0.20410000000003947</c:v>
                </c:pt>
                <c:pt idx="323">
                  <c:v>0.20390000000003283</c:v>
                </c:pt>
                <c:pt idx="324">
                  <c:v>0.20370000000002619</c:v>
                </c:pt>
                <c:pt idx="325">
                  <c:v>0.20350000000001955</c:v>
                </c:pt>
                <c:pt idx="326">
                  <c:v>0.20330000000001291</c:v>
                </c:pt>
                <c:pt idx="327">
                  <c:v>0.20300000000003138</c:v>
                </c:pt>
                <c:pt idx="328">
                  <c:v>0.20280000000002474</c:v>
                </c:pt>
                <c:pt idx="329">
                  <c:v>0.2026000000000181</c:v>
                </c:pt>
                <c:pt idx="330">
                  <c:v>0.20240000000001146</c:v>
                </c:pt>
                <c:pt idx="331">
                  <c:v>0.20230000000003656</c:v>
                </c:pt>
                <c:pt idx="332">
                  <c:v>0.20210000000002992</c:v>
                </c:pt>
                <c:pt idx="333">
                  <c:v>0.20190000000002328</c:v>
                </c:pt>
                <c:pt idx="334">
                  <c:v>0.20179999999999154</c:v>
                </c:pt>
                <c:pt idx="335">
                  <c:v>0.20160000000004175</c:v>
                </c:pt>
                <c:pt idx="336">
                  <c:v>0.20150000000001</c:v>
                </c:pt>
                <c:pt idx="337">
                  <c:v>0.20130000000000337</c:v>
                </c:pt>
                <c:pt idx="338">
                  <c:v>0.20120000000002847</c:v>
                </c:pt>
                <c:pt idx="339">
                  <c:v>0.20109999999999673</c:v>
                </c:pt>
                <c:pt idx="340">
                  <c:v>0.20090000000004693</c:v>
                </c:pt>
                <c:pt idx="341">
                  <c:v>0.20080000000001519</c:v>
                </c:pt>
                <c:pt idx="342">
                  <c:v>0.20080000000001519</c:v>
                </c:pt>
                <c:pt idx="343">
                  <c:v>0.20090000000004693</c:v>
                </c:pt>
                <c:pt idx="344">
                  <c:v>0.20130000000000337</c:v>
                </c:pt>
                <c:pt idx="345">
                  <c:v>0.20179999999999154</c:v>
                </c:pt>
                <c:pt idx="346">
                  <c:v>0.20230000000003656</c:v>
                </c:pt>
                <c:pt idx="347">
                  <c:v>0.20289999999999964</c:v>
                </c:pt>
                <c:pt idx="348">
                  <c:v>0.20350000000001955</c:v>
                </c:pt>
                <c:pt idx="349">
                  <c:v>0.20410000000003947</c:v>
                </c:pt>
                <c:pt idx="350">
                  <c:v>0.20470000000000255</c:v>
                </c:pt>
                <c:pt idx="351">
                  <c:v>0.20530000000002246</c:v>
                </c:pt>
                <c:pt idx="352">
                  <c:v>0.20590000000004238</c:v>
                </c:pt>
                <c:pt idx="353">
                  <c:v>0.20640000000003056</c:v>
                </c:pt>
                <c:pt idx="354">
                  <c:v>0.20690000000001874</c:v>
                </c:pt>
                <c:pt idx="355">
                  <c:v>0.20740000000000691</c:v>
                </c:pt>
                <c:pt idx="356">
                  <c:v>0.20780000000002019</c:v>
                </c:pt>
                <c:pt idx="357">
                  <c:v>0.20830000000000837</c:v>
                </c:pt>
                <c:pt idx="358">
                  <c:v>0.20870000000002165</c:v>
                </c:pt>
                <c:pt idx="359">
                  <c:v>0.20910000000003492</c:v>
                </c:pt>
                <c:pt idx="360">
                  <c:v>0.20940000000001646</c:v>
                </c:pt>
                <c:pt idx="361">
                  <c:v>0.20940000000001646</c:v>
                </c:pt>
                <c:pt idx="362">
                  <c:v>0.209699999999998</c:v>
                </c:pt>
                <c:pt idx="363">
                  <c:v>0.21010000000001128</c:v>
                </c:pt>
                <c:pt idx="364">
                  <c:v>0.21039999999999281</c:v>
                </c:pt>
                <c:pt idx="365">
                  <c:v>0.21059999999999945</c:v>
                </c:pt>
                <c:pt idx="366">
                  <c:v>0.21090000000003783</c:v>
                </c:pt>
                <c:pt idx="367">
                  <c:v>0.21110000000004447</c:v>
                </c:pt>
                <c:pt idx="368">
                  <c:v>0.21129999999999427</c:v>
                </c:pt>
                <c:pt idx="369">
                  <c:v>0.21160000000003265</c:v>
                </c:pt>
                <c:pt idx="370">
                  <c:v>0.21180000000003929</c:v>
                </c:pt>
                <c:pt idx="371">
                  <c:v>0.21190000000001419</c:v>
                </c:pt>
                <c:pt idx="372">
                  <c:v>0.21210000000002083</c:v>
                </c:pt>
                <c:pt idx="373">
                  <c:v>0.21219999999999573</c:v>
                </c:pt>
                <c:pt idx="374">
                  <c:v>0.21219999999999573</c:v>
                </c:pt>
                <c:pt idx="375">
                  <c:v>0.21200000000004593</c:v>
                </c:pt>
                <c:pt idx="376">
                  <c:v>0.21180000000003929</c:v>
                </c:pt>
                <c:pt idx="377">
                  <c:v>0.21140000000002601</c:v>
                </c:pt>
                <c:pt idx="378">
                  <c:v>0.21100000000001273</c:v>
                </c:pt>
                <c:pt idx="379">
                  <c:v>0.21059999999999945</c:v>
                </c:pt>
                <c:pt idx="380">
                  <c:v>0.21020000000004302</c:v>
                </c:pt>
                <c:pt idx="381">
                  <c:v>0.20980000000002974</c:v>
                </c:pt>
                <c:pt idx="382">
                  <c:v>0.20940000000001646</c:v>
                </c:pt>
                <c:pt idx="383">
                  <c:v>0.20900000000000318</c:v>
                </c:pt>
                <c:pt idx="384">
                  <c:v>0.20860000000004675</c:v>
                </c:pt>
                <c:pt idx="385">
                  <c:v>0.20830000000000837</c:v>
                </c:pt>
                <c:pt idx="386">
                  <c:v>0.20800000000002683</c:v>
                </c:pt>
                <c:pt idx="387">
                  <c:v>0.20770000000004529</c:v>
                </c:pt>
                <c:pt idx="388">
                  <c:v>0.20740000000000691</c:v>
                </c:pt>
                <c:pt idx="389">
                  <c:v>0.20710000000002537</c:v>
                </c:pt>
                <c:pt idx="390">
                  <c:v>0.20690000000001874</c:v>
                </c:pt>
                <c:pt idx="391">
                  <c:v>0.2066000000000372</c:v>
                </c:pt>
                <c:pt idx="392">
                  <c:v>0.20640000000003056</c:v>
                </c:pt>
                <c:pt idx="393">
                  <c:v>0.20620000000002392</c:v>
                </c:pt>
                <c:pt idx="394">
                  <c:v>0.20600000000001728</c:v>
                </c:pt>
                <c:pt idx="395">
                  <c:v>0.20590000000004238</c:v>
                </c:pt>
                <c:pt idx="396">
                  <c:v>0.20570000000003574</c:v>
                </c:pt>
                <c:pt idx="397">
                  <c:v>0.205600000000004</c:v>
                </c:pt>
                <c:pt idx="398">
                  <c:v>0.20539999999999736</c:v>
                </c:pt>
                <c:pt idx="399">
                  <c:v>0.20530000000002246</c:v>
                </c:pt>
                <c:pt idx="400">
                  <c:v>0.20520000000004757</c:v>
                </c:pt>
                <c:pt idx="401">
                  <c:v>0.20510000000001583</c:v>
                </c:pt>
                <c:pt idx="402">
                  <c:v>0.20500000000004093</c:v>
                </c:pt>
                <c:pt idx="403">
                  <c:v>0.20490000000000919</c:v>
                </c:pt>
                <c:pt idx="404">
                  <c:v>0.20480000000003429</c:v>
                </c:pt>
                <c:pt idx="405">
                  <c:v>0.20470000000000255</c:v>
                </c:pt>
                <c:pt idx="406">
                  <c:v>0.20470000000000255</c:v>
                </c:pt>
                <c:pt idx="407">
                  <c:v>0.20460000000002765</c:v>
                </c:pt>
                <c:pt idx="408">
                  <c:v>0.20449999999999591</c:v>
                </c:pt>
                <c:pt idx="409">
                  <c:v>0.20449999999999591</c:v>
                </c:pt>
                <c:pt idx="410">
                  <c:v>0.20440000000002101</c:v>
                </c:pt>
                <c:pt idx="411">
                  <c:v>0.20440000000002101</c:v>
                </c:pt>
                <c:pt idx="412">
                  <c:v>0.20430000000004611</c:v>
                </c:pt>
                <c:pt idx="413">
                  <c:v>0.20430000000004611</c:v>
                </c:pt>
                <c:pt idx="414">
                  <c:v>0.20430000000004611</c:v>
                </c:pt>
                <c:pt idx="415">
                  <c:v>0.20420000000001437</c:v>
                </c:pt>
                <c:pt idx="416">
                  <c:v>0.20420000000001437</c:v>
                </c:pt>
                <c:pt idx="417">
                  <c:v>0.20420000000001437</c:v>
                </c:pt>
                <c:pt idx="418">
                  <c:v>0.20410000000003947</c:v>
                </c:pt>
                <c:pt idx="419">
                  <c:v>0.20410000000003947</c:v>
                </c:pt>
                <c:pt idx="420">
                  <c:v>0.20410000000003947</c:v>
                </c:pt>
                <c:pt idx="421">
                  <c:v>0.20410000000003947</c:v>
                </c:pt>
                <c:pt idx="422">
                  <c:v>0.20400000000000773</c:v>
                </c:pt>
                <c:pt idx="423">
                  <c:v>0.20400000000000773</c:v>
                </c:pt>
                <c:pt idx="424">
                  <c:v>0.20400000000000773</c:v>
                </c:pt>
                <c:pt idx="425">
                  <c:v>0.20400000000000773</c:v>
                </c:pt>
                <c:pt idx="426">
                  <c:v>0.20400000000000773</c:v>
                </c:pt>
                <c:pt idx="427">
                  <c:v>0.20400000000000773</c:v>
                </c:pt>
                <c:pt idx="428">
                  <c:v>0.20400000000000773</c:v>
                </c:pt>
                <c:pt idx="429">
                  <c:v>0.20410000000003947</c:v>
                </c:pt>
                <c:pt idx="430">
                  <c:v>0.20410000000003947</c:v>
                </c:pt>
                <c:pt idx="431">
                  <c:v>0.20410000000003947</c:v>
                </c:pt>
                <c:pt idx="432">
                  <c:v>0.20420000000001437</c:v>
                </c:pt>
                <c:pt idx="433">
                  <c:v>0.20420000000001437</c:v>
                </c:pt>
                <c:pt idx="434">
                  <c:v>0.20420000000001437</c:v>
                </c:pt>
                <c:pt idx="435">
                  <c:v>0.20430000000004611</c:v>
                </c:pt>
                <c:pt idx="436">
                  <c:v>0.20430000000004611</c:v>
                </c:pt>
                <c:pt idx="437">
                  <c:v>0.20430000000004611</c:v>
                </c:pt>
                <c:pt idx="438">
                  <c:v>0.20430000000004611</c:v>
                </c:pt>
                <c:pt idx="439">
                  <c:v>0.20440000000002101</c:v>
                </c:pt>
                <c:pt idx="440">
                  <c:v>0.20440000000002101</c:v>
                </c:pt>
                <c:pt idx="441">
                  <c:v>0.20440000000002101</c:v>
                </c:pt>
                <c:pt idx="442">
                  <c:v>0.20449999999999591</c:v>
                </c:pt>
                <c:pt idx="443">
                  <c:v>0.20449999999999591</c:v>
                </c:pt>
                <c:pt idx="444">
                  <c:v>0.20449999999999591</c:v>
                </c:pt>
                <c:pt idx="445">
                  <c:v>0.20449999999999591</c:v>
                </c:pt>
                <c:pt idx="446">
                  <c:v>0.20449999999999591</c:v>
                </c:pt>
                <c:pt idx="447">
                  <c:v>0.20460000000002765</c:v>
                </c:pt>
                <c:pt idx="448">
                  <c:v>0.20460000000002765</c:v>
                </c:pt>
                <c:pt idx="449">
                  <c:v>0.20460000000002765</c:v>
                </c:pt>
                <c:pt idx="450">
                  <c:v>0.20460000000002765</c:v>
                </c:pt>
                <c:pt idx="451">
                  <c:v>0.20460000000002765</c:v>
                </c:pt>
                <c:pt idx="452">
                  <c:v>0.20460000000002765</c:v>
                </c:pt>
                <c:pt idx="453">
                  <c:v>0.20470000000000255</c:v>
                </c:pt>
                <c:pt idx="454">
                  <c:v>0.20470000000000255</c:v>
                </c:pt>
                <c:pt idx="455">
                  <c:v>0.20470000000000255</c:v>
                </c:pt>
                <c:pt idx="456">
                  <c:v>0.20470000000000255</c:v>
                </c:pt>
                <c:pt idx="457">
                  <c:v>0.20470000000000255</c:v>
                </c:pt>
                <c:pt idx="458">
                  <c:v>0.20470000000000255</c:v>
                </c:pt>
                <c:pt idx="459">
                  <c:v>0.20470000000000255</c:v>
                </c:pt>
                <c:pt idx="460">
                  <c:v>0.20480000000003429</c:v>
                </c:pt>
                <c:pt idx="461">
                  <c:v>0.20480000000003429</c:v>
                </c:pt>
                <c:pt idx="462">
                  <c:v>0.20480000000003429</c:v>
                </c:pt>
                <c:pt idx="463">
                  <c:v>0.20480000000003429</c:v>
                </c:pt>
                <c:pt idx="464">
                  <c:v>0.20480000000003429</c:v>
                </c:pt>
                <c:pt idx="465">
                  <c:v>0.20480000000003429</c:v>
                </c:pt>
                <c:pt idx="466">
                  <c:v>0.20480000000003429</c:v>
                </c:pt>
                <c:pt idx="467">
                  <c:v>0.20480000000003429</c:v>
                </c:pt>
                <c:pt idx="468">
                  <c:v>0.20480000000003429</c:v>
                </c:pt>
                <c:pt idx="469">
                  <c:v>0.20480000000003429</c:v>
                </c:pt>
                <c:pt idx="470">
                  <c:v>0.20480000000003429</c:v>
                </c:pt>
                <c:pt idx="471">
                  <c:v>0.20480000000003429</c:v>
                </c:pt>
                <c:pt idx="472">
                  <c:v>0.20480000000003429</c:v>
                </c:pt>
                <c:pt idx="473">
                  <c:v>0.20490000000000919</c:v>
                </c:pt>
                <c:pt idx="474">
                  <c:v>0.20490000000000919</c:v>
                </c:pt>
                <c:pt idx="475">
                  <c:v>0.20490000000000919</c:v>
                </c:pt>
                <c:pt idx="476">
                  <c:v>0.20490000000000919</c:v>
                </c:pt>
                <c:pt idx="477">
                  <c:v>0.20480000000003429</c:v>
                </c:pt>
                <c:pt idx="478">
                  <c:v>0.20470000000000255</c:v>
                </c:pt>
                <c:pt idx="479">
                  <c:v>0.20449999999999591</c:v>
                </c:pt>
                <c:pt idx="480">
                  <c:v>0.20430000000004611</c:v>
                </c:pt>
                <c:pt idx="481">
                  <c:v>0.20410000000003947</c:v>
                </c:pt>
                <c:pt idx="482">
                  <c:v>0.20390000000003283</c:v>
                </c:pt>
                <c:pt idx="483">
                  <c:v>0.20370000000002619</c:v>
                </c:pt>
                <c:pt idx="484">
                  <c:v>0.20340000000004466</c:v>
                </c:pt>
                <c:pt idx="485">
                  <c:v>0.20320000000003802</c:v>
                </c:pt>
                <c:pt idx="486">
                  <c:v>0.20300000000003138</c:v>
                </c:pt>
                <c:pt idx="487">
                  <c:v>0.20280000000002474</c:v>
                </c:pt>
                <c:pt idx="488">
                  <c:v>0.2026000000000181</c:v>
                </c:pt>
                <c:pt idx="489">
                  <c:v>0.20240000000001146</c:v>
                </c:pt>
                <c:pt idx="490">
                  <c:v>0.20220000000000482</c:v>
                </c:pt>
                <c:pt idx="491">
                  <c:v>0.20210000000002992</c:v>
                </c:pt>
                <c:pt idx="492">
                  <c:v>0.20190000000002328</c:v>
                </c:pt>
                <c:pt idx="493">
                  <c:v>0.20170000000001664</c:v>
                </c:pt>
                <c:pt idx="494">
                  <c:v>0.20160000000004175</c:v>
                </c:pt>
                <c:pt idx="495">
                  <c:v>0.20140000000003511</c:v>
                </c:pt>
                <c:pt idx="496">
                  <c:v>0.20130000000000337</c:v>
                </c:pt>
                <c:pt idx="497">
                  <c:v>0.20120000000002847</c:v>
                </c:pt>
                <c:pt idx="498">
                  <c:v>0.20100000000002183</c:v>
                </c:pt>
                <c:pt idx="499">
                  <c:v>0.20090000000004693</c:v>
                </c:pt>
                <c:pt idx="500">
                  <c:v>0.20070000000004029</c:v>
                </c:pt>
                <c:pt idx="501">
                  <c:v>0.20080000000001519</c:v>
                </c:pt>
                <c:pt idx="502">
                  <c:v>0.20100000000002183</c:v>
                </c:pt>
                <c:pt idx="503">
                  <c:v>0.20140000000003511</c:v>
                </c:pt>
                <c:pt idx="504">
                  <c:v>0.20179999999999154</c:v>
                </c:pt>
                <c:pt idx="505">
                  <c:v>0.20240000000001146</c:v>
                </c:pt>
                <c:pt idx="506">
                  <c:v>0.20300000000003138</c:v>
                </c:pt>
                <c:pt idx="507">
                  <c:v>0.20359999999999445</c:v>
                </c:pt>
                <c:pt idx="508">
                  <c:v>0.20420000000001437</c:v>
                </c:pt>
                <c:pt idx="509">
                  <c:v>0.20480000000003429</c:v>
                </c:pt>
                <c:pt idx="510">
                  <c:v>0.20539999999999736</c:v>
                </c:pt>
                <c:pt idx="511">
                  <c:v>0.20600000000001728</c:v>
                </c:pt>
                <c:pt idx="512">
                  <c:v>0.20650000000000546</c:v>
                </c:pt>
                <c:pt idx="513">
                  <c:v>0.20699999999999363</c:v>
                </c:pt>
                <c:pt idx="514">
                  <c:v>0.20750000000003865</c:v>
                </c:pt>
                <c:pt idx="515">
                  <c:v>0.20789999999999509</c:v>
                </c:pt>
                <c:pt idx="516">
                  <c:v>0.20830000000000837</c:v>
                </c:pt>
                <c:pt idx="517">
                  <c:v>0.20870000000002165</c:v>
                </c:pt>
                <c:pt idx="518">
                  <c:v>0.20910000000003492</c:v>
                </c:pt>
                <c:pt idx="519">
                  <c:v>0.20949999999999136</c:v>
                </c:pt>
                <c:pt idx="520">
                  <c:v>0.20980000000002974</c:v>
                </c:pt>
                <c:pt idx="521">
                  <c:v>0.21010000000001128</c:v>
                </c:pt>
                <c:pt idx="522">
                  <c:v>0.21039999999999281</c:v>
                </c:pt>
                <c:pt idx="523">
                  <c:v>0.2107000000000312</c:v>
                </c:pt>
                <c:pt idx="524">
                  <c:v>0.21090000000003783</c:v>
                </c:pt>
                <c:pt idx="525">
                  <c:v>0.21120000000001937</c:v>
                </c:pt>
                <c:pt idx="526">
                  <c:v>0.21140000000002601</c:v>
                </c:pt>
                <c:pt idx="527">
                  <c:v>0.21160000000003265</c:v>
                </c:pt>
                <c:pt idx="528">
                  <c:v>0.21180000000003929</c:v>
                </c:pt>
                <c:pt idx="529">
                  <c:v>0.21200000000004593</c:v>
                </c:pt>
                <c:pt idx="530">
                  <c:v>0.21219999999999573</c:v>
                </c:pt>
                <c:pt idx="531">
                  <c:v>0.21219999999999573</c:v>
                </c:pt>
                <c:pt idx="532">
                  <c:v>0.21219999999999573</c:v>
                </c:pt>
              </c:numCache>
            </c:numRef>
          </c:yVal>
          <c:smooth val="1"/>
          <c:extLst>
            <c:ext xmlns:c16="http://schemas.microsoft.com/office/drawing/2014/chart" uri="{C3380CC4-5D6E-409C-BE32-E72D297353CC}">
              <c16:uniqueId val="{00000022-4233-4E9D-9D6D-D06060CC9530}"/>
            </c:ext>
          </c:extLst>
        </c:ser>
        <c:ser>
          <c:idx val="35"/>
          <c:order val="35"/>
          <c:tx>
            <c:strRef>
              <c:f>PM50000_Temps_oc5l2_50000!$BCL$1</c:f>
              <c:strCache>
                <c:ptCount val="1"/>
                <c:pt idx="0">
                  <c:v>TELE_PM_INTERIOR.36</c:v>
                </c:pt>
              </c:strCache>
            </c:strRef>
          </c:tx>
          <c:spPr>
            <a:ln w="19050" cap="rnd">
              <a:solidFill>
                <a:schemeClr val="accent6">
                  <a:lumMod val="50000"/>
                </a:schemeClr>
              </a:solidFill>
              <a:round/>
            </a:ln>
            <a:effectLst/>
          </c:spPr>
          <c:marker>
            <c:symbol val="circle"/>
            <c:size val="5"/>
            <c:spPr>
              <a:solidFill>
                <a:schemeClr val="accent6">
                  <a:lumMod val="50000"/>
                </a:schemeClr>
              </a:solidFill>
              <a:ln w="9525">
                <a:solidFill>
                  <a:schemeClr val="accent6">
                    <a:lumMod val="5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PM50000_Temps_oc5l2_50000!$BCL$2:$BCL$536</c:f>
              <c:numCache>
                <c:formatCode>General</c:formatCode>
                <c:ptCount val="533"/>
                <c:pt idx="0">
                  <c:v>0</c:v>
                </c:pt>
                <c:pt idx="1">
                  <c:v>2.5199999999983902E-2</c:v>
                </c:pt>
                <c:pt idx="2">
                  <c:v>4.1400000000010095E-2</c:v>
                </c:pt>
                <c:pt idx="3">
                  <c:v>5.2500000000009095E-2</c:v>
                </c:pt>
                <c:pt idx="4">
                  <c:v>6.1800000000005184E-2</c:v>
                </c:pt>
                <c:pt idx="5">
                  <c:v>7.0400000000006457E-2</c:v>
                </c:pt>
                <c:pt idx="6">
                  <c:v>7.8499999999962711E-2</c:v>
                </c:pt>
                <c:pt idx="7">
                  <c:v>8.6199999999962529E-2</c:v>
                </c:pt>
                <c:pt idx="8">
                  <c:v>9.359999999998081E-2</c:v>
                </c:pt>
                <c:pt idx="9">
                  <c:v>0.10039999999997917</c:v>
                </c:pt>
                <c:pt idx="10">
                  <c:v>0.10679999999996426</c:v>
                </c:pt>
                <c:pt idx="11">
                  <c:v>0.11279999999999291</c:v>
                </c:pt>
                <c:pt idx="12">
                  <c:v>0.11829999999997654</c:v>
                </c:pt>
                <c:pt idx="13">
                  <c:v>0.12329999999997199</c:v>
                </c:pt>
                <c:pt idx="14">
                  <c:v>0.1279999999999859</c:v>
                </c:pt>
                <c:pt idx="15">
                  <c:v>0.13220000000001164</c:v>
                </c:pt>
                <c:pt idx="16">
                  <c:v>0.136099999999999</c:v>
                </c:pt>
                <c:pt idx="17">
                  <c:v>0.13970000000000482</c:v>
                </c:pt>
                <c:pt idx="18">
                  <c:v>0.14299999999997226</c:v>
                </c:pt>
                <c:pt idx="19">
                  <c:v>0.14600000000001501</c:v>
                </c:pt>
                <c:pt idx="20">
                  <c:v>0.14869999999996253</c:v>
                </c:pt>
                <c:pt idx="21">
                  <c:v>0.1512000000000171</c:v>
                </c:pt>
                <c:pt idx="22">
                  <c:v>0.15350000000000819</c:v>
                </c:pt>
                <c:pt idx="23">
                  <c:v>0.15559999999999263</c:v>
                </c:pt>
                <c:pt idx="24">
                  <c:v>0.15760000000000218</c:v>
                </c:pt>
                <c:pt idx="25">
                  <c:v>0.15929999999997335</c:v>
                </c:pt>
                <c:pt idx="26">
                  <c:v>0.16089999999996962</c:v>
                </c:pt>
                <c:pt idx="27">
                  <c:v>0.162399999999991</c:v>
                </c:pt>
                <c:pt idx="28">
                  <c:v>0.16379999999998063</c:v>
                </c:pt>
                <c:pt idx="29">
                  <c:v>0.16519999999997026</c:v>
                </c:pt>
                <c:pt idx="30">
                  <c:v>0.16669999999999163</c:v>
                </c:pt>
                <c:pt idx="31">
                  <c:v>0.16800000000000637</c:v>
                </c:pt>
                <c:pt idx="32">
                  <c:v>0.169399999999996</c:v>
                </c:pt>
                <c:pt idx="33">
                  <c:v>0.17070000000001073</c:v>
                </c:pt>
                <c:pt idx="34">
                  <c:v>0.17199999999996862</c:v>
                </c:pt>
                <c:pt idx="35">
                  <c:v>0.17320000000000846</c:v>
                </c:pt>
                <c:pt idx="36">
                  <c:v>0.17430000000001655</c:v>
                </c:pt>
                <c:pt idx="37">
                  <c:v>0.1753999999999678</c:v>
                </c:pt>
                <c:pt idx="38">
                  <c:v>0.176400000000001</c:v>
                </c:pt>
                <c:pt idx="39">
                  <c:v>0.17730000000000246</c:v>
                </c:pt>
                <c:pt idx="40">
                  <c:v>0.17809999999997217</c:v>
                </c:pt>
                <c:pt idx="41">
                  <c:v>0.17889999999999873</c:v>
                </c:pt>
                <c:pt idx="42">
                  <c:v>0.17969999999996844</c:v>
                </c:pt>
                <c:pt idx="43">
                  <c:v>0.18039999999996326</c:v>
                </c:pt>
                <c:pt idx="44">
                  <c:v>0.18099999999998317</c:v>
                </c:pt>
                <c:pt idx="45">
                  <c:v>0.18160000000000309</c:v>
                </c:pt>
                <c:pt idx="46">
                  <c:v>0.18209999999999127</c:v>
                </c:pt>
                <c:pt idx="47">
                  <c:v>0.18259999999997945</c:v>
                </c:pt>
                <c:pt idx="48">
                  <c:v>0.18309999999996762</c:v>
                </c:pt>
                <c:pt idx="49">
                  <c:v>0.1834999999999809</c:v>
                </c:pt>
                <c:pt idx="50">
                  <c:v>0.18389999999999418</c:v>
                </c:pt>
                <c:pt idx="51">
                  <c:v>0.18430000000000746</c:v>
                </c:pt>
                <c:pt idx="52">
                  <c:v>0.18469999999996389</c:v>
                </c:pt>
                <c:pt idx="53">
                  <c:v>0.18500000000000227</c:v>
                </c:pt>
                <c:pt idx="54">
                  <c:v>0.18529999999998381</c:v>
                </c:pt>
                <c:pt idx="55">
                  <c:v>0.18559999999996535</c:v>
                </c:pt>
                <c:pt idx="56">
                  <c:v>0.18579999999997199</c:v>
                </c:pt>
                <c:pt idx="57">
                  <c:v>0.18599999999997863</c:v>
                </c:pt>
                <c:pt idx="58">
                  <c:v>0.18619999999998527</c:v>
                </c:pt>
                <c:pt idx="59">
                  <c:v>0.18630000000001701</c:v>
                </c:pt>
                <c:pt idx="60">
                  <c:v>0.18630000000001701</c:v>
                </c:pt>
                <c:pt idx="61">
                  <c:v>0.18630000000001701</c:v>
                </c:pt>
                <c:pt idx="62">
                  <c:v>0.18610000000001037</c:v>
                </c:pt>
                <c:pt idx="63">
                  <c:v>0.18590000000000373</c:v>
                </c:pt>
                <c:pt idx="64">
                  <c:v>0.18569999999999709</c:v>
                </c:pt>
                <c:pt idx="65">
                  <c:v>0.18549999999999045</c:v>
                </c:pt>
                <c:pt idx="66">
                  <c:v>0.18529999999998381</c:v>
                </c:pt>
                <c:pt idx="67">
                  <c:v>0.18500000000000227</c:v>
                </c:pt>
                <c:pt idx="68">
                  <c:v>0.18479999999999563</c:v>
                </c:pt>
                <c:pt idx="69">
                  <c:v>0.184599999999989</c:v>
                </c:pt>
                <c:pt idx="70">
                  <c:v>0.18439999999998236</c:v>
                </c:pt>
                <c:pt idx="71">
                  <c:v>0.18419999999997572</c:v>
                </c:pt>
                <c:pt idx="72">
                  <c:v>0.18410000000000082</c:v>
                </c:pt>
                <c:pt idx="73">
                  <c:v>0.18389999999999418</c:v>
                </c:pt>
                <c:pt idx="74">
                  <c:v>0.18369999999998754</c:v>
                </c:pt>
                <c:pt idx="75">
                  <c:v>0.18360000000001264</c:v>
                </c:pt>
                <c:pt idx="76">
                  <c:v>0.1834999999999809</c:v>
                </c:pt>
                <c:pt idx="77">
                  <c:v>0.18329999999997426</c:v>
                </c:pt>
                <c:pt idx="78">
                  <c:v>0.18319999999999936</c:v>
                </c:pt>
                <c:pt idx="79">
                  <c:v>0.18309999999996762</c:v>
                </c:pt>
                <c:pt idx="80">
                  <c:v>0.18299999999999272</c:v>
                </c:pt>
                <c:pt idx="81">
                  <c:v>0.18290000000001783</c:v>
                </c:pt>
                <c:pt idx="82">
                  <c:v>0.18279999999998608</c:v>
                </c:pt>
                <c:pt idx="83">
                  <c:v>0.18279999999998608</c:v>
                </c:pt>
                <c:pt idx="84">
                  <c:v>0.18270000000001119</c:v>
                </c:pt>
                <c:pt idx="85">
                  <c:v>0.18259999999997945</c:v>
                </c:pt>
                <c:pt idx="86">
                  <c:v>0.18259999999997945</c:v>
                </c:pt>
                <c:pt idx="87">
                  <c:v>0.18250000000000455</c:v>
                </c:pt>
                <c:pt idx="88">
                  <c:v>0.18250000000000455</c:v>
                </c:pt>
                <c:pt idx="89">
                  <c:v>0.18239999999997281</c:v>
                </c:pt>
                <c:pt idx="90">
                  <c:v>0.18239999999997281</c:v>
                </c:pt>
                <c:pt idx="91">
                  <c:v>0.18229999999999791</c:v>
                </c:pt>
                <c:pt idx="92">
                  <c:v>0.18229999999999791</c:v>
                </c:pt>
                <c:pt idx="93">
                  <c:v>0.18219999999996617</c:v>
                </c:pt>
                <c:pt idx="94">
                  <c:v>0.18219999999996617</c:v>
                </c:pt>
                <c:pt idx="95">
                  <c:v>0.18219999999996617</c:v>
                </c:pt>
                <c:pt idx="96">
                  <c:v>0.18219999999996617</c:v>
                </c:pt>
                <c:pt idx="97">
                  <c:v>0.18209999999999127</c:v>
                </c:pt>
                <c:pt idx="98">
                  <c:v>0.18209999999999127</c:v>
                </c:pt>
                <c:pt idx="99">
                  <c:v>0.18209999999999127</c:v>
                </c:pt>
                <c:pt idx="100">
                  <c:v>0.18209999999999127</c:v>
                </c:pt>
                <c:pt idx="101">
                  <c:v>0.18200000000001637</c:v>
                </c:pt>
                <c:pt idx="102">
                  <c:v>0.18200000000001637</c:v>
                </c:pt>
                <c:pt idx="103">
                  <c:v>0.18200000000001637</c:v>
                </c:pt>
                <c:pt idx="104">
                  <c:v>0.18200000000001637</c:v>
                </c:pt>
                <c:pt idx="105">
                  <c:v>0.18200000000001637</c:v>
                </c:pt>
                <c:pt idx="106">
                  <c:v>0.18200000000001637</c:v>
                </c:pt>
                <c:pt idx="107">
                  <c:v>0.18200000000001637</c:v>
                </c:pt>
                <c:pt idx="108">
                  <c:v>0.18189999999998463</c:v>
                </c:pt>
                <c:pt idx="109">
                  <c:v>0.18189999999998463</c:v>
                </c:pt>
                <c:pt idx="110">
                  <c:v>0.18189999999998463</c:v>
                </c:pt>
                <c:pt idx="111">
                  <c:v>0.18189999999998463</c:v>
                </c:pt>
                <c:pt idx="112">
                  <c:v>0.18189999999998463</c:v>
                </c:pt>
                <c:pt idx="113">
                  <c:v>0.18189999999998463</c:v>
                </c:pt>
                <c:pt idx="114">
                  <c:v>0.18189999999998463</c:v>
                </c:pt>
                <c:pt idx="115">
                  <c:v>0.18200000000001637</c:v>
                </c:pt>
                <c:pt idx="116">
                  <c:v>0.18200000000001637</c:v>
                </c:pt>
                <c:pt idx="117">
                  <c:v>0.18200000000001637</c:v>
                </c:pt>
                <c:pt idx="118">
                  <c:v>0.18200000000001637</c:v>
                </c:pt>
                <c:pt idx="119">
                  <c:v>0.18209999999999127</c:v>
                </c:pt>
                <c:pt idx="120">
                  <c:v>0.18209999999999127</c:v>
                </c:pt>
                <c:pt idx="121">
                  <c:v>0.18209999999999127</c:v>
                </c:pt>
                <c:pt idx="122">
                  <c:v>0.18209999999999127</c:v>
                </c:pt>
                <c:pt idx="123">
                  <c:v>0.18209999999999127</c:v>
                </c:pt>
                <c:pt idx="124">
                  <c:v>0.18219999999996617</c:v>
                </c:pt>
                <c:pt idx="125">
                  <c:v>0.18219999999996617</c:v>
                </c:pt>
                <c:pt idx="126">
                  <c:v>0.18219999999996617</c:v>
                </c:pt>
                <c:pt idx="127">
                  <c:v>0.18219999999996617</c:v>
                </c:pt>
                <c:pt idx="128">
                  <c:v>0.18219999999996617</c:v>
                </c:pt>
                <c:pt idx="129">
                  <c:v>0.18229999999999791</c:v>
                </c:pt>
                <c:pt idx="130">
                  <c:v>0.18229999999999791</c:v>
                </c:pt>
                <c:pt idx="131">
                  <c:v>0.18229999999999791</c:v>
                </c:pt>
                <c:pt idx="132">
                  <c:v>0.18229999999999791</c:v>
                </c:pt>
                <c:pt idx="133">
                  <c:v>0.18229999999999791</c:v>
                </c:pt>
                <c:pt idx="134">
                  <c:v>0.18229999999999791</c:v>
                </c:pt>
                <c:pt idx="135">
                  <c:v>0.18239999999997281</c:v>
                </c:pt>
                <c:pt idx="136">
                  <c:v>0.18239999999997281</c:v>
                </c:pt>
                <c:pt idx="137">
                  <c:v>0.18239999999997281</c:v>
                </c:pt>
                <c:pt idx="138">
                  <c:v>0.18239999999997281</c:v>
                </c:pt>
                <c:pt idx="139">
                  <c:v>0.18239999999997281</c:v>
                </c:pt>
                <c:pt idx="140">
                  <c:v>0.18239999999997281</c:v>
                </c:pt>
                <c:pt idx="141">
                  <c:v>0.18239999999997281</c:v>
                </c:pt>
                <c:pt idx="142">
                  <c:v>0.18239999999997281</c:v>
                </c:pt>
                <c:pt idx="143">
                  <c:v>0.18239999999997281</c:v>
                </c:pt>
                <c:pt idx="144">
                  <c:v>0.18239999999997281</c:v>
                </c:pt>
                <c:pt idx="145">
                  <c:v>0.18250000000000455</c:v>
                </c:pt>
                <c:pt idx="146">
                  <c:v>0.18250000000000455</c:v>
                </c:pt>
                <c:pt idx="147">
                  <c:v>0.18250000000000455</c:v>
                </c:pt>
                <c:pt idx="148">
                  <c:v>0.18250000000000455</c:v>
                </c:pt>
                <c:pt idx="149">
                  <c:v>0.18250000000000455</c:v>
                </c:pt>
                <c:pt idx="150">
                  <c:v>0.18250000000000455</c:v>
                </c:pt>
                <c:pt idx="151">
                  <c:v>0.18250000000000455</c:v>
                </c:pt>
                <c:pt idx="152">
                  <c:v>0.18250000000000455</c:v>
                </c:pt>
                <c:pt idx="153">
                  <c:v>0.18250000000000455</c:v>
                </c:pt>
                <c:pt idx="154">
                  <c:v>0.18250000000000455</c:v>
                </c:pt>
                <c:pt idx="155">
                  <c:v>0.18250000000000455</c:v>
                </c:pt>
                <c:pt idx="156">
                  <c:v>0.18250000000000455</c:v>
                </c:pt>
                <c:pt idx="157">
                  <c:v>0.18250000000000455</c:v>
                </c:pt>
                <c:pt idx="158">
                  <c:v>0.18250000000000455</c:v>
                </c:pt>
                <c:pt idx="159">
                  <c:v>0.18259999999997945</c:v>
                </c:pt>
                <c:pt idx="160">
                  <c:v>0.18259999999997945</c:v>
                </c:pt>
                <c:pt idx="161">
                  <c:v>0.18250000000000455</c:v>
                </c:pt>
                <c:pt idx="162">
                  <c:v>0.18239999999997281</c:v>
                </c:pt>
                <c:pt idx="163">
                  <c:v>0.18229999999999791</c:v>
                </c:pt>
                <c:pt idx="164">
                  <c:v>0.18219999999996617</c:v>
                </c:pt>
                <c:pt idx="165">
                  <c:v>0.18200000000001637</c:v>
                </c:pt>
                <c:pt idx="166">
                  <c:v>0.18189999999998463</c:v>
                </c:pt>
                <c:pt idx="167">
                  <c:v>0.18169999999997799</c:v>
                </c:pt>
                <c:pt idx="168">
                  <c:v>0.18160000000000309</c:v>
                </c:pt>
                <c:pt idx="169">
                  <c:v>0.18139999999999645</c:v>
                </c:pt>
                <c:pt idx="170">
                  <c:v>0.18129999999996471</c:v>
                </c:pt>
                <c:pt idx="171">
                  <c:v>0.18110000000001492</c:v>
                </c:pt>
                <c:pt idx="172">
                  <c:v>0.18099999999998317</c:v>
                </c:pt>
                <c:pt idx="173">
                  <c:v>0.18090000000000828</c:v>
                </c:pt>
                <c:pt idx="174">
                  <c:v>0.18079999999997654</c:v>
                </c:pt>
                <c:pt idx="175">
                  <c:v>0.1805999999999699</c:v>
                </c:pt>
                <c:pt idx="176">
                  <c:v>0.180499999999995</c:v>
                </c:pt>
                <c:pt idx="177">
                  <c:v>0.18039999999996326</c:v>
                </c:pt>
                <c:pt idx="178">
                  <c:v>0.18029999999998836</c:v>
                </c:pt>
                <c:pt idx="179">
                  <c:v>0.18020000000001346</c:v>
                </c:pt>
                <c:pt idx="180">
                  <c:v>0.18009999999998172</c:v>
                </c:pt>
                <c:pt idx="181">
                  <c:v>0.18000000000000682</c:v>
                </c:pt>
                <c:pt idx="182">
                  <c:v>0.17989999999997508</c:v>
                </c:pt>
                <c:pt idx="183">
                  <c:v>0.17989999999997508</c:v>
                </c:pt>
                <c:pt idx="184">
                  <c:v>0.17980000000000018</c:v>
                </c:pt>
                <c:pt idx="185">
                  <c:v>0.17980000000000018</c:v>
                </c:pt>
                <c:pt idx="186">
                  <c:v>0.17989999999997508</c:v>
                </c:pt>
                <c:pt idx="187">
                  <c:v>0.18009999999998172</c:v>
                </c:pt>
                <c:pt idx="188">
                  <c:v>0.18039999999996326</c:v>
                </c:pt>
                <c:pt idx="189">
                  <c:v>0.18079999999997654</c:v>
                </c:pt>
                <c:pt idx="190">
                  <c:v>0.18119999999998981</c:v>
                </c:pt>
                <c:pt idx="191">
                  <c:v>0.18160000000000309</c:v>
                </c:pt>
                <c:pt idx="192">
                  <c:v>0.18200000000001637</c:v>
                </c:pt>
                <c:pt idx="193">
                  <c:v>0.18250000000000455</c:v>
                </c:pt>
                <c:pt idx="194">
                  <c:v>0.18290000000001783</c:v>
                </c:pt>
                <c:pt idx="195">
                  <c:v>0.18319999999999936</c:v>
                </c:pt>
                <c:pt idx="196">
                  <c:v>0.18360000000001264</c:v>
                </c:pt>
                <c:pt idx="197">
                  <c:v>0.18399999999996908</c:v>
                </c:pt>
                <c:pt idx="198">
                  <c:v>0.18430000000000746</c:v>
                </c:pt>
                <c:pt idx="199">
                  <c:v>0.184599999999989</c:v>
                </c:pt>
                <c:pt idx="200">
                  <c:v>0.18489999999997053</c:v>
                </c:pt>
                <c:pt idx="201">
                  <c:v>0.18520000000000891</c:v>
                </c:pt>
                <c:pt idx="202">
                  <c:v>0.18540000000001555</c:v>
                </c:pt>
                <c:pt idx="203">
                  <c:v>0.18569999999999709</c:v>
                </c:pt>
                <c:pt idx="204">
                  <c:v>0.18590000000000373</c:v>
                </c:pt>
                <c:pt idx="205">
                  <c:v>0.18610000000001037</c:v>
                </c:pt>
                <c:pt idx="206">
                  <c:v>0.18630000000001701</c:v>
                </c:pt>
                <c:pt idx="207">
                  <c:v>0.1864999999999668</c:v>
                </c:pt>
                <c:pt idx="208">
                  <c:v>0.18659999999999854</c:v>
                </c:pt>
                <c:pt idx="209">
                  <c:v>0.18680000000000518</c:v>
                </c:pt>
                <c:pt idx="210">
                  <c:v>0.18700000000001182</c:v>
                </c:pt>
                <c:pt idx="211">
                  <c:v>0.18709999999998672</c:v>
                </c:pt>
                <c:pt idx="212">
                  <c:v>0.18719999999996162</c:v>
                </c:pt>
                <c:pt idx="213">
                  <c:v>0.18739999999996826</c:v>
                </c:pt>
                <c:pt idx="214">
                  <c:v>0.1875</c:v>
                </c:pt>
                <c:pt idx="215">
                  <c:v>0.1875</c:v>
                </c:pt>
                <c:pt idx="216">
                  <c:v>0.1875</c:v>
                </c:pt>
                <c:pt idx="217">
                  <c:v>0.18739999999996826</c:v>
                </c:pt>
                <c:pt idx="218">
                  <c:v>0.18729999999999336</c:v>
                </c:pt>
                <c:pt idx="219">
                  <c:v>0.18700000000001182</c:v>
                </c:pt>
                <c:pt idx="220">
                  <c:v>0.18680000000000518</c:v>
                </c:pt>
                <c:pt idx="221">
                  <c:v>0.1864999999999668</c:v>
                </c:pt>
                <c:pt idx="222">
                  <c:v>0.18619999999998527</c:v>
                </c:pt>
                <c:pt idx="223">
                  <c:v>0.18590000000000373</c:v>
                </c:pt>
                <c:pt idx="224">
                  <c:v>0.18559999999996535</c:v>
                </c:pt>
                <c:pt idx="225">
                  <c:v>0.18540000000001555</c:v>
                </c:pt>
                <c:pt idx="226">
                  <c:v>0.18509999999997717</c:v>
                </c:pt>
                <c:pt idx="227">
                  <c:v>0.18489999999997053</c:v>
                </c:pt>
                <c:pt idx="228">
                  <c:v>0.18469999999996389</c:v>
                </c:pt>
                <c:pt idx="229">
                  <c:v>0.1845000000000141</c:v>
                </c:pt>
                <c:pt idx="230">
                  <c:v>0.18430000000000746</c:v>
                </c:pt>
                <c:pt idx="231">
                  <c:v>0.18410000000000082</c:v>
                </c:pt>
                <c:pt idx="232">
                  <c:v>0.18389999999999418</c:v>
                </c:pt>
                <c:pt idx="233">
                  <c:v>0.18379999999996244</c:v>
                </c:pt>
                <c:pt idx="234">
                  <c:v>0.18360000000001264</c:v>
                </c:pt>
                <c:pt idx="235">
                  <c:v>0.1834999999999809</c:v>
                </c:pt>
                <c:pt idx="236">
                  <c:v>0.18329999999997426</c:v>
                </c:pt>
                <c:pt idx="237">
                  <c:v>0.18319999999999936</c:v>
                </c:pt>
                <c:pt idx="238">
                  <c:v>0.18309999999996762</c:v>
                </c:pt>
                <c:pt idx="239">
                  <c:v>0.18299999999999272</c:v>
                </c:pt>
                <c:pt idx="240">
                  <c:v>0.18290000000001783</c:v>
                </c:pt>
                <c:pt idx="241">
                  <c:v>0.18290000000001783</c:v>
                </c:pt>
                <c:pt idx="242">
                  <c:v>0.18279999999998608</c:v>
                </c:pt>
                <c:pt idx="243">
                  <c:v>0.18270000000001119</c:v>
                </c:pt>
                <c:pt idx="244">
                  <c:v>0.18259999999997945</c:v>
                </c:pt>
                <c:pt idx="245">
                  <c:v>0.18259999999997945</c:v>
                </c:pt>
                <c:pt idx="246">
                  <c:v>0.18250000000000455</c:v>
                </c:pt>
                <c:pt idx="247">
                  <c:v>0.18250000000000455</c:v>
                </c:pt>
                <c:pt idx="248">
                  <c:v>0.18239999999997281</c:v>
                </c:pt>
                <c:pt idx="249">
                  <c:v>0.18239999999997281</c:v>
                </c:pt>
                <c:pt idx="250">
                  <c:v>0.18229999999999791</c:v>
                </c:pt>
                <c:pt idx="251">
                  <c:v>0.18229999999999791</c:v>
                </c:pt>
                <c:pt idx="252">
                  <c:v>0.18229999999999791</c:v>
                </c:pt>
                <c:pt idx="253">
                  <c:v>0.18219999999996617</c:v>
                </c:pt>
                <c:pt idx="254">
                  <c:v>0.18219999999996617</c:v>
                </c:pt>
                <c:pt idx="255">
                  <c:v>0.18219999999996617</c:v>
                </c:pt>
                <c:pt idx="256">
                  <c:v>0.18209999999999127</c:v>
                </c:pt>
                <c:pt idx="257">
                  <c:v>0.18209999999999127</c:v>
                </c:pt>
                <c:pt idx="258">
                  <c:v>0.18209999999999127</c:v>
                </c:pt>
                <c:pt idx="259">
                  <c:v>0.18209999999999127</c:v>
                </c:pt>
                <c:pt idx="260">
                  <c:v>0.18209999999999127</c:v>
                </c:pt>
                <c:pt idx="261">
                  <c:v>0.18200000000001637</c:v>
                </c:pt>
                <c:pt idx="262">
                  <c:v>0.18200000000001637</c:v>
                </c:pt>
                <c:pt idx="263">
                  <c:v>0.18200000000001637</c:v>
                </c:pt>
                <c:pt idx="264">
                  <c:v>0.18200000000001637</c:v>
                </c:pt>
                <c:pt idx="265">
                  <c:v>0.18200000000001637</c:v>
                </c:pt>
                <c:pt idx="266">
                  <c:v>0.18200000000001637</c:v>
                </c:pt>
                <c:pt idx="267">
                  <c:v>0.18189999999998463</c:v>
                </c:pt>
                <c:pt idx="268">
                  <c:v>0.18189999999998463</c:v>
                </c:pt>
                <c:pt idx="269">
                  <c:v>0.18189999999998463</c:v>
                </c:pt>
                <c:pt idx="270">
                  <c:v>0.18200000000001637</c:v>
                </c:pt>
                <c:pt idx="271">
                  <c:v>0.18200000000001637</c:v>
                </c:pt>
                <c:pt idx="272">
                  <c:v>0.18200000000001637</c:v>
                </c:pt>
                <c:pt idx="273">
                  <c:v>0.18200000000001637</c:v>
                </c:pt>
                <c:pt idx="274">
                  <c:v>0.18200000000001637</c:v>
                </c:pt>
                <c:pt idx="275">
                  <c:v>0.18209999999999127</c:v>
                </c:pt>
                <c:pt idx="276">
                  <c:v>0.18209999999999127</c:v>
                </c:pt>
                <c:pt idx="277">
                  <c:v>0.18209999999999127</c:v>
                </c:pt>
                <c:pt idx="278">
                  <c:v>0.18209999999999127</c:v>
                </c:pt>
                <c:pt idx="279">
                  <c:v>0.18209999999999127</c:v>
                </c:pt>
                <c:pt idx="280">
                  <c:v>0.18219999999996617</c:v>
                </c:pt>
                <c:pt idx="281">
                  <c:v>0.18219999999996617</c:v>
                </c:pt>
                <c:pt idx="282">
                  <c:v>0.18219999999996617</c:v>
                </c:pt>
                <c:pt idx="283">
                  <c:v>0.18219999999996617</c:v>
                </c:pt>
                <c:pt idx="284">
                  <c:v>0.18219999999996617</c:v>
                </c:pt>
                <c:pt idx="285">
                  <c:v>0.18229999999999791</c:v>
                </c:pt>
                <c:pt idx="286">
                  <c:v>0.18229999999999791</c:v>
                </c:pt>
                <c:pt idx="287">
                  <c:v>0.18229999999999791</c:v>
                </c:pt>
                <c:pt idx="288">
                  <c:v>0.18229999999999791</c:v>
                </c:pt>
                <c:pt idx="289">
                  <c:v>0.18229999999999791</c:v>
                </c:pt>
                <c:pt idx="290">
                  <c:v>0.18229999999999791</c:v>
                </c:pt>
                <c:pt idx="291">
                  <c:v>0.18239999999997281</c:v>
                </c:pt>
                <c:pt idx="292">
                  <c:v>0.18239999999997281</c:v>
                </c:pt>
                <c:pt idx="293">
                  <c:v>0.18239999999997281</c:v>
                </c:pt>
                <c:pt idx="294">
                  <c:v>0.18239999999997281</c:v>
                </c:pt>
                <c:pt idx="295">
                  <c:v>0.18239999999997281</c:v>
                </c:pt>
                <c:pt idx="296">
                  <c:v>0.18239999999997281</c:v>
                </c:pt>
                <c:pt idx="297">
                  <c:v>0.18239999999997281</c:v>
                </c:pt>
                <c:pt idx="298">
                  <c:v>0.18239999999997281</c:v>
                </c:pt>
                <c:pt idx="299">
                  <c:v>0.18239999999997281</c:v>
                </c:pt>
                <c:pt idx="300">
                  <c:v>0.18239999999997281</c:v>
                </c:pt>
                <c:pt idx="301">
                  <c:v>0.18250000000000455</c:v>
                </c:pt>
                <c:pt idx="302">
                  <c:v>0.18250000000000455</c:v>
                </c:pt>
                <c:pt idx="303">
                  <c:v>0.18250000000000455</c:v>
                </c:pt>
                <c:pt idx="304">
                  <c:v>0.18250000000000455</c:v>
                </c:pt>
                <c:pt idx="305">
                  <c:v>0.18250000000000455</c:v>
                </c:pt>
                <c:pt idx="306">
                  <c:v>0.18250000000000455</c:v>
                </c:pt>
                <c:pt idx="307">
                  <c:v>0.18250000000000455</c:v>
                </c:pt>
                <c:pt idx="308">
                  <c:v>0.18250000000000455</c:v>
                </c:pt>
                <c:pt idx="309">
                  <c:v>0.18250000000000455</c:v>
                </c:pt>
                <c:pt idx="310">
                  <c:v>0.18250000000000455</c:v>
                </c:pt>
                <c:pt idx="311">
                  <c:v>0.18250000000000455</c:v>
                </c:pt>
                <c:pt idx="312">
                  <c:v>0.18250000000000455</c:v>
                </c:pt>
                <c:pt idx="313">
                  <c:v>0.18250000000000455</c:v>
                </c:pt>
                <c:pt idx="314">
                  <c:v>0.18250000000000455</c:v>
                </c:pt>
                <c:pt idx="315">
                  <c:v>0.18259999999997945</c:v>
                </c:pt>
                <c:pt idx="316">
                  <c:v>0.18259999999997945</c:v>
                </c:pt>
                <c:pt idx="317">
                  <c:v>0.18259999999997945</c:v>
                </c:pt>
                <c:pt idx="318">
                  <c:v>0.18250000000000455</c:v>
                </c:pt>
                <c:pt idx="319">
                  <c:v>0.18239999999997281</c:v>
                </c:pt>
                <c:pt idx="320">
                  <c:v>0.18229999999999791</c:v>
                </c:pt>
                <c:pt idx="321">
                  <c:v>0.18219999999996617</c:v>
                </c:pt>
                <c:pt idx="322">
                  <c:v>0.18200000000001637</c:v>
                </c:pt>
                <c:pt idx="323">
                  <c:v>0.18189999999998463</c:v>
                </c:pt>
                <c:pt idx="324">
                  <c:v>0.18169999999997799</c:v>
                </c:pt>
                <c:pt idx="325">
                  <c:v>0.18160000000000309</c:v>
                </c:pt>
                <c:pt idx="326">
                  <c:v>0.18139999999999645</c:v>
                </c:pt>
                <c:pt idx="327">
                  <c:v>0.18129999999996471</c:v>
                </c:pt>
                <c:pt idx="328">
                  <c:v>0.18110000000001492</c:v>
                </c:pt>
                <c:pt idx="329">
                  <c:v>0.18099999999998317</c:v>
                </c:pt>
                <c:pt idx="330">
                  <c:v>0.18090000000000828</c:v>
                </c:pt>
                <c:pt idx="331">
                  <c:v>0.18070000000000164</c:v>
                </c:pt>
                <c:pt idx="332">
                  <c:v>0.1805999999999699</c:v>
                </c:pt>
                <c:pt idx="333">
                  <c:v>0.180499999999995</c:v>
                </c:pt>
                <c:pt idx="334">
                  <c:v>0.18039999999996326</c:v>
                </c:pt>
                <c:pt idx="335">
                  <c:v>0.18029999999998836</c:v>
                </c:pt>
                <c:pt idx="336">
                  <c:v>0.18020000000001346</c:v>
                </c:pt>
                <c:pt idx="337">
                  <c:v>0.18009999999998172</c:v>
                </c:pt>
                <c:pt idx="338">
                  <c:v>0.18000000000000682</c:v>
                </c:pt>
                <c:pt idx="339">
                  <c:v>0.17989999999997508</c:v>
                </c:pt>
                <c:pt idx="340">
                  <c:v>0.17989999999997508</c:v>
                </c:pt>
                <c:pt idx="341">
                  <c:v>0.17980000000000018</c:v>
                </c:pt>
                <c:pt idx="342">
                  <c:v>0.17980000000000018</c:v>
                </c:pt>
                <c:pt idx="343">
                  <c:v>0.17989999999997508</c:v>
                </c:pt>
                <c:pt idx="344">
                  <c:v>0.18020000000001346</c:v>
                </c:pt>
                <c:pt idx="345">
                  <c:v>0.180499999999995</c:v>
                </c:pt>
                <c:pt idx="346">
                  <c:v>0.18090000000000828</c:v>
                </c:pt>
                <c:pt idx="347">
                  <c:v>0.18129999999996471</c:v>
                </c:pt>
                <c:pt idx="348">
                  <c:v>0.18169999999997799</c:v>
                </c:pt>
                <c:pt idx="349">
                  <c:v>0.18209999999999127</c:v>
                </c:pt>
                <c:pt idx="350">
                  <c:v>0.18250000000000455</c:v>
                </c:pt>
                <c:pt idx="351">
                  <c:v>0.18290000000001783</c:v>
                </c:pt>
                <c:pt idx="352">
                  <c:v>0.18329999999997426</c:v>
                </c:pt>
                <c:pt idx="353">
                  <c:v>0.18369999999998754</c:v>
                </c:pt>
                <c:pt idx="354">
                  <c:v>0.18399999999996908</c:v>
                </c:pt>
                <c:pt idx="355">
                  <c:v>0.18430000000000746</c:v>
                </c:pt>
                <c:pt idx="356">
                  <c:v>0.184599999999989</c:v>
                </c:pt>
                <c:pt idx="357">
                  <c:v>0.18489999999997053</c:v>
                </c:pt>
                <c:pt idx="358">
                  <c:v>0.18520000000000891</c:v>
                </c:pt>
                <c:pt idx="359">
                  <c:v>0.18540000000001555</c:v>
                </c:pt>
                <c:pt idx="360">
                  <c:v>0.18569999999999709</c:v>
                </c:pt>
                <c:pt idx="361">
                  <c:v>0.18569999999999709</c:v>
                </c:pt>
                <c:pt idx="362">
                  <c:v>0.18590000000000373</c:v>
                </c:pt>
                <c:pt idx="363">
                  <c:v>0.18610000000001037</c:v>
                </c:pt>
                <c:pt idx="364">
                  <c:v>0.18630000000001701</c:v>
                </c:pt>
                <c:pt idx="365">
                  <c:v>0.1864999999999668</c:v>
                </c:pt>
                <c:pt idx="366">
                  <c:v>0.18669999999997344</c:v>
                </c:pt>
                <c:pt idx="367">
                  <c:v>0.18680000000000518</c:v>
                </c:pt>
                <c:pt idx="368">
                  <c:v>0.18700000000001182</c:v>
                </c:pt>
                <c:pt idx="369">
                  <c:v>0.18709999999998672</c:v>
                </c:pt>
                <c:pt idx="370">
                  <c:v>0.18729999999999336</c:v>
                </c:pt>
                <c:pt idx="371">
                  <c:v>0.18739999999996826</c:v>
                </c:pt>
                <c:pt idx="372">
                  <c:v>0.1875</c:v>
                </c:pt>
                <c:pt idx="373">
                  <c:v>0.1875</c:v>
                </c:pt>
                <c:pt idx="374">
                  <c:v>0.1875</c:v>
                </c:pt>
                <c:pt idx="375">
                  <c:v>0.18739999999996826</c:v>
                </c:pt>
                <c:pt idx="376">
                  <c:v>0.18719999999996162</c:v>
                </c:pt>
                <c:pt idx="377">
                  <c:v>0.18700000000001182</c:v>
                </c:pt>
                <c:pt idx="378">
                  <c:v>0.18669999999997344</c:v>
                </c:pt>
                <c:pt idx="379">
                  <c:v>0.18639999999999191</c:v>
                </c:pt>
                <c:pt idx="380">
                  <c:v>0.18619999999998527</c:v>
                </c:pt>
                <c:pt idx="381">
                  <c:v>0.18590000000000373</c:v>
                </c:pt>
                <c:pt idx="382">
                  <c:v>0.18559999999996535</c:v>
                </c:pt>
                <c:pt idx="383">
                  <c:v>0.18529999999998381</c:v>
                </c:pt>
                <c:pt idx="384">
                  <c:v>0.18509999999997717</c:v>
                </c:pt>
                <c:pt idx="385">
                  <c:v>0.18479999999999563</c:v>
                </c:pt>
                <c:pt idx="386">
                  <c:v>0.184599999999989</c:v>
                </c:pt>
                <c:pt idx="387">
                  <c:v>0.18439999999998236</c:v>
                </c:pt>
                <c:pt idx="388">
                  <c:v>0.18419999999997572</c:v>
                </c:pt>
                <c:pt idx="389">
                  <c:v>0.18410000000000082</c:v>
                </c:pt>
                <c:pt idx="390">
                  <c:v>0.18389999999999418</c:v>
                </c:pt>
                <c:pt idx="391">
                  <c:v>0.18369999999998754</c:v>
                </c:pt>
                <c:pt idx="392">
                  <c:v>0.18360000000001264</c:v>
                </c:pt>
                <c:pt idx="393">
                  <c:v>0.1834999999999809</c:v>
                </c:pt>
                <c:pt idx="394">
                  <c:v>0.18329999999997426</c:v>
                </c:pt>
                <c:pt idx="395">
                  <c:v>0.18319999999999936</c:v>
                </c:pt>
                <c:pt idx="396">
                  <c:v>0.18309999999996762</c:v>
                </c:pt>
                <c:pt idx="397">
                  <c:v>0.18299999999999272</c:v>
                </c:pt>
                <c:pt idx="398">
                  <c:v>0.18290000000001783</c:v>
                </c:pt>
                <c:pt idx="399">
                  <c:v>0.18279999999998608</c:v>
                </c:pt>
                <c:pt idx="400">
                  <c:v>0.18279999999998608</c:v>
                </c:pt>
                <c:pt idx="401">
                  <c:v>0.18270000000001119</c:v>
                </c:pt>
                <c:pt idx="402">
                  <c:v>0.18259999999997945</c:v>
                </c:pt>
                <c:pt idx="403">
                  <c:v>0.18259999999997945</c:v>
                </c:pt>
                <c:pt idx="404">
                  <c:v>0.18250000000000455</c:v>
                </c:pt>
                <c:pt idx="405">
                  <c:v>0.18250000000000455</c:v>
                </c:pt>
                <c:pt idx="406">
                  <c:v>0.18239999999997281</c:v>
                </c:pt>
                <c:pt idx="407">
                  <c:v>0.18239999999997281</c:v>
                </c:pt>
                <c:pt idx="408">
                  <c:v>0.18229999999999791</c:v>
                </c:pt>
                <c:pt idx="409">
                  <c:v>0.18229999999999791</c:v>
                </c:pt>
                <c:pt idx="410">
                  <c:v>0.18229999999999791</c:v>
                </c:pt>
                <c:pt idx="411">
                  <c:v>0.18219999999996617</c:v>
                </c:pt>
                <c:pt idx="412">
                  <c:v>0.18219999999996617</c:v>
                </c:pt>
                <c:pt idx="413">
                  <c:v>0.18219999999996617</c:v>
                </c:pt>
                <c:pt idx="414">
                  <c:v>0.18209999999999127</c:v>
                </c:pt>
                <c:pt idx="415">
                  <c:v>0.18209999999999127</c:v>
                </c:pt>
                <c:pt idx="416">
                  <c:v>0.18209999999999127</c:v>
                </c:pt>
                <c:pt idx="417">
                  <c:v>0.18209999999999127</c:v>
                </c:pt>
                <c:pt idx="418">
                  <c:v>0.18200000000001637</c:v>
                </c:pt>
                <c:pt idx="419">
                  <c:v>0.18200000000001637</c:v>
                </c:pt>
                <c:pt idx="420">
                  <c:v>0.18200000000001637</c:v>
                </c:pt>
                <c:pt idx="421">
                  <c:v>0.18200000000001637</c:v>
                </c:pt>
                <c:pt idx="422">
                  <c:v>0.18200000000001637</c:v>
                </c:pt>
                <c:pt idx="423">
                  <c:v>0.18200000000001637</c:v>
                </c:pt>
                <c:pt idx="424">
                  <c:v>0.18189999999998463</c:v>
                </c:pt>
                <c:pt idx="425">
                  <c:v>0.18189999999998463</c:v>
                </c:pt>
                <c:pt idx="426">
                  <c:v>0.18189999999998463</c:v>
                </c:pt>
                <c:pt idx="427">
                  <c:v>0.18189999999998463</c:v>
                </c:pt>
                <c:pt idx="428">
                  <c:v>0.18200000000001637</c:v>
                </c:pt>
                <c:pt idx="429">
                  <c:v>0.18200000000001637</c:v>
                </c:pt>
                <c:pt idx="430">
                  <c:v>0.18200000000001637</c:v>
                </c:pt>
                <c:pt idx="431">
                  <c:v>0.18200000000001637</c:v>
                </c:pt>
                <c:pt idx="432">
                  <c:v>0.18200000000001637</c:v>
                </c:pt>
                <c:pt idx="433">
                  <c:v>0.18209999999999127</c:v>
                </c:pt>
                <c:pt idx="434">
                  <c:v>0.18209999999999127</c:v>
                </c:pt>
                <c:pt idx="435">
                  <c:v>0.18209999999999127</c:v>
                </c:pt>
                <c:pt idx="436">
                  <c:v>0.18209999999999127</c:v>
                </c:pt>
                <c:pt idx="437">
                  <c:v>0.18209999999999127</c:v>
                </c:pt>
                <c:pt idx="438">
                  <c:v>0.18219999999996617</c:v>
                </c:pt>
                <c:pt idx="439">
                  <c:v>0.18219999999996617</c:v>
                </c:pt>
                <c:pt idx="440">
                  <c:v>0.18219999999996617</c:v>
                </c:pt>
                <c:pt idx="441">
                  <c:v>0.18219999999996617</c:v>
                </c:pt>
                <c:pt idx="442">
                  <c:v>0.18219999999996617</c:v>
                </c:pt>
                <c:pt idx="443">
                  <c:v>0.18229999999999791</c:v>
                </c:pt>
                <c:pt idx="444">
                  <c:v>0.18229999999999791</c:v>
                </c:pt>
                <c:pt idx="445">
                  <c:v>0.18229999999999791</c:v>
                </c:pt>
                <c:pt idx="446">
                  <c:v>0.18229999999999791</c:v>
                </c:pt>
                <c:pt idx="447">
                  <c:v>0.18229999999999791</c:v>
                </c:pt>
                <c:pt idx="448">
                  <c:v>0.18229999999999791</c:v>
                </c:pt>
                <c:pt idx="449">
                  <c:v>0.18239999999997281</c:v>
                </c:pt>
                <c:pt idx="450">
                  <c:v>0.18239999999997281</c:v>
                </c:pt>
                <c:pt idx="451">
                  <c:v>0.18239999999997281</c:v>
                </c:pt>
                <c:pt idx="452">
                  <c:v>0.18239999999997281</c:v>
                </c:pt>
                <c:pt idx="453">
                  <c:v>0.18239999999997281</c:v>
                </c:pt>
                <c:pt idx="454">
                  <c:v>0.18239999999997281</c:v>
                </c:pt>
                <c:pt idx="455">
                  <c:v>0.18239999999997281</c:v>
                </c:pt>
                <c:pt idx="456">
                  <c:v>0.18239999999997281</c:v>
                </c:pt>
                <c:pt idx="457">
                  <c:v>0.18239999999997281</c:v>
                </c:pt>
                <c:pt idx="458">
                  <c:v>0.18239999999997281</c:v>
                </c:pt>
                <c:pt idx="459">
                  <c:v>0.18239999999997281</c:v>
                </c:pt>
                <c:pt idx="460">
                  <c:v>0.18250000000000455</c:v>
                </c:pt>
                <c:pt idx="461">
                  <c:v>0.18250000000000455</c:v>
                </c:pt>
                <c:pt idx="462">
                  <c:v>0.18250000000000455</c:v>
                </c:pt>
                <c:pt idx="463">
                  <c:v>0.18250000000000455</c:v>
                </c:pt>
                <c:pt idx="464">
                  <c:v>0.18250000000000455</c:v>
                </c:pt>
                <c:pt idx="465">
                  <c:v>0.18250000000000455</c:v>
                </c:pt>
                <c:pt idx="466">
                  <c:v>0.18250000000000455</c:v>
                </c:pt>
                <c:pt idx="467">
                  <c:v>0.18250000000000455</c:v>
                </c:pt>
                <c:pt idx="468">
                  <c:v>0.18250000000000455</c:v>
                </c:pt>
                <c:pt idx="469">
                  <c:v>0.18250000000000455</c:v>
                </c:pt>
                <c:pt idx="470">
                  <c:v>0.18250000000000455</c:v>
                </c:pt>
                <c:pt idx="471">
                  <c:v>0.18250000000000455</c:v>
                </c:pt>
                <c:pt idx="472">
                  <c:v>0.18250000000000455</c:v>
                </c:pt>
                <c:pt idx="473">
                  <c:v>0.18250000000000455</c:v>
                </c:pt>
                <c:pt idx="474">
                  <c:v>0.18259999999997945</c:v>
                </c:pt>
                <c:pt idx="475">
                  <c:v>0.18259999999997945</c:v>
                </c:pt>
                <c:pt idx="476">
                  <c:v>0.18250000000000455</c:v>
                </c:pt>
                <c:pt idx="477">
                  <c:v>0.18250000000000455</c:v>
                </c:pt>
                <c:pt idx="478">
                  <c:v>0.18239999999997281</c:v>
                </c:pt>
                <c:pt idx="479">
                  <c:v>0.18229999999999791</c:v>
                </c:pt>
                <c:pt idx="480">
                  <c:v>0.18209999999999127</c:v>
                </c:pt>
                <c:pt idx="481">
                  <c:v>0.18200000000001637</c:v>
                </c:pt>
                <c:pt idx="482">
                  <c:v>0.18180000000000973</c:v>
                </c:pt>
                <c:pt idx="483">
                  <c:v>0.18169999999997799</c:v>
                </c:pt>
                <c:pt idx="484">
                  <c:v>0.18149999999997135</c:v>
                </c:pt>
                <c:pt idx="485">
                  <c:v>0.18139999999999645</c:v>
                </c:pt>
                <c:pt idx="486">
                  <c:v>0.18119999999998981</c:v>
                </c:pt>
                <c:pt idx="487">
                  <c:v>0.18110000000001492</c:v>
                </c:pt>
                <c:pt idx="488">
                  <c:v>0.18099999999998317</c:v>
                </c:pt>
                <c:pt idx="489">
                  <c:v>0.18079999999997654</c:v>
                </c:pt>
                <c:pt idx="490">
                  <c:v>0.18070000000000164</c:v>
                </c:pt>
                <c:pt idx="491">
                  <c:v>0.1805999999999699</c:v>
                </c:pt>
                <c:pt idx="492">
                  <c:v>0.180499999999995</c:v>
                </c:pt>
                <c:pt idx="493">
                  <c:v>0.18039999999996326</c:v>
                </c:pt>
                <c:pt idx="494">
                  <c:v>0.18029999999998836</c:v>
                </c:pt>
                <c:pt idx="495">
                  <c:v>0.18020000000001346</c:v>
                </c:pt>
                <c:pt idx="496">
                  <c:v>0.18009999999998172</c:v>
                </c:pt>
                <c:pt idx="497">
                  <c:v>0.18000000000000682</c:v>
                </c:pt>
                <c:pt idx="498">
                  <c:v>0.17989999999997508</c:v>
                </c:pt>
                <c:pt idx="499">
                  <c:v>0.17989999999997508</c:v>
                </c:pt>
                <c:pt idx="500">
                  <c:v>0.17980000000000018</c:v>
                </c:pt>
                <c:pt idx="501">
                  <c:v>0.17980000000000018</c:v>
                </c:pt>
                <c:pt idx="502">
                  <c:v>0.18000000000000682</c:v>
                </c:pt>
                <c:pt idx="503">
                  <c:v>0.18020000000001346</c:v>
                </c:pt>
                <c:pt idx="504">
                  <c:v>0.1805999999999699</c:v>
                </c:pt>
                <c:pt idx="505">
                  <c:v>0.18090000000000828</c:v>
                </c:pt>
                <c:pt idx="506">
                  <c:v>0.18129999999996471</c:v>
                </c:pt>
                <c:pt idx="507">
                  <c:v>0.18180000000000973</c:v>
                </c:pt>
                <c:pt idx="508">
                  <c:v>0.18219999999996617</c:v>
                </c:pt>
                <c:pt idx="509">
                  <c:v>0.18259999999997945</c:v>
                </c:pt>
                <c:pt idx="510">
                  <c:v>0.18299999999999272</c:v>
                </c:pt>
                <c:pt idx="511">
                  <c:v>0.183400000000006</c:v>
                </c:pt>
                <c:pt idx="512">
                  <c:v>0.18369999999998754</c:v>
                </c:pt>
                <c:pt idx="513">
                  <c:v>0.18410000000000082</c:v>
                </c:pt>
                <c:pt idx="514">
                  <c:v>0.18439999999998236</c:v>
                </c:pt>
                <c:pt idx="515">
                  <c:v>0.18469999999996389</c:v>
                </c:pt>
                <c:pt idx="516">
                  <c:v>0.18500000000000227</c:v>
                </c:pt>
                <c:pt idx="517">
                  <c:v>0.18520000000000891</c:v>
                </c:pt>
                <c:pt idx="518">
                  <c:v>0.18549999999999045</c:v>
                </c:pt>
                <c:pt idx="519">
                  <c:v>0.18569999999999709</c:v>
                </c:pt>
                <c:pt idx="520">
                  <c:v>0.18590000000000373</c:v>
                </c:pt>
                <c:pt idx="521">
                  <c:v>0.18619999999998527</c:v>
                </c:pt>
                <c:pt idx="522">
                  <c:v>0.18630000000001701</c:v>
                </c:pt>
                <c:pt idx="523">
                  <c:v>0.1864999999999668</c:v>
                </c:pt>
                <c:pt idx="524">
                  <c:v>0.18669999999997344</c:v>
                </c:pt>
                <c:pt idx="525">
                  <c:v>0.18689999999998008</c:v>
                </c:pt>
                <c:pt idx="526">
                  <c:v>0.18700000000001182</c:v>
                </c:pt>
                <c:pt idx="527">
                  <c:v>0.18709999999998672</c:v>
                </c:pt>
                <c:pt idx="528">
                  <c:v>0.18729999999999336</c:v>
                </c:pt>
                <c:pt idx="529">
                  <c:v>0.18739999999996826</c:v>
                </c:pt>
                <c:pt idx="530">
                  <c:v>0.1875</c:v>
                </c:pt>
                <c:pt idx="531">
                  <c:v>0.1875</c:v>
                </c:pt>
                <c:pt idx="532">
                  <c:v>0.1875</c:v>
                </c:pt>
              </c:numCache>
            </c:numRef>
          </c:yVal>
          <c:smooth val="1"/>
          <c:extLst>
            <c:ext xmlns:c16="http://schemas.microsoft.com/office/drawing/2014/chart" uri="{C3380CC4-5D6E-409C-BE32-E72D297353CC}">
              <c16:uniqueId val="{00000023-4233-4E9D-9D6D-D06060CC9530}"/>
            </c:ext>
          </c:extLst>
        </c:ser>
        <c:ser>
          <c:idx val="36"/>
          <c:order val="36"/>
          <c:tx>
            <c:strRef>
              <c:f>PM50000_Temps_oc5l2_50000!$BCM$1</c:f>
              <c:strCache>
                <c:ptCount val="1"/>
                <c:pt idx="0">
                  <c:v>TELE_PM_INTERIOR.37</c:v>
                </c:pt>
              </c:strCache>
            </c:strRef>
          </c:tx>
          <c:spPr>
            <a:ln w="19050" cap="rnd">
              <a:solidFill>
                <a:schemeClr val="accent1">
                  <a:lumMod val="70000"/>
                  <a:lumOff val="30000"/>
                </a:schemeClr>
              </a:solidFill>
              <a:round/>
            </a:ln>
            <a:effectLst/>
          </c:spPr>
          <c:marker>
            <c:symbol val="circle"/>
            <c:size val="5"/>
            <c:spPr>
              <a:solidFill>
                <a:schemeClr val="accent1">
                  <a:lumMod val="70000"/>
                  <a:lumOff val="30000"/>
                </a:schemeClr>
              </a:solidFill>
              <a:ln w="9525">
                <a:solidFill>
                  <a:schemeClr val="accent1">
                    <a:lumMod val="70000"/>
                    <a:lumOff val="3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PM50000_Temps_oc5l2_50000!$BCM$2:$BCM$536</c:f>
              <c:numCache>
                <c:formatCode>General</c:formatCode>
                <c:ptCount val="533"/>
                <c:pt idx="0">
                  <c:v>0</c:v>
                </c:pt>
                <c:pt idx="1">
                  <c:v>3.669999999999618E-2</c:v>
                </c:pt>
                <c:pt idx="2">
                  <c:v>5.1199999999994361E-2</c:v>
                </c:pt>
                <c:pt idx="3">
                  <c:v>6.2399999999968259E-2</c:v>
                </c:pt>
                <c:pt idx="4">
                  <c:v>7.2900000000004184E-2</c:v>
                </c:pt>
                <c:pt idx="5">
                  <c:v>8.2800000000020191E-2</c:v>
                </c:pt>
                <c:pt idx="6">
                  <c:v>9.1900000000009641E-2</c:v>
                </c:pt>
                <c:pt idx="7">
                  <c:v>0.10009999999999764</c:v>
                </c:pt>
                <c:pt idx="8">
                  <c:v>0.10759999999999081</c:v>
                </c:pt>
                <c:pt idx="9">
                  <c:v>0.11439999999998918</c:v>
                </c:pt>
                <c:pt idx="10">
                  <c:v>0.12059999999996762</c:v>
                </c:pt>
                <c:pt idx="11">
                  <c:v>0.12610000000000809</c:v>
                </c:pt>
                <c:pt idx="12">
                  <c:v>0.13119999999997844</c:v>
                </c:pt>
                <c:pt idx="13">
                  <c:v>0.13580000000001746</c:v>
                </c:pt>
                <c:pt idx="14">
                  <c:v>0.13990000000001146</c:v>
                </c:pt>
                <c:pt idx="15">
                  <c:v>0.14379999999999882</c:v>
                </c:pt>
                <c:pt idx="16">
                  <c:v>0.147199999999998</c:v>
                </c:pt>
                <c:pt idx="17">
                  <c:v>0.15039999999999054</c:v>
                </c:pt>
                <c:pt idx="18">
                  <c:v>0.15330000000000155</c:v>
                </c:pt>
                <c:pt idx="19">
                  <c:v>0.15589999999997417</c:v>
                </c:pt>
                <c:pt idx="20">
                  <c:v>0.1583999999999719</c:v>
                </c:pt>
                <c:pt idx="21">
                  <c:v>0.16059999999998809</c:v>
                </c:pt>
                <c:pt idx="22">
                  <c:v>0.16259999999999764</c:v>
                </c:pt>
                <c:pt idx="23">
                  <c:v>0.16449999999997544</c:v>
                </c:pt>
                <c:pt idx="24">
                  <c:v>0.16620000000000346</c:v>
                </c:pt>
                <c:pt idx="25">
                  <c:v>0.16769999999996799</c:v>
                </c:pt>
                <c:pt idx="26">
                  <c:v>0.16919999999998936</c:v>
                </c:pt>
                <c:pt idx="27">
                  <c:v>0.17070000000001073</c:v>
                </c:pt>
                <c:pt idx="28">
                  <c:v>0.1723999999999819</c:v>
                </c:pt>
                <c:pt idx="29">
                  <c:v>0.17399999999997817</c:v>
                </c:pt>
                <c:pt idx="30">
                  <c:v>0.17559999999997444</c:v>
                </c:pt>
                <c:pt idx="31">
                  <c:v>0.17719999999997071</c:v>
                </c:pt>
                <c:pt idx="32">
                  <c:v>0.17869999999999209</c:v>
                </c:pt>
                <c:pt idx="33">
                  <c:v>0.18000000000000682</c:v>
                </c:pt>
                <c:pt idx="34">
                  <c:v>0.18130000000002156</c:v>
                </c:pt>
                <c:pt idx="35">
                  <c:v>0.18250000000000455</c:v>
                </c:pt>
                <c:pt idx="36">
                  <c:v>0.18360000000001264</c:v>
                </c:pt>
                <c:pt idx="37">
                  <c:v>0.184599999999989</c:v>
                </c:pt>
                <c:pt idx="38">
                  <c:v>0.18549999999999045</c:v>
                </c:pt>
                <c:pt idx="39">
                  <c:v>0.18639999999999191</c:v>
                </c:pt>
                <c:pt idx="40">
                  <c:v>0.18720000000001846</c:v>
                </c:pt>
                <c:pt idx="41">
                  <c:v>0.18790000000001328</c:v>
                </c:pt>
                <c:pt idx="42">
                  <c:v>0.18860000000000809</c:v>
                </c:pt>
                <c:pt idx="43">
                  <c:v>0.18919999999997117</c:v>
                </c:pt>
                <c:pt idx="44">
                  <c:v>0.18979999999999109</c:v>
                </c:pt>
                <c:pt idx="45">
                  <c:v>0.190400000000011</c:v>
                </c:pt>
                <c:pt idx="46">
                  <c:v>0.19089999999999918</c:v>
                </c:pt>
                <c:pt idx="47">
                  <c:v>0.19139999999998736</c:v>
                </c:pt>
                <c:pt idx="48">
                  <c:v>0.19180000000000064</c:v>
                </c:pt>
                <c:pt idx="49">
                  <c:v>0.19220000000001392</c:v>
                </c:pt>
                <c:pt idx="50">
                  <c:v>0.19259999999997035</c:v>
                </c:pt>
                <c:pt idx="51">
                  <c:v>0.19290000000000873</c:v>
                </c:pt>
                <c:pt idx="52">
                  <c:v>0.19319999999999027</c:v>
                </c:pt>
                <c:pt idx="53">
                  <c:v>0.19349999999997181</c:v>
                </c:pt>
                <c:pt idx="54">
                  <c:v>0.19380000000001019</c:v>
                </c:pt>
                <c:pt idx="55">
                  <c:v>0.19400000000001683</c:v>
                </c:pt>
                <c:pt idx="56">
                  <c:v>0.19429999999999836</c:v>
                </c:pt>
                <c:pt idx="57">
                  <c:v>0.19439999999997326</c:v>
                </c:pt>
                <c:pt idx="58">
                  <c:v>0.19429999999999836</c:v>
                </c:pt>
                <c:pt idx="59">
                  <c:v>0.19409999999999172</c:v>
                </c:pt>
                <c:pt idx="60">
                  <c:v>0.19389999999998508</c:v>
                </c:pt>
                <c:pt idx="61">
                  <c:v>0.19349999999997181</c:v>
                </c:pt>
                <c:pt idx="62">
                  <c:v>0.19319999999999027</c:v>
                </c:pt>
                <c:pt idx="63">
                  <c:v>0.19290000000000873</c:v>
                </c:pt>
                <c:pt idx="64">
                  <c:v>0.19259999999997035</c:v>
                </c:pt>
                <c:pt idx="65">
                  <c:v>0.19229999999998881</c:v>
                </c:pt>
                <c:pt idx="66">
                  <c:v>0.19200000000000728</c:v>
                </c:pt>
                <c:pt idx="67">
                  <c:v>0.19180000000000064</c:v>
                </c:pt>
                <c:pt idx="68">
                  <c:v>0.1915000000000191</c:v>
                </c:pt>
                <c:pt idx="69">
                  <c:v>0.19130000000001246</c:v>
                </c:pt>
                <c:pt idx="70">
                  <c:v>0.19110000000000582</c:v>
                </c:pt>
                <c:pt idx="71">
                  <c:v>0.19089999999999918</c:v>
                </c:pt>
                <c:pt idx="72">
                  <c:v>0.19079999999996744</c:v>
                </c:pt>
                <c:pt idx="73">
                  <c:v>0.19060000000001764</c:v>
                </c:pt>
                <c:pt idx="74">
                  <c:v>0.1904999999999859</c:v>
                </c:pt>
                <c:pt idx="75">
                  <c:v>0.19029999999997926</c:v>
                </c:pt>
                <c:pt idx="76">
                  <c:v>0.19020000000000437</c:v>
                </c:pt>
                <c:pt idx="77">
                  <c:v>0.19009999999997262</c:v>
                </c:pt>
                <c:pt idx="78">
                  <c:v>0.18999999999999773</c:v>
                </c:pt>
                <c:pt idx="79">
                  <c:v>0.18989999999996598</c:v>
                </c:pt>
                <c:pt idx="80">
                  <c:v>0.18979999999999109</c:v>
                </c:pt>
                <c:pt idx="81">
                  <c:v>0.18970000000001619</c:v>
                </c:pt>
                <c:pt idx="82">
                  <c:v>0.18959999999998445</c:v>
                </c:pt>
                <c:pt idx="83">
                  <c:v>0.18950000000000955</c:v>
                </c:pt>
                <c:pt idx="84">
                  <c:v>0.18950000000000955</c:v>
                </c:pt>
                <c:pt idx="85">
                  <c:v>0.18939999999997781</c:v>
                </c:pt>
                <c:pt idx="86">
                  <c:v>0.18939999999997781</c:v>
                </c:pt>
                <c:pt idx="87">
                  <c:v>0.18930000000000291</c:v>
                </c:pt>
                <c:pt idx="88">
                  <c:v>0.18930000000000291</c:v>
                </c:pt>
                <c:pt idx="89">
                  <c:v>0.18919999999997117</c:v>
                </c:pt>
                <c:pt idx="90">
                  <c:v>0.18919999999997117</c:v>
                </c:pt>
                <c:pt idx="91">
                  <c:v>0.18909999999999627</c:v>
                </c:pt>
                <c:pt idx="92">
                  <c:v>0.18909999999999627</c:v>
                </c:pt>
                <c:pt idx="93">
                  <c:v>0.18909999999999627</c:v>
                </c:pt>
                <c:pt idx="94">
                  <c:v>0.18900000000002137</c:v>
                </c:pt>
                <c:pt idx="95">
                  <c:v>0.18900000000002137</c:v>
                </c:pt>
                <c:pt idx="96">
                  <c:v>0.18900000000002137</c:v>
                </c:pt>
                <c:pt idx="97">
                  <c:v>0.18900000000002137</c:v>
                </c:pt>
                <c:pt idx="98">
                  <c:v>0.18889999999998963</c:v>
                </c:pt>
                <c:pt idx="99">
                  <c:v>0.18889999999998963</c:v>
                </c:pt>
                <c:pt idx="100">
                  <c:v>0.18889999999998963</c:v>
                </c:pt>
                <c:pt idx="101">
                  <c:v>0.18889999999998963</c:v>
                </c:pt>
                <c:pt idx="102">
                  <c:v>0.18889999999998963</c:v>
                </c:pt>
                <c:pt idx="103">
                  <c:v>0.18889999999998963</c:v>
                </c:pt>
                <c:pt idx="104">
                  <c:v>0.18880000000001473</c:v>
                </c:pt>
                <c:pt idx="105">
                  <c:v>0.18880000000001473</c:v>
                </c:pt>
                <c:pt idx="106">
                  <c:v>0.18880000000001473</c:v>
                </c:pt>
                <c:pt idx="107">
                  <c:v>0.18880000000001473</c:v>
                </c:pt>
                <c:pt idx="108">
                  <c:v>0.18880000000001473</c:v>
                </c:pt>
                <c:pt idx="109">
                  <c:v>0.18880000000001473</c:v>
                </c:pt>
                <c:pt idx="110">
                  <c:v>0.18880000000001473</c:v>
                </c:pt>
                <c:pt idx="111">
                  <c:v>0.18880000000001473</c:v>
                </c:pt>
                <c:pt idx="112">
                  <c:v>0.18889999999998963</c:v>
                </c:pt>
                <c:pt idx="113">
                  <c:v>0.18889999999998963</c:v>
                </c:pt>
                <c:pt idx="114">
                  <c:v>0.18889999999998963</c:v>
                </c:pt>
                <c:pt idx="115">
                  <c:v>0.18900000000002137</c:v>
                </c:pt>
                <c:pt idx="116">
                  <c:v>0.18900000000002137</c:v>
                </c:pt>
                <c:pt idx="117">
                  <c:v>0.18900000000002137</c:v>
                </c:pt>
                <c:pt idx="118">
                  <c:v>0.18900000000002137</c:v>
                </c:pt>
                <c:pt idx="119">
                  <c:v>0.18909999999999627</c:v>
                </c:pt>
                <c:pt idx="120">
                  <c:v>0.18909999999999627</c:v>
                </c:pt>
                <c:pt idx="121">
                  <c:v>0.18909999999999627</c:v>
                </c:pt>
                <c:pt idx="122">
                  <c:v>0.18909999999999627</c:v>
                </c:pt>
                <c:pt idx="123">
                  <c:v>0.18919999999997117</c:v>
                </c:pt>
                <c:pt idx="124">
                  <c:v>0.18919999999997117</c:v>
                </c:pt>
                <c:pt idx="125">
                  <c:v>0.18919999999997117</c:v>
                </c:pt>
                <c:pt idx="126">
                  <c:v>0.18919999999997117</c:v>
                </c:pt>
                <c:pt idx="127">
                  <c:v>0.18930000000000291</c:v>
                </c:pt>
                <c:pt idx="128">
                  <c:v>0.18930000000000291</c:v>
                </c:pt>
                <c:pt idx="129">
                  <c:v>0.18930000000000291</c:v>
                </c:pt>
                <c:pt idx="130">
                  <c:v>0.18930000000000291</c:v>
                </c:pt>
                <c:pt idx="131">
                  <c:v>0.18930000000000291</c:v>
                </c:pt>
                <c:pt idx="132">
                  <c:v>0.18930000000000291</c:v>
                </c:pt>
                <c:pt idx="133">
                  <c:v>0.18930000000000291</c:v>
                </c:pt>
                <c:pt idx="134">
                  <c:v>0.18939999999997781</c:v>
                </c:pt>
                <c:pt idx="135">
                  <c:v>0.18939999999997781</c:v>
                </c:pt>
                <c:pt idx="136">
                  <c:v>0.18939999999997781</c:v>
                </c:pt>
                <c:pt idx="137">
                  <c:v>0.18939999999997781</c:v>
                </c:pt>
                <c:pt idx="138">
                  <c:v>0.18939999999997781</c:v>
                </c:pt>
                <c:pt idx="139">
                  <c:v>0.18939999999997781</c:v>
                </c:pt>
                <c:pt idx="140">
                  <c:v>0.18939999999997781</c:v>
                </c:pt>
                <c:pt idx="141">
                  <c:v>0.18939999999997781</c:v>
                </c:pt>
                <c:pt idx="142">
                  <c:v>0.18950000000000955</c:v>
                </c:pt>
                <c:pt idx="143">
                  <c:v>0.18950000000000955</c:v>
                </c:pt>
                <c:pt idx="144">
                  <c:v>0.18950000000000955</c:v>
                </c:pt>
                <c:pt idx="145">
                  <c:v>0.18950000000000955</c:v>
                </c:pt>
                <c:pt idx="146">
                  <c:v>0.18950000000000955</c:v>
                </c:pt>
                <c:pt idx="147">
                  <c:v>0.18950000000000955</c:v>
                </c:pt>
                <c:pt idx="148">
                  <c:v>0.18950000000000955</c:v>
                </c:pt>
                <c:pt idx="149">
                  <c:v>0.18950000000000955</c:v>
                </c:pt>
                <c:pt idx="150">
                  <c:v>0.18950000000000955</c:v>
                </c:pt>
                <c:pt idx="151">
                  <c:v>0.18950000000000955</c:v>
                </c:pt>
                <c:pt idx="152">
                  <c:v>0.18950000000000955</c:v>
                </c:pt>
                <c:pt idx="153">
                  <c:v>0.18950000000000955</c:v>
                </c:pt>
                <c:pt idx="154">
                  <c:v>0.18950000000000955</c:v>
                </c:pt>
                <c:pt idx="155">
                  <c:v>0.18950000000000955</c:v>
                </c:pt>
                <c:pt idx="156">
                  <c:v>0.18950000000000955</c:v>
                </c:pt>
                <c:pt idx="157">
                  <c:v>0.18950000000000955</c:v>
                </c:pt>
                <c:pt idx="158">
                  <c:v>0.18950000000000955</c:v>
                </c:pt>
                <c:pt idx="159">
                  <c:v>0.18939999999997781</c:v>
                </c:pt>
                <c:pt idx="160">
                  <c:v>0.18919999999997117</c:v>
                </c:pt>
                <c:pt idx="161">
                  <c:v>0.18900000000002137</c:v>
                </c:pt>
                <c:pt idx="162">
                  <c:v>0.18880000000001473</c:v>
                </c:pt>
                <c:pt idx="163">
                  <c:v>0.18860000000000809</c:v>
                </c:pt>
                <c:pt idx="164">
                  <c:v>0.18840000000000146</c:v>
                </c:pt>
                <c:pt idx="165">
                  <c:v>0.18819999999999482</c:v>
                </c:pt>
                <c:pt idx="166">
                  <c:v>0.18799999999998818</c:v>
                </c:pt>
                <c:pt idx="167">
                  <c:v>0.18790000000001328</c:v>
                </c:pt>
                <c:pt idx="168">
                  <c:v>0.18770000000000664</c:v>
                </c:pt>
                <c:pt idx="169">
                  <c:v>0.1875</c:v>
                </c:pt>
                <c:pt idx="170">
                  <c:v>0.18739999999996826</c:v>
                </c:pt>
                <c:pt idx="171">
                  <c:v>0.18720000000001846</c:v>
                </c:pt>
                <c:pt idx="172">
                  <c:v>0.18709999999998672</c:v>
                </c:pt>
                <c:pt idx="173">
                  <c:v>0.18689999999998008</c:v>
                </c:pt>
                <c:pt idx="174">
                  <c:v>0.18680000000000518</c:v>
                </c:pt>
                <c:pt idx="175">
                  <c:v>0.18669999999997344</c:v>
                </c:pt>
                <c:pt idx="176">
                  <c:v>0.18659999999999854</c:v>
                </c:pt>
                <c:pt idx="177">
                  <c:v>0.1864999999999668</c:v>
                </c:pt>
                <c:pt idx="178">
                  <c:v>0.18639999999999191</c:v>
                </c:pt>
                <c:pt idx="179">
                  <c:v>0.18630000000001701</c:v>
                </c:pt>
                <c:pt idx="180">
                  <c:v>0.18619999999998527</c:v>
                </c:pt>
                <c:pt idx="181">
                  <c:v>0.18610000000001037</c:v>
                </c:pt>
                <c:pt idx="182">
                  <c:v>0.18599999999997863</c:v>
                </c:pt>
                <c:pt idx="183">
                  <c:v>0.18599999999997863</c:v>
                </c:pt>
                <c:pt idx="184">
                  <c:v>0.18619999999998527</c:v>
                </c:pt>
                <c:pt idx="185">
                  <c:v>0.18659999999999854</c:v>
                </c:pt>
                <c:pt idx="186">
                  <c:v>0.18709999999998672</c:v>
                </c:pt>
                <c:pt idx="187">
                  <c:v>0.18770000000000664</c:v>
                </c:pt>
                <c:pt idx="188">
                  <c:v>0.18829999999996971</c:v>
                </c:pt>
                <c:pt idx="189">
                  <c:v>0.18880000000001473</c:v>
                </c:pt>
                <c:pt idx="190">
                  <c:v>0.18939999999997781</c:v>
                </c:pt>
                <c:pt idx="191">
                  <c:v>0.18989999999996598</c:v>
                </c:pt>
                <c:pt idx="192">
                  <c:v>0.190400000000011</c:v>
                </c:pt>
                <c:pt idx="193">
                  <c:v>0.19079999999996744</c:v>
                </c:pt>
                <c:pt idx="194">
                  <c:v>0.19130000000001246</c:v>
                </c:pt>
                <c:pt idx="195">
                  <c:v>0.1916999999999689</c:v>
                </c:pt>
                <c:pt idx="196">
                  <c:v>0.19200000000000728</c:v>
                </c:pt>
                <c:pt idx="197">
                  <c:v>0.19240000000002055</c:v>
                </c:pt>
                <c:pt idx="198">
                  <c:v>0.19270000000000209</c:v>
                </c:pt>
                <c:pt idx="199">
                  <c:v>0.19299999999998363</c:v>
                </c:pt>
                <c:pt idx="200">
                  <c:v>0.19330000000002201</c:v>
                </c:pt>
                <c:pt idx="201">
                  <c:v>0.19360000000000355</c:v>
                </c:pt>
                <c:pt idx="202">
                  <c:v>0.19380000000001019</c:v>
                </c:pt>
                <c:pt idx="203">
                  <c:v>0.19400000000001683</c:v>
                </c:pt>
                <c:pt idx="204">
                  <c:v>0.19419999999996662</c:v>
                </c:pt>
                <c:pt idx="205">
                  <c:v>0.194500000000005</c:v>
                </c:pt>
                <c:pt idx="206">
                  <c:v>0.1945999999999799</c:v>
                </c:pt>
                <c:pt idx="207">
                  <c:v>0.19479999999998654</c:v>
                </c:pt>
                <c:pt idx="208">
                  <c:v>0.19499999999999318</c:v>
                </c:pt>
                <c:pt idx="209">
                  <c:v>0.19509999999996808</c:v>
                </c:pt>
                <c:pt idx="210">
                  <c:v>0.19529999999997472</c:v>
                </c:pt>
                <c:pt idx="211">
                  <c:v>0.19540000000000646</c:v>
                </c:pt>
                <c:pt idx="212">
                  <c:v>0.1956000000000131</c:v>
                </c:pt>
                <c:pt idx="213">
                  <c:v>0.19569999999998799</c:v>
                </c:pt>
                <c:pt idx="214">
                  <c:v>0.19569999999998799</c:v>
                </c:pt>
                <c:pt idx="215">
                  <c:v>0.19549999999998136</c:v>
                </c:pt>
                <c:pt idx="216">
                  <c:v>0.19519999999999982</c:v>
                </c:pt>
                <c:pt idx="217">
                  <c:v>0.19479999999998654</c:v>
                </c:pt>
                <c:pt idx="218">
                  <c:v>0.19439999999997326</c:v>
                </c:pt>
                <c:pt idx="219">
                  <c:v>0.19400000000001683</c:v>
                </c:pt>
                <c:pt idx="220">
                  <c:v>0.19360000000000355</c:v>
                </c:pt>
                <c:pt idx="221">
                  <c:v>0.19319999999999027</c:v>
                </c:pt>
                <c:pt idx="222">
                  <c:v>0.19290000000000873</c:v>
                </c:pt>
                <c:pt idx="223">
                  <c:v>0.19259999999997035</c:v>
                </c:pt>
                <c:pt idx="224">
                  <c:v>0.19229999999998881</c:v>
                </c:pt>
                <c:pt idx="225">
                  <c:v>0.19200000000000728</c:v>
                </c:pt>
                <c:pt idx="226">
                  <c:v>0.19180000000000064</c:v>
                </c:pt>
                <c:pt idx="227">
                  <c:v>0.1915000000000191</c:v>
                </c:pt>
                <c:pt idx="228">
                  <c:v>0.19130000000001246</c:v>
                </c:pt>
                <c:pt idx="229">
                  <c:v>0.19110000000000582</c:v>
                </c:pt>
                <c:pt idx="230">
                  <c:v>0.19089999999999918</c:v>
                </c:pt>
                <c:pt idx="231">
                  <c:v>0.19079999999996744</c:v>
                </c:pt>
                <c:pt idx="232">
                  <c:v>0.19060000000001764</c:v>
                </c:pt>
                <c:pt idx="233">
                  <c:v>0.1904999999999859</c:v>
                </c:pt>
                <c:pt idx="234">
                  <c:v>0.19029999999997926</c:v>
                </c:pt>
                <c:pt idx="235">
                  <c:v>0.19020000000000437</c:v>
                </c:pt>
                <c:pt idx="236">
                  <c:v>0.19009999999997262</c:v>
                </c:pt>
                <c:pt idx="237">
                  <c:v>0.18999999999999773</c:v>
                </c:pt>
                <c:pt idx="238">
                  <c:v>0.18989999999996598</c:v>
                </c:pt>
                <c:pt idx="239">
                  <c:v>0.18979999999999109</c:v>
                </c:pt>
                <c:pt idx="240">
                  <c:v>0.18970000000001619</c:v>
                </c:pt>
                <c:pt idx="241">
                  <c:v>0.18959999999998445</c:v>
                </c:pt>
                <c:pt idx="242">
                  <c:v>0.18959999999998445</c:v>
                </c:pt>
                <c:pt idx="243">
                  <c:v>0.18950000000000955</c:v>
                </c:pt>
                <c:pt idx="244">
                  <c:v>0.18939999999997781</c:v>
                </c:pt>
                <c:pt idx="245">
                  <c:v>0.18939999999997781</c:v>
                </c:pt>
                <c:pt idx="246">
                  <c:v>0.18930000000000291</c:v>
                </c:pt>
                <c:pt idx="247">
                  <c:v>0.18930000000000291</c:v>
                </c:pt>
                <c:pt idx="248">
                  <c:v>0.18919999999997117</c:v>
                </c:pt>
                <c:pt idx="249">
                  <c:v>0.18919999999997117</c:v>
                </c:pt>
                <c:pt idx="250">
                  <c:v>0.18919999999997117</c:v>
                </c:pt>
                <c:pt idx="251">
                  <c:v>0.18909999999999627</c:v>
                </c:pt>
                <c:pt idx="252">
                  <c:v>0.18909999999999627</c:v>
                </c:pt>
                <c:pt idx="253">
                  <c:v>0.18909999999999627</c:v>
                </c:pt>
                <c:pt idx="254">
                  <c:v>0.18900000000002137</c:v>
                </c:pt>
                <c:pt idx="255">
                  <c:v>0.18900000000002137</c:v>
                </c:pt>
                <c:pt idx="256">
                  <c:v>0.18900000000002137</c:v>
                </c:pt>
                <c:pt idx="257">
                  <c:v>0.18900000000002137</c:v>
                </c:pt>
                <c:pt idx="258">
                  <c:v>0.18889999999998963</c:v>
                </c:pt>
                <c:pt idx="259">
                  <c:v>0.18889999999998963</c:v>
                </c:pt>
                <c:pt idx="260">
                  <c:v>0.18889999999998963</c:v>
                </c:pt>
                <c:pt idx="261">
                  <c:v>0.18889999999998963</c:v>
                </c:pt>
                <c:pt idx="262">
                  <c:v>0.18889999999998963</c:v>
                </c:pt>
                <c:pt idx="263">
                  <c:v>0.18880000000001473</c:v>
                </c:pt>
                <c:pt idx="264">
                  <c:v>0.18880000000001473</c:v>
                </c:pt>
                <c:pt idx="265">
                  <c:v>0.18880000000001473</c:v>
                </c:pt>
                <c:pt idx="266">
                  <c:v>0.18880000000001473</c:v>
                </c:pt>
                <c:pt idx="267">
                  <c:v>0.18889999999998963</c:v>
                </c:pt>
                <c:pt idx="268">
                  <c:v>0.18889999999998963</c:v>
                </c:pt>
                <c:pt idx="269">
                  <c:v>0.18889999999998963</c:v>
                </c:pt>
                <c:pt idx="270">
                  <c:v>0.18889999999998963</c:v>
                </c:pt>
                <c:pt idx="271">
                  <c:v>0.18900000000002137</c:v>
                </c:pt>
                <c:pt idx="272">
                  <c:v>0.18900000000002137</c:v>
                </c:pt>
                <c:pt idx="273">
                  <c:v>0.18900000000002137</c:v>
                </c:pt>
                <c:pt idx="274">
                  <c:v>0.18900000000002137</c:v>
                </c:pt>
                <c:pt idx="275">
                  <c:v>0.18909999999999627</c:v>
                </c:pt>
                <c:pt idx="276">
                  <c:v>0.18909999999999627</c:v>
                </c:pt>
                <c:pt idx="277">
                  <c:v>0.18909999999999627</c:v>
                </c:pt>
                <c:pt idx="278">
                  <c:v>0.18909999999999627</c:v>
                </c:pt>
                <c:pt idx="279">
                  <c:v>0.18919999999997117</c:v>
                </c:pt>
                <c:pt idx="280">
                  <c:v>0.18919999999997117</c:v>
                </c:pt>
                <c:pt idx="281">
                  <c:v>0.18919999999997117</c:v>
                </c:pt>
                <c:pt idx="282">
                  <c:v>0.18919999999997117</c:v>
                </c:pt>
                <c:pt idx="283">
                  <c:v>0.18919999999997117</c:v>
                </c:pt>
                <c:pt idx="284">
                  <c:v>0.18930000000000291</c:v>
                </c:pt>
                <c:pt idx="285">
                  <c:v>0.18930000000000291</c:v>
                </c:pt>
                <c:pt idx="286">
                  <c:v>0.18930000000000291</c:v>
                </c:pt>
                <c:pt idx="287">
                  <c:v>0.18930000000000291</c:v>
                </c:pt>
                <c:pt idx="288">
                  <c:v>0.18930000000000291</c:v>
                </c:pt>
                <c:pt idx="289">
                  <c:v>0.18930000000000291</c:v>
                </c:pt>
                <c:pt idx="290">
                  <c:v>0.18939999999997781</c:v>
                </c:pt>
                <c:pt idx="291">
                  <c:v>0.18939999999997781</c:v>
                </c:pt>
                <c:pt idx="292">
                  <c:v>0.18939999999997781</c:v>
                </c:pt>
                <c:pt idx="293">
                  <c:v>0.18939999999997781</c:v>
                </c:pt>
                <c:pt idx="294">
                  <c:v>0.18939999999997781</c:v>
                </c:pt>
                <c:pt idx="295">
                  <c:v>0.18939999999997781</c:v>
                </c:pt>
                <c:pt idx="296">
                  <c:v>0.18939999999997781</c:v>
                </c:pt>
                <c:pt idx="297">
                  <c:v>0.18939999999997781</c:v>
                </c:pt>
                <c:pt idx="298">
                  <c:v>0.18950000000000955</c:v>
                </c:pt>
                <c:pt idx="299">
                  <c:v>0.18950000000000955</c:v>
                </c:pt>
                <c:pt idx="300">
                  <c:v>0.18950000000000955</c:v>
                </c:pt>
                <c:pt idx="301">
                  <c:v>0.18950000000000955</c:v>
                </c:pt>
                <c:pt idx="302">
                  <c:v>0.18950000000000955</c:v>
                </c:pt>
                <c:pt idx="303">
                  <c:v>0.18950000000000955</c:v>
                </c:pt>
                <c:pt idx="304">
                  <c:v>0.18950000000000955</c:v>
                </c:pt>
                <c:pt idx="305">
                  <c:v>0.18950000000000955</c:v>
                </c:pt>
                <c:pt idx="306">
                  <c:v>0.18950000000000955</c:v>
                </c:pt>
                <c:pt idx="307">
                  <c:v>0.18950000000000955</c:v>
                </c:pt>
                <c:pt idx="308">
                  <c:v>0.18950000000000955</c:v>
                </c:pt>
                <c:pt idx="309">
                  <c:v>0.18950000000000955</c:v>
                </c:pt>
                <c:pt idx="310">
                  <c:v>0.18950000000000955</c:v>
                </c:pt>
                <c:pt idx="311">
                  <c:v>0.18950000000000955</c:v>
                </c:pt>
                <c:pt idx="312">
                  <c:v>0.18950000000000955</c:v>
                </c:pt>
                <c:pt idx="313">
                  <c:v>0.18950000000000955</c:v>
                </c:pt>
                <c:pt idx="314">
                  <c:v>0.18950000000000955</c:v>
                </c:pt>
                <c:pt idx="315">
                  <c:v>0.18950000000000955</c:v>
                </c:pt>
                <c:pt idx="316">
                  <c:v>0.18939999999997781</c:v>
                </c:pt>
                <c:pt idx="317">
                  <c:v>0.18919999999997117</c:v>
                </c:pt>
                <c:pt idx="318">
                  <c:v>0.18900000000002137</c:v>
                </c:pt>
                <c:pt idx="319">
                  <c:v>0.18880000000001473</c:v>
                </c:pt>
                <c:pt idx="320">
                  <c:v>0.18860000000000809</c:v>
                </c:pt>
                <c:pt idx="321">
                  <c:v>0.18840000000000146</c:v>
                </c:pt>
                <c:pt idx="322">
                  <c:v>0.18819999999999482</c:v>
                </c:pt>
                <c:pt idx="323">
                  <c:v>0.18799999999998818</c:v>
                </c:pt>
                <c:pt idx="324">
                  <c:v>0.18779999999998154</c:v>
                </c:pt>
                <c:pt idx="325">
                  <c:v>0.18770000000000664</c:v>
                </c:pt>
                <c:pt idx="326">
                  <c:v>0.1875</c:v>
                </c:pt>
                <c:pt idx="327">
                  <c:v>0.18739999999996826</c:v>
                </c:pt>
                <c:pt idx="328">
                  <c:v>0.18720000000001846</c:v>
                </c:pt>
                <c:pt idx="329">
                  <c:v>0.18709999999998672</c:v>
                </c:pt>
                <c:pt idx="330">
                  <c:v>0.18689999999998008</c:v>
                </c:pt>
                <c:pt idx="331">
                  <c:v>0.18680000000000518</c:v>
                </c:pt>
                <c:pt idx="332">
                  <c:v>0.18669999999997344</c:v>
                </c:pt>
                <c:pt idx="333">
                  <c:v>0.18659999999999854</c:v>
                </c:pt>
                <c:pt idx="334">
                  <c:v>0.1864999999999668</c:v>
                </c:pt>
                <c:pt idx="335">
                  <c:v>0.18639999999999191</c:v>
                </c:pt>
                <c:pt idx="336">
                  <c:v>0.18630000000001701</c:v>
                </c:pt>
                <c:pt idx="337">
                  <c:v>0.18619999999998527</c:v>
                </c:pt>
                <c:pt idx="338">
                  <c:v>0.18610000000001037</c:v>
                </c:pt>
                <c:pt idx="339">
                  <c:v>0.18599999999997863</c:v>
                </c:pt>
                <c:pt idx="340">
                  <c:v>0.18599999999997863</c:v>
                </c:pt>
                <c:pt idx="341">
                  <c:v>0.18630000000001701</c:v>
                </c:pt>
                <c:pt idx="342">
                  <c:v>0.18669999999997344</c:v>
                </c:pt>
                <c:pt idx="343">
                  <c:v>0.18720000000001846</c:v>
                </c:pt>
                <c:pt idx="344">
                  <c:v>0.18779999999998154</c:v>
                </c:pt>
                <c:pt idx="345">
                  <c:v>0.18829999999996971</c:v>
                </c:pt>
                <c:pt idx="346">
                  <c:v>0.18889999999998963</c:v>
                </c:pt>
                <c:pt idx="347">
                  <c:v>0.18950000000000955</c:v>
                </c:pt>
                <c:pt idx="348">
                  <c:v>0.18999999999999773</c:v>
                </c:pt>
                <c:pt idx="349">
                  <c:v>0.190400000000011</c:v>
                </c:pt>
                <c:pt idx="350">
                  <c:v>0.19089999999999918</c:v>
                </c:pt>
                <c:pt idx="351">
                  <c:v>0.19130000000001246</c:v>
                </c:pt>
                <c:pt idx="352">
                  <c:v>0.1916999999999689</c:v>
                </c:pt>
                <c:pt idx="353">
                  <c:v>0.19209999999998217</c:v>
                </c:pt>
                <c:pt idx="354">
                  <c:v>0.19240000000002055</c:v>
                </c:pt>
                <c:pt idx="355">
                  <c:v>0.19270000000000209</c:v>
                </c:pt>
                <c:pt idx="356">
                  <c:v>0.19299999999998363</c:v>
                </c:pt>
                <c:pt idx="357">
                  <c:v>0.19330000000002201</c:v>
                </c:pt>
                <c:pt idx="358">
                  <c:v>0.19360000000000355</c:v>
                </c:pt>
                <c:pt idx="359">
                  <c:v>0.19380000000001019</c:v>
                </c:pt>
                <c:pt idx="360">
                  <c:v>0.19409999999999172</c:v>
                </c:pt>
                <c:pt idx="361">
                  <c:v>0.19409999999999172</c:v>
                </c:pt>
                <c:pt idx="362">
                  <c:v>0.19429999999999836</c:v>
                </c:pt>
                <c:pt idx="363">
                  <c:v>0.194500000000005</c:v>
                </c:pt>
                <c:pt idx="364">
                  <c:v>0.19470000000001164</c:v>
                </c:pt>
                <c:pt idx="365">
                  <c:v>0.19479999999998654</c:v>
                </c:pt>
                <c:pt idx="366">
                  <c:v>0.19499999999999318</c:v>
                </c:pt>
                <c:pt idx="367">
                  <c:v>0.19519999999999982</c:v>
                </c:pt>
                <c:pt idx="368">
                  <c:v>0.19529999999997472</c:v>
                </c:pt>
                <c:pt idx="369">
                  <c:v>0.19540000000000646</c:v>
                </c:pt>
                <c:pt idx="370">
                  <c:v>0.1956000000000131</c:v>
                </c:pt>
                <c:pt idx="371">
                  <c:v>0.19569999999998799</c:v>
                </c:pt>
                <c:pt idx="372">
                  <c:v>0.1956000000000131</c:v>
                </c:pt>
                <c:pt idx="373">
                  <c:v>0.19540000000000646</c:v>
                </c:pt>
                <c:pt idx="374">
                  <c:v>0.19509999999996808</c:v>
                </c:pt>
                <c:pt idx="375">
                  <c:v>0.19470000000001164</c:v>
                </c:pt>
                <c:pt idx="376">
                  <c:v>0.19429999999999836</c:v>
                </c:pt>
                <c:pt idx="377">
                  <c:v>0.19389999999998508</c:v>
                </c:pt>
                <c:pt idx="378">
                  <c:v>0.19349999999997181</c:v>
                </c:pt>
                <c:pt idx="379">
                  <c:v>0.19319999999999027</c:v>
                </c:pt>
                <c:pt idx="380">
                  <c:v>0.19279999999997699</c:v>
                </c:pt>
                <c:pt idx="381">
                  <c:v>0.19249999999999545</c:v>
                </c:pt>
                <c:pt idx="382">
                  <c:v>0.19220000000001392</c:v>
                </c:pt>
                <c:pt idx="383">
                  <c:v>0.19200000000000728</c:v>
                </c:pt>
                <c:pt idx="384">
                  <c:v>0.1916999999999689</c:v>
                </c:pt>
                <c:pt idx="385">
                  <c:v>0.1915000000000191</c:v>
                </c:pt>
                <c:pt idx="386">
                  <c:v>0.19130000000001246</c:v>
                </c:pt>
                <c:pt idx="387">
                  <c:v>0.19110000000000582</c:v>
                </c:pt>
                <c:pt idx="388">
                  <c:v>0.19089999999999918</c:v>
                </c:pt>
                <c:pt idx="389">
                  <c:v>0.19069999999999254</c:v>
                </c:pt>
                <c:pt idx="390">
                  <c:v>0.19060000000001764</c:v>
                </c:pt>
                <c:pt idx="391">
                  <c:v>0.190400000000011</c:v>
                </c:pt>
                <c:pt idx="392">
                  <c:v>0.19029999999997926</c:v>
                </c:pt>
                <c:pt idx="393">
                  <c:v>0.19020000000000437</c:v>
                </c:pt>
                <c:pt idx="394">
                  <c:v>0.19009999999997262</c:v>
                </c:pt>
                <c:pt idx="395">
                  <c:v>0.18999999999999773</c:v>
                </c:pt>
                <c:pt idx="396">
                  <c:v>0.18989999999996598</c:v>
                </c:pt>
                <c:pt idx="397">
                  <c:v>0.18979999999999109</c:v>
                </c:pt>
                <c:pt idx="398">
                  <c:v>0.18970000000001619</c:v>
                </c:pt>
                <c:pt idx="399">
                  <c:v>0.18959999999998445</c:v>
                </c:pt>
                <c:pt idx="400">
                  <c:v>0.18959999999998445</c:v>
                </c:pt>
                <c:pt idx="401">
                  <c:v>0.18950000000000955</c:v>
                </c:pt>
                <c:pt idx="402">
                  <c:v>0.18939999999997781</c:v>
                </c:pt>
                <c:pt idx="403">
                  <c:v>0.18939999999997781</c:v>
                </c:pt>
                <c:pt idx="404">
                  <c:v>0.18930000000000291</c:v>
                </c:pt>
                <c:pt idx="405">
                  <c:v>0.18930000000000291</c:v>
                </c:pt>
                <c:pt idx="406">
                  <c:v>0.18919999999997117</c:v>
                </c:pt>
                <c:pt idx="407">
                  <c:v>0.18919999999997117</c:v>
                </c:pt>
                <c:pt idx="408">
                  <c:v>0.18909999999999627</c:v>
                </c:pt>
                <c:pt idx="409">
                  <c:v>0.18909999999999627</c:v>
                </c:pt>
                <c:pt idx="410">
                  <c:v>0.18909999999999627</c:v>
                </c:pt>
                <c:pt idx="411">
                  <c:v>0.18900000000002137</c:v>
                </c:pt>
                <c:pt idx="412">
                  <c:v>0.18900000000002137</c:v>
                </c:pt>
                <c:pt idx="413">
                  <c:v>0.18900000000002137</c:v>
                </c:pt>
                <c:pt idx="414">
                  <c:v>0.18900000000002137</c:v>
                </c:pt>
                <c:pt idx="415">
                  <c:v>0.18900000000002137</c:v>
                </c:pt>
                <c:pt idx="416">
                  <c:v>0.18889999999998963</c:v>
                </c:pt>
                <c:pt idx="417">
                  <c:v>0.18889999999998963</c:v>
                </c:pt>
                <c:pt idx="418">
                  <c:v>0.18889999999998963</c:v>
                </c:pt>
                <c:pt idx="419">
                  <c:v>0.18889999999998963</c:v>
                </c:pt>
                <c:pt idx="420">
                  <c:v>0.18889999999998963</c:v>
                </c:pt>
                <c:pt idx="421">
                  <c:v>0.18880000000001473</c:v>
                </c:pt>
                <c:pt idx="422">
                  <c:v>0.18880000000001473</c:v>
                </c:pt>
                <c:pt idx="423">
                  <c:v>0.18880000000001473</c:v>
                </c:pt>
                <c:pt idx="424">
                  <c:v>0.18880000000001473</c:v>
                </c:pt>
                <c:pt idx="425">
                  <c:v>0.18889999999998963</c:v>
                </c:pt>
                <c:pt idx="426">
                  <c:v>0.18889999999998963</c:v>
                </c:pt>
                <c:pt idx="427">
                  <c:v>0.18889999999998963</c:v>
                </c:pt>
                <c:pt idx="428">
                  <c:v>0.18889999999998963</c:v>
                </c:pt>
                <c:pt idx="429">
                  <c:v>0.18900000000002137</c:v>
                </c:pt>
                <c:pt idx="430">
                  <c:v>0.18900000000002137</c:v>
                </c:pt>
                <c:pt idx="431">
                  <c:v>0.18900000000002137</c:v>
                </c:pt>
                <c:pt idx="432">
                  <c:v>0.18900000000002137</c:v>
                </c:pt>
                <c:pt idx="433">
                  <c:v>0.18909999999999627</c:v>
                </c:pt>
                <c:pt idx="434">
                  <c:v>0.18909999999999627</c:v>
                </c:pt>
                <c:pt idx="435">
                  <c:v>0.18909999999999627</c:v>
                </c:pt>
                <c:pt idx="436">
                  <c:v>0.18909999999999627</c:v>
                </c:pt>
                <c:pt idx="437">
                  <c:v>0.18919999999997117</c:v>
                </c:pt>
                <c:pt idx="438">
                  <c:v>0.18919999999997117</c:v>
                </c:pt>
                <c:pt idx="439">
                  <c:v>0.18919999999997117</c:v>
                </c:pt>
                <c:pt idx="440">
                  <c:v>0.18919999999997117</c:v>
                </c:pt>
                <c:pt idx="441">
                  <c:v>0.18930000000000291</c:v>
                </c:pt>
                <c:pt idx="442">
                  <c:v>0.18930000000000291</c:v>
                </c:pt>
                <c:pt idx="443">
                  <c:v>0.18930000000000291</c:v>
                </c:pt>
                <c:pt idx="444">
                  <c:v>0.18930000000000291</c:v>
                </c:pt>
                <c:pt idx="445">
                  <c:v>0.18930000000000291</c:v>
                </c:pt>
                <c:pt idx="446">
                  <c:v>0.18930000000000291</c:v>
                </c:pt>
                <c:pt idx="447">
                  <c:v>0.18939999999997781</c:v>
                </c:pt>
                <c:pt idx="448">
                  <c:v>0.18939999999997781</c:v>
                </c:pt>
                <c:pt idx="449">
                  <c:v>0.18939999999997781</c:v>
                </c:pt>
                <c:pt idx="450">
                  <c:v>0.18939999999997781</c:v>
                </c:pt>
                <c:pt idx="451">
                  <c:v>0.18939999999997781</c:v>
                </c:pt>
                <c:pt idx="452">
                  <c:v>0.18939999999997781</c:v>
                </c:pt>
                <c:pt idx="453">
                  <c:v>0.18939999999997781</c:v>
                </c:pt>
                <c:pt idx="454">
                  <c:v>0.18939999999997781</c:v>
                </c:pt>
                <c:pt idx="455">
                  <c:v>0.18939999999997781</c:v>
                </c:pt>
                <c:pt idx="456">
                  <c:v>0.18939999999997781</c:v>
                </c:pt>
                <c:pt idx="457">
                  <c:v>0.18950000000000955</c:v>
                </c:pt>
                <c:pt idx="458">
                  <c:v>0.18950000000000955</c:v>
                </c:pt>
                <c:pt idx="459">
                  <c:v>0.18950000000000955</c:v>
                </c:pt>
                <c:pt idx="460">
                  <c:v>0.18950000000000955</c:v>
                </c:pt>
                <c:pt idx="461">
                  <c:v>0.18950000000000955</c:v>
                </c:pt>
                <c:pt idx="462">
                  <c:v>0.18950000000000955</c:v>
                </c:pt>
                <c:pt idx="463">
                  <c:v>0.18950000000000955</c:v>
                </c:pt>
                <c:pt idx="464">
                  <c:v>0.18950000000000955</c:v>
                </c:pt>
                <c:pt idx="465">
                  <c:v>0.18950000000000955</c:v>
                </c:pt>
                <c:pt idx="466">
                  <c:v>0.18950000000000955</c:v>
                </c:pt>
                <c:pt idx="467">
                  <c:v>0.18950000000000955</c:v>
                </c:pt>
                <c:pt idx="468">
                  <c:v>0.18950000000000955</c:v>
                </c:pt>
                <c:pt idx="469">
                  <c:v>0.18950000000000955</c:v>
                </c:pt>
                <c:pt idx="470">
                  <c:v>0.18950000000000955</c:v>
                </c:pt>
                <c:pt idx="471">
                  <c:v>0.18950000000000955</c:v>
                </c:pt>
                <c:pt idx="472">
                  <c:v>0.18950000000000955</c:v>
                </c:pt>
                <c:pt idx="473">
                  <c:v>0.18950000000000955</c:v>
                </c:pt>
                <c:pt idx="474">
                  <c:v>0.18950000000000955</c:v>
                </c:pt>
                <c:pt idx="475">
                  <c:v>0.18939999999997781</c:v>
                </c:pt>
                <c:pt idx="476">
                  <c:v>0.18919999999997117</c:v>
                </c:pt>
                <c:pt idx="477">
                  <c:v>0.18900000000002137</c:v>
                </c:pt>
                <c:pt idx="478">
                  <c:v>0.18880000000001473</c:v>
                </c:pt>
                <c:pt idx="479">
                  <c:v>0.18860000000000809</c:v>
                </c:pt>
                <c:pt idx="480">
                  <c:v>0.18840000000000146</c:v>
                </c:pt>
                <c:pt idx="481">
                  <c:v>0.18819999999999482</c:v>
                </c:pt>
                <c:pt idx="482">
                  <c:v>0.18799999999998818</c:v>
                </c:pt>
                <c:pt idx="483">
                  <c:v>0.18779999999998154</c:v>
                </c:pt>
                <c:pt idx="484">
                  <c:v>0.1875999999999749</c:v>
                </c:pt>
                <c:pt idx="485">
                  <c:v>0.1875</c:v>
                </c:pt>
                <c:pt idx="486">
                  <c:v>0.18729999999999336</c:v>
                </c:pt>
                <c:pt idx="487">
                  <c:v>0.18720000000001846</c:v>
                </c:pt>
                <c:pt idx="488">
                  <c:v>0.18700000000001182</c:v>
                </c:pt>
                <c:pt idx="489">
                  <c:v>0.18689999999998008</c:v>
                </c:pt>
                <c:pt idx="490">
                  <c:v>0.18680000000000518</c:v>
                </c:pt>
                <c:pt idx="491">
                  <c:v>0.18669999999997344</c:v>
                </c:pt>
                <c:pt idx="492">
                  <c:v>0.18659999999999854</c:v>
                </c:pt>
                <c:pt idx="493">
                  <c:v>0.18639999999999191</c:v>
                </c:pt>
                <c:pt idx="494">
                  <c:v>0.18630000000001701</c:v>
                </c:pt>
                <c:pt idx="495">
                  <c:v>0.18619999999998527</c:v>
                </c:pt>
                <c:pt idx="496">
                  <c:v>0.18619999999998527</c:v>
                </c:pt>
                <c:pt idx="497">
                  <c:v>0.18610000000001037</c:v>
                </c:pt>
                <c:pt idx="498">
                  <c:v>0.18599999999997863</c:v>
                </c:pt>
                <c:pt idx="499">
                  <c:v>0.18610000000001037</c:v>
                </c:pt>
                <c:pt idx="500">
                  <c:v>0.18630000000001701</c:v>
                </c:pt>
                <c:pt idx="501">
                  <c:v>0.18680000000000518</c:v>
                </c:pt>
                <c:pt idx="502">
                  <c:v>0.18729999999999336</c:v>
                </c:pt>
                <c:pt idx="503">
                  <c:v>0.18790000000001328</c:v>
                </c:pt>
                <c:pt idx="504">
                  <c:v>0.18840000000000146</c:v>
                </c:pt>
                <c:pt idx="505">
                  <c:v>0.18900000000002137</c:v>
                </c:pt>
                <c:pt idx="506">
                  <c:v>0.18950000000000955</c:v>
                </c:pt>
                <c:pt idx="507">
                  <c:v>0.19009999999997262</c:v>
                </c:pt>
                <c:pt idx="508">
                  <c:v>0.1904999999999859</c:v>
                </c:pt>
                <c:pt idx="509">
                  <c:v>0.19099999999997408</c:v>
                </c:pt>
                <c:pt idx="510">
                  <c:v>0.19139999999998736</c:v>
                </c:pt>
                <c:pt idx="511">
                  <c:v>0.19180000000000064</c:v>
                </c:pt>
                <c:pt idx="512">
                  <c:v>0.19209999999998217</c:v>
                </c:pt>
                <c:pt idx="513">
                  <c:v>0.19249999999999545</c:v>
                </c:pt>
                <c:pt idx="514">
                  <c:v>0.19279999999997699</c:v>
                </c:pt>
                <c:pt idx="515">
                  <c:v>0.19310000000001537</c:v>
                </c:pt>
                <c:pt idx="516">
                  <c:v>0.19339999999999691</c:v>
                </c:pt>
                <c:pt idx="517">
                  <c:v>0.19360000000000355</c:v>
                </c:pt>
                <c:pt idx="518">
                  <c:v>0.19389999999998508</c:v>
                </c:pt>
                <c:pt idx="519">
                  <c:v>0.19409999999999172</c:v>
                </c:pt>
                <c:pt idx="520">
                  <c:v>0.19429999999999836</c:v>
                </c:pt>
                <c:pt idx="521">
                  <c:v>0.194500000000005</c:v>
                </c:pt>
                <c:pt idx="522">
                  <c:v>0.19470000000001164</c:v>
                </c:pt>
                <c:pt idx="523">
                  <c:v>0.19490000000001828</c:v>
                </c:pt>
                <c:pt idx="524">
                  <c:v>0.19499999999999318</c:v>
                </c:pt>
                <c:pt idx="525">
                  <c:v>0.19519999999999982</c:v>
                </c:pt>
                <c:pt idx="526">
                  <c:v>0.19529999999997472</c:v>
                </c:pt>
                <c:pt idx="527">
                  <c:v>0.19549999999998136</c:v>
                </c:pt>
                <c:pt idx="528">
                  <c:v>0.1956000000000131</c:v>
                </c:pt>
                <c:pt idx="529">
                  <c:v>0.19569999999998799</c:v>
                </c:pt>
                <c:pt idx="530">
                  <c:v>0.1956000000000131</c:v>
                </c:pt>
                <c:pt idx="531">
                  <c:v>0.19540000000000646</c:v>
                </c:pt>
                <c:pt idx="532">
                  <c:v>0.19509999999996808</c:v>
                </c:pt>
              </c:numCache>
            </c:numRef>
          </c:yVal>
          <c:smooth val="1"/>
          <c:extLst>
            <c:ext xmlns:c16="http://schemas.microsoft.com/office/drawing/2014/chart" uri="{C3380CC4-5D6E-409C-BE32-E72D297353CC}">
              <c16:uniqueId val="{00000024-4233-4E9D-9D6D-D06060CC9530}"/>
            </c:ext>
          </c:extLst>
        </c:ser>
        <c:ser>
          <c:idx val="37"/>
          <c:order val="37"/>
          <c:tx>
            <c:strRef>
              <c:f>PM50000_Temps_oc5l2_50000!$BCN$1</c:f>
              <c:strCache>
                <c:ptCount val="1"/>
                <c:pt idx="0">
                  <c:v>TELE_PM_INTERIOR.38</c:v>
                </c:pt>
              </c:strCache>
            </c:strRef>
          </c:tx>
          <c:spPr>
            <a:ln w="19050" cap="rnd">
              <a:solidFill>
                <a:schemeClr val="accent2">
                  <a:lumMod val="70000"/>
                  <a:lumOff val="30000"/>
                </a:schemeClr>
              </a:solidFill>
              <a:round/>
            </a:ln>
            <a:effectLst/>
          </c:spPr>
          <c:marker>
            <c:symbol val="circle"/>
            <c:size val="5"/>
            <c:spPr>
              <a:solidFill>
                <a:schemeClr val="accent2">
                  <a:lumMod val="70000"/>
                  <a:lumOff val="30000"/>
                </a:schemeClr>
              </a:solidFill>
              <a:ln w="9525">
                <a:solidFill>
                  <a:schemeClr val="accent2">
                    <a:lumMod val="70000"/>
                    <a:lumOff val="3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PM50000_Temps_oc5l2_50000!$BCN$2:$BCN$536</c:f>
              <c:numCache>
                <c:formatCode>General</c:formatCode>
                <c:ptCount val="533"/>
                <c:pt idx="0">
                  <c:v>0</c:v>
                </c:pt>
                <c:pt idx="1">
                  <c:v>3.0399999999985994E-2</c:v>
                </c:pt>
                <c:pt idx="2">
                  <c:v>4.5199999999965712E-2</c:v>
                </c:pt>
                <c:pt idx="3">
                  <c:v>5.7299999999997908E-2</c:v>
                </c:pt>
                <c:pt idx="4">
                  <c:v>6.8699999999978445E-2</c:v>
                </c:pt>
                <c:pt idx="5">
                  <c:v>7.9399999999964166E-2</c:v>
                </c:pt>
                <c:pt idx="6">
                  <c:v>8.9200000000005275E-2</c:v>
                </c:pt>
                <c:pt idx="7">
                  <c:v>9.8199999999962984E-2</c:v>
                </c:pt>
                <c:pt idx="8">
                  <c:v>0.10629999999997608</c:v>
                </c:pt>
                <c:pt idx="9">
                  <c:v>0.11359999999996262</c:v>
                </c:pt>
                <c:pt idx="10">
                  <c:v>0.12020000000001119</c:v>
                </c:pt>
                <c:pt idx="11">
                  <c:v>0.12619999999998299</c:v>
                </c:pt>
                <c:pt idx="12">
                  <c:v>0.13169999999996662</c:v>
                </c:pt>
                <c:pt idx="13">
                  <c:v>0.13659999999998718</c:v>
                </c:pt>
                <c:pt idx="14">
                  <c:v>0.14109999999999445</c:v>
                </c:pt>
                <c:pt idx="15">
                  <c:v>0.14519999999998845</c:v>
                </c:pt>
                <c:pt idx="16">
                  <c:v>0.14889999999996917</c:v>
                </c:pt>
                <c:pt idx="17">
                  <c:v>0.15229999999996835</c:v>
                </c:pt>
                <c:pt idx="18">
                  <c:v>0.15539999999998599</c:v>
                </c:pt>
                <c:pt idx="19">
                  <c:v>0.15819999999996526</c:v>
                </c:pt>
                <c:pt idx="20">
                  <c:v>0.16079999999999472</c:v>
                </c:pt>
                <c:pt idx="21">
                  <c:v>0.16309999999998581</c:v>
                </c:pt>
                <c:pt idx="22">
                  <c:v>0.165300000000002</c:v>
                </c:pt>
                <c:pt idx="23">
                  <c:v>0.16730000000001155</c:v>
                </c:pt>
                <c:pt idx="24">
                  <c:v>0.16909999999995762</c:v>
                </c:pt>
                <c:pt idx="25">
                  <c:v>0.17070000000001073</c:v>
                </c:pt>
                <c:pt idx="26">
                  <c:v>0.172300000000007</c:v>
                </c:pt>
                <c:pt idx="27">
                  <c:v>0.17390000000000327</c:v>
                </c:pt>
                <c:pt idx="28">
                  <c:v>0.17559999999997444</c:v>
                </c:pt>
                <c:pt idx="29">
                  <c:v>0.17730000000000246</c:v>
                </c:pt>
                <c:pt idx="30">
                  <c:v>0.17899999999997362</c:v>
                </c:pt>
                <c:pt idx="31">
                  <c:v>0.1805999999999699</c:v>
                </c:pt>
                <c:pt idx="32">
                  <c:v>0.18219999999996617</c:v>
                </c:pt>
                <c:pt idx="33">
                  <c:v>0.1835999999999558</c:v>
                </c:pt>
                <c:pt idx="34">
                  <c:v>0.18489999999997053</c:v>
                </c:pt>
                <c:pt idx="35">
                  <c:v>0.18619999999998527</c:v>
                </c:pt>
                <c:pt idx="36">
                  <c:v>0.18729999999999336</c:v>
                </c:pt>
                <c:pt idx="37">
                  <c:v>0.18840000000000146</c:v>
                </c:pt>
                <c:pt idx="38">
                  <c:v>0.18939999999997781</c:v>
                </c:pt>
                <c:pt idx="39">
                  <c:v>0.19029999999997926</c:v>
                </c:pt>
                <c:pt idx="40">
                  <c:v>0.19110000000000582</c:v>
                </c:pt>
                <c:pt idx="41">
                  <c:v>0.19189999999997553</c:v>
                </c:pt>
                <c:pt idx="42">
                  <c:v>0.19259999999997035</c:v>
                </c:pt>
                <c:pt idx="43">
                  <c:v>0.19329999999996517</c:v>
                </c:pt>
                <c:pt idx="44">
                  <c:v>0.19389999999998508</c:v>
                </c:pt>
                <c:pt idx="45">
                  <c:v>0.194500000000005</c:v>
                </c:pt>
                <c:pt idx="46">
                  <c:v>0.19499999999999318</c:v>
                </c:pt>
                <c:pt idx="47">
                  <c:v>0.19549999999998136</c:v>
                </c:pt>
                <c:pt idx="48">
                  <c:v>0.19589999999999463</c:v>
                </c:pt>
                <c:pt idx="49">
                  <c:v>0.19639999999998281</c:v>
                </c:pt>
                <c:pt idx="50">
                  <c:v>0.19669999999996435</c:v>
                </c:pt>
                <c:pt idx="51">
                  <c:v>0.19709999999997763</c:v>
                </c:pt>
                <c:pt idx="52">
                  <c:v>0.19739999999995916</c:v>
                </c:pt>
                <c:pt idx="53">
                  <c:v>0.19769999999999754</c:v>
                </c:pt>
                <c:pt idx="54">
                  <c:v>0.19799999999997908</c:v>
                </c:pt>
                <c:pt idx="55">
                  <c:v>0.19829999999996062</c:v>
                </c:pt>
                <c:pt idx="56">
                  <c:v>0.19849999999996726</c:v>
                </c:pt>
                <c:pt idx="57">
                  <c:v>0.1986999999999739</c:v>
                </c:pt>
                <c:pt idx="58">
                  <c:v>0.1986999999999739</c:v>
                </c:pt>
                <c:pt idx="59">
                  <c:v>0.19849999999996726</c:v>
                </c:pt>
                <c:pt idx="60">
                  <c:v>0.19819999999998572</c:v>
                </c:pt>
                <c:pt idx="61">
                  <c:v>0.19790000000000418</c:v>
                </c:pt>
                <c:pt idx="62">
                  <c:v>0.19749999999999091</c:v>
                </c:pt>
                <c:pt idx="63">
                  <c:v>0.19720000000000937</c:v>
                </c:pt>
                <c:pt idx="64">
                  <c:v>0.19689999999997099</c:v>
                </c:pt>
                <c:pt idx="65">
                  <c:v>0.19659999999998945</c:v>
                </c:pt>
                <c:pt idx="66">
                  <c:v>0.19630000000000791</c:v>
                </c:pt>
                <c:pt idx="67">
                  <c:v>0.19599999999996953</c:v>
                </c:pt>
                <c:pt idx="68">
                  <c:v>0.19579999999996289</c:v>
                </c:pt>
                <c:pt idx="69">
                  <c:v>0.19559999999995625</c:v>
                </c:pt>
                <c:pt idx="70">
                  <c:v>0.19540000000000646</c:v>
                </c:pt>
                <c:pt idx="71">
                  <c:v>0.19519999999999982</c:v>
                </c:pt>
                <c:pt idx="72">
                  <c:v>0.19499999999999318</c:v>
                </c:pt>
                <c:pt idx="73">
                  <c:v>0.19489999999996144</c:v>
                </c:pt>
                <c:pt idx="74">
                  <c:v>0.19470000000001164</c:v>
                </c:pt>
                <c:pt idx="75">
                  <c:v>0.1945999999999799</c:v>
                </c:pt>
                <c:pt idx="76">
                  <c:v>0.19439999999997326</c:v>
                </c:pt>
                <c:pt idx="77">
                  <c:v>0.19429999999999836</c:v>
                </c:pt>
                <c:pt idx="78">
                  <c:v>0.19419999999996662</c:v>
                </c:pt>
                <c:pt idx="79">
                  <c:v>0.19409999999999172</c:v>
                </c:pt>
                <c:pt idx="80">
                  <c:v>0.19399999999995998</c:v>
                </c:pt>
                <c:pt idx="81">
                  <c:v>0.19389999999998508</c:v>
                </c:pt>
                <c:pt idx="82">
                  <c:v>0.19389999999998508</c:v>
                </c:pt>
                <c:pt idx="83">
                  <c:v>0.19380000000001019</c:v>
                </c:pt>
                <c:pt idx="84">
                  <c:v>0.19369999999997844</c:v>
                </c:pt>
                <c:pt idx="85">
                  <c:v>0.19369999999997844</c:v>
                </c:pt>
                <c:pt idx="86">
                  <c:v>0.19360000000000355</c:v>
                </c:pt>
                <c:pt idx="87">
                  <c:v>0.19349999999997181</c:v>
                </c:pt>
                <c:pt idx="88">
                  <c:v>0.19349999999997181</c:v>
                </c:pt>
                <c:pt idx="89">
                  <c:v>0.19339999999999691</c:v>
                </c:pt>
                <c:pt idx="90">
                  <c:v>0.19339999999999691</c:v>
                </c:pt>
                <c:pt idx="91">
                  <c:v>0.19339999999999691</c:v>
                </c:pt>
                <c:pt idx="92">
                  <c:v>0.19329999999996517</c:v>
                </c:pt>
                <c:pt idx="93">
                  <c:v>0.19329999999996517</c:v>
                </c:pt>
                <c:pt idx="94">
                  <c:v>0.19329999999996517</c:v>
                </c:pt>
                <c:pt idx="95">
                  <c:v>0.19319999999999027</c:v>
                </c:pt>
                <c:pt idx="96">
                  <c:v>0.19319999999999027</c:v>
                </c:pt>
                <c:pt idx="97">
                  <c:v>0.19319999999999027</c:v>
                </c:pt>
                <c:pt idx="98">
                  <c:v>0.19319999999999027</c:v>
                </c:pt>
                <c:pt idx="99">
                  <c:v>0.19309999999995853</c:v>
                </c:pt>
                <c:pt idx="100">
                  <c:v>0.19309999999995853</c:v>
                </c:pt>
                <c:pt idx="101">
                  <c:v>0.19309999999995853</c:v>
                </c:pt>
                <c:pt idx="102">
                  <c:v>0.19309999999995853</c:v>
                </c:pt>
                <c:pt idx="103">
                  <c:v>0.19309999999995853</c:v>
                </c:pt>
                <c:pt idx="104">
                  <c:v>0.19309999999995853</c:v>
                </c:pt>
                <c:pt idx="105">
                  <c:v>0.19299999999998363</c:v>
                </c:pt>
                <c:pt idx="106">
                  <c:v>0.19299999999998363</c:v>
                </c:pt>
                <c:pt idx="107">
                  <c:v>0.19299999999998363</c:v>
                </c:pt>
                <c:pt idx="108">
                  <c:v>0.19299999999998363</c:v>
                </c:pt>
                <c:pt idx="109">
                  <c:v>0.19299999999998363</c:v>
                </c:pt>
                <c:pt idx="110">
                  <c:v>0.19299999999998363</c:v>
                </c:pt>
                <c:pt idx="111">
                  <c:v>0.19309999999995853</c:v>
                </c:pt>
                <c:pt idx="112">
                  <c:v>0.19309999999995853</c:v>
                </c:pt>
                <c:pt idx="113">
                  <c:v>0.19309999999995853</c:v>
                </c:pt>
                <c:pt idx="114">
                  <c:v>0.19309999999995853</c:v>
                </c:pt>
                <c:pt idx="115">
                  <c:v>0.19319999999999027</c:v>
                </c:pt>
                <c:pt idx="116">
                  <c:v>0.19319999999999027</c:v>
                </c:pt>
                <c:pt idx="117">
                  <c:v>0.19319999999999027</c:v>
                </c:pt>
                <c:pt idx="118">
                  <c:v>0.19329999999996517</c:v>
                </c:pt>
                <c:pt idx="119">
                  <c:v>0.19329999999996517</c:v>
                </c:pt>
                <c:pt idx="120">
                  <c:v>0.19329999999996517</c:v>
                </c:pt>
                <c:pt idx="121">
                  <c:v>0.19329999999996517</c:v>
                </c:pt>
                <c:pt idx="122">
                  <c:v>0.19339999999999691</c:v>
                </c:pt>
                <c:pt idx="123">
                  <c:v>0.19339999999999691</c:v>
                </c:pt>
                <c:pt idx="124">
                  <c:v>0.19339999999999691</c:v>
                </c:pt>
                <c:pt idx="125">
                  <c:v>0.19339999999999691</c:v>
                </c:pt>
                <c:pt idx="126">
                  <c:v>0.19349999999997181</c:v>
                </c:pt>
                <c:pt idx="127">
                  <c:v>0.19349999999997181</c:v>
                </c:pt>
                <c:pt idx="128">
                  <c:v>0.19349999999997181</c:v>
                </c:pt>
                <c:pt idx="129">
                  <c:v>0.19349999999997181</c:v>
                </c:pt>
                <c:pt idx="130">
                  <c:v>0.19349999999997181</c:v>
                </c:pt>
                <c:pt idx="131">
                  <c:v>0.19360000000000355</c:v>
                </c:pt>
                <c:pt idx="132">
                  <c:v>0.19360000000000355</c:v>
                </c:pt>
                <c:pt idx="133">
                  <c:v>0.19360000000000355</c:v>
                </c:pt>
                <c:pt idx="134">
                  <c:v>0.19360000000000355</c:v>
                </c:pt>
                <c:pt idx="135">
                  <c:v>0.19360000000000355</c:v>
                </c:pt>
                <c:pt idx="136">
                  <c:v>0.19360000000000355</c:v>
                </c:pt>
                <c:pt idx="137">
                  <c:v>0.19360000000000355</c:v>
                </c:pt>
                <c:pt idx="138">
                  <c:v>0.19369999999997844</c:v>
                </c:pt>
                <c:pt idx="139">
                  <c:v>0.19369999999997844</c:v>
                </c:pt>
                <c:pt idx="140">
                  <c:v>0.19369999999997844</c:v>
                </c:pt>
                <c:pt idx="141">
                  <c:v>0.19369999999997844</c:v>
                </c:pt>
                <c:pt idx="142">
                  <c:v>0.19369999999997844</c:v>
                </c:pt>
                <c:pt idx="143">
                  <c:v>0.19369999999997844</c:v>
                </c:pt>
                <c:pt idx="144">
                  <c:v>0.19369999999997844</c:v>
                </c:pt>
                <c:pt idx="145">
                  <c:v>0.19369999999997844</c:v>
                </c:pt>
                <c:pt idx="146">
                  <c:v>0.19369999999997844</c:v>
                </c:pt>
                <c:pt idx="147">
                  <c:v>0.19369999999997844</c:v>
                </c:pt>
                <c:pt idx="148">
                  <c:v>0.19369999999997844</c:v>
                </c:pt>
                <c:pt idx="149">
                  <c:v>0.19380000000001019</c:v>
                </c:pt>
                <c:pt idx="150">
                  <c:v>0.19380000000001019</c:v>
                </c:pt>
                <c:pt idx="151">
                  <c:v>0.19380000000001019</c:v>
                </c:pt>
                <c:pt idx="152">
                  <c:v>0.19380000000001019</c:v>
                </c:pt>
                <c:pt idx="153">
                  <c:v>0.19380000000001019</c:v>
                </c:pt>
                <c:pt idx="154">
                  <c:v>0.19380000000001019</c:v>
                </c:pt>
                <c:pt idx="155">
                  <c:v>0.19380000000001019</c:v>
                </c:pt>
                <c:pt idx="156">
                  <c:v>0.19380000000001019</c:v>
                </c:pt>
                <c:pt idx="157">
                  <c:v>0.19380000000001019</c:v>
                </c:pt>
                <c:pt idx="158">
                  <c:v>0.19380000000001019</c:v>
                </c:pt>
                <c:pt idx="159">
                  <c:v>0.19369999999997844</c:v>
                </c:pt>
                <c:pt idx="160">
                  <c:v>0.19349999999997181</c:v>
                </c:pt>
                <c:pt idx="161">
                  <c:v>0.19329999999996517</c:v>
                </c:pt>
                <c:pt idx="162">
                  <c:v>0.19309999999995853</c:v>
                </c:pt>
                <c:pt idx="163">
                  <c:v>0.19290000000000873</c:v>
                </c:pt>
                <c:pt idx="164">
                  <c:v>0.19270000000000209</c:v>
                </c:pt>
                <c:pt idx="165">
                  <c:v>0.19249999999999545</c:v>
                </c:pt>
                <c:pt idx="166">
                  <c:v>0.19229999999998881</c:v>
                </c:pt>
                <c:pt idx="167">
                  <c:v>0.19209999999998217</c:v>
                </c:pt>
                <c:pt idx="168">
                  <c:v>0.19189999999997553</c:v>
                </c:pt>
                <c:pt idx="169">
                  <c:v>0.19180000000000064</c:v>
                </c:pt>
                <c:pt idx="170">
                  <c:v>0.191599999999994</c:v>
                </c:pt>
                <c:pt idx="171">
                  <c:v>0.19149999999996226</c:v>
                </c:pt>
                <c:pt idx="172">
                  <c:v>0.19129999999995562</c:v>
                </c:pt>
                <c:pt idx="173">
                  <c:v>0.19119999999998072</c:v>
                </c:pt>
                <c:pt idx="174">
                  <c:v>0.19099999999997408</c:v>
                </c:pt>
                <c:pt idx="175">
                  <c:v>0.19089999999999918</c:v>
                </c:pt>
                <c:pt idx="176">
                  <c:v>0.19079999999996744</c:v>
                </c:pt>
                <c:pt idx="177">
                  <c:v>0.19069999999999254</c:v>
                </c:pt>
                <c:pt idx="178">
                  <c:v>0.1905999999999608</c:v>
                </c:pt>
                <c:pt idx="179">
                  <c:v>0.1904999999999859</c:v>
                </c:pt>
                <c:pt idx="180">
                  <c:v>0.190400000000011</c:v>
                </c:pt>
                <c:pt idx="181">
                  <c:v>0.19029999999997926</c:v>
                </c:pt>
                <c:pt idx="182">
                  <c:v>0.19020000000000437</c:v>
                </c:pt>
                <c:pt idx="183">
                  <c:v>0.19020000000000437</c:v>
                </c:pt>
                <c:pt idx="184">
                  <c:v>0.190400000000011</c:v>
                </c:pt>
                <c:pt idx="185">
                  <c:v>0.19069999999999254</c:v>
                </c:pt>
                <c:pt idx="186">
                  <c:v>0.19119999999998072</c:v>
                </c:pt>
                <c:pt idx="187">
                  <c:v>0.19180000000000064</c:v>
                </c:pt>
                <c:pt idx="188">
                  <c:v>0.19239999999996371</c:v>
                </c:pt>
                <c:pt idx="189">
                  <c:v>0.19299999999998363</c:v>
                </c:pt>
                <c:pt idx="190">
                  <c:v>0.19360000000000355</c:v>
                </c:pt>
                <c:pt idx="191">
                  <c:v>0.19409999999999172</c:v>
                </c:pt>
                <c:pt idx="192">
                  <c:v>0.1945999999999799</c:v>
                </c:pt>
                <c:pt idx="193">
                  <c:v>0.19509999999996808</c:v>
                </c:pt>
                <c:pt idx="194">
                  <c:v>0.19549999999998136</c:v>
                </c:pt>
                <c:pt idx="195">
                  <c:v>0.19589999999999463</c:v>
                </c:pt>
                <c:pt idx="196">
                  <c:v>0.19630000000000791</c:v>
                </c:pt>
                <c:pt idx="197">
                  <c:v>0.19659999999998945</c:v>
                </c:pt>
                <c:pt idx="198">
                  <c:v>0.19700000000000273</c:v>
                </c:pt>
                <c:pt idx="199">
                  <c:v>0.19729999999998427</c:v>
                </c:pt>
                <c:pt idx="200">
                  <c:v>0.1975999999999658</c:v>
                </c:pt>
                <c:pt idx="201">
                  <c:v>0.19790000000000418</c:v>
                </c:pt>
                <c:pt idx="202">
                  <c:v>0.19810000000001082</c:v>
                </c:pt>
                <c:pt idx="203">
                  <c:v>0.19839999999999236</c:v>
                </c:pt>
                <c:pt idx="204">
                  <c:v>0.198599999999999</c:v>
                </c:pt>
                <c:pt idx="205">
                  <c:v>0.19880000000000564</c:v>
                </c:pt>
                <c:pt idx="206">
                  <c:v>0.19899999999995543</c:v>
                </c:pt>
                <c:pt idx="207">
                  <c:v>0.19919999999996207</c:v>
                </c:pt>
                <c:pt idx="208">
                  <c:v>0.19929999999999382</c:v>
                </c:pt>
                <c:pt idx="209">
                  <c:v>0.19950000000000045</c:v>
                </c:pt>
                <c:pt idx="210">
                  <c:v>0.19970000000000709</c:v>
                </c:pt>
                <c:pt idx="211">
                  <c:v>0.19979999999998199</c:v>
                </c:pt>
                <c:pt idx="212">
                  <c:v>0.19989999999995689</c:v>
                </c:pt>
                <c:pt idx="213">
                  <c:v>0.19999999999998863</c:v>
                </c:pt>
                <c:pt idx="214">
                  <c:v>0.20009999999996353</c:v>
                </c:pt>
                <c:pt idx="215">
                  <c:v>0.19989999999995689</c:v>
                </c:pt>
                <c:pt idx="216">
                  <c:v>0.19959999999997535</c:v>
                </c:pt>
                <c:pt idx="217">
                  <c:v>0.19919999999996207</c:v>
                </c:pt>
                <c:pt idx="218">
                  <c:v>0.19880000000000564</c:v>
                </c:pt>
                <c:pt idx="219">
                  <c:v>0.19839999999999236</c:v>
                </c:pt>
                <c:pt idx="220">
                  <c:v>0.19799999999997908</c:v>
                </c:pt>
                <c:pt idx="221">
                  <c:v>0.1975999999999658</c:v>
                </c:pt>
                <c:pt idx="222">
                  <c:v>0.19729999999998427</c:v>
                </c:pt>
                <c:pt idx="223">
                  <c:v>0.19689999999997099</c:v>
                </c:pt>
                <c:pt idx="224">
                  <c:v>0.19659999999998945</c:v>
                </c:pt>
                <c:pt idx="225">
                  <c:v>0.19630000000000791</c:v>
                </c:pt>
                <c:pt idx="226">
                  <c:v>0.19610000000000127</c:v>
                </c:pt>
                <c:pt idx="227">
                  <c:v>0.19579999999996289</c:v>
                </c:pt>
                <c:pt idx="228">
                  <c:v>0.19559999999995625</c:v>
                </c:pt>
                <c:pt idx="229">
                  <c:v>0.19540000000000646</c:v>
                </c:pt>
                <c:pt idx="230">
                  <c:v>0.19519999999999982</c:v>
                </c:pt>
                <c:pt idx="231">
                  <c:v>0.19499999999999318</c:v>
                </c:pt>
                <c:pt idx="232">
                  <c:v>0.19489999999996144</c:v>
                </c:pt>
                <c:pt idx="233">
                  <c:v>0.19470000000001164</c:v>
                </c:pt>
                <c:pt idx="234">
                  <c:v>0.1945999999999799</c:v>
                </c:pt>
                <c:pt idx="235">
                  <c:v>0.194500000000005</c:v>
                </c:pt>
                <c:pt idx="236">
                  <c:v>0.19439999999997326</c:v>
                </c:pt>
                <c:pt idx="237">
                  <c:v>0.19419999999996662</c:v>
                </c:pt>
                <c:pt idx="238">
                  <c:v>0.19409999999999172</c:v>
                </c:pt>
                <c:pt idx="239">
                  <c:v>0.19399999999995998</c:v>
                </c:pt>
                <c:pt idx="240">
                  <c:v>0.19399999999995998</c:v>
                </c:pt>
                <c:pt idx="241">
                  <c:v>0.19389999999998508</c:v>
                </c:pt>
                <c:pt idx="242">
                  <c:v>0.19380000000001019</c:v>
                </c:pt>
                <c:pt idx="243">
                  <c:v>0.19369999999997844</c:v>
                </c:pt>
                <c:pt idx="244">
                  <c:v>0.19369999999997844</c:v>
                </c:pt>
                <c:pt idx="245">
                  <c:v>0.19360000000000355</c:v>
                </c:pt>
                <c:pt idx="246">
                  <c:v>0.19360000000000355</c:v>
                </c:pt>
                <c:pt idx="247">
                  <c:v>0.19349999999997181</c:v>
                </c:pt>
                <c:pt idx="248">
                  <c:v>0.19349999999997181</c:v>
                </c:pt>
                <c:pt idx="249">
                  <c:v>0.19339999999999691</c:v>
                </c:pt>
                <c:pt idx="250">
                  <c:v>0.19339999999999691</c:v>
                </c:pt>
                <c:pt idx="251">
                  <c:v>0.19329999999996517</c:v>
                </c:pt>
                <c:pt idx="252">
                  <c:v>0.19329999999996517</c:v>
                </c:pt>
                <c:pt idx="253">
                  <c:v>0.19329999999996517</c:v>
                </c:pt>
                <c:pt idx="254">
                  <c:v>0.19319999999999027</c:v>
                </c:pt>
                <c:pt idx="255">
                  <c:v>0.19319999999999027</c:v>
                </c:pt>
                <c:pt idx="256">
                  <c:v>0.19319999999999027</c:v>
                </c:pt>
                <c:pt idx="257">
                  <c:v>0.19319999999999027</c:v>
                </c:pt>
                <c:pt idx="258">
                  <c:v>0.19319999999999027</c:v>
                </c:pt>
                <c:pt idx="259">
                  <c:v>0.19309999999995853</c:v>
                </c:pt>
                <c:pt idx="260">
                  <c:v>0.19309999999995853</c:v>
                </c:pt>
                <c:pt idx="261">
                  <c:v>0.19309999999995853</c:v>
                </c:pt>
                <c:pt idx="262">
                  <c:v>0.19309999999995853</c:v>
                </c:pt>
                <c:pt idx="263">
                  <c:v>0.19309999999995853</c:v>
                </c:pt>
                <c:pt idx="264">
                  <c:v>0.19309999999995853</c:v>
                </c:pt>
                <c:pt idx="265">
                  <c:v>0.19309999999995853</c:v>
                </c:pt>
                <c:pt idx="266">
                  <c:v>0.19309999999995853</c:v>
                </c:pt>
                <c:pt idx="267">
                  <c:v>0.19309999999995853</c:v>
                </c:pt>
                <c:pt idx="268">
                  <c:v>0.19309999999995853</c:v>
                </c:pt>
                <c:pt idx="269">
                  <c:v>0.19309999999995853</c:v>
                </c:pt>
                <c:pt idx="270">
                  <c:v>0.19319999999999027</c:v>
                </c:pt>
                <c:pt idx="271">
                  <c:v>0.19319999999999027</c:v>
                </c:pt>
                <c:pt idx="272">
                  <c:v>0.19319999999999027</c:v>
                </c:pt>
                <c:pt idx="273">
                  <c:v>0.19319999999999027</c:v>
                </c:pt>
                <c:pt idx="274">
                  <c:v>0.19329999999996517</c:v>
                </c:pt>
                <c:pt idx="275">
                  <c:v>0.19329999999996517</c:v>
                </c:pt>
                <c:pt idx="276">
                  <c:v>0.19329999999996517</c:v>
                </c:pt>
                <c:pt idx="277">
                  <c:v>0.19329999999996517</c:v>
                </c:pt>
                <c:pt idx="278">
                  <c:v>0.19339999999999691</c:v>
                </c:pt>
                <c:pt idx="279">
                  <c:v>0.19339999999999691</c:v>
                </c:pt>
                <c:pt idx="280">
                  <c:v>0.19339999999999691</c:v>
                </c:pt>
                <c:pt idx="281">
                  <c:v>0.19339999999999691</c:v>
                </c:pt>
                <c:pt idx="282">
                  <c:v>0.19349999999997181</c:v>
                </c:pt>
                <c:pt idx="283">
                  <c:v>0.19349999999997181</c:v>
                </c:pt>
                <c:pt idx="284">
                  <c:v>0.19349999999997181</c:v>
                </c:pt>
                <c:pt idx="285">
                  <c:v>0.19349999999997181</c:v>
                </c:pt>
                <c:pt idx="286">
                  <c:v>0.19349999999997181</c:v>
                </c:pt>
                <c:pt idx="287">
                  <c:v>0.19360000000000355</c:v>
                </c:pt>
                <c:pt idx="288">
                  <c:v>0.19360000000000355</c:v>
                </c:pt>
                <c:pt idx="289">
                  <c:v>0.19360000000000355</c:v>
                </c:pt>
                <c:pt idx="290">
                  <c:v>0.19360000000000355</c:v>
                </c:pt>
                <c:pt idx="291">
                  <c:v>0.19360000000000355</c:v>
                </c:pt>
                <c:pt idx="292">
                  <c:v>0.19360000000000355</c:v>
                </c:pt>
                <c:pt idx="293">
                  <c:v>0.19360000000000355</c:v>
                </c:pt>
                <c:pt idx="294">
                  <c:v>0.19369999999997844</c:v>
                </c:pt>
                <c:pt idx="295">
                  <c:v>0.19369999999997844</c:v>
                </c:pt>
                <c:pt idx="296">
                  <c:v>0.19369999999997844</c:v>
                </c:pt>
                <c:pt idx="297">
                  <c:v>0.19369999999997844</c:v>
                </c:pt>
                <c:pt idx="298">
                  <c:v>0.19369999999997844</c:v>
                </c:pt>
                <c:pt idx="299">
                  <c:v>0.19369999999997844</c:v>
                </c:pt>
                <c:pt idx="300">
                  <c:v>0.19369999999997844</c:v>
                </c:pt>
                <c:pt idx="301">
                  <c:v>0.19369999999997844</c:v>
                </c:pt>
                <c:pt idx="302">
                  <c:v>0.19369999999997844</c:v>
                </c:pt>
                <c:pt idx="303">
                  <c:v>0.19369999999997844</c:v>
                </c:pt>
                <c:pt idx="304">
                  <c:v>0.19369999999997844</c:v>
                </c:pt>
                <c:pt idx="305">
                  <c:v>0.19380000000001019</c:v>
                </c:pt>
                <c:pt idx="306">
                  <c:v>0.19380000000001019</c:v>
                </c:pt>
                <c:pt idx="307">
                  <c:v>0.19380000000001019</c:v>
                </c:pt>
                <c:pt idx="308">
                  <c:v>0.19380000000001019</c:v>
                </c:pt>
                <c:pt idx="309">
                  <c:v>0.19380000000001019</c:v>
                </c:pt>
                <c:pt idx="310">
                  <c:v>0.19380000000001019</c:v>
                </c:pt>
                <c:pt idx="311">
                  <c:v>0.19380000000001019</c:v>
                </c:pt>
                <c:pt idx="312">
                  <c:v>0.19380000000001019</c:v>
                </c:pt>
                <c:pt idx="313">
                  <c:v>0.19380000000001019</c:v>
                </c:pt>
                <c:pt idx="314">
                  <c:v>0.19380000000001019</c:v>
                </c:pt>
                <c:pt idx="315">
                  <c:v>0.19380000000001019</c:v>
                </c:pt>
                <c:pt idx="316">
                  <c:v>0.19369999999997844</c:v>
                </c:pt>
                <c:pt idx="317">
                  <c:v>0.19349999999997181</c:v>
                </c:pt>
                <c:pt idx="318">
                  <c:v>0.19329999999996517</c:v>
                </c:pt>
                <c:pt idx="319">
                  <c:v>0.19309999999995853</c:v>
                </c:pt>
                <c:pt idx="320">
                  <c:v>0.19290000000000873</c:v>
                </c:pt>
                <c:pt idx="321">
                  <c:v>0.19270000000000209</c:v>
                </c:pt>
                <c:pt idx="322">
                  <c:v>0.19249999999999545</c:v>
                </c:pt>
                <c:pt idx="323">
                  <c:v>0.19229999999998881</c:v>
                </c:pt>
                <c:pt idx="324">
                  <c:v>0.19209999999998217</c:v>
                </c:pt>
                <c:pt idx="325">
                  <c:v>0.19189999999997553</c:v>
                </c:pt>
                <c:pt idx="326">
                  <c:v>0.19180000000000064</c:v>
                </c:pt>
                <c:pt idx="327">
                  <c:v>0.191599999999994</c:v>
                </c:pt>
                <c:pt idx="328">
                  <c:v>0.19139999999998736</c:v>
                </c:pt>
                <c:pt idx="329">
                  <c:v>0.19129999999995562</c:v>
                </c:pt>
                <c:pt idx="330">
                  <c:v>0.19119999999998072</c:v>
                </c:pt>
                <c:pt idx="331">
                  <c:v>0.19099999999997408</c:v>
                </c:pt>
                <c:pt idx="332">
                  <c:v>0.19089999999999918</c:v>
                </c:pt>
                <c:pt idx="333">
                  <c:v>0.19079999999996744</c:v>
                </c:pt>
                <c:pt idx="334">
                  <c:v>0.19069999999999254</c:v>
                </c:pt>
                <c:pt idx="335">
                  <c:v>0.1905999999999608</c:v>
                </c:pt>
                <c:pt idx="336">
                  <c:v>0.1904999999999859</c:v>
                </c:pt>
                <c:pt idx="337">
                  <c:v>0.190400000000011</c:v>
                </c:pt>
                <c:pt idx="338">
                  <c:v>0.19029999999997926</c:v>
                </c:pt>
                <c:pt idx="339">
                  <c:v>0.19020000000000437</c:v>
                </c:pt>
                <c:pt idx="340">
                  <c:v>0.19020000000000437</c:v>
                </c:pt>
                <c:pt idx="341">
                  <c:v>0.190400000000011</c:v>
                </c:pt>
                <c:pt idx="342">
                  <c:v>0.19079999999996744</c:v>
                </c:pt>
                <c:pt idx="343">
                  <c:v>0.19129999999995562</c:v>
                </c:pt>
                <c:pt idx="344">
                  <c:v>0.19189999999997553</c:v>
                </c:pt>
                <c:pt idx="345">
                  <c:v>0.19249999999999545</c:v>
                </c:pt>
                <c:pt idx="346">
                  <c:v>0.19309999999995853</c:v>
                </c:pt>
                <c:pt idx="347">
                  <c:v>0.19360000000000355</c:v>
                </c:pt>
                <c:pt idx="348">
                  <c:v>0.19419999999996662</c:v>
                </c:pt>
                <c:pt idx="349">
                  <c:v>0.19470000000001164</c:v>
                </c:pt>
                <c:pt idx="350">
                  <c:v>0.19509999999996808</c:v>
                </c:pt>
                <c:pt idx="351">
                  <c:v>0.19559999999995625</c:v>
                </c:pt>
                <c:pt idx="352">
                  <c:v>0.19599999999996953</c:v>
                </c:pt>
                <c:pt idx="353">
                  <c:v>0.19630000000000791</c:v>
                </c:pt>
                <c:pt idx="354">
                  <c:v>0.19669999999996435</c:v>
                </c:pt>
                <c:pt idx="355">
                  <c:v>0.19700000000000273</c:v>
                </c:pt>
                <c:pt idx="356">
                  <c:v>0.19729999999998427</c:v>
                </c:pt>
                <c:pt idx="357">
                  <c:v>0.1975999999999658</c:v>
                </c:pt>
                <c:pt idx="358">
                  <c:v>0.19790000000000418</c:v>
                </c:pt>
                <c:pt idx="359">
                  <c:v>0.19819999999998572</c:v>
                </c:pt>
                <c:pt idx="360">
                  <c:v>0.19839999999999236</c:v>
                </c:pt>
                <c:pt idx="361">
                  <c:v>0.19839999999999236</c:v>
                </c:pt>
                <c:pt idx="362">
                  <c:v>0.198599999999999</c:v>
                </c:pt>
                <c:pt idx="363">
                  <c:v>0.19880000000000564</c:v>
                </c:pt>
                <c:pt idx="364">
                  <c:v>0.19899999999995543</c:v>
                </c:pt>
                <c:pt idx="365">
                  <c:v>0.19919999999996207</c:v>
                </c:pt>
                <c:pt idx="366">
                  <c:v>0.19939999999996871</c:v>
                </c:pt>
                <c:pt idx="367">
                  <c:v>0.19950000000000045</c:v>
                </c:pt>
                <c:pt idx="368">
                  <c:v>0.19970000000000709</c:v>
                </c:pt>
                <c:pt idx="369">
                  <c:v>0.19979999999998199</c:v>
                </c:pt>
                <c:pt idx="370">
                  <c:v>0.19989999999995689</c:v>
                </c:pt>
                <c:pt idx="371">
                  <c:v>0.19999999999998863</c:v>
                </c:pt>
                <c:pt idx="372">
                  <c:v>0.19999999999998863</c:v>
                </c:pt>
                <c:pt idx="373">
                  <c:v>0.19989999999995689</c:v>
                </c:pt>
                <c:pt idx="374">
                  <c:v>0.19950000000000045</c:v>
                </c:pt>
                <c:pt idx="375">
                  <c:v>0.19919999999996207</c:v>
                </c:pt>
                <c:pt idx="376">
                  <c:v>0.1986999999999739</c:v>
                </c:pt>
                <c:pt idx="377">
                  <c:v>0.19829999999996062</c:v>
                </c:pt>
                <c:pt idx="378">
                  <c:v>0.19790000000000418</c:v>
                </c:pt>
                <c:pt idx="379">
                  <c:v>0.1975999999999658</c:v>
                </c:pt>
                <c:pt idx="380">
                  <c:v>0.19720000000000937</c:v>
                </c:pt>
                <c:pt idx="381">
                  <c:v>0.19689999999997099</c:v>
                </c:pt>
                <c:pt idx="382">
                  <c:v>0.19659999999998945</c:v>
                </c:pt>
                <c:pt idx="383">
                  <c:v>0.19630000000000791</c:v>
                </c:pt>
                <c:pt idx="384">
                  <c:v>0.19599999999996953</c:v>
                </c:pt>
                <c:pt idx="385">
                  <c:v>0.19579999999996289</c:v>
                </c:pt>
                <c:pt idx="386">
                  <c:v>0.19559999999995625</c:v>
                </c:pt>
                <c:pt idx="387">
                  <c:v>0.19540000000000646</c:v>
                </c:pt>
                <c:pt idx="388">
                  <c:v>0.19519999999999982</c:v>
                </c:pt>
                <c:pt idx="389">
                  <c:v>0.19499999999999318</c:v>
                </c:pt>
                <c:pt idx="390">
                  <c:v>0.19489999999996144</c:v>
                </c:pt>
                <c:pt idx="391">
                  <c:v>0.19470000000001164</c:v>
                </c:pt>
                <c:pt idx="392">
                  <c:v>0.1945999999999799</c:v>
                </c:pt>
                <c:pt idx="393">
                  <c:v>0.194500000000005</c:v>
                </c:pt>
                <c:pt idx="394">
                  <c:v>0.19429999999999836</c:v>
                </c:pt>
                <c:pt idx="395">
                  <c:v>0.19419999999996662</c:v>
                </c:pt>
                <c:pt idx="396">
                  <c:v>0.19409999999999172</c:v>
                </c:pt>
                <c:pt idx="397">
                  <c:v>0.19399999999995998</c:v>
                </c:pt>
                <c:pt idx="398">
                  <c:v>0.19389999999998508</c:v>
                </c:pt>
                <c:pt idx="399">
                  <c:v>0.19389999999998508</c:v>
                </c:pt>
                <c:pt idx="400">
                  <c:v>0.19380000000001019</c:v>
                </c:pt>
                <c:pt idx="401">
                  <c:v>0.19369999999997844</c:v>
                </c:pt>
                <c:pt idx="402">
                  <c:v>0.19369999999997844</c:v>
                </c:pt>
                <c:pt idx="403">
                  <c:v>0.19360000000000355</c:v>
                </c:pt>
                <c:pt idx="404">
                  <c:v>0.19360000000000355</c:v>
                </c:pt>
                <c:pt idx="405">
                  <c:v>0.19349999999997181</c:v>
                </c:pt>
                <c:pt idx="406">
                  <c:v>0.19349999999997181</c:v>
                </c:pt>
                <c:pt idx="407">
                  <c:v>0.19339999999999691</c:v>
                </c:pt>
                <c:pt idx="408">
                  <c:v>0.19339999999999691</c:v>
                </c:pt>
                <c:pt idx="409">
                  <c:v>0.19329999999996517</c:v>
                </c:pt>
                <c:pt idx="410">
                  <c:v>0.19329999999996517</c:v>
                </c:pt>
                <c:pt idx="411">
                  <c:v>0.19329999999996517</c:v>
                </c:pt>
                <c:pt idx="412">
                  <c:v>0.19319999999999027</c:v>
                </c:pt>
                <c:pt idx="413">
                  <c:v>0.19319999999999027</c:v>
                </c:pt>
                <c:pt idx="414">
                  <c:v>0.19319999999999027</c:v>
                </c:pt>
                <c:pt idx="415">
                  <c:v>0.19319999999999027</c:v>
                </c:pt>
                <c:pt idx="416">
                  <c:v>0.19319999999999027</c:v>
                </c:pt>
                <c:pt idx="417">
                  <c:v>0.19309999999995853</c:v>
                </c:pt>
                <c:pt idx="418">
                  <c:v>0.19309999999995853</c:v>
                </c:pt>
                <c:pt idx="419">
                  <c:v>0.19309999999995853</c:v>
                </c:pt>
                <c:pt idx="420">
                  <c:v>0.19309999999995853</c:v>
                </c:pt>
                <c:pt idx="421">
                  <c:v>0.19309999999995853</c:v>
                </c:pt>
                <c:pt idx="422">
                  <c:v>0.19309999999995853</c:v>
                </c:pt>
                <c:pt idx="423">
                  <c:v>0.19309999999995853</c:v>
                </c:pt>
                <c:pt idx="424">
                  <c:v>0.19309999999995853</c:v>
                </c:pt>
                <c:pt idx="425">
                  <c:v>0.19309999999995853</c:v>
                </c:pt>
                <c:pt idx="426">
                  <c:v>0.19309999999995853</c:v>
                </c:pt>
                <c:pt idx="427">
                  <c:v>0.19309999999995853</c:v>
                </c:pt>
                <c:pt idx="428">
                  <c:v>0.19319999999999027</c:v>
                </c:pt>
                <c:pt idx="429">
                  <c:v>0.19319999999999027</c:v>
                </c:pt>
                <c:pt idx="430">
                  <c:v>0.19319999999999027</c:v>
                </c:pt>
                <c:pt idx="431">
                  <c:v>0.19319999999999027</c:v>
                </c:pt>
                <c:pt idx="432">
                  <c:v>0.19329999999996517</c:v>
                </c:pt>
                <c:pt idx="433">
                  <c:v>0.19329999999996517</c:v>
                </c:pt>
                <c:pt idx="434">
                  <c:v>0.19329999999996517</c:v>
                </c:pt>
                <c:pt idx="435">
                  <c:v>0.19339999999999691</c:v>
                </c:pt>
                <c:pt idx="436">
                  <c:v>0.19339999999999691</c:v>
                </c:pt>
                <c:pt idx="437">
                  <c:v>0.19339999999999691</c:v>
                </c:pt>
                <c:pt idx="438">
                  <c:v>0.19339999999999691</c:v>
                </c:pt>
                <c:pt idx="439">
                  <c:v>0.19339999999999691</c:v>
                </c:pt>
                <c:pt idx="440">
                  <c:v>0.19349999999997181</c:v>
                </c:pt>
                <c:pt idx="441">
                  <c:v>0.19349999999997181</c:v>
                </c:pt>
                <c:pt idx="442">
                  <c:v>0.19349999999997181</c:v>
                </c:pt>
                <c:pt idx="443">
                  <c:v>0.19349999999997181</c:v>
                </c:pt>
                <c:pt idx="444">
                  <c:v>0.19349999999997181</c:v>
                </c:pt>
                <c:pt idx="445">
                  <c:v>0.19360000000000355</c:v>
                </c:pt>
                <c:pt idx="446">
                  <c:v>0.19360000000000355</c:v>
                </c:pt>
                <c:pt idx="447">
                  <c:v>0.19360000000000355</c:v>
                </c:pt>
                <c:pt idx="448">
                  <c:v>0.19360000000000355</c:v>
                </c:pt>
                <c:pt idx="449">
                  <c:v>0.19360000000000355</c:v>
                </c:pt>
                <c:pt idx="450">
                  <c:v>0.19360000000000355</c:v>
                </c:pt>
                <c:pt idx="451">
                  <c:v>0.19360000000000355</c:v>
                </c:pt>
                <c:pt idx="452">
                  <c:v>0.19360000000000355</c:v>
                </c:pt>
                <c:pt idx="453">
                  <c:v>0.19369999999997844</c:v>
                </c:pt>
                <c:pt idx="454">
                  <c:v>0.19369999999997844</c:v>
                </c:pt>
                <c:pt idx="455">
                  <c:v>0.19369999999997844</c:v>
                </c:pt>
                <c:pt idx="456">
                  <c:v>0.19369999999997844</c:v>
                </c:pt>
                <c:pt idx="457">
                  <c:v>0.19369999999997844</c:v>
                </c:pt>
                <c:pt idx="458">
                  <c:v>0.19369999999997844</c:v>
                </c:pt>
                <c:pt idx="459">
                  <c:v>0.19369999999997844</c:v>
                </c:pt>
                <c:pt idx="460">
                  <c:v>0.19369999999997844</c:v>
                </c:pt>
                <c:pt idx="461">
                  <c:v>0.19369999999997844</c:v>
                </c:pt>
                <c:pt idx="462">
                  <c:v>0.19369999999997844</c:v>
                </c:pt>
                <c:pt idx="463">
                  <c:v>0.19380000000001019</c:v>
                </c:pt>
                <c:pt idx="464">
                  <c:v>0.19380000000001019</c:v>
                </c:pt>
                <c:pt idx="465">
                  <c:v>0.19380000000001019</c:v>
                </c:pt>
                <c:pt idx="466">
                  <c:v>0.19380000000001019</c:v>
                </c:pt>
                <c:pt idx="467">
                  <c:v>0.19380000000001019</c:v>
                </c:pt>
                <c:pt idx="468">
                  <c:v>0.19380000000001019</c:v>
                </c:pt>
                <c:pt idx="469">
                  <c:v>0.19380000000001019</c:v>
                </c:pt>
                <c:pt idx="470">
                  <c:v>0.19380000000001019</c:v>
                </c:pt>
                <c:pt idx="471">
                  <c:v>0.19380000000001019</c:v>
                </c:pt>
                <c:pt idx="472">
                  <c:v>0.19380000000001019</c:v>
                </c:pt>
                <c:pt idx="473">
                  <c:v>0.19380000000001019</c:v>
                </c:pt>
                <c:pt idx="474">
                  <c:v>0.19369999999997844</c:v>
                </c:pt>
                <c:pt idx="475">
                  <c:v>0.19360000000000355</c:v>
                </c:pt>
                <c:pt idx="476">
                  <c:v>0.19349999999997181</c:v>
                </c:pt>
                <c:pt idx="477">
                  <c:v>0.19329999999996517</c:v>
                </c:pt>
                <c:pt idx="478">
                  <c:v>0.19309999999995853</c:v>
                </c:pt>
                <c:pt idx="479">
                  <c:v>0.19279999999997699</c:v>
                </c:pt>
                <c:pt idx="480">
                  <c:v>0.19259999999997035</c:v>
                </c:pt>
                <c:pt idx="481">
                  <c:v>0.19239999999996371</c:v>
                </c:pt>
                <c:pt idx="482">
                  <c:v>0.19219999999995707</c:v>
                </c:pt>
                <c:pt idx="483">
                  <c:v>0.19209999999998217</c:v>
                </c:pt>
                <c:pt idx="484">
                  <c:v>0.19189999999997553</c:v>
                </c:pt>
                <c:pt idx="485">
                  <c:v>0.1916999999999689</c:v>
                </c:pt>
                <c:pt idx="486">
                  <c:v>0.191599999999994</c:v>
                </c:pt>
                <c:pt idx="487">
                  <c:v>0.19139999999998736</c:v>
                </c:pt>
                <c:pt idx="488">
                  <c:v>0.19129999999995562</c:v>
                </c:pt>
                <c:pt idx="489">
                  <c:v>0.19110000000000582</c:v>
                </c:pt>
                <c:pt idx="490">
                  <c:v>0.19099999999997408</c:v>
                </c:pt>
                <c:pt idx="491">
                  <c:v>0.19089999999999918</c:v>
                </c:pt>
                <c:pt idx="492">
                  <c:v>0.19079999999996744</c:v>
                </c:pt>
                <c:pt idx="493">
                  <c:v>0.1905999999999608</c:v>
                </c:pt>
                <c:pt idx="494">
                  <c:v>0.1904999999999859</c:v>
                </c:pt>
                <c:pt idx="495">
                  <c:v>0.190400000000011</c:v>
                </c:pt>
                <c:pt idx="496">
                  <c:v>0.19029999999997926</c:v>
                </c:pt>
                <c:pt idx="497">
                  <c:v>0.19029999999997926</c:v>
                </c:pt>
                <c:pt idx="498">
                  <c:v>0.19020000000000437</c:v>
                </c:pt>
                <c:pt idx="499">
                  <c:v>0.19020000000000437</c:v>
                </c:pt>
                <c:pt idx="500">
                  <c:v>0.1904999999999859</c:v>
                </c:pt>
                <c:pt idx="501">
                  <c:v>0.19089999999999918</c:v>
                </c:pt>
                <c:pt idx="502">
                  <c:v>0.19139999999998736</c:v>
                </c:pt>
                <c:pt idx="503">
                  <c:v>0.19200000000000728</c:v>
                </c:pt>
                <c:pt idx="504">
                  <c:v>0.19259999999997035</c:v>
                </c:pt>
                <c:pt idx="505">
                  <c:v>0.19319999999999027</c:v>
                </c:pt>
                <c:pt idx="506">
                  <c:v>0.19369999999997844</c:v>
                </c:pt>
                <c:pt idx="507">
                  <c:v>0.19429999999999836</c:v>
                </c:pt>
                <c:pt idx="508">
                  <c:v>0.19470000000001164</c:v>
                </c:pt>
                <c:pt idx="509">
                  <c:v>0.19519999999999982</c:v>
                </c:pt>
                <c:pt idx="510">
                  <c:v>0.19559999999995625</c:v>
                </c:pt>
                <c:pt idx="511">
                  <c:v>0.19599999999996953</c:v>
                </c:pt>
                <c:pt idx="512">
                  <c:v>0.19639999999998281</c:v>
                </c:pt>
                <c:pt idx="513">
                  <c:v>0.19679999999999609</c:v>
                </c:pt>
                <c:pt idx="514">
                  <c:v>0.19709999999997763</c:v>
                </c:pt>
                <c:pt idx="515">
                  <c:v>0.19739999999995916</c:v>
                </c:pt>
                <c:pt idx="516">
                  <c:v>0.19769999999999754</c:v>
                </c:pt>
                <c:pt idx="517">
                  <c:v>0.19790000000000418</c:v>
                </c:pt>
                <c:pt idx="518">
                  <c:v>0.19819999999998572</c:v>
                </c:pt>
                <c:pt idx="519">
                  <c:v>0.19839999999999236</c:v>
                </c:pt>
                <c:pt idx="520">
                  <c:v>0.198599999999999</c:v>
                </c:pt>
                <c:pt idx="521">
                  <c:v>0.19889999999998054</c:v>
                </c:pt>
                <c:pt idx="522">
                  <c:v>0.19899999999995543</c:v>
                </c:pt>
                <c:pt idx="523">
                  <c:v>0.19919999999996207</c:v>
                </c:pt>
                <c:pt idx="524">
                  <c:v>0.19939999999996871</c:v>
                </c:pt>
                <c:pt idx="525">
                  <c:v>0.19959999999997535</c:v>
                </c:pt>
                <c:pt idx="526">
                  <c:v>0.19970000000000709</c:v>
                </c:pt>
                <c:pt idx="527">
                  <c:v>0.19979999999998199</c:v>
                </c:pt>
                <c:pt idx="528">
                  <c:v>0.19999999999998863</c:v>
                </c:pt>
                <c:pt idx="529">
                  <c:v>0.20009999999996353</c:v>
                </c:pt>
                <c:pt idx="530">
                  <c:v>0.19999999999998863</c:v>
                </c:pt>
                <c:pt idx="531">
                  <c:v>0.19979999999998199</c:v>
                </c:pt>
                <c:pt idx="532">
                  <c:v>0.19950000000000045</c:v>
                </c:pt>
              </c:numCache>
            </c:numRef>
          </c:yVal>
          <c:smooth val="1"/>
          <c:extLst>
            <c:ext xmlns:c16="http://schemas.microsoft.com/office/drawing/2014/chart" uri="{C3380CC4-5D6E-409C-BE32-E72D297353CC}">
              <c16:uniqueId val="{00000025-4233-4E9D-9D6D-D06060CC9530}"/>
            </c:ext>
          </c:extLst>
        </c:ser>
        <c:ser>
          <c:idx val="38"/>
          <c:order val="38"/>
          <c:tx>
            <c:strRef>
              <c:f>PM50000_Temps_oc5l2_50000!$BCO$1</c:f>
              <c:strCache>
                <c:ptCount val="1"/>
                <c:pt idx="0">
                  <c:v>TELE_PM_INTERIOR.39</c:v>
                </c:pt>
              </c:strCache>
            </c:strRef>
          </c:tx>
          <c:spPr>
            <a:ln w="19050" cap="rnd">
              <a:solidFill>
                <a:schemeClr val="accent3">
                  <a:lumMod val="70000"/>
                  <a:lumOff val="30000"/>
                </a:schemeClr>
              </a:solidFill>
              <a:round/>
            </a:ln>
            <a:effectLst/>
          </c:spPr>
          <c:marker>
            <c:symbol val="circle"/>
            <c:size val="5"/>
            <c:spPr>
              <a:solidFill>
                <a:schemeClr val="accent3">
                  <a:lumMod val="70000"/>
                  <a:lumOff val="30000"/>
                </a:schemeClr>
              </a:solidFill>
              <a:ln w="9525">
                <a:solidFill>
                  <a:schemeClr val="accent3">
                    <a:lumMod val="70000"/>
                    <a:lumOff val="3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PM50000_Temps_oc5l2_50000!$BCO$2:$BCO$536</c:f>
              <c:numCache>
                <c:formatCode>General</c:formatCode>
                <c:ptCount val="533"/>
                <c:pt idx="0">
                  <c:v>0</c:v>
                </c:pt>
                <c:pt idx="1">
                  <c:v>8.6000000000012733E-3</c:v>
                </c:pt>
                <c:pt idx="2">
                  <c:v>2.5000000000034106E-2</c:v>
                </c:pt>
                <c:pt idx="3">
                  <c:v>4.250000000001819E-2</c:v>
                </c:pt>
                <c:pt idx="4">
                  <c:v>5.920000000003256E-2</c:v>
                </c:pt>
                <c:pt idx="5">
                  <c:v>7.4400000000025557E-2</c:v>
                </c:pt>
                <c:pt idx="6">
                  <c:v>8.7899999999990541E-2</c:v>
                </c:pt>
                <c:pt idx="7">
                  <c:v>9.9699999999984357E-2</c:v>
                </c:pt>
                <c:pt idx="8">
                  <c:v>0.11020000000002028</c:v>
                </c:pt>
                <c:pt idx="9">
                  <c:v>0.11930000000000973</c:v>
                </c:pt>
                <c:pt idx="10">
                  <c:v>0.12740000000002283</c:v>
                </c:pt>
                <c:pt idx="11">
                  <c:v>0.13470000000000937</c:v>
                </c:pt>
                <c:pt idx="12">
                  <c:v>0.14109999999999445</c:v>
                </c:pt>
                <c:pt idx="13">
                  <c:v>0.14690000000001646</c:v>
                </c:pt>
                <c:pt idx="14">
                  <c:v>0.15219999999999345</c:v>
                </c:pt>
                <c:pt idx="15">
                  <c:v>0.15690000000000737</c:v>
                </c:pt>
                <c:pt idx="16">
                  <c:v>0.16130000000003974</c:v>
                </c:pt>
                <c:pt idx="17">
                  <c:v>0.1652000000000271</c:v>
                </c:pt>
                <c:pt idx="18">
                  <c:v>0.16880000000003292</c:v>
                </c:pt>
                <c:pt idx="19">
                  <c:v>0.17210000000000036</c:v>
                </c:pt>
                <c:pt idx="20">
                  <c:v>0.17509999999998627</c:v>
                </c:pt>
                <c:pt idx="21">
                  <c:v>0.17779999999999063</c:v>
                </c:pt>
                <c:pt idx="22">
                  <c:v>0.18029999999998836</c:v>
                </c:pt>
                <c:pt idx="23">
                  <c:v>0.18260000000003629</c:v>
                </c:pt>
                <c:pt idx="24">
                  <c:v>0.18470000000002074</c:v>
                </c:pt>
                <c:pt idx="25">
                  <c:v>0.18659999999999854</c:v>
                </c:pt>
                <c:pt idx="26">
                  <c:v>0.1885000000000332</c:v>
                </c:pt>
                <c:pt idx="27">
                  <c:v>0.19080000000002428</c:v>
                </c:pt>
                <c:pt idx="28">
                  <c:v>0.19330000000002201</c:v>
                </c:pt>
                <c:pt idx="29">
                  <c:v>0.19589999999999463</c:v>
                </c:pt>
                <c:pt idx="30">
                  <c:v>0.19839999999999236</c:v>
                </c:pt>
                <c:pt idx="31">
                  <c:v>0.20080000000001519</c:v>
                </c:pt>
                <c:pt idx="32">
                  <c:v>0.20289999999999964</c:v>
                </c:pt>
                <c:pt idx="33">
                  <c:v>0.20480000000003429</c:v>
                </c:pt>
                <c:pt idx="34">
                  <c:v>0.2066000000000372</c:v>
                </c:pt>
                <c:pt idx="35">
                  <c:v>0.20820000000003347</c:v>
                </c:pt>
                <c:pt idx="36">
                  <c:v>0.209699999999998</c:v>
                </c:pt>
                <c:pt idx="37">
                  <c:v>0.21100000000001273</c:v>
                </c:pt>
                <c:pt idx="38">
                  <c:v>0.21219999999999573</c:v>
                </c:pt>
                <c:pt idx="39">
                  <c:v>0.21340000000003556</c:v>
                </c:pt>
                <c:pt idx="40">
                  <c:v>0.21440000000001191</c:v>
                </c:pt>
                <c:pt idx="41">
                  <c:v>0.21539999999998827</c:v>
                </c:pt>
                <c:pt idx="42">
                  <c:v>0.21629999999998972</c:v>
                </c:pt>
                <c:pt idx="43">
                  <c:v>0.21710000000001628</c:v>
                </c:pt>
                <c:pt idx="44">
                  <c:v>0.21789999999998599</c:v>
                </c:pt>
                <c:pt idx="45">
                  <c:v>0.21860000000003765</c:v>
                </c:pt>
                <c:pt idx="46">
                  <c:v>0.21930000000003247</c:v>
                </c:pt>
                <c:pt idx="47">
                  <c:v>0.21989999999999554</c:v>
                </c:pt>
                <c:pt idx="48">
                  <c:v>0.22039999999998372</c:v>
                </c:pt>
                <c:pt idx="49">
                  <c:v>0.22100000000000364</c:v>
                </c:pt>
                <c:pt idx="50">
                  <c:v>0.22140000000001692</c:v>
                </c:pt>
                <c:pt idx="51">
                  <c:v>0.22190000000000509</c:v>
                </c:pt>
                <c:pt idx="52">
                  <c:v>0.22230000000001837</c:v>
                </c:pt>
                <c:pt idx="53">
                  <c:v>0.22270000000003165</c:v>
                </c:pt>
                <c:pt idx="54">
                  <c:v>0.22309999999998809</c:v>
                </c:pt>
                <c:pt idx="55">
                  <c:v>0.22340000000002647</c:v>
                </c:pt>
                <c:pt idx="56">
                  <c:v>0.223700000000008</c:v>
                </c:pt>
                <c:pt idx="57">
                  <c:v>0.223700000000008</c:v>
                </c:pt>
                <c:pt idx="58">
                  <c:v>0.22329999999999472</c:v>
                </c:pt>
                <c:pt idx="59">
                  <c:v>0.22270000000003165</c:v>
                </c:pt>
                <c:pt idx="60">
                  <c:v>0.22200000000003683</c:v>
                </c:pt>
                <c:pt idx="61">
                  <c:v>0.22129999999998518</c:v>
                </c:pt>
                <c:pt idx="62">
                  <c:v>0.22059999999999036</c:v>
                </c:pt>
                <c:pt idx="63">
                  <c:v>0.22000000000002728</c:v>
                </c:pt>
                <c:pt idx="64">
                  <c:v>0.21950000000003911</c:v>
                </c:pt>
                <c:pt idx="65">
                  <c:v>0.21899999999999409</c:v>
                </c:pt>
                <c:pt idx="66">
                  <c:v>0.21860000000003765</c:v>
                </c:pt>
                <c:pt idx="67">
                  <c:v>0.21820000000002437</c:v>
                </c:pt>
                <c:pt idx="68">
                  <c:v>0.21789999999998599</c:v>
                </c:pt>
                <c:pt idx="69">
                  <c:v>0.21760000000000446</c:v>
                </c:pt>
                <c:pt idx="70">
                  <c:v>0.21730000000002292</c:v>
                </c:pt>
                <c:pt idx="71">
                  <c:v>0.21710000000001628</c:v>
                </c:pt>
                <c:pt idx="72">
                  <c:v>0.21690000000000964</c:v>
                </c:pt>
                <c:pt idx="73">
                  <c:v>0.2166000000000281</c:v>
                </c:pt>
                <c:pt idx="74">
                  <c:v>0.21640000000002146</c:v>
                </c:pt>
                <c:pt idx="75">
                  <c:v>0.21629999999998972</c:v>
                </c:pt>
                <c:pt idx="76">
                  <c:v>0.21610000000003993</c:v>
                </c:pt>
                <c:pt idx="77">
                  <c:v>0.21600000000000819</c:v>
                </c:pt>
                <c:pt idx="78">
                  <c:v>0.21580000000000155</c:v>
                </c:pt>
                <c:pt idx="79">
                  <c:v>0.21570000000002665</c:v>
                </c:pt>
                <c:pt idx="80">
                  <c:v>0.21559999999999491</c:v>
                </c:pt>
                <c:pt idx="81">
                  <c:v>0.21550000000002001</c:v>
                </c:pt>
                <c:pt idx="82">
                  <c:v>0.21539999999998827</c:v>
                </c:pt>
                <c:pt idx="83">
                  <c:v>0.21530000000001337</c:v>
                </c:pt>
                <c:pt idx="84">
                  <c:v>0.21520000000003847</c:v>
                </c:pt>
                <c:pt idx="85">
                  <c:v>0.21510000000000673</c:v>
                </c:pt>
                <c:pt idx="86">
                  <c:v>0.21500000000003183</c:v>
                </c:pt>
                <c:pt idx="87">
                  <c:v>0.21490000000000009</c:v>
                </c:pt>
                <c:pt idx="88">
                  <c:v>0.21490000000000009</c:v>
                </c:pt>
                <c:pt idx="89">
                  <c:v>0.21480000000002519</c:v>
                </c:pt>
                <c:pt idx="90">
                  <c:v>0.21480000000002519</c:v>
                </c:pt>
                <c:pt idx="91">
                  <c:v>0.21469999999999345</c:v>
                </c:pt>
                <c:pt idx="92">
                  <c:v>0.21469999999999345</c:v>
                </c:pt>
                <c:pt idx="93">
                  <c:v>0.21460000000001855</c:v>
                </c:pt>
                <c:pt idx="94">
                  <c:v>0.21460000000001855</c:v>
                </c:pt>
                <c:pt idx="95">
                  <c:v>0.21460000000001855</c:v>
                </c:pt>
                <c:pt idx="96">
                  <c:v>0.21449999999998681</c:v>
                </c:pt>
                <c:pt idx="97">
                  <c:v>0.21449999999998681</c:v>
                </c:pt>
                <c:pt idx="98">
                  <c:v>0.21449999999998681</c:v>
                </c:pt>
                <c:pt idx="99">
                  <c:v>0.21440000000001191</c:v>
                </c:pt>
                <c:pt idx="100">
                  <c:v>0.21440000000001191</c:v>
                </c:pt>
                <c:pt idx="101">
                  <c:v>0.21440000000001191</c:v>
                </c:pt>
                <c:pt idx="102">
                  <c:v>0.21440000000001191</c:v>
                </c:pt>
                <c:pt idx="103">
                  <c:v>0.21430000000003702</c:v>
                </c:pt>
                <c:pt idx="104">
                  <c:v>0.21430000000003702</c:v>
                </c:pt>
                <c:pt idx="105">
                  <c:v>0.21430000000003702</c:v>
                </c:pt>
                <c:pt idx="106">
                  <c:v>0.21430000000003702</c:v>
                </c:pt>
                <c:pt idx="107">
                  <c:v>0.21430000000003702</c:v>
                </c:pt>
                <c:pt idx="108">
                  <c:v>0.21430000000003702</c:v>
                </c:pt>
                <c:pt idx="109">
                  <c:v>0.21440000000001191</c:v>
                </c:pt>
                <c:pt idx="110">
                  <c:v>0.21440000000001191</c:v>
                </c:pt>
                <c:pt idx="111">
                  <c:v>0.21449999999998681</c:v>
                </c:pt>
                <c:pt idx="112">
                  <c:v>0.21449999999998681</c:v>
                </c:pt>
                <c:pt idx="113">
                  <c:v>0.21460000000001855</c:v>
                </c:pt>
                <c:pt idx="114">
                  <c:v>0.21460000000001855</c:v>
                </c:pt>
                <c:pt idx="115">
                  <c:v>0.21469999999999345</c:v>
                </c:pt>
                <c:pt idx="116">
                  <c:v>0.21469999999999345</c:v>
                </c:pt>
                <c:pt idx="117">
                  <c:v>0.21480000000002519</c:v>
                </c:pt>
                <c:pt idx="118">
                  <c:v>0.21480000000002519</c:v>
                </c:pt>
                <c:pt idx="119">
                  <c:v>0.21480000000002519</c:v>
                </c:pt>
                <c:pt idx="120">
                  <c:v>0.21490000000000009</c:v>
                </c:pt>
                <c:pt idx="121">
                  <c:v>0.21490000000000009</c:v>
                </c:pt>
                <c:pt idx="122">
                  <c:v>0.21490000000000009</c:v>
                </c:pt>
                <c:pt idx="123">
                  <c:v>0.21500000000003183</c:v>
                </c:pt>
                <c:pt idx="124">
                  <c:v>0.21500000000003183</c:v>
                </c:pt>
                <c:pt idx="125">
                  <c:v>0.21500000000003183</c:v>
                </c:pt>
                <c:pt idx="126">
                  <c:v>0.21510000000000673</c:v>
                </c:pt>
                <c:pt idx="127">
                  <c:v>0.21510000000000673</c:v>
                </c:pt>
                <c:pt idx="128">
                  <c:v>0.21510000000000673</c:v>
                </c:pt>
                <c:pt idx="129">
                  <c:v>0.21510000000000673</c:v>
                </c:pt>
                <c:pt idx="130">
                  <c:v>0.21520000000003847</c:v>
                </c:pt>
                <c:pt idx="131">
                  <c:v>0.21520000000003847</c:v>
                </c:pt>
                <c:pt idx="132">
                  <c:v>0.21520000000003847</c:v>
                </c:pt>
                <c:pt idx="133">
                  <c:v>0.21520000000003847</c:v>
                </c:pt>
                <c:pt idx="134">
                  <c:v>0.21520000000003847</c:v>
                </c:pt>
                <c:pt idx="135">
                  <c:v>0.21530000000001337</c:v>
                </c:pt>
                <c:pt idx="136">
                  <c:v>0.21530000000001337</c:v>
                </c:pt>
                <c:pt idx="137">
                  <c:v>0.21530000000001337</c:v>
                </c:pt>
                <c:pt idx="138">
                  <c:v>0.21530000000001337</c:v>
                </c:pt>
                <c:pt idx="139">
                  <c:v>0.21530000000001337</c:v>
                </c:pt>
                <c:pt idx="140">
                  <c:v>0.21530000000001337</c:v>
                </c:pt>
                <c:pt idx="141">
                  <c:v>0.21530000000001337</c:v>
                </c:pt>
                <c:pt idx="142">
                  <c:v>0.21539999999998827</c:v>
                </c:pt>
                <c:pt idx="143">
                  <c:v>0.21539999999998827</c:v>
                </c:pt>
                <c:pt idx="144">
                  <c:v>0.21539999999998827</c:v>
                </c:pt>
                <c:pt idx="145">
                  <c:v>0.21539999999998827</c:v>
                </c:pt>
                <c:pt idx="146">
                  <c:v>0.21539999999998827</c:v>
                </c:pt>
                <c:pt idx="147">
                  <c:v>0.21539999999998827</c:v>
                </c:pt>
                <c:pt idx="148">
                  <c:v>0.21539999999998827</c:v>
                </c:pt>
                <c:pt idx="149">
                  <c:v>0.21539999999998827</c:v>
                </c:pt>
                <c:pt idx="150">
                  <c:v>0.21539999999998827</c:v>
                </c:pt>
                <c:pt idx="151">
                  <c:v>0.21539999999998827</c:v>
                </c:pt>
                <c:pt idx="152">
                  <c:v>0.21539999999998827</c:v>
                </c:pt>
                <c:pt idx="153">
                  <c:v>0.21539999999998827</c:v>
                </c:pt>
                <c:pt idx="154">
                  <c:v>0.21539999999998827</c:v>
                </c:pt>
                <c:pt idx="155">
                  <c:v>0.21550000000002001</c:v>
                </c:pt>
                <c:pt idx="156">
                  <c:v>0.21550000000002001</c:v>
                </c:pt>
                <c:pt idx="157">
                  <c:v>0.21550000000002001</c:v>
                </c:pt>
                <c:pt idx="158">
                  <c:v>0.21530000000001337</c:v>
                </c:pt>
                <c:pt idx="159">
                  <c:v>0.21500000000003183</c:v>
                </c:pt>
                <c:pt idx="160">
                  <c:v>0.21460000000001855</c:v>
                </c:pt>
                <c:pt idx="161">
                  <c:v>0.21420000000000528</c:v>
                </c:pt>
                <c:pt idx="162">
                  <c:v>0.213799999999992</c:v>
                </c:pt>
                <c:pt idx="163">
                  <c:v>0.21340000000003556</c:v>
                </c:pt>
                <c:pt idx="164">
                  <c:v>0.21300000000002228</c:v>
                </c:pt>
                <c:pt idx="165">
                  <c:v>0.2126999999999839</c:v>
                </c:pt>
                <c:pt idx="166">
                  <c:v>0.21240000000000236</c:v>
                </c:pt>
                <c:pt idx="167">
                  <c:v>0.21210000000002083</c:v>
                </c:pt>
                <c:pt idx="168">
                  <c:v>0.21190000000001419</c:v>
                </c:pt>
                <c:pt idx="169">
                  <c:v>0.21160000000003265</c:v>
                </c:pt>
                <c:pt idx="170">
                  <c:v>0.21140000000002601</c:v>
                </c:pt>
                <c:pt idx="171">
                  <c:v>0.21120000000001937</c:v>
                </c:pt>
                <c:pt idx="172">
                  <c:v>0.21100000000001273</c:v>
                </c:pt>
                <c:pt idx="173">
                  <c:v>0.21080000000000609</c:v>
                </c:pt>
                <c:pt idx="174">
                  <c:v>0.21059999999999945</c:v>
                </c:pt>
                <c:pt idx="175">
                  <c:v>0.21039999999999281</c:v>
                </c:pt>
                <c:pt idx="176">
                  <c:v>0.21030000000001792</c:v>
                </c:pt>
                <c:pt idx="177">
                  <c:v>0.21010000000001128</c:v>
                </c:pt>
                <c:pt idx="178">
                  <c:v>0.21000000000003638</c:v>
                </c:pt>
                <c:pt idx="179">
                  <c:v>0.20980000000002974</c:v>
                </c:pt>
                <c:pt idx="180">
                  <c:v>0.209699999999998</c:v>
                </c:pt>
                <c:pt idx="181">
                  <c:v>0.2096000000000231</c:v>
                </c:pt>
                <c:pt idx="182">
                  <c:v>0.20940000000001646</c:v>
                </c:pt>
                <c:pt idx="183">
                  <c:v>0.20949999999999136</c:v>
                </c:pt>
                <c:pt idx="184">
                  <c:v>0.21019999999998618</c:v>
                </c:pt>
                <c:pt idx="185">
                  <c:v>0.21120000000001937</c:v>
                </c:pt>
                <c:pt idx="186">
                  <c:v>0.21240000000000236</c:v>
                </c:pt>
                <c:pt idx="187">
                  <c:v>0.21359999999998536</c:v>
                </c:pt>
                <c:pt idx="188">
                  <c:v>0.21469999999999345</c:v>
                </c:pt>
                <c:pt idx="189">
                  <c:v>0.21570000000002665</c:v>
                </c:pt>
                <c:pt idx="190">
                  <c:v>0.2166000000000281</c:v>
                </c:pt>
                <c:pt idx="191">
                  <c:v>0.21739999999999782</c:v>
                </c:pt>
                <c:pt idx="192">
                  <c:v>0.21809999999999263</c:v>
                </c:pt>
                <c:pt idx="193">
                  <c:v>0.21879999999998745</c:v>
                </c:pt>
                <c:pt idx="194">
                  <c:v>0.21940000000000737</c:v>
                </c:pt>
                <c:pt idx="195">
                  <c:v>0.21989999999999554</c:v>
                </c:pt>
                <c:pt idx="196">
                  <c:v>0.22050000000001546</c:v>
                </c:pt>
                <c:pt idx="197">
                  <c:v>0.22090000000002874</c:v>
                </c:pt>
                <c:pt idx="198">
                  <c:v>0.22140000000001692</c:v>
                </c:pt>
                <c:pt idx="199">
                  <c:v>0.2218000000000302</c:v>
                </c:pt>
                <c:pt idx="200">
                  <c:v>0.22219999999998663</c:v>
                </c:pt>
                <c:pt idx="201">
                  <c:v>0.22259999999999991</c:v>
                </c:pt>
                <c:pt idx="202">
                  <c:v>0.22290000000003829</c:v>
                </c:pt>
                <c:pt idx="203">
                  <c:v>0.22320000000001983</c:v>
                </c:pt>
                <c:pt idx="204">
                  <c:v>0.22350000000000136</c:v>
                </c:pt>
                <c:pt idx="205">
                  <c:v>0.22380000000003974</c:v>
                </c:pt>
                <c:pt idx="206">
                  <c:v>0.22410000000002128</c:v>
                </c:pt>
                <c:pt idx="207">
                  <c:v>0.22430000000002792</c:v>
                </c:pt>
                <c:pt idx="208">
                  <c:v>0.22450000000003456</c:v>
                </c:pt>
                <c:pt idx="209">
                  <c:v>0.22469999999998436</c:v>
                </c:pt>
                <c:pt idx="210">
                  <c:v>0.224899999999991</c:v>
                </c:pt>
                <c:pt idx="211">
                  <c:v>0.22509999999999764</c:v>
                </c:pt>
                <c:pt idx="212">
                  <c:v>0.22530000000000427</c:v>
                </c:pt>
                <c:pt idx="213">
                  <c:v>0.22540000000003602</c:v>
                </c:pt>
                <c:pt idx="214">
                  <c:v>0.22530000000000427</c:v>
                </c:pt>
                <c:pt idx="215">
                  <c:v>0.22469999999998436</c:v>
                </c:pt>
                <c:pt idx="216">
                  <c:v>0.22390000000001464</c:v>
                </c:pt>
                <c:pt idx="217">
                  <c:v>0.22309999999998809</c:v>
                </c:pt>
                <c:pt idx="218">
                  <c:v>0.22230000000001837</c:v>
                </c:pt>
                <c:pt idx="219">
                  <c:v>0.22160000000002356</c:v>
                </c:pt>
                <c:pt idx="220">
                  <c:v>0.22090000000002874</c:v>
                </c:pt>
                <c:pt idx="221">
                  <c:v>0.22030000000000882</c:v>
                </c:pt>
                <c:pt idx="222">
                  <c:v>0.21980000000002065</c:v>
                </c:pt>
                <c:pt idx="223">
                  <c:v>0.21930000000003247</c:v>
                </c:pt>
                <c:pt idx="224">
                  <c:v>0.21890000000001919</c:v>
                </c:pt>
                <c:pt idx="225">
                  <c:v>0.21850000000000591</c:v>
                </c:pt>
                <c:pt idx="226">
                  <c:v>0.21820000000002437</c:v>
                </c:pt>
                <c:pt idx="227">
                  <c:v>0.21789999999998599</c:v>
                </c:pt>
                <c:pt idx="228">
                  <c:v>0.21760000000000446</c:v>
                </c:pt>
                <c:pt idx="229">
                  <c:v>0.21730000000002292</c:v>
                </c:pt>
                <c:pt idx="230">
                  <c:v>0.21710000000001628</c:v>
                </c:pt>
                <c:pt idx="231">
                  <c:v>0.21680000000003474</c:v>
                </c:pt>
                <c:pt idx="232">
                  <c:v>0.2166000000000281</c:v>
                </c:pt>
                <c:pt idx="233">
                  <c:v>0.21640000000002146</c:v>
                </c:pt>
                <c:pt idx="234">
                  <c:v>0.21629999999998972</c:v>
                </c:pt>
                <c:pt idx="235">
                  <c:v>0.21610000000003993</c:v>
                </c:pt>
                <c:pt idx="236">
                  <c:v>0.21590000000003329</c:v>
                </c:pt>
                <c:pt idx="237">
                  <c:v>0.21580000000000155</c:v>
                </c:pt>
                <c:pt idx="238">
                  <c:v>0.21570000000002665</c:v>
                </c:pt>
                <c:pt idx="239">
                  <c:v>0.21559999999999491</c:v>
                </c:pt>
                <c:pt idx="240">
                  <c:v>0.21550000000002001</c:v>
                </c:pt>
                <c:pt idx="241">
                  <c:v>0.21539999999998827</c:v>
                </c:pt>
                <c:pt idx="242">
                  <c:v>0.21530000000001337</c:v>
                </c:pt>
                <c:pt idx="243">
                  <c:v>0.21520000000003847</c:v>
                </c:pt>
                <c:pt idx="244">
                  <c:v>0.21510000000000673</c:v>
                </c:pt>
                <c:pt idx="245">
                  <c:v>0.21500000000003183</c:v>
                </c:pt>
                <c:pt idx="246">
                  <c:v>0.21500000000003183</c:v>
                </c:pt>
                <c:pt idx="247">
                  <c:v>0.21490000000000009</c:v>
                </c:pt>
                <c:pt idx="248">
                  <c:v>0.21480000000002519</c:v>
                </c:pt>
                <c:pt idx="249">
                  <c:v>0.21480000000002519</c:v>
                </c:pt>
                <c:pt idx="250">
                  <c:v>0.21469999999999345</c:v>
                </c:pt>
                <c:pt idx="251">
                  <c:v>0.21469999999999345</c:v>
                </c:pt>
                <c:pt idx="252">
                  <c:v>0.21460000000001855</c:v>
                </c:pt>
                <c:pt idx="253">
                  <c:v>0.21460000000001855</c:v>
                </c:pt>
                <c:pt idx="254">
                  <c:v>0.21460000000001855</c:v>
                </c:pt>
                <c:pt idx="255">
                  <c:v>0.21449999999998681</c:v>
                </c:pt>
                <c:pt idx="256">
                  <c:v>0.21449999999998681</c:v>
                </c:pt>
                <c:pt idx="257">
                  <c:v>0.21449999999998681</c:v>
                </c:pt>
                <c:pt idx="258">
                  <c:v>0.21440000000001191</c:v>
                </c:pt>
                <c:pt idx="259">
                  <c:v>0.21440000000001191</c:v>
                </c:pt>
                <c:pt idx="260">
                  <c:v>0.21440000000001191</c:v>
                </c:pt>
                <c:pt idx="261">
                  <c:v>0.21440000000001191</c:v>
                </c:pt>
                <c:pt idx="262">
                  <c:v>0.21440000000001191</c:v>
                </c:pt>
                <c:pt idx="263">
                  <c:v>0.21430000000003702</c:v>
                </c:pt>
                <c:pt idx="264">
                  <c:v>0.21430000000003702</c:v>
                </c:pt>
                <c:pt idx="265">
                  <c:v>0.21440000000001191</c:v>
                </c:pt>
                <c:pt idx="266">
                  <c:v>0.21440000000001191</c:v>
                </c:pt>
                <c:pt idx="267">
                  <c:v>0.21449999999998681</c:v>
                </c:pt>
                <c:pt idx="268">
                  <c:v>0.21449999999998681</c:v>
                </c:pt>
                <c:pt idx="269">
                  <c:v>0.21460000000001855</c:v>
                </c:pt>
                <c:pt idx="270">
                  <c:v>0.21460000000001855</c:v>
                </c:pt>
                <c:pt idx="271">
                  <c:v>0.21469999999999345</c:v>
                </c:pt>
                <c:pt idx="272">
                  <c:v>0.21469999999999345</c:v>
                </c:pt>
                <c:pt idx="273">
                  <c:v>0.21480000000002519</c:v>
                </c:pt>
                <c:pt idx="274">
                  <c:v>0.21480000000002519</c:v>
                </c:pt>
                <c:pt idx="275">
                  <c:v>0.21480000000002519</c:v>
                </c:pt>
                <c:pt idx="276">
                  <c:v>0.21490000000000009</c:v>
                </c:pt>
                <c:pt idx="277">
                  <c:v>0.21490000000000009</c:v>
                </c:pt>
                <c:pt idx="278">
                  <c:v>0.21490000000000009</c:v>
                </c:pt>
                <c:pt idx="279">
                  <c:v>0.21500000000003183</c:v>
                </c:pt>
                <c:pt idx="280">
                  <c:v>0.21500000000003183</c:v>
                </c:pt>
                <c:pt idx="281">
                  <c:v>0.21500000000003183</c:v>
                </c:pt>
                <c:pt idx="282">
                  <c:v>0.21510000000000673</c:v>
                </c:pt>
                <c:pt idx="283">
                  <c:v>0.21510000000000673</c:v>
                </c:pt>
                <c:pt idx="284">
                  <c:v>0.21510000000000673</c:v>
                </c:pt>
                <c:pt idx="285">
                  <c:v>0.21510000000000673</c:v>
                </c:pt>
                <c:pt idx="286">
                  <c:v>0.21520000000003847</c:v>
                </c:pt>
                <c:pt idx="287">
                  <c:v>0.21520000000003847</c:v>
                </c:pt>
                <c:pt idx="288">
                  <c:v>0.21520000000003847</c:v>
                </c:pt>
                <c:pt idx="289">
                  <c:v>0.21520000000003847</c:v>
                </c:pt>
                <c:pt idx="290">
                  <c:v>0.21520000000003847</c:v>
                </c:pt>
                <c:pt idx="291">
                  <c:v>0.21530000000001337</c:v>
                </c:pt>
                <c:pt idx="292">
                  <c:v>0.21530000000001337</c:v>
                </c:pt>
                <c:pt idx="293">
                  <c:v>0.21530000000001337</c:v>
                </c:pt>
                <c:pt idx="294">
                  <c:v>0.21530000000001337</c:v>
                </c:pt>
                <c:pt idx="295">
                  <c:v>0.21530000000001337</c:v>
                </c:pt>
                <c:pt idx="296">
                  <c:v>0.21530000000001337</c:v>
                </c:pt>
                <c:pt idx="297">
                  <c:v>0.21530000000001337</c:v>
                </c:pt>
                <c:pt idx="298">
                  <c:v>0.21539999999998827</c:v>
                </c:pt>
                <c:pt idx="299">
                  <c:v>0.21539999999998827</c:v>
                </c:pt>
                <c:pt idx="300">
                  <c:v>0.21539999999998827</c:v>
                </c:pt>
                <c:pt idx="301">
                  <c:v>0.21539999999998827</c:v>
                </c:pt>
                <c:pt idx="302">
                  <c:v>0.21539999999998827</c:v>
                </c:pt>
                <c:pt idx="303">
                  <c:v>0.21539999999998827</c:v>
                </c:pt>
                <c:pt idx="304">
                  <c:v>0.21539999999998827</c:v>
                </c:pt>
                <c:pt idx="305">
                  <c:v>0.21539999999998827</c:v>
                </c:pt>
                <c:pt idx="306">
                  <c:v>0.21539999999998827</c:v>
                </c:pt>
                <c:pt idx="307">
                  <c:v>0.21539999999998827</c:v>
                </c:pt>
                <c:pt idx="308">
                  <c:v>0.21539999999998827</c:v>
                </c:pt>
                <c:pt idx="309">
                  <c:v>0.21539999999998827</c:v>
                </c:pt>
                <c:pt idx="310">
                  <c:v>0.21550000000002001</c:v>
                </c:pt>
                <c:pt idx="311">
                  <c:v>0.21550000000002001</c:v>
                </c:pt>
                <c:pt idx="312">
                  <c:v>0.21550000000002001</c:v>
                </c:pt>
                <c:pt idx="313">
                  <c:v>0.21550000000002001</c:v>
                </c:pt>
                <c:pt idx="314">
                  <c:v>0.21550000000002001</c:v>
                </c:pt>
                <c:pt idx="315">
                  <c:v>0.21530000000001337</c:v>
                </c:pt>
                <c:pt idx="316">
                  <c:v>0.21500000000003183</c:v>
                </c:pt>
                <c:pt idx="317">
                  <c:v>0.21460000000001855</c:v>
                </c:pt>
                <c:pt idx="318">
                  <c:v>0.21410000000003038</c:v>
                </c:pt>
                <c:pt idx="319">
                  <c:v>0.2137000000000171</c:v>
                </c:pt>
                <c:pt idx="320">
                  <c:v>0.21330000000000382</c:v>
                </c:pt>
                <c:pt idx="321">
                  <c:v>0.21300000000002228</c:v>
                </c:pt>
                <c:pt idx="322">
                  <c:v>0.2126999999999839</c:v>
                </c:pt>
                <c:pt idx="323">
                  <c:v>0.21240000000000236</c:v>
                </c:pt>
                <c:pt idx="324">
                  <c:v>0.21210000000002083</c:v>
                </c:pt>
                <c:pt idx="325">
                  <c:v>0.21180000000003929</c:v>
                </c:pt>
                <c:pt idx="326">
                  <c:v>0.21160000000003265</c:v>
                </c:pt>
                <c:pt idx="327">
                  <c:v>0.21140000000002601</c:v>
                </c:pt>
                <c:pt idx="328">
                  <c:v>0.21109999999998763</c:v>
                </c:pt>
                <c:pt idx="329">
                  <c:v>0.21090000000003783</c:v>
                </c:pt>
                <c:pt idx="330">
                  <c:v>0.21080000000000609</c:v>
                </c:pt>
                <c:pt idx="331">
                  <c:v>0.21059999999999945</c:v>
                </c:pt>
                <c:pt idx="332">
                  <c:v>0.21039999999999281</c:v>
                </c:pt>
                <c:pt idx="333">
                  <c:v>0.21019999999998618</c:v>
                </c:pt>
                <c:pt idx="334">
                  <c:v>0.21010000000001128</c:v>
                </c:pt>
                <c:pt idx="335">
                  <c:v>0.20990000000000464</c:v>
                </c:pt>
                <c:pt idx="336">
                  <c:v>0.20980000000002974</c:v>
                </c:pt>
                <c:pt idx="337">
                  <c:v>0.209699999999998</c:v>
                </c:pt>
                <c:pt idx="338">
                  <c:v>0.2096000000000231</c:v>
                </c:pt>
                <c:pt idx="339">
                  <c:v>0.20940000000001646</c:v>
                </c:pt>
                <c:pt idx="340">
                  <c:v>0.2096000000000231</c:v>
                </c:pt>
                <c:pt idx="341">
                  <c:v>0.21030000000001792</c:v>
                </c:pt>
                <c:pt idx="342">
                  <c:v>0.21140000000002601</c:v>
                </c:pt>
                <c:pt idx="343">
                  <c:v>0.212600000000009</c:v>
                </c:pt>
                <c:pt idx="344">
                  <c:v>0.2137000000000171</c:v>
                </c:pt>
                <c:pt idx="345">
                  <c:v>0.21480000000002519</c:v>
                </c:pt>
                <c:pt idx="346">
                  <c:v>0.21580000000000155</c:v>
                </c:pt>
                <c:pt idx="347">
                  <c:v>0.216700000000003</c:v>
                </c:pt>
                <c:pt idx="348">
                  <c:v>0.21750000000002956</c:v>
                </c:pt>
                <c:pt idx="349">
                  <c:v>0.21820000000002437</c:v>
                </c:pt>
                <c:pt idx="350">
                  <c:v>0.21890000000001919</c:v>
                </c:pt>
                <c:pt idx="351">
                  <c:v>0.21950000000003911</c:v>
                </c:pt>
                <c:pt idx="352">
                  <c:v>0.22000000000002728</c:v>
                </c:pt>
                <c:pt idx="353">
                  <c:v>0.22050000000001546</c:v>
                </c:pt>
                <c:pt idx="354">
                  <c:v>0.22100000000000364</c:v>
                </c:pt>
                <c:pt idx="355">
                  <c:v>0.22149999999999181</c:v>
                </c:pt>
                <c:pt idx="356">
                  <c:v>0.22190000000000509</c:v>
                </c:pt>
                <c:pt idx="357">
                  <c:v>0.22230000000001837</c:v>
                </c:pt>
                <c:pt idx="358">
                  <c:v>0.22259999999999991</c:v>
                </c:pt>
                <c:pt idx="359">
                  <c:v>0.22290000000003829</c:v>
                </c:pt>
                <c:pt idx="360">
                  <c:v>0.22329999999999472</c:v>
                </c:pt>
                <c:pt idx="361">
                  <c:v>0.22329999999999472</c:v>
                </c:pt>
                <c:pt idx="362">
                  <c:v>0.22360000000003311</c:v>
                </c:pt>
                <c:pt idx="363">
                  <c:v>0.22380000000003974</c:v>
                </c:pt>
                <c:pt idx="364">
                  <c:v>0.22410000000002128</c:v>
                </c:pt>
                <c:pt idx="365">
                  <c:v>0.22430000000002792</c:v>
                </c:pt>
                <c:pt idx="366">
                  <c:v>0.22450000000003456</c:v>
                </c:pt>
                <c:pt idx="367">
                  <c:v>0.2248000000000161</c:v>
                </c:pt>
                <c:pt idx="368">
                  <c:v>0.22500000000002274</c:v>
                </c:pt>
                <c:pt idx="369">
                  <c:v>0.22509999999999764</c:v>
                </c:pt>
                <c:pt idx="370">
                  <c:v>0.22530000000000427</c:v>
                </c:pt>
                <c:pt idx="371">
                  <c:v>0.22540000000003602</c:v>
                </c:pt>
                <c:pt idx="372">
                  <c:v>0.22520000000002938</c:v>
                </c:pt>
                <c:pt idx="373">
                  <c:v>0.22460000000000946</c:v>
                </c:pt>
                <c:pt idx="374">
                  <c:v>0.22380000000003974</c:v>
                </c:pt>
                <c:pt idx="375">
                  <c:v>0.22300000000001319</c:v>
                </c:pt>
                <c:pt idx="376">
                  <c:v>0.22219999999998663</c:v>
                </c:pt>
                <c:pt idx="377">
                  <c:v>0.22149999999999181</c:v>
                </c:pt>
                <c:pt idx="378">
                  <c:v>0.220799999999997</c:v>
                </c:pt>
                <c:pt idx="379">
                  <c:v>0.22020000000003392</c:v>
                </c:pt>
                <c:pt idx="380">
                  <c:v>0.2196999999999889</c:v>
                </c:pt>
                <c:pt idx="381">
                  <c:v>0.21930000000003247</c:v>
                </c:pt>
                <c:pt idx="382">
                  <c:v>0.21879999999998745</c:v>
                </c:pt>
                <c:pt idx="383">
                  <c:v>0.21850000000000591</c:v>
                </c:pt>
                <c:pt idx="384">
                  <c:v>0.21809999999999263</c:v>
                </c:pt>
                <c:pt idx="385">
                  <c:v>0.2178000000000111</c:v>
                </c:pt>
                <c:pt idx="386">
                  <c:v>0.21750000000002956</c:v>
                </c:pt>
                <c:pt idx="387">
                  <c:v>0.21730000000002292</c:v>
                </c:pt>
                <c:pt idx="388">
                  <c:v>0.21699999999998454</c:v>
                </c:pt>
                <c:pt idx="389">
                  <c:v>0.21680000000003474</c:v>
                </c:pt>
                <c:pt idx="390">
                  <c:v>0.2166000000000281</c:v>
                </c:pt>
                <c:pt idx="391">
                  <c:v>0.21640000000002146</c:v>
                </c:pt>
                <c:pt idx="392">
                  <c:v>0.21620000000001482</c:v>
                </c:pt>
                <c:pt idx="393">
                  <c:v>0.21610000000003993</c:v>
                </c:pt>
                <c:pt idx="394">
                  <c:v>0.21590000000003329</c:v>
                </c:pt>
                <c:pt idx="395">
                  <c:v>0.21580000000000155</c:v>
                </c:pt>
                <c:pt idx="396">
                  <c:v>0.21570000000002665</c:v>
                </c:pt>
                <c:pt idx="397">
                  <c:v>0.21550000000002001</c:v>
                </c:pt>
                <c:pt idx="398">
                  <c:v>0.21539999999998827</c:v>
                </c:pt>
                <c:pt idx="399">
                  <c:v>0.21530000000001337</c:v>
                </c:pt>
                <c:pt idx="400">
                  <c:v>0.21530000000001337</c:v>
                </c:pt>
                <c:pt idx="401">
                  <c:v>0.21520000000003847</c:v>
                </c:pt>
                <c:pt idx="402">
                  <c:v>0.21510000000000673</c:v>
                </c:pt>
                <c:pt idx="403">
                  <c:v>0.21500000000003183</c:v>
                </c:pt>
                <c:pt idx="404">
                  <c:v>0.21490000000000009</c:v>
                </c:pt>
                <c:pt idx="405">
                  <c:v>0.21490000000000009</c:v>
                </c:pt>
                <c:pt idx="406">
                  <c:v>0.21480000000002519</c:v>
                </c:pt>
                <c:pt idx="407">
                  <c:v>0.21480000000002519</c:v>
                </c:pt>
                <c:pt idx="408">
                  <c:v>0.21469999999999345</c:v>
                </c:pt>
                <c:pt idx="409">
                  <c:v>0.21469999999999345</c:v>
                </c:pt>
                <c:pt idx="410">
                  <c:v>0.21460000000001855</c:v>
                </c:pt>
                <c:pt idx="411">
                  <c:v>0.21460000000001855</c:v>
                </c:pt>
                <c:pt idx="412">
                  <c:v>0.21460000000001855</c:v>
                </c:pt>
                <c:pt idx="413">
                  <c:v>0.21449999999998681</c:v>
                </c:pt>
                <c:pt idx="414">
                  <c:v>0.21449999999998681</c:v>
                </c:pt>
                <c:pt idx="415">
                  <c:v>0.21449999999998681</c:v>
                </c:pt>
                <c:pt idx="416">
                  <c:v>0.21440000000001191</c:v>
                </c:pt>
                <c:pt idx="417">
                  <c:v>0.21440000000001191</c:v>
                </c:pt>
                <c:pt idx="418">
                  <c:v>0.21440000000001191</c:v>
                </c:pt>
                <c:pt idx="419">
                  <c:v>0.21440000000001191</c:v>
                </c:pt>
                <c:pt idx="420">
                  <c:v>0.21440000000001191</c:v>
                </c:pt>
                <c:pt idx="421">
                  <c:v>0.21430000000003702</c:v>
                </c:pt>
                <c:pt idx="422">
                  <c:v>0.21430000000003702</c:v>
                </c:pt>
                <c:pt idx="423">
                  <c:v>0.21440000000001191</c:v>
                </c:pt>
                <c:pt idx="424">
                  <c:v>0.21440000000001191</c:v>
                </c:pt>
                <c:pt idx="425">
                  <c:v>0.21449999999998681</c:v>
                </c:pt>
                <c:pt idx="426">
                  <c:v>0.21449999999998681</c:v>
                </c:pt>
                <c:pt idx="427">
                  <c:v>0.21460000000001855</c:v>
                </c:pt>
                <c:pt idx="428">
                  <c:v>0.21460000000001855</c:v>
                </c:pt>
                <c:pt idx="429">
                  <c:v>0.21469999999999345</c:v>
                </c:pt>
                <c:pt idx="430">
                  <c:v>0.21469999999999345</c:v>
                </c:pt>
                <c:pt idx="431">
                  <c:v>0.21480000000002519</c:v>
                </c:pt>
                <c:pt idx="432">
                  <c:v>0.21480000000002519</c:v>
                </c:pt>
                <c:pt idx="433">
                  <c:v>0.21480000000002519</c:v>
                </c:pt>
                <c:pt idx="434">
                  <c:v>0.21490000000000009</c:v>
                </c:pt>
                <c:pt idx="435">
                  <c:v>0.21490000000000009</c:v>
                </c:pt>
                <c:pt idx="436">
                  <c:v>0.21490000000000009</c:v>
                </c:pt>
                <c:pt idx="437">
                  <c:v>0.21500000000003183</c:v>
                </c:pt>
                <c:pt idx="438">
                  <c:v>0.21500000000003183</c:v>
                </c:pt>
                <c:pt idx="439">
                  <c:v>0.21500000000003183</c:v>
                </c:pt>
                <c:pt idx="440">
                  <c:v>0.21510000000000673</c:v>
                </c:pt>
                <c:pt idx="441">
                  <c:v>0.21510000000000673</c:v>
                </c:pt>
                <c:pt idx="442">
                  <c:v>0.21510000000000673</c:v>
                </c:pt>
                <c:pt idx="443">
                  <c:v>0.21510000000000673</c:v>
                </c:pt>
                <c:pt idx="444">
                  <c:v>0.21520000000003847</c:v>
                </c:pt>
                <c:pt idx="445">
                  <c:v>0.21520000000003847</c:v>
                </c:pt>
                <c:pt idx="446">
                  <c:v>0.21520000000003847</c:v>
                </c:pt>
                <c:pt idx="447">
                  <c:v>0.21520000000003847</c:v>
                </c:pt>
                <c:pt idx="448">
                  <c:v>0.21520000000003847</c:v>
                </c:pt>
                <c:pt idx="449">
                  <c:v>0.21530000000001337</c:v>
                </c:pt>
                <c:pt idx="450">
                  <c:v>0.21530000000001337</c:v>
                </c:pt>
                <c:pt idx="451">
                  <c:v>0.21530000000001337</c:v>
                </c:pt>
                <c:pt idx="452">
                  <c:v>0.21530000000001337</c:v>
                </c:pt>
                <c:pt idx="453">
                  <c:v>0.21530000000001337</c:v>
                </c:pt>
                <c:pt idx="454">
                  <c:v>0.21530000000001337</c:v>
                </c:pt>
                <c:pt idx="455">
                  <c:v>0.21530000000001337</c:v>
                </c:pt>
                <c:pt idx="456">
                  <c:v>0.21530000000001337</c:v>
                </c:pt>
                <c:pt idx="457">
                  <c:v>0.21539999999998827</c:v>
                </c:pt>
                <c:pt idx="458">
                  <c:v>0.21539999999998827</c:v>
                </c:pt>
                <c:pt idx="459">
                  <c:v>0.21539999999998827</c:v>
                </c:pt>
                <c:pt idx="460">
                  <c:v>0.21539999999998827</c:v>
                </c:pt>
                <c:pt idx="461">
                  <c:v>0.21539999999998827</c:v>
                </c:pt>
                <c:pt idx="462">
                  <c:v>0.21539999999998827</c:v>
                </c:pt>
                <c:pt idx="463">
                  <c:v>0.21539999999998827</c:v>
                </c:pt>
                <c:pt idx="464">
                  <c:v>0.21539999999998827</c:v>
                </c:pt>
                <c:pt idx="465">
                  <c:v>0.21539999999998827</c:v>
                </c:pt>
                <c:pt idx="466">
                  <c:v>0.21539999999998827</c:v>
                </c:pt>
                <c:pt idx="467">
                  <c:v>0.21539999999998827</c:v>
                </c:pt>
                <c:pt idx="468">
                  <c:v>0.21539999999998827</c:v>
                </c:pt>
                <c:pt idx="469">
                  <c:v>0.21550000000002001</c:v>
                </c:pt>
                <c:pt idx="470">
                  <c:v>0.21550000000002001</c:v>
                </c:pt>
                <c:pt idx="471">
                  <c:v>0.21550000000002001</c:v>
                </c:pt>
                <c:pt idx="472">
                  <c:v>0.21550000000002001</c:v>
                </c:pt>
                <c:pt idx="473">
                  <c:v>0.21550000000002001</c:v>
                </c:pt>
                <c:pt idx="474">
                  <c:v>0.21530000000001337</c:v>
                </c:pt>
                <c:pt idx="475">
                  <c:v>0.21490000000000009</c:v>
                </c:pt>
                <c:pt idx="476">
                  <c:v>0.21449999999998681</c:v>
                </c:pt>
                <c:pt idx="477">
                  <c:v>0.21410000000003038</c:v>
                </c:pt>
                <c:pt idx="478">
                  <c:v>0.21359999999998536</c:v>
                </c:pt>
                <c:pt idx="479">
                  <c:v>0.21330000000000382</c:v>
                </c:pt>
                <c:pt idx="480">
                  <c:v>0.21289999999999054</c:v>
                </c:pt>
                <c:pt idx="481">
                  <c:v>0.212600000000009</c:v>
                </c:pt>
                <c:pt idx="482">
                  <c:v>0.21230000000002747</c:v>
                </c:pt>
                <c:pt idx="483">
                  <c:v>0.21199999999998909</c:v>
                </c:pt>
                <c:pt idx="484">
                  <c:v>0.21180000000003929</c:v>
                </c:pt>
                <c:pt idx="485">
                  <c:v>0.21150000000000091</c:v>
                </c:pt>
                <c:pt idx="486">
                  <c:v>0.21129999999999427</c:v>
                </c:pt>
                <c:pt idx="487">
                  <c:v>0.21109999999998763</c:v>
                </c:pt>
                <c:pt idx="488">
                  <c:v>0.21090000000003783</c:v>
                </c:pt>
                <c:pt idx="489">
                  <c:v>0.2107000000000312</c:v>
                </c:pt>
                <c:pt idx="490">
                  <c:v>0.21050000000002456</c:v>
                </c:pt>
                <c:pt idx="491">
                  <c:v>0.21039999999999281</c:v>
                </c:pt>
                <c:pt idx="492">
                  <c:v>0.21019999999998618</c:v>
                </c:pt>
                <c:pt idx="493">
                  <c:v>0.21010000000001128</c:v>
                </c:pt>
                <c:pt idx="494">
                  <c:v>0.20990000000000464</c:v>
                </c:pt>
                <c:pt idx="495">
                  <c:v>0.20980000000002974</c:v>
                </c:pt>
                <c:pt idx="496">
                  <c:v>0.209699999999998</c:v>
                </c:pt>
                <c:pt idx="497">
                  <c:v>0.20949999999999136</c:v>
                </c:pt>
                <c:pt idx="498">
                  <c:v>0.20940000000001646</c:v>
                </c:pt>
                <c:pt idx="499">
                  <c:v>0.209699999999998</c:v>
                </c:pt>
                <c:pt idx="500">
                  <c:v>0.21050000000002456</c:v>
                </c:pt>
                <c:pt idx="501">
                  <c:v>0.21160000000003265</c:v>
                </c:pt>
                <c:pt idx="502">
                  <c:v>0.21280000000001564</c:v>
                </c:pt>
                <c:pt idx="503">
                  <c:v>0.21390000000002374</c:v>
                </c:pt>
                <c:pt idx="504">
                  <c:v>0.21500000000003183</c:v>
                </c:pt>
                <c:pt idx="505">
                  <c:v>0.21590000000003329</c:v>
                </c:pt>
                <c:pt idx="506">
                  <c:v>0.21680000000003474</c:v>
                </c:pt>
                <c:pt idx="507">
                  <c:v>0.21760000000000446</c:v>
                </c:pt>
                <c:pt idx="508">
                  <c:v>0.21829999999999927</c:v>
                </c:pt>
                <c:pt idx="509">
                  <c:v>0.21899999999999409</c:v>
                </c:pt>
                <c:pt idx="510">
                  <c:v>0.21960000000001401</c:v>
                </c:pt>
                <c:pt idx="511">
                  <c:v>0.22010000000000218</c:v>
                </c:pt>
                <c:pt idx="512">
                  <c:v>0.22059999999999036</c:v>
                </c:pt>
                <c:pt idx="513">
                  <c:v>0.22110000000003538</c:v>
                </c:pt>
                <c:pt idx="514">
                  <c:v>0.22149999999999181</c:v>
                </c:pt>
                <c:pt idx="515">
                  <c:v>0.22190000000000509</c:v>
                </c:pt>
                <c:pt idx="516">
                  <c:v>0.22230000000001837</c:v>
                </c:pt>
                <c:pt idx="517">
                  <c:v>0.22270000000003165</c:v>
                </c:pt>
                <c:pt idx="518">
                  <c:v>0.22300000000001319</c:v>
                </c:pt>
                <c:pt idx="519">
                  <c:v>0.22329999999999472</c:v>
                </c:pt>
                <c:pt idx="520">
                  <c:v>0.22360000000003311</c:v>
                </c:pt>
                <c:pt idx="521">
                  <c:v>0.22390000000001464</c:v>
                </c:pt>
                <c:pt idx="522">
                  <c:v>0.22410000000002128</c:v>
                </c:pt>
                <c:pt idx="523">
                  <c:v>0.22440000000000282</c:v>
                </c:pt>
                <c:pt idx="524">
                  <c:v>0.22460000000000946</c:v>
                </c:pt>
                <c:pt idx="525">
                  <c:v>0.2248000000000161</c:v>
                </c:pt>
                <c:pt idx="526">
                  <c:v>0.22500000000002274</c:v>
                </c:pt>
                <c:pt idx="527">
                  <c:v>0.22520000000002938</c:v>
                </c:pt>
                <c:pt idx="528">
                  <c:v>0.22530000000000427</c:v>
                </c:pt>
                <c:pt idx="529">
                  <c:v>0.22540000000003602</c:v>
                </c:pt>
                <c:pt idx="530">
                  <c:v>0.22509999999999764</c:v>
                </c:pt>
                <c:pt idx="531">
                  <c:v>0.22450000000003456</c:v>
                </c:pt>
                <c:pt idx="532">
                  <c:v>0.223700000000008</c:v>
                </c:pt>
              </c:numCache>
            </c:numRef>
          </c:yVal>
          <c:smooth val="1"/>
          <c:extLst>
            <c:ext xmlns:c16="http://schemas.microsoft.com/office/drawing/2014/chart" uri="{C3380CC4-5D6E-409C-BE32-E72D297353CC}">
              <c16:uniqueId val="{00000026-4233-4E9D-9D6D-D06060CC9530}"/>
            </c:ext>
          </c:extLst>
        </c:ser>
        <c:ser>
          <c:idx val="39"/>
          <c:order val="39"/>
          <c:tx>
            <c:strRef>
              <c:f>PM50000_Temps_oc5l2_50000!$BCP$1</c:f>
              <c:strCache>
                <c:ptCount val="1"/>
                <c:pt idx="0">
                  <c:v>TELE_PM_INTERIOR.40</c:v>
                </c:pt>
              </c:strCache>
            </c:strRef>
          </c:tx>
          <c:spPr>
            <a:ln w="19050" cap="rnd">
              <a:solidFill>
                <a:schemeClr val="accent4">
                  <a:lumMod val="70000"/>
                  <a:lumOff val="30000"/>
                </a:schemeClr>
              </a:solidFill>
              <a:round/>
            </a:ln>
            <a:effectLst/>
          </c:spPr>
          <c:marker>
            <c:symbol val="circle"/>
            <c:size val="5"/>
            <c:spPr>
              <a:solidFill>
                <a:schemeClr val="accent4">
                  <a:lumMod val="70000"/>
                  <a:lumOff val="30000"/>
                </a:schemeClr>
              </a:solidFill>
              <a:ln w="9525">
                <a:solidFill>
                  <a:schemeClr val="accent4">
                    <a:lumMod val="70000"/>
                    <a:lumOff val="3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PM50000_Temps_oc5l2_50000!$BCP$2:$BCP$536</c:f>
              <c:numCache>
                <c:formatCode>General</c:formatCode>
                <c:ptCount val="533"/>
                <c:pt idx="0">
                  <c:v>0</c:v>
                </c:pt>
                <c:pt idx="1">
                  <c:v>7.2000000000116415E-3</c:v>
                </c:pt>
                <c:pt idx="2">
                  <c:v>2.2600000000011278E-2</c:v>
                </c:pt>
                <c:pt idx="3">
                  <c:v>3.9700000000038926E-2</c:v>
                </c:pt>
                <c:pt idx="4">
                  <c:v>5.6399999999996453E-2</c:v>
                </c:pt>
                <c:pt idx="5">
                  <c:v>7.1700000000021191E-2</c:v>
                </c:pt>
                <c:pt idx="6">
                  <c:v>8.5399999999992815E-2</c:v>
                </c:pt>
                <c:pt idx="7">
                  <c:v>9.7500000000025011E-2</c:v>
                </c:pt>
                <c:pt idx="8">
                  <c:v>0.10830000000004247</c:v>
                </c:pt>
                <c:pt idx="9">
                  <c:v>0.1178000000000452</c:v>
                </c:pt>
                <c:pt idx="10">
                  <c:v>0.12620000000003984</c:v>
                </c:pt>
                <c:pt idx="11">
                  <c:v>0.13380000000000791</c:v>
                </c:pt>
                <c:pt idx="12">
                  <c:v>0.14060000000000628</c:v>
                </c:pt>
                <c:pt idx="13">
                  <c:v>0.14680000000004156</c:v>
                </c:pt>
                <c:pt idx="14">
                  <c:v>0.15230000000002519</c:v>
                </c:pt>
                <c:pt idx="15">
                  <c:v>0.15739999999999554</c:v>
                </c:pt>
                <c:pt idx="16">
                  <c:v>0.16200000000003456</c:v>
                </c:pt>
                <c:pt idx="17">
                  <c:v>0.16620000000000346</c:v>
                </c:pt>
                <c:pt idx="18">
                  <c:v>0.17000000000001592</c:v>
                </c:pt>
                <c:pt idx="19">
                  <c:v>0.17349999999999</c:v>
                </c:pt>
                <c:pt idx="20">
                  <c:v>0.17670000000003938</c:v>
                </c:pt>
                <c:pt idx="21">
                  <c:v>0.17959999999999354</c:v>
                </c:pt>
                <c:pt idx="22">
                  <c:v>0.18229999999999791</c:v>
                </c:pt>
                <c:pt idx="23">
                  <c:v>0.18479999999999563</c:v>
                </c:pt>
                <c:pt idx="24">
                  <c:v>0.18700000000001182</c:v>
                </c:pt>
                <c:pt idx="25">
                  <c:v>0.18900000000002137</c:v>
                </c:pt>
                <c:pt idx="26">
                  <c:v>0.19100000000003092</c:v>
                </c:pt>
                <c:pt idx="27">
                  <c:v>0.19339999999999691</c:v>
                </c:pt>
                <c:pt idx="28">
                  <c:v>0.19610000000000127</c:v>
                </c:pt>
                <c:pt idx="29">
                  <c:v>0.19880000000000564</c:v>
                </c:pt>
                <c:pt idx="30">
                  <c:v>0.20140000000003511</c:v>
                </c:pt>
                <c:pt idx="31">
                  <c:v>0.20390000000003283</c:v>
                </c:pt>
                <c:pt idx="32">
                  <c:v>0.20609999999999218</c:v>
                </c:pt>
                <c:pt idx="33">
                  <c:v>0.20810000000000173</c:v>
                </c:pt>
                <c:pt idx="34">
                  <c:v>0.21000000000003638</c:v>
                </c:pt>
                <c:pt idx="35">
                  <c:v>0.21170000000000755</c:v>
                </c:pt>
                <c:pt idx="36">
                  <c:v>0.21320000000002892</c:v>
                </c:pt>
                <c:pt idx="37">
                  <c:v>0.21460000000001855</c:v>
                </c:pt>
                <c:pt idx="38">
                  <c:v>0.21590000000003329</c:v>
                </c:pt>
                <c:pt idx="39">
                  <c:v>0.21719999999999118</c:v>
                </c:pt>
                <c:pt idx="40">
                  <c:v>0.21829999999999927</c:v>
                </c:pt>
                <c:pt idx="41">
                  <c:v>0.21930000000003247</c:v>
                </c:pt>
                <c:pt idx="42">
                  <c:v>0.22030000000000882</c:v>
                </c:pt>
                <c:pt idx="43">
                  <c:v>0.22110000000003538</c:v>
                </c:pt>
                <c:pt idx="44">
                  <c:v>0.22190000000000509</c:v>
                </c:pt>
                <c:pt idx="45">
                  <c:v>0.22270000000003165</c:v>
                </c:pt>
                <c:pt idx="46">
                  <c:v>0.22340000000002647</c:v>
                </c:pt>
                <c:pt idx="47">
                  <c:v>0.22399999999998954</c:v>
                </c:pt>
                <c:pt idx="48">
                  <c:v>0.22460000000000946</c:v>
                </c:pt>
                <c:pt idx="49">
                  <c:v>0.22520000000002938</c:v>
                </c:pt>
                <c:pt idx="50">
                  <c:v>0.22570000000001755</c:v>
                </c:pt>
                <c:pt idx="51">
                  <c:v>0.22620000000000573</c:v>
                </c:pt>
                <c:pt idx="52">
                  <c:v>0.22660000000001901</c:v>
                </c:pt>
                <c:pt idx="53">
                  <c:v>0.22700000000003229</c:v>
                </c:pt>
                <c:pt idx="54">
                  <c:v>0.22739999999998872</c:v>
                </c:pt>
                <c:pt idx="55">
                  <c:v>0.227800000000002</c:v>
                </c:pt>
                <c:pt idx="56">
                  <c:v>0.22810000000004038</c:v>
                </c:pt>
                <c:pt idx="57">
                  <c:v>0.22820000000001528</c:v>
                </c:pt>
                <c:pt idx="58">
                  <c:v>0.227800000000002</c:v>
                </c:pt>
                <c:pt idx="59">
                  <c:v>0.22710000000000719</c:v>
                </c:pt>
                <c:pt idx="60">
                  <c:v>0.22640000000001237</c:v>
                </c:pt>
                <c:pt idx="61">
                  <c:v>0.22570000000001755</c:v>
                </c:pt>
                <c:pt idx="62">
                  <c:v>0.22500000000002274</c:v>
                </c:pt>
                <c:pt idx="63">
                  <c:v>0.22440000000000282</c:v>
                </c:pt>
                <c:pt idx="64">
                  <c:v>0.22390000000001464</c:v>
                </c:pt>
                <c:pt idx="65">
                  <c:v>0.22340000000002647</c:v>
                </c:pt>
                <c:pt idx="66">
                  <c:v>0.22300000000001319</c:v>
                </c:pt>
                <c:pt idx="67">
                  <c:v>0.22259999999999991</c:v>
                </c:pt>
                <c:pt idx="68">
                  <c:v>0.22220000000004347</c:v>
                </c:pt>
                <c:pt idx="69">
                  <c:v>0.22190000000000509</c:v>
                </c:pt>
                <c:pt idx="70">
                  <c:v>0.22160000000002356</c:v>
                </c:pt>
                <c:pt idx="71">
                  <c:v>0.22140000000001692</c:v>
                </c:pt>
                <c:pt idx="72">
                  <c:v>0.22110000000003538</c:v>
                </c:pt>
                <c:pt idx="73">
                  <c:v>0.22090000000002874</c:v>
                </c:pt>
                <c:pt idx="74">
                  <c:v>0.2207000000000221</c:v>
                </c:pt>
                <c:pt idx="75">
                  <c:v>0.22050000000001546</c:v>
                </c:pt>
                <c:pt idx="76">
                  <c:v>0.22030000000000882</c:v>
                </c:pt>
                <c:pt idx="77">
                  <c:v>0.22020000000003392</c:v>
                </c:pt>
                <c:pt idx="78">
                  <c:v>0.22000000000002728</c:v>
                </c:pt>
                <c:pt idx="79">
                  <c:v>0.21989999999999554</c:v>
                </c:pt>
                <c:pt idx="80">
                  <c:v>0.21980000000002065</c:v>
                </c:pt>
                <c:pt idx="81">
                  <c:v>0.2196999999999889</c:v>
                </c:pt>
                <c:pt idx="82">
                  <c:v>0.21950000000003911</c:v>
                </c:pt>
                <c:pt idx="83">
                  <c:v>0.21940000000000737</c:v>
                </c:pt>
                <c:pt idx="84">
                  <c:v>0.21940000000000737</c:v>
                </c:pt>
                <c:pt idx="85">
                  <c:v>0.21930000000003247</c:v>
                </c:pt>
                <c:pt idx="86">
                  <c:v>0.21920000000000073</c:v>
                </c:pt>
                <c:pt idx="87">
                  <c:v>0.21910000000002583</c:v>
                </c:pt>
                <c:pt idx="88">
                  <c:v>0.21899999999999409</c:v>
                </c:pt>
                <c:pt idx="89">
                  <c:v>0.21899999999999409</c:v>
                </c:pt>
                <c:pt idx="90">
                  <c:v>0.21890000000001919</c:v>
                </c:pt>
                <c:pt idx="91">
                  <c:v>0.21890000000001919</c:v>
                </c:pt>
                <c:pt idx="92">
                  <c:v>0.21880000000004429</c:v>
                </c:pt>
                <c:pt idx="93">
                  <c:v>0.21880000000004429</c:v>
                </c:pt>
                <c:pt idx="94">
                  <c:v>0.21870000000001255</c:v>
                </c:pt>
                <c:pt idx="95">
                  <c:v>0.21870000000001255</c:v>
                </c:pt>
                <c:pt idx="96">
                  <c:v>0.21870000000001255</c:v>
                </c:pt>
                <c:pt idx="97">
                  <c:v>0.21860000000003765</c:v>
                </c:pt>
                <c:pt idx="98">
                  <c:v>0.21860000000003765</c:v>
                </c:pt>
                <c:pt idx="99">
                  <c:v>0.21860000000003765</c:v>
                </c:pt>
                <c:pt idx="100">
                  <c:v>0.21850000000000591</c:v>
                </c:pt>
                <c:pt idx="101">
                  <c:v>0.21850000000000591</c:v>
                </c:pt>
                <c:pt idx="102">
                  <c:v>0.21850000000000591</c:v>
                </c:pt>
                <c:pt idx="103">
                  <c:v>0.21850000000000591</c:v>
                </c:pt>
                <c:pt idx="104">
                  <c:v>0.21850000000000591</c:v>
                </c:pt>
                <c:pt idx="105">
                  <c:v>0.21840000000003101</c:v>
                </c:pt>
                <c:pt idx="106">
                  <c:v>0.21840000000003101</c:v>
                </c:pt>
                <c:pt idx="107">
                  <c:v>0.21840000000003101</c:v>
                </c:pt>
                <c:pt idx="108">
                  <c:v>0.21840000000003101</c:v>
                </c:pt>
                <c:pt idx="109">
                  <c:v>0.21850000000000591</c:v>
                </c:pt>
                <c:pt idx="110">
                  <c:v>0.21850000000000591</c:v>
                </c:pt>
                <c:pt idx="111">
                  <c:v>0.21860000000003765</c:v>
                </c:pt>
                <c:pt idx="112">
                  <c:v>0.21870000000001255</c:v>
                </c:pt>
                <c:pt idx="113">
                  <c:v>0.21870000000001255</c:v>
                </c:pt>
                <c:pt idx="114">
                  <c:v>0.21880000000004429</c:v>
                </c:pt>
                <c:pt idx="115">
                  <c:v>0.21880000000004429</c:v>
                </c:pt>
                <c:pt idx="116">
                  <c:v>0.21890000000001919</c:v>
                </c:pt>
                <c:pt idx="117">
                  <c:v>0.21890000000001919</c:v>
                </c:pt>
                <c:pt idx="118">
                  <c:v>0.21890000000001919</c:v>
                </c:pt>
                <c:pt idx="119">
                  <c:v>0.21899999999999409</c:v>
                </c:pt>
                <c:pt idx="120">
                  <c:v>0.21899999999999409</c:v>
                </c:pt>
                <c:pt idx="121">
                  <c:v>0.21910000000002583</c:v>
                </c:pt>
                <c:pt idx="122">
                  <c:v>0.21910000000002583</c:v>
                </c:pt>
                <c:pt idx="123">
                  <c:v>0.21910000000002583</c:v>
                </c:pt>
                <c:pt idx="124">
                  <c:v>0.21920000000000073</c:v>
                </c:pt>
                <c:pt idx="125">
                  <c:v>0.21920000000000073</c:v>
                </c:pt>
                <c:pt idx="126">
                  <c:v>0.21920000000000073</c:v>
                </c:pt>
                <c:pt idx="127">
                  <c:v>0.21920000000000073</c:v>
                </c:pt>
                <c:pt idx="128">
                  <c:v>0.21930000000003247</c:v>
                </c:pt>
                <c:pt idx="129">
                  <c:v>0.21930000000003247</c:v>
                </c:pt>
                <c:pt idx="130">
                  <c:v>0.21930000000003247</c:v>
                </c:pt>
                <c:pt idx="131">
                  <c:v>0.21930000000003247</c:v>
                </c:pt>
                <c:pt idx="132">
                  <c:v>0.21940000000000737</c:v>
                </c:pt>
                <c:pt idx="133">
                  <c:v>0.21940000000000737</c:v>
                </c:pt>
                <c:pt idx="134">
                  <c:v>0.21940000000000737</c:v>
                </c:pt>
                <c:pt idx="135">
                  <c:v>0.21940000000000737</c:v>
                </c:pt>
                <c:pt idx="136">
                  <c:v>0.21940000000000737</c:v>
                </c:pt>
                <c:pt idx="137">
                  <c:v>0.21950000000003911</c:v>
                </c:pt>
                <c:pt idx="138">
                  <c:v>0.21950000000003911</c:v>
                </c:pt>
                <c:pt idx="139">
                  <c:v>0.21950000000003911</c:v>
                </c:pt>
                <c:pt idx="140">
                  <c:v>0.21950000000003911</c:v>
                </c:pt>
                <c:pt idx="141">
                  <c:v>0.21950000000003911</c:v>
                </c:pt>
                <c:pt idx="142">
                  <c:v>0.21950000000003911</c:v>
                </c:pt>
                <c:pt idx="143">
                  <c:v>0.21950000000003911</c:v>
                </c:pt>
                <c:pt idx="144">
                  <c:v>0.21950000000003911</c:v>
                </c:pt>
                <c:pt idx="145">
                  <c:v>0.21960000000001401</c:v>
                </c:pt>
                <c:pt idx="146">
                  <c:v>0.21960000000001401</c:v>
                </c:pt>
                <c:pt idx="147">
                  <c:v>0.21960000000001401</c:v>
                </c:pt>
                <c:pt idx="148">
                  <c:v>0.21960000000001401</c:v>
                </c:pt>
                <c:pt idx="149">
                  <c:v>0.21960000000001401</c:v>
                </c:pt>
                <c:pt idx="150">
                  <c:v>0.21960000000001401</c:v>
                </c:pt>
                <c:pt idx="151">
                  <c:v>0.21960000000001401</c:v>
                </c:pt>
                <c:pt idx="152">
                  <c:v>0.21960000000001401</c:v>
                </c:pt>
                <c:pt idx="153">
                  <c:v>0.21960000000001401</c:v>
                </c:pt>
                <c:pt idx="154">
                  <c:v>0.21960000000001401</c:v>
                </c:pt>
                <c:pt idx="155">
                  <c:v>0.21960000000001401</c:v>
                </c:pt>
                <c:pt idx="156">
                  <c:v>0.21960000000001401</c:v>
                </c:pt>
                <c:pt idx="157">
                  <c:v>0.21960000000001401</c:v>
                </c:pt>
                <c:pt idx="158">
                  <c:v>0.21950000000003911</c:v>
                </c:pt>
                <c:pt idx="159">
                  <c:v>0.21920000000000073</c:v>
                </c:pt>
                <c:pt idx="160">
                  <c:v>0.21880000000004429</c:v>
                </c:pt>
                <c:pt idx="161">
                  <c:v>0.21840000000003101</c:v>
                </c:pt>
                <c:pt idx="162">
                  <c:v>0.21790000000004284</c:v>
                </c:pt>
                <c:pt idx="163">
                  <c:v>0.21760000000000446</c:v>
                </c:pt>
                <c:pt idx="164">
                  <c:v>0.21719999999999118</c:v>
                </c:pt>
                <c:pt idx="165">
                  <c:v>0.21690000000000964</c:v>
                </c:pt>
                <c:pt idx="166">
                  <c:v>0.21649999999999636</c:v>
                </c:pt>
                <c:pt idx="167">
                  <c:v>0.21629999999998972</c:v>
                </c:pt>
                <c:pt idx="168">
                  <c:v>0.21600000000000819</c:v>
                </c:pt>
                <c:pt idx="169">
                  <c:v>0.21570000000002665</c:v>
                </c:pt>
                <c:pt idx="170">
                  <c:v>0.21550000000002001</c:v>
                </c:pt>
                <c:pt idx="171">
                  <c:v>0.21530000000001337</c:v>
                </c:pt>
                <c:pt idx="172">
                  <c:v>0.21510000000000673</c:v>
                </c:pt>
                <c:pt idx="173">
                  <c:v>0.21490000000000009</c:v>
                </c:pt>
                <c:pt idx="174">
                  <c:v>0.21469999999999345</c:v>
                </c:pt>
                <c:pt idx="175">
                  <c:v>0.21450000000004366</c:v>
                </c:pt>
                <c:pt idx="176">
                  <c:v>0.21430000000003702</c:v>
                </c:pt>
                <c:pt idx="177">
                  <c:v>0.21420000000000528</c:v>
                </c:pt>
                <c:pt idx="178">
                  <c:v>0.21399999999999864</c:v>
                </c:pt>
                <c:pt idx="179">
                  <c:v>0.21390000000002374</c:v>
                </c:pt>
                <c:pt idx="180">
                  <c:v>0.2137000000000171</c:v>
                </c:pt>
                <c:pt idx="181">
                  <c:v>0.2136000000000422</c:v>
                </c:pt>
                <c:pt idx="182">
                  <c:v>0.21350000000001046</c:v>
                </c:pt>
                <c:pt idx="183">
                  <c:v>0.21350000000001046</c:v>
                </c:pt>
                <c:pt idx="184">
                  <c:v>0.21420000000000528</c:v>
                </c:pt>
                <c:pt idx="185">
                  <c:v>0.21520000000003847</c:v>
                </c:pt>
                <c:pt idx="186">
                  <c:v>0.21640000000002146</c:v>
                </c:pt>
                <c:pt idx="187">
                  <c:v>0.21760000000000446</c:v>
                </c:pt>
                <c:pt idx="188">
                  <c:v>0.21870000000001255</c:v>
                </c:pt>
                <c:pt idx="189">
                  <c:v>0.2196999999999889</c:v>
                </c:pt>
                <c:pt idx="190">
                  <c:v>0.22059999999999036</c:v>
                </c:pt>
                <c:pt idx="191">
                  <c:v>0.22149999999999181</c:v>
                </c:pt>
                <c:pt idx="192">
                  <c:v>0.22220000000004347</c:v>
                </c:pt>
                <c:pt idx="193">
                  <c:v>0.22290000000003829</c:v>
                </c:pt>
                <c:pt idx="194">
                  <c:v>0.22360000000003311</c:v>
                </c:pt>
                <c:pt idx="195">
                  <c:v>0.22419999999999618</c:v>
                </c:pt>
                <c:pt idx="196">
                  <c:v>0.2247000000000412</c:v>
                </c:pt>
                <c:pt idx="197">
                  <c:v>0.22520000000002938</c:v>
                </c:pt>
                <c:pt idx="198">
                  <c:v>0.22570000000001755</c:v>
                </c:pt>
                <c:pt idx="199">
                  <c:v>0.22610000000003083</c:v>
                </c:pt>
                <c:pt idx="200">
                  <c:v>0.22650000000004411</c:v>
                </c:pt>
                <c:pt idx="201">
                  <c:v>0.22690000000000055</c:v>
                </c:pt>
                <c:pt idx="202">
                  <c:v>0.22730000000001382</c:v>
                </c:pt>
                <c:pt idx="203">
                  <c:v>0.22759999999999536</c:v>
                </c:pt>
                <c:pt idx="204">
                  <c:v>0.22790000000003374</c:v>
                </c:pt>
                <c:pt idx="205">
                  <c:v>0.22820000000001528</c:v>
                </c:pt>
                <c:pt idx="206">
                  <c:v>0.22849999999999682</c:v>
                </c:pt>
                <c:pt idx="207">
                  <c:v>0.2288000000000352</c:v>
                </c:pt>
                <c:pt idx="208">
                  <c:v>0.22900000000004184</c:v>
                </c:pt>
                <c:pt idx="209">
                  <c:v>0.22919999999999163</c:v>
                </c:pt>
                <c:pt idx="210">
                  <c:v>0.22939999999999827</c:v>
                </c:pt>
                <c:pt idx="211">
                  <c:v>0.22960000000000491</c:v>
                </c:pt>
                <c:pt idx="212">
                  <c:v>0.22980000000001155</c:v>
                </c:pt>
                <c:pt idx="213">
                  <c:v>0.23000000000001819</c:v>
                </c:pt>
                <c:pt idx="214">
                  <c:v>0.22980000000001155</c:v>
                </c:pt>
                <c:pt idx="215">
                  <c:v>0.22919999999999163</c:v>
                </c:pt>
                <c:pt idx="216">
                  <c:v>0.22840000000002192</c:v>
                </c:pt>
                <c:pt idx="217">
                  <c:v>0.22759999999999536</c:v>
                </c:pt>
                <c:pt idx="218">
                  <c:v>0.22680000000002565</c:v>
                </c:pt>
                <c:pt idx="219">
                  <c:v>0.22599999999999909</c:v>
                </c:pt>
                <c:pt idx="220">
                  <c:v>0.22540000000003602</c:v>
                </c:pt>
                <c:pt idx="221">
                  <c:v>0.2248000000000161</c:v>
                </c:pt>
                <c:pt idx="222">
                  <c:v>0.22419999999999618</c:v>
                </c:pt>
                <c:pt idx="223">
                  <c:v>0.223700000000008</c:v>
                </c:pt>
                <c:pt idx="224">
                  <c:v>0.22329999999999472</c:v>
                </c:pt>
                <c:pt idx="225">
                  <c:v>0.22290000000003829</c:v>
                </c:pt>
                <c:pt idx="226">
                  <c:v>0.22250000000002501</c:v>
                </c:pt>
                <c:pt idx="227">
                  <c:v>0.22220000000004347</c:v>
                </c:pt>
                <c:pt idx="228">
                  <c:v>0.22190000000000509</c:v>
                </c:pt>
                <c:pt idx="229">
                  <c:v>0.22160000000002356</c:v>
                </c:pt>
                <c:pt idx="230">
                  <c:v>0.22140000000001692</c:v>
                </c:pt>
                <c:pt idx="231">
                  <c:v>0.22110000000003538</c:v>
                </c:pt>
                <c:pt idx="232">
                  <c:v>0.22090000000002874</c:v>
                </c:pt>
                <c:pt idx="233">
                  <c:v>0.2207000000000221</c:v>
                </c:pt>
                <c:pt idx="234">
                  <c:v>0.22050000000001546</c:v>
                </c:pt>
                <c:pt idx="235">
                  <c:v>0.22030000000000882</c:v>
                </c:pt>
                <c:pt idx="236">
                  <c:v>0.22020000000003392</c:v>
                </c:pt>
                <c:pt idx="237">
                  <c:v>0.22000000000002728</c:v>
                </c:pt>
                <c:pt idx="238">
                  <c:v>0.21989999999999554</c:v>
                </c:pt>
                <c:pt idx="239">
                  <c:v>0.21980000000002065</c:v>
                </c:pt>
                <c:pt idx="240">
                  <c:v>0.2196999999999889</c:v>
                </c:pt>
                <c:pt idx="241">
                  <c:v>0.21950000000003911</c:v>
                </c:pt>
                <c:pt idx="242">
                  <c:v>0.21940000000000737</c:v>
                </c:pt>
                <c:pt idx="243">
                  <c:v>0.21940000000000737</c:v>
                </c:pt>
                <c:pt idx="244">
                  <c:v>0.21930000000003247</c:v>
                </c:pt>
                <c:pt idx="245">
                  <c:v>0.21920000000000073</c:v>
                </c:pt>
                <c:pt idx="246">
                  <c:v>0.21910000000002583</c:v>
                </c:pt>
                <c:pt idx="247">
                  <c:v>0.21910000000002583</c:v>
                </c:pt>
                <c:pt idx="248">
                  <c:v>0.21899999999999409</c:v>
                </c:pt>
                <c:pt idx="249">
                  <c:v>0.21890000000001919</c:v>
                </c:pt>
                <c:pt idx="250">
                  <c:v>0.21890000000001919</c:v>
                </c:pt>
                <c:pt idx="251">
                  <c:v>0.21880000000004429</c:v>
                </c:pt>
                <c:pt idx="252">
                  <c:v>0.21880000000004429</c:v>
                </c:pt>
                <c:pt idx="253">
                  <c:v>0.21870000000001255</c:v>
                </c:pt>
                <c:pt idx="254">
                  <c:v>0.21870000000001255</c:v>
                </c:pt>
                <c:pt idx="255">
                  <c:v>0.21870000000001255</c:v>
                </c:pt>
                <c:pt idx="256">
                  <c:v>0.21860000000003765</c:v>
                </c:pt>
                <c:pt idx="257">
                  <c:v>0.21860000000003765</c:v>
                </c:pt>
                <c:pt idx="258">
                  <c:v>0.21860000000003765</c:v>
                </c:pt>
                <c:pt idx="259">
                  <c:v>0.21850000000000591</c:v>
                </c:pt>
                <c:pt idx="260">
                  <c:v>0.21850000000000591</c:v>
                </c:pt>
                <c:pt idx="261">
                  <c:v>0.21850000000000591</c:v>
                </c:pt>
                <c:pt idx="262">
                  <c:v>0.21850000000000591</c:v>
                </c:pt>
                <c:pt idx="263">
                  <c:v>0.21850000000000591</c:v>
                </c:pt>
                <c:pt idx="264">
                  <c:v>0.21840000000003101</c:v>
                </c:pt>
                <c:pt idx="265">
                  <c:v>0.21850000000000591</c:v>
                </c:pt>
                <c:pt idx="266">
                  <c:v>0.21850000000000591</c:v>
                </c:pt>
                <c:pt idx="267">
                  <c:v>0.21860000000003765</c:v>
                </c:pt>
                <c:pt idx="268">
                  <c:v>0.21860000000003765</c:v>
                </c:pt>
                <c:pt idx="269">
                  <c:v>0.21870000000001255</c:v>
                </c:pt>
                <c:pt idx="270">
                  <c:v>0.21880000000004429</c:v>
                </c:pt>
                <c:pt idx="271">
                  <c:v>0.21880000000004429</c:v>
                </c:pt>
                <c:pt idx="272">
                  <c:v>0.21880000000004429</c:v>
                </c:pt>
                <c:pt idx="273">
                  <c:v>0.21890000000001919</c:v>
                </c:pt>
                <c:pt idx="274">
                  <c:v>0.21890000000001919</c:v>
                </c:pt>
                <c:pt idx="275">
                  <c:v>0.21899999999999409</c:v>
                </c:pt>
                <c:pt idx="276">
                  <c:v>0.21899999999999409</c:v>
                </c:pt>
                <c:pt idx="277">
                  <c:v>0.21899999999999409</c:v>
                </c:pt>
                <c:pt idx="278">
                  <c:v>0.21910000000002583</c:v>
                </c:pt>
                <c:pt idx="279">
                  <c:v>0.21910000000002583</c:v>
                </c:pt>
                <c:pt idx="280">
                  <c:v>0.21910000000002583</c:v>
                </c:pt>
                <c:pt idx="281">
                  <c:v>0.21920000000000073</c:v>
                </c:pt>
                <c:pt idx="282">
                  <c:v>0.21920000000000073</c:v>
                </c:pt>
                <c:pt idx="283">
                  <c:v>0.21920000000000073</c:v>
                </c:pt>
                <c:pt idx="284">
                  <c:v>0.21930000000003247</c:v>
                </c:pt>
                <c:pt idx="285">
                  <c:v>0.21930000000003247</c:v>
                </c:pt>
                <c:pt idx="286">
                  <c:v>0.21930000000003247</c:v>
                </c:pt>
                <c:pt idx="287">
                  <c:v>0.21930000000003247</c:v>
                </c:pt>
                <c:pt idx="288">
                  <c:v>0.21940000000000737</c:v>
                </c:pt>
                <c:pt idx="289">
                  <c:v>0.21940000000000737</c:v>
                </c:pt>
                <c:pt idx="290">
                  <c:v>0.21940000000000737</c:v>
                </c:pt>
                <c:pt idx="291">
                  <c:v>0.21940000000000737</c:v>
                </c:pt>
                <c:pt idx="292">
                  <c:v>0.21940000000000737</c:v>
                </c:pt>
                <c:pt idx="293">
                  <c:v>0.21940000000000737</c:v>
                </c:pt>
                <c:pt idx="294">
                  <c:v>0.21950000000003911</c:v>
                </c:pt>
                <c:pt idx="295">
                  <c:v>0.21950000000003911</c:v>
                </c:pt>
                <c:pt idx="296">
                  <c:v>0.21950000000003911</c:v>
                </c:pt>
                <c:pt idx="297">
                  <c:v>0.21950000000003911</c:v>
                </c:pt>
                <c:pt idx="298">
                  <c:v>0.21950000000003911</c:v>
                </c:pt>
                <c:pt idx="299">
                  <c:v>0.21950000000003911</c:v>
                </c:pt>
                <c:pt idx="300">
                  <c:v>0.21950000000003911</c:v>
                </c:pt>
                <c:pt idx="301">
                  <c:v>0.21950000000003911</c:v>
                </c:pt>
                <c:pt idx="302">
                  <c:v>0.21960000000001401</c:v>
                </c:pt>
                <c:pt idx="303">
                  <c:v>0.21960000000001401</c:v>
                </c:pt>
                <c:pt idx="304">
                  <c:v>0.21960000000001401</c:v>
                </c:pt>
                <c:pt idx="305">
                  <c:v>0.21960000000001401</c:v>
                </c:pt>
                <c:pt idx="306">
                  <c:v>0.21960000000001401</c:v>
                </c:pt>
                <c:pt idx="307">
                  <c:v>0.21960000000001401</c:v>
                </c:pt>
                <c:pt idx="308">
                  <c:v>0.21960000000001401</c:v>
                </c:pt>
                <c:pt idx="309">
                  <c:v>0.21960000000001401</c:v>
                </c:pt>
                <c:pt idx="310">
                  <c:v>0.21960000000001401</c:v>
                </c:pt>
                <c:pt idx="311">
                  <c:v>0.21960000000001401</c:v>
                </c:pt>
                <c:pt idx="312">
                  <c:v>0.21960000000001401</c:v>
                </c:pt>
                <c:pt idx="313">
                  <c:v>0.21960000000001401</c:v>
                </c:pt>
                <c:pt idx="314">
                  <c:v>0.21960000000001401</c:v>
                </c:pt>
                <c:pt idx="315">
                  <c:v>0.21950000000003911</c:v>
                </c:pt>
                <c:pt idx="316">
                  <c:v>0.21920000000000073</c:v>
                </c:pt>
                <c:pt idx="317">
                  <c:v>0.21870000000001255</c:v>
                </c:pt>
                <c:pt idx="318">
                  <c:v>0.21829999999999927</c:v>
                </c:pt>
                <c:pt idx="319">
                  <c:v>0.21790000000004284</c:v>
                </c:pt>
                <c:pt idx="320">
                  <c:v>0.21750000000002956</c:v>
                </c:pt>
                <c:pt idx="321">
                  <c:v>0.21719999999999118</c:v>
                </c:pt>
                <c:pt idx="322">
                  <c:v>0.21680000000003474</c:v>
                </c:pt>
                <c:pt idx="323">
                  <c:v>0.21649999999999636</c:v>
                </c:pt>
                <c:pt idx="324">
                  <c:v>0.21620000000001482</c:v>
                </c:pt>
                <c:pt idx="325">
                  <c:v>0.21600000000000819</c:v>
                </c:pt>
                <c:pt idx="326">
                  <c:v>0.21570000000002665</c:v>
                </c:pt>
                <c:pt idx="327">
                  <c:v>0.21550000000002001</c:v>
                </c:pt>
                <c:pt idx="328">
                  <c:v>0.21530000000001337</c:v>
                </c:pt>
                <c:pt idx="329">
                  <c:v>0.21500000000003183</c:v>
                </c:pt>
                <c:pt idx="330">
                  <c:v>0.21480000000002519</c:v>
                </c:pt>
                <c:pt idx="331">
                  <c:v>0.21469999999999345</c:v>
                </c:pt>
                <c:pt idx="332">
                  <c:v>0.21450000000004366</c:v>
                </c:pt>
                <c:pt idx="333">
                  <c:v>0.21430000000003702</c:v>
                </c:pt>
                <c:pt idx="334">
                  <c:v>0.21410000000003038</c:v>
                </c:pt>
                <c:pt idx="335">
                  <c:v>0.21399999999999864</c:v>
                </c:pt>
                <c:pt idx="336">
                  <c:v>0.213799999999992</c:v>
                </c:pt>
                <c:pt idx="337">
                  <c:v>0.2137000000000171</c:v>
                </c:pt>
                <c:pt idx="338">
                  <c:v>0.2136000000000422</c:v>
                </c:pt>
                <c:pt idx="339">
                  <c:v>0.21350000000001046</c:v>
                </c:pt>
                <c:pt idx="340">
                  <c:v>0.2136000000000422</c:v>
                </c:pt>
                <c:pt idx="341">
                  <c:v>0.21430000000003702</c:v>
                </c:pt>
                <c:pt idx="342">
                  <c:v>0.21540000000004511</c:v>
                </c:pt>
                <c:pt idx="343">
                  <c:v>0.2166000000000281</c:v>
                </c:pt>
                <c:pt idx="344">
                  <c:v>0.2177000000000362</c:v>
                </c:pt>
                <c:pt idx="345">
                  <c:v>0.21880000000004429</c:v>
                </c:pt>
                <c:pt idx="346">
                  <c:v>0.21980000000002065</c:v>
                </c:pt>
                <c:pt idx="347">
                  <c:v>0.220799999999997</c:v>
                </c:pt>
                <c:pt idx="348">
                  <c:v>0.22160000000002356</c:v>
                </c:pt>
                <c:pt idx="349">
                  <c:v>0.22230000000001837</c:v>
                </c:pt>
                <c:pt idx="350">
                  <c:v>0.22300000000001319</c:v>
                </c:pt>
                <c:pt idx="351">
                  <c:v>0.223700000000008</c:v>
                </c:pt>
                <c:pt idx="352">
                  <c:v>0.22419999999999618</c:v>
                </c:pt>
                <c:pt idx="353">
                  <c:v>0.2248000000000161</c:v>
                </c:pt>
                <c:pt idx="354">
                  <c:v>0.22530000000000427</c:v>
                </c:pt>
                <c:pt idx="355">
                  <c:v>0.22570000000001755</c:v>
                </c:pt>
                <c:pt idx="356">
                  <c:v>0.22620000000000573</c:v>
                </c:pt>
                <c:pt idx="357">
                  <c:v>0.22660000000001901</c:v>
                </c:pt>
                <c:pt idx="358">
                  <c:v>0.22700000000003229</c:v>
                </c:pt>
                <c:pt idx="359">
                  <c:v>0.22730000000001382</c:v>
                </c:pt>
                <c:pt idx="360">
                  <c:v>0.2277000000000271</c:v>
                </c:pt>
                <c:pt idx="361">
                  <c:v>0.2277000000000271</c:v>
                </c:pt>
                <c:pt idx="362">
                  <c:v>0.22800000000000864</c:v>
                </c:pt>
                <c:pt idx="363">
                  <c:v>0.22829999999999018</c:v>
                </c:pt>
                <c:pt idx="364">
                  <c:v>0.22849999999999682</c:v>
                </c:pt>
                <c:pt idx="365">
                  <c:v>0.2288000000000352</c:v>
                </c:pt>
                <c:pt idx="366">
                  <c:v>0.22900000000004184</c:v>
                </c:pt>
                <c:pt idx="367">
                  <c:v>0.22919999999999163</c:v>
                </c:pt>
                <c:pt idx="368">
                  <c:v>0.22950000000003001</c:v>
                </c:pt>
                <c:pt idx="369">
                  <c:v>0.22960000000000491</c:v>
                </c:pt>
                <c:pt idx="370">
                  <c:v>0.22980000000001155</c:v>
                </c:pt>
                <c:pt idx="371">
                  <c:v>0.23000000000001819</c:v>
                </c:pt>
                <c:pt idx="372">
                  <c:v>0.22970000000003665</c:v>
                </c:pt>
                <c:pt idx="373">
                  <c:v>0.22910000000001673</c:v>
                </c:pt>
                <c:pt idx="374">
                  <c:v>0.22829999999999018</c:v>
                </c:pt>
                <c:pt idx="375">
                  <c:v>0.22750000000002046</c:v>
                </c:pt>
                <c:pt idx="376">
                  <c:v>0.22669999999999391</c:v>
                </c:pt>
                <c:pt idx="377">
                  <c:v>0.22590000000002419</c:v>
                </c:pt>
                <c:pt idx="378">
                  <c:v>0.22530000000000427</c:v>
                </c:pt>
                <c:pt idx="379">
                  <c:v>0.2247000000000412</c:v>
                </c:pt>
                <c:pt idx="380">
                  <c:v>0.22410000000002128</c:v>
                </c:pt>
                <c:pt idx="381">
                  <c:v>0.223700000000008</c:v>
                </c:pt>
                <c:pt idx="382">
                  <c:v>0.22320000000001983</c:v>
                </c:pt>
                <c:pt idx="383">
                  <c:v>0.22280000000000655</c:v>
                </c:pt>
                <c:pt idx="384">
                  <c:v>0.22250000000002501</c:v>
                </c:pt>
                <c:pt idx="385">
                  <c:v>0.22220000000004347</c:v>
                </c:pt>
                <c:pt idx="386">
                  <c:v>0.22190000000000509</c:v>
                </c:pt>
                <c:pt idx="387">
                  <c:v>0.22160000000002356</c:v>
                </c:pt>
                <c:pt idx="388">
                  <c:v>0.22130000000004202</c:v>
                </c:pt>
                <c:pt idx="389">
                  <c:v>0.22110000000003538</c:v>
                </c:pt>
                <c:pt idx="390">
                  <c:v>0.22090000000002874</c:v>
                </c:pt>
                <c:pt idx="391">
                  <c:v>0.2207000000000221</c:v>
                </c:pt>
                <c:pt idx="392">
                  <c:v>0.22050000000001546</c:v>
                </c:pt>
                <c:pt idx="393">
                  <c:v>0.22030000000000882</c:v>
                </c:pt>
                <c:pt idx="394">
                  <c:v>0.22020000000003392</c:v>
                </c:pt>
                <c:pt idx="395">
                  <c:v>0.22000000000002728</c:v>
                </c:pt>
                <c:pt idx="396">
                  <c:v>0.21989999999999554</c:v>
                </c:pt>
                <c:pt idx="397">
                  <c:v>0.21980000000002065</c:v>
                </c:pt>
                <c:pt idx="398">
                  <c:v>0.21960000000001401</c:v>
                </c:pt>
                <c:pt idx="399">
                  <c:v>0.21950000000003911</c:v>
                </c:pt>
                <c:pt idx="400">
                  <c:v>0.21940000000000737</c:v>
                </c:pt>
                <c:pt idx="401">
                  <c:v>0.21930000000003247</c:v>
                </c:pt>
                <c:pt idx="402">
                  <c:v>0.21930000000003247</c:v>
                </c:pt>
                <c:pt idx="403">
                  <c:v>0.21920000000000073</c:v>
                </c:pt>
                <c:pt idx="404">
                  <c:v>0.21910000000002583</c:v>
                </c:pt>
                <c:pt idx="405">
                  <c:v>0.21899999999999409</c:v>
                </c:pt>
                <c:pt idx="406">
                  <c:v>0.21899999999999409</c:v>
                </c:pt>
                <c:pt idx="407">
                  <c:v>0.21890000000001919</c:v>
                </c:pt>
                <c:pt idx="408">
                  <c:v>0.21890000000001919</c:v>
                </c:pt>
                <c:pt idx="409">
                  <c:v>0.21880000000004429</c:v>
                </c:pt>
                <c:pt idx="410">
                  <c:v>0.21880000000004429</c:v>
                </c:pt>
                <c:pt idx="411">
                  <c:v>0.21870000000001255</c:v>
                </c:pt>
                <c:pt idx="412">
                  <c:v>0.21870000000001255</c:v>
                </c:pt>
                <c:pt idx="413">
                  <c:v>0.21870000000001255</c:v>
                </c:pt>
                <c:pt idx="414">
                  <c:v>0.21860000000003765</c:v>
                </c:pt>
                <c:pt idx="415">
                  <c:v>0.21860000000003765</c:v>
                </c:pt>
                <c:pt idx="416">
                  <c:v>0.21860000000003765</c:v>
                </c:pt>
                <c:pt idx="417">
                  <c:v>0.21850000000000591</c:v>
                </c:pt>
                <c:pt idx="418">
                  <c:v>0.21850000000000591</c:v>
                </c:pt>
                <c:pt idx="419">
                  <c:v>0.21850000000000591</c:v>
                </c:pt>
                <c:pt idx="420">
                  <c:v>0.21850000000000591</c:v>
                </c:pt>
                <c:pt idx="421">
                  <c:v>0.21850000000000591</c:v>
                </c:pt>
                <c:pt idx="422">
                  <c:v>0.21840000000003101</c:v>
                </c:pt>
                <c:pt idx="423">
                  <c:v>0.21850000000000591</c:v>
                </c:pt>
                <c:pt idx="424">
                  <c:v>0.21850000000000591</c:v>
                </c:pt>
                <c:pt idx="425">
                  <c:v>0.21860000000003765</c:v>
                </c:pt>
                <c:pt idx="426">
                  <c:v>0.21860000000003765</c:v>
                </c:pt>
                <c:pt idx="427">
                  <c:v>0.21870000000001255</c:v>
                </c:pt>
                <c:pt idx="428">
                  <c:v>0.21880000000004429</c:v>
                </c:pt>
                <c:pt idx="429">
                  <c:v>0.21880000000004429</c:v>
                </c:pt>
                <c:pt idx="430">
                  <c:v>0.21890000000001919</c:v>
                </c:pt>
                <c:pt idx="431">
                  <c:v>0.21890000000001919</c:v>
                </c:pt>
                <c:pt idx="432">
                  <c:v>0.21890000000001919</c:v>
                </c:pt>
                <c:pt idx="433">
                  <c:v>0.21899999999999409</c:v>
                </c:pt>
                <c:pt idx="434">
                  <c:v>0.21899999999999409</c:v>
                </c:pt>
                <c:pt idx="435">
                  <c:v>0.21899999999999409</c:v>
                </c:pt>
                <c:pt idx="436">
                  <c:v>0.21910000000002583</c:v>
                </c:pt>
                <c:pt idx="437">
                  <c:v>0.21910000000002583</c:v>
                </c:pt>
                <c:pt idx="438">
                  <c:v>0.21910000000002583</c:v>
                </c:pt>
                <c:pt idx="439">
                  <c:v>0.21920000000000073</c:v>
                </c:pt>
                <c:pt idx="440">
                  <c:v>0.21920000000000073</c:v>
                </c:pt>
                <c:pt idx="441">
                  <c:v>0.21920000000000073</c:v>
                </c:pt>
                <c:pt idx="442">
                  <c:v>0.21930000000003247</c:v>
                </c:pt>
                <c:pt idx="443">
                  <c:v>0.21930000000003247</c:v>
                </c:pt>
                <c:pt idx="444">
                  <c:v>0.21930000000003247</c:v>
                </c:pt>
                <c:pt idx="445">
                  <c:v>0.21930000000003247</c:v>
                </c:pt>
                <c:pt idx="446">
                  <c:v>0.21940000000000737</c:v>
                </c:pt>
                <c:pt idx="447">
                  <c:v>0.21940000000000737</c:v>
                </c:pt>
                <c:pt idx="448">
                  <c:v>0.21940000000000737</c:v>
                </c:pt>
                <c:pt idx="449">
                  <c:v>0.21940000000000737</c:v>
                </c:pt>
                <c:pt idx="450">
                  <c:v>0.21940000000000737</c:v>
                </c:pt>
                <c:pt idx="451">
                  <c:v>0.21950000000003911</c:v>
                </c:pt>
                <c:pt idx="452">
                  <c:v>0.21950000000003911</c:v>
                </c:pt>
                <c:pt idx="453">
                  <c:v>0.21950000000003911</c:v>
                </c:pt>
                <c:pt idx="454">
                  <c:v>0.21950000000003911</c:v>
                </c:pt>
                <c:pt idx="455">
                  <c:v>0.21950000000003911</c:v>
                </c:pt>
                <c:pt idx="456">
                  <c:v>0.21950000000003911</c:v>
                </c:pt>
                <c:pt idx="457">
                  <c:v>0.21950000000003911</c:v>
                </c:pt>
                <c:pt idx="458">
                  <c:v>0.21950000000003911</c:v>
                </c:pt>
                <c:pt idx="459">
                  <c:v>0.21950000000003911</c:v>
                </c:pt>
                <c:pt idx="460">
                  <c:v>0.21960000000001401</c:v>
                </c:pt>
                <c:pt idx="461">
                  <c:v>0.21960000000001401</c:v>
                </c:pt>
                <c:pt idx="462">
                  <c:v>0.21960000000001401</c:v>
                </c:pt>
                <c:pt idx="463">
                  <c:v>0.21960000000001401</c:v>
                </c:pt>
                <c:pt idx="464">
                  <c:v>0.21960000000001401</c:v>
                </c:pt>
                <c:pt idx="465">
                  <c:v>0.21960000000001401</c:v>
                </c:pt>
                <c:pt idx="466">
                  <c:v>0.21960000000001401</c:v>
                </c:pt>
                <c:pt idx="467">
                  <c:v>0.21960000000001401</c:v>
                </c:pt>
                <c:pt idx="468">
                  <c:v>0.21960000000001401</c:v>
                </c:pt>
                <c:pt idx="469">
                  <c:v>0.21960000000001401</c:v>
                </c:pt>
                <c:pt idx="470">
                  <c:v>0.21960000000001401</c:v>
                </c:pt>
                <c:pt idx="471">
                  <c:v>0.21960000000001401</c:v>
                </c:pt>
                <c:pt idx="472">
                  <c:v>0.21960000000001401</c:v>
                </c:pt>
                <c:pt idx="473">
                  <c:v>0.21960000000001401</c:v>
                </c:pt>
                <c:pt idx="474">
                  <c:v>0.21940000000000737</c:v>
                </c:pt>
                <c:pt idx="475">
                  <c:v>0.21910000000002583</c:v>
                </c:pt>
                <c:pt idx="476">
                  <c:v>0.21870000000001255</c:v>
                </c:pt>
                <c:pt idx="477">
                  <c:v>0.21820000000002437</c:v>
                </c:pt>
                <c:pt idx="478">
                  <c:v>0.2178000000000111</c:v>
                </c:pt>
                <c:pt idx="479">
                  <c:v>0.21739999999999782</c:v>
                </c:pt>
                <c:pt idx="480">
                  <c:v>0.21710000000001628</c:v>
                </c:pt>
                <c:pt idx="481">
                  <c:v>0.21680000000003474</c:v>
                </c:pt>
                <c:pt idx="482">
                  <c:v>0.21649999999999636</c:v>
                </c:pt>
                <c:pt idx="483">
                  <c:v>0.21620000000001482</c:v>
                </c:pt>
                <c:pt idx="484">
                  <c:v>0.21590000000003329</c:v>
                </c:pt>
                <c:pt idx="485">
                  <c:v>0.21570000000002665</c:v>
                </c:pt>
                <c:pt idx="486">
                  <c:v>0.21540000000004511</c:v>
                </c:pt>
                <c:pt idx="487">
                  <c:v>0.21520000000003847</c:v>
                </c:pt>
                <c:pt idx="488">
                  <c:v>0.21500000000003183</c:v>
                </c:pt>
                <c:pt idx="489">
                  <c:v>0.21480000000002519</c:v>
                </c:pt>
                <c:pt idx="490">
                  <c:v>0.21460000000001855</c:v>
                </c:pt>
                <c:pt idx="491">
                  <c:v>0.21440000000001191</c:v>
                </c:pt>
                <c:pt idx="492">
                  <c:v>0.21430000000003702</c:v>
                </c:pt>
                <c:pt idx="493">
                  <c:v>0.21410000000003038</c:v>
                </c:pt>
                <c:pt idx="494">
                  <c:v>0.21399999999999864</c:v>
                </c:pt>
                <c:pt idx="495">
                  <c:v>0.213799999999992</c:v>
                </c:pt>
                <c:pt idx="496">
                  <c:v>0.2137000000000171</c:v>
                </c:pt>
                <c:pt idx="497">
                  <c:v>0.2136000000000422</c:v>
                </c:pt>
                <c:pt idx="498">
                  <c:v>0.21340000000003556</c:v>
                </c:pt>
                <c:pt idx="499">
                  <c:v>0.2136000000000422</c:v>
                </c:pt>
                <c:pt idx="500">
                  <c:v>0.21450000000004366</c:v>
                </c:pt>
                <c:pt idx="501">
                  <c:v>0.21559999999999491</c:v>
                </c:pt>
                <c:pt idx="502">
                  <c:v>0.21680000000003474</c:v>
                </c:pt>
                <c:pt idx="503">
                  <c:v>0.21790000000004284</c:v>
                </c:pt>
                <c:pt idx="504">
                  <c:v>0.21899999999999409</c:v>
                </c:pt>
                <c:pt idx="505">
                  <c:v>0.22000000000002728</c:v>
                </c:pt>
                <c:pt idx="506">
                  <c:v>0.22090000000002874</c:v>
                </c:pt>
                <c:pt idx="507">
                  <c:v>0.22169999999999845</c:v>
                </c:pt>
                <c:pt idx="508">
                  <c:v>0.22250000000002501</c:v>
                </c:pt>
                <c:pt idx="509">
                  <c:v>0.22310000000004493</c:v>
                </c:pt>
                <c:pt idx="510">
                  <c:v>0.22380000000003974</c:v>
                </c:pt>
                <c:pt idx="511">
                  <c:v>0.22430000000002792</c:v>
                </c:pt>
                <c:pt idx="512">
                  <c:v>0.224899999999991</c:v>
                </c:pt>
                <c:pt idx="513">
                  <c:v>0.22540000000003602</c:v>
                </c:pt>
                <c:pt idx="514">
                  <c:v>0.22579999999999245</c:v>
                </c:pt>
                <c:pt idx="515">
                  <c:v>0.22630000000003747</c:v>
                </c:pt>
                <c:pt idx="516">
                  <c:v>0.22669999999999391</c:v>
                </c:pt>
                <c:pt idx="517">
                  <c:v>0.22700000000003229</c:v>
                </c:pt>
                <c:pt idx="518">
                  <c:v>0.22739999999998872</c:v>
                </c:pt>
                <c:pt idx="519">
                  <c:v>0.2277000000000271</c:v>
                </c:pt>
                <c:pt idx="520">
                  <c:v>0.22800000000000864</c:v>
                </c:pt>
                <c:pt idx="521">
                  <c:v>0.22829999999999018</c:v>
                </c:pt>
                <c:pt idx="522">
                  <c:v>0.22860000000002856</c:v>
                </c:pt>
                <c:pt idx="523">
                  <c:v>0.2288000000000352</c:v>
                </c:pt>
                <c:pt idx="524">
                  <c:v>0.22910000000001673</c:v>
                </c:pt>
                <c:pt idx="525">
                  <c:v>0.22930000000002337</c:v>
                </c:pt>
                <c:pt idx="526">
                  <c:v>0.22950000000003001</c:v>
                </c:pt>
                <c:pt idx="527">
                  <c:v>0.22970000000003665</c:v>
                </c:pt>
                <c:pt idx="528">
                  <c:v>0.22990000000004329</c:v>
                </c:pt>
                <c:pt idx="529">
                  <c:v>0.23000000000001819</c:v>
                </c:pt>
                <c:pt idx="530">
                  <c:v>0.22970000000003665</c:v>
                </c:pt>
                <c:pt idx="531">
                  <c:v>0.22900000000004184</c:v>
                </c:pt>
                <c:pt idx="532">
                  <c:v>0.22820000000001528</c:v>
                </c:pt>
              </c:numCache>
            </c:numRef>
          </c:yVal>
          <c:smooth val="1"/>
          <c:extLst>
            <c:ext xmlns:c16="http://schemas.microsoft.com/office/drawing/2014/chart" uri="{C3380CC4-5D6E-409C-BE32-E72D297353CC}">
              <c16:uniqueId val="{00000027-4233-4E9D-9D6D-D06060CC9530}"/>
            </c:ext>
          </c:extLst>
        </c:ser>
        <c:ser>
          <c:idx val="40"/>
          <c:order val="40"/>
          <c:tx>
            <c:strRef>
              <c:f>PM50000_Temps_oc5l2_50000!$BCQ$1</c:f>
              <c:strCache>
                <c:ptCount val="1"/>
                <c:pt idx="0">
                  <c:v>TELE_PM_INTERIOR.42</c:v>
                </c:pt>
              </c:strCache>
            </c:strRef>
          </c:tx>
          <c:spPr>
            <a:ln w="19050" cap="rnd">
              <a:solidFill>
                <a:schemeClr val="accent5">
                  <a:lumMod val="70000"/>
                  <a:lumOff val="30000"/>
                </a:schemeClr>
              </a:solidFill>
              <a:round/>
            </a:ln>
            <a:effectLst/>
          </c:spPr>
          <c:marker>
            <c:symbol val="circle"/>
            <c:size val="5"/>
            <c:spPr>
              <a:solidFill>
                <a:schemeClr val="accent5">
                  <a:lumMod val="70000"/>
                  <a:lumOff val="30000"/>
                </a:schemeClr>
              </a:solidFill>
              <a:ln w="9525">
                <a:solidFill>
                  <a:schemeClr val="accent5">
                    <a:lumMod val="70000"/>
                    <a:lumOff val="3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PM50000_Temps_oc5l2_50000!$BCQ$2:$BCQ$536</c:f>
              <c:numCache>
                <c:formatCode>General</c:formatCode>
                <c:ptCount val="533"/>
                <c:pt idx="0">
                  <c:v>0</c:v>
                </c:pt>
                <c:pt idx="1">
                  <c:v>3.1000000000005912E-2</c:v>
                </c:pt>
                <c:pt idx="2">
                  <c:v>4.43000000000211E-2</c:v>
                </c:pt>
                <c:pt idx="3">
                  <c:v>5.340000000001055E-2</c:v>
                </c:pt>
                <c:pt idx="4">
                  <c:v>6.1800000000005184E-2</c:v>
                </c:pt>
                <c:pt idx="5">
                  <c:v>6.9900000000018281E-2</c:v>
                </c:pt>
                <c:pt idx="6">
                  <c:v>7.7699999999992997E-2</c:v>
                </c:pt>
                <c:pt idx="7">
                  <c:v>8.5100000000011278E-2</c:v>
                </c:pt>
                <c:pt idx="8">
                  <c:v>9.2199999999991178E-2</c:v>
                </c:pt>
                <c:pt idx="9">
                  <c:v>9.8900000000014643E-2</c:v>
                </c:pt>
                <c:pt idx="10">
                  <c:v>0.10520000000002483</c:v>
                </c:pt>
                <c:pt idx="11">
                  <c:v>0.11099999999999</c:v>
                </c:pt>
                <c:pt idx="12">
                  <c:v>0.11649999999997362</c:v>
                </c:pt>
                <c:pt idx="13">
                  <c:v>0.12150000000002592</c:v>
                </c:pt>
                <c:pt idx="14">
                  <c:v>0.12610000000000809</c:v>
                </c:pt>
                <c:pt idx="15">
                  <c:v>0.13029999999997699</c:v>
                </c:pt>
                <c:pt idx="16">
                  <c:v>0.13420000000002119</c:v>
                </c:pt>
                <c:pt idx="17">
                  <c:v>0.13779999999997017</c:v>
                </c:pt>
                <c:pt idx="18">
                  <c:v>0.14100000000001955</c:v>
                </c:pt>
                <c:pt idx="19">
                  <c:v>0.14400000000000546</c:v>
                </c:pt>
                <c:pt idx="20">
                  <c:v>0.14679999999998472</c:v>
                </c:pt>
                <c:pt idx="21">
                  <c:v>0.14929999999998245</c:v>
                </c:pt>
                <c:pt idx="22">
                  <c:v>0.15159999999997353</c:v>
                </c:pt>
                <c:pt idx="23">
                  <c:v>0.15379999999998972</c:v>
                </c:pt>
                <c:pt idx="24">
                  <c:v>0.15570000000002437</c:v>
                </c:pt>
                <c:pt idx="25">
                  <c:v>0.15749999999997044</c:v>
                </c:pt>
                <c:pt idx="26">
                  <c:v>0.15910000000002356</c:v>
                </c:pt>
                <c:pt idx="27">
                  <c:v>0.16059999999998809</c:v>
                </c:pt>
                <c:pt idx="28">
                  <c:v>0.16199999999997772</c:v>
                </c:pt>
                <c:pt idx="29">
                  <c:v>0.16340000000002419</c:v>
                </c:pt>
                <c:pt idx="30">
                  <c:v>0.16480000000001382</c:v>
                </c:pt>
                <c:pt idx="31">
                  <c:v>0.16620000000000346</c:v>
                </c:pt>
                <c:pt idx="32">
                  <c:v>0.16750000000001819</c:v>
                </c:pt>
                <c:pt idx="33">
                  <c:v>0.16890000000000782</c:v>
                </c:pt>
                <c:pt idx="34">
                  <c:v>0.17009999999999081</c:v>
                </c:pt>
                <c:pt idx="35">
                  <c:v>0.17129999999997381</c:v>
                </c:pt>
                <c:pt idx="36">
                  <c:v>0.17250000000001364</c:v>
                </c:pt>
                <c:pt idx="37">
                  <c:v>0.17349999999999</c:v>
                </c:pt>
                <c:pt idx="38">
                  <c:v>0.17450000000002319</c:v>
                </c:pt>
                <c:pt idx="39">
                  <c:v>0.17549999999999955</c:v>
                </c:pt>
                <c:pt idx="40">
                  <c:v>0.1763000000000261</c:v>
                </c:pt>
                <c:pt idx="41">
                  <c:v>0.17709999999999582</c:v>
                </c:pt>
                <c:pt idx="42">
                  <c:v>0.17790000000002237</c:v>
                </c:pt>
                <c:pt idx="43">
                  <c:v>0.17860000000001719</c:v>
                </c:pt>
                <c:pt idx="44">
                  <c:v>0.17919999999998026</c:v>
                </c:pt>
                <c:pt idx="45">
                  <c:v>0.17980000000000018</c:v>
                </c:pt>
                <c:pt idx="46">
                  <c:v>0.1804000000000201</c:v>
                </c:pt>
                <c:pt idx="47">
                  <c:v>0.18090000000000828</c:v>
                </c:pt>
                <c:pt idx="48">
                  <c:v>0.18139999999999645</c:v>
                </c:pt>
                <c:pt idx="49">
                  <c:v>0.18180000000000973</c:v>
                </c:pt>
                <c:pt idx="50">
                  <c:v>0.18220000000002301</c:v>
                </c:pt>
                <c:pt idx="51">
                  <c:v>0.18259999999997945</c:v>
                </c:pt>
                <c:pt idx="52">
                  <c:v>0.18299999999999272</c:v>
                </c:pt>
                <c:pt idx="53">
                  <c:v>0.18329999999997426</c:v>
                </c:pt>
                <c:pt idx="54">
                  <c:v>0.18360000000001264</c:v>
                </c:pt>
                <c:pt idx="55">
                  <c:v>0.18389999999999418</c:v>
                </c:pt>
                <c:pt idx="56">
                  <c:v>0.18410000000000082</c:v>
                </c:pt>
                <c:pt idx="57">
                  <c:v>0.18439999999998236</c:v>
                </c:pt>
                <c:pt idx="58">
                  <c:v>0.184599999999989</c:v>
                </c:pt>
                <c:pt idx="59">
                  <c:v>0.18470000000002074</c:v>
                </c:pt>
                <c:pt idx="60">
                  <c:v>0.18470000000002074</c:v>
                </c:pt>
                <c:pt idx="61">
                  <c:v>0.18470000000002074</c:v>
                </c:pt>
                <c:pt idx="62">
                  <c:v>0.1845000000000141</c:v>
                </c:pt>
                <c:pt idx="63">
                  <c:v>0.18430000000000746</c:v>
                </c:pt>
                <c:pt idx="64">
                  <c:v>0.18410000000000082</c:v>
                </c:pt>
                <c:pt idx="65">
                  <c:v>0.18389999999999418</c:v>
                </c:pt>
                <c:pt idx="66">
                  <c:v>0.18369999999998754</c:v>
                </c:pt>
                <c:pt idx="67">
                  <c:v>0.1834999999999809</c:v>
                </c:pt>
                <c:pt idx="68">
                  <c:v>0.18319999999999936</c:v>
                </c:pt>
                <c:pt idx="69">
                  <c:v>0.18299999999999272</c:v>
                </c:pt>
                <c:pt idx="70">
                  <c:v>0.18279999999998608</c:v>
                </c:pt>
                <c:pt idx="71">
                  <c:v>0.18259999999997945</c:v>
                </c:pt>
                <c:pt idx="72">
                  <c:v>0.18239999999997281</c:v>
                </c:pt>
                <c:pt idx="73">
                  <c:v>0.18229999999999791</c:v>
                </c:pt>
                <c:pt idx="74">
                  <c:v>0.18209999999999127</c:v>
                </c:pt>
                <c:pt idx="75">
                  <c:v>0.18200000000001637</c:v>
                </c:pt>
                <c:pt idx="76">
                  <c:v>0.18180000000000973</c:v>
                </c:pt>
                <c:pt idx="77">
                  <c:v>0.18169999999997799</c:v>
                </c:pt>
                <c:pt idx="78">
                  <c:v>0.18160000000000309</c:v>
                </c:pt>
                <c:pt idx="79">
                  <c:v>0.18149999999997135</c:v>
                </c:pt>
                <c:pt idx="80">
                  <c:v>0.18139999999999645</c:v>
                </c:pt>
                <c:pt idx="81">
                  <c:v>0.18130000000002156</c:v>
                </c:pt>
                <c:pt idx="82">
                  <c:v>0.18119999999998981</c:v>
                </c:pt>
                <c:pt idx="83">
                  <c:v>0.18110000000001492</c:v>
                </c:pt>
                <c:pt idx="84">
                  <c:v>0.18110000000001492</c:v>
                </c:pt>
                <c:pt idx="85">
                  <c:v>0.18099999999998317</c:v>
                </c:pt>
                <c:pt idx="86">
                  <c:v>0.18090000000000828</c:v>
                </c:pt>
                <c:pt idx="87">
                  <c:v>0.18090000000000828</c:v>
                </c:pt>
                <c:pt idx="88">
                  <c:v>0.18079999999997654</c:v>
                </c:pt>
                <c:pt idx="89">
                  <c:v>0.18079999999997654</c:v>
                </c:pt>
                <c:pt idx="90">
                  <c:v>0.18070000000000164</c:v>
                </c:pt>
                <c:pt idx="91">
                  <c:v>0.18070000000000164</c:v>
                </c:pt>
                <c:pt idx="92">
                  <c:v>0.1805999999999699</c:v>
                </c:pt>
                <c:pt idx="93">
                  <c:v>0.1805999999999699</c:v>
                </c:pt>
                <c:pt idx="94">
                  <c:v>0.1805999999999699</c:v>
                </c:pt>
                <c:pt idx="95">
                  <c:v>0.180499999999995</c:v>
                </c:pt>
                <c:pt idx="96">
                  <c:v>0.180499999999995</c:v>
                </c:pt>
                <c:pt idx="97">
                  <c:v>0.180499999999995</c:v>
                </c:pt>
                <c:pt idx="98">
                  <c:v>0.1804000000000201</c:v>
                </c:pt>
                <c:pt idx="99">
                  <c:v>0.1804000000000201</c:v>
                </c:pt>
                <c:pt idx="100">
                  <c:v>0.1804000000000201</c:v>
                </c:pt>
                <c:pt idx="101">
                  <c:v>0.1804000000000201</c:v>
                </c:pt>
                <c:pt idx="102">
                  <c:v>0.1804000000000201</c:v>
                </c:pt>
                <c:pt idx="103">
                  <c:v>0.18029999999998836</c:v>
                </c:pt>
                <c:pt idx="104">
                  <c:v>0.18029999999998836</c:v>
                </c:pt>
                <c:pt idx="105">
                  <c:v>0.18029999999998836</c:v>
                </c:pt>
                <c:pt idx="106">
                  <c:v>0.18029999999998836</c:v>
                </c:pt>
                <c:pt idx="107">
                  <c:v>0.18029999999998836</c:v>
                </c:pt>
                <c:pt idx="108">
                  <c:v>0.18029999999998836</c:v>
                </c:pt>
                <c:pt idx="109">
                  <c:v>0.18029999999998836</c:v>
                </c:pt>
                <c:pt idx="110">
                  <c:v>0.18020000000001346</c:v>
                </c:pt>
                <c:pt idx="111">
                  <c:v>0.18020000000001346</c:v>
                </c:pt>
                <c:pt idx="112">
                  <c:v>0.18029999999998836</c:v>
                </c:pt>
                <c:pt idx="113">
                  <c:v>0.18029999999998836</c:v>
                </c:pt>
                <c:pt idx="114">
                  <c:v>0.18029999999998836</c:v>
                </c:pt>
                <c:pt idx="115">
                  <c:v>0.18029999999998836</c:v>
                </c:pt>
                <c:pt idx="116">
                  <c:v>0.18029999999998836</c:v>
                </c:pt>
                <c:pt idx="117">
                  <c:v>0.18029999999998836</c:v>
                </c:pt>
                <c:pt idx="118">
                  <c:v>0.1804000000000201</c:v>
                </c:pt>
                <c:pt idx="119">
                  <c:v>0.1804000000000201</c:v>
                </c:pt>
                <c:pt idx="120">
                  <c:v>0.1804000000000201</c:v>
                </c:pt>
                <c:pt idx="121">
                  <c:v>0.1804000000000201</c:v>
                </c:pt>
                <c:pt idx="122">
                  <c:v>0.180499999999995</c:v>
                </c:pt>
                <c:pt idx="123">
                  <c:v>0.180499999999995</c:v>
                </c:pt>
                <c:pt idx="124">
                  <c:v>0.180499999999995</c:v>
                </c:pt>
                <c:pt idx="125">
                  <c:v>0.180499999999995</c:v>
                </c:pt>
                <c:pt idx="126">
                  <c:v>0.180499999999995</c:v>
                </c:pt>
                <c:pt idx="127">
                  <c:v>0.1805999999999699</c:v>
                </c:pt>
                <c:pt idx="128">
                  <c:v>0.1805999999999699</c:v>
                </c:pt>
                <c:pt idx="129">
                  <c:v>0.1805999999999699</c:v>
                </c:pt>
                <c:pt idx="130">
                  <c:v>0.1805999999999699</c:v>
                </c:pt>
                <c:pt idx="131">
                  <c:v>0.1805999999999699</c:v>
                </c:pt>
                <c:pt idx="132">
                  <c:v>0.1805999999999699</c:v>
                </c:pt>
                <c:pt idx="133">
                  <c:v>0.18070000000000164</c:v>
                </c:pt>
                <c:pt idx="134">
                  <c:v>0.18070000000000164</c:v>
                </c:pt>
                <c:pt idx="135">
                  <c:v>0.18070000000000164</c:v>
                </c:pt>
                <c:pt idx="136">
                  <c:v>0.18070000000000164</c:v>
                </c:pt>
                <c:pt idx="137">
                  <c:v>0.18070000000000164</c:v>
                </c:pt>
                <c:pt idx="138">
                  <c:v>0.18070000000000164</c:v>
                </c:pt>
                <c:pt idx="139">
                  <c:v>0.18070000000000164</c:v>
                </c:pt>
                <c:pt idx="140">
                  <c:v>0.18070000000000164</c:v>
                </c:pt>
                <c:pt idx="141">
                  <c:v>0.18070000000000164</c:v>
                </c:pt>
                <c:pt idx="142">
                  <c:v>0.18079999999997654</c:v>
                </c:pt>
                <c:pt idx="143">
                  <c:v>0.18079999999997654</c:v>
                </c:pt>
                <c:pt idx="144">
                  <c:v>0.18079999999997654</c:v>
                </c:pt>
                <c:pt idx="145">
                  <c:v>0.18079999999997654</c:v>
                </c:pt>
                <c:pt idx="146">
                  <c:v>0.18079999999997654</c:v>
                </c:pt>
                <c:pt idx="147">
                  <c:v>0.18079999999997654</c:v>
                </c:pt>
                <c:pt idx="148">
                  <c:v>0.18079999999997654</c:v>
                </c:pt>
                <c:pt idx="149">
                  <c:v>0.18079999999997654</c:v>
                </c:pt>
                <c:pt idx="150">
                  <c:v>0.18079999999997654</c:v>
                </c:pt>
                <c:pt idx="151">
                  <c:v>0.18079999999997654</c:v>
                </c:pt>
                <c:pt idx="152">
                  <c:v>0.18079999999997654</c:v>
                </c:pt>
                <c:pt idx="153">
                  <c:v>0.18079999999997654</c:v>
                </c:pt>
                <c:pt idx="154">
                  <c:v>0.18079999999997654</c:v>
                </c:pt>
                <c:pt idx="155">
                  <c:v>0.18079999999997654</c:v>
                </c:pt>
                <c:pt idx="156">
                  <c:v>0.18079999999997654</c:v>
                </c:pt>
                <c:pt idx="157">
                  <c:v>0.18079999999997654</c:v>
                </c:pt>
                <c:pt idx="158">
                  <c:v>0.18090000000000828</c:v>
                </c:pt>
                <c:pt idx="159">
                  <c:v>0.18090000000000828</c:v>
                </c:pt>
                <c:pt idx="160">
                  <c:v>0.18090000000000828</c:v>
                </c:pt>
                <c:pt idx="161">
                  <c:v>0.18090000000000828</c:v>
                </c:pt>
                <c:pt idx="162">
                  <c:v>0.18079999999997654</c:v>
                </c:pt>
                <c:pt idx="163">
                  <c:v>0.18070000000000164</c:v>
                </c:pt>
                <c:pt idx="164">
                  <c:v>0.1805999999999699</c:v>
                </c:pt>
                <c:pt idx="165">
                  <c:v>0.1804000000000201</c:v>
                </c:pt>
                <c:pt idx="166">
                  <c:v>0.18029999999998836</c:v>
                </c:pt>
                <c:pt idx="167">
                  <c:v>0.18009999999998172</c:v>
                </c:pt>
                <c:pt idx="168">
                  <c:v>0.18000000000000682</c:v>
                </c:pt>
                <c:pt idx="169">
                  <c:v>0.17980000000000018</c:v>
                </c:pt>
                <c:pt idx="170">
                  <c:v>0.17970000000002528</c:v>
                </c:pt>
                <c:pt idx="171">
                  <c:v>0.17950000000001864</c:v>
                </c:pt>
                <c:pt idx="172">
                  <c:v>0.1793999999999869</c:v>
                </c:pt>
                <c:pt idx="173">
                  <c:v>0.17919999999998026</c:v>
                </c:pt>
                <c:pt idx="174">
                  <c:v>0.17910000000000537</c:v>
                </c:pt>
                <c:pt idx="175">
                  <c:v>0.17899999999997362</c:v>
                </c:pt>
                <c:pt idx="176">
                  <c:v>0.17889999999999873</c:v>
                </c:pt>
                <c:pt idx="177">
                  <c:v>0.17880000000002383</c:v>
                </c:pt>
                <c:pt idx="178">
                  <c:v>0.17869999999999209</c:v>
                </c:pt>
                <c:pt idx="179">
                  <c:v>0.17860000000001719</c:v>
                </c:pt>
                <c:pt idx="180">
                  <c:v>0.17849999999998545</c:v>
                </c:pt>
                <c:pt idx="181">
                  <c:v>0.17840000000001055</c:v>
                </c:pt>
                <c:pt idx="182">
                  <c:v>0.17829999999997881</c:v>
                </c:pt>
                <c:pt idx="183">
                  <c:v>0.17820000000000391</c:v>
                </c:pt>
                <c:pt idx="184">
                  <c:v>0.17809999999997217</c:v>
                </c:pt>
                <c:pt idx="185">
                  <c:v>0.17809999999997217</c:v>
                </c:pt>
                <c:pt idx="186">
                  <c:v>0.17820000000000391</c:v>
                </c:pt>
                <c:pt idx="187">
                  <c:v>0.17840000000001055</c:v>
                </c:pt>
                <c:pt idx="188">
                  <c:v>0.17869999999999209</c:v>
                </c:pt>
                <c:pt idx="189">
                  <c:v>0.17899999999997362</c:v>
                </c:pt>
                <c:pt idx="190">
                  <c:v>0.1793999999999869</c:v>
                </c:pt>
                <c:pt idx="191">
                  <c:v>0.17980000000000018</c:v>
                </c:pt>
                <c:pt idx="192">
                  <c:v>0.18029999999998836</c:v>
                </c:pt>
                <c:pt idx="193">
                  <c:v>0.18070000000000164</c:v>
                </c:pt>
                <c:pt idx="194">
                  <c:v>0.18110000000001492</c:v>
                </c:pt>
                <c:pt idx="195">
                  <c:v>0.18149999999997135</c:v>
                </c:pt>
                <c:pt idx="196">
                  <c:v>0.18180000000000973</c:v>
                </c:pt>
                <c:pt idx="197">
                  <c:v>0.18220000000002301</c:v>
                </c:pt>
                <c:pt idx="198">
                  <c:v>0.18250000000000455</c:v>
                </c:pt>
                <c:pt idx="199">
                  <c:v>0.18279999999998608</c:v>
                </c:pt>
                <c:pt idx="200">
                  <c:v>0.18310000000002447</c:v>
                </c:pt>
                <c:pt idx="201">
                  <c:v>0.183400000000006</c:v>
                </c:pt>
                <c:pt idx="202">
                  <c:v>0.18369999999998754</c:v>
                </c:pt>
                <c:pt idx="203">
                  <c:v>0.18389999999999418</c:v>
                </c:pt>
                <c:pt idx="204">
                  <c:v>0.18410000000000082</c:v>
                </c:pt>
                <c:pt idx="205">
                  <c:v>0.18439999999998236</c:v>
                </c:pt>
                <c:pt idx="206">
                  <c:v>0.184599999999989</c:v>
                </c:pt>
                <c:pt idx="207">
                  <c:v>0.18479999999999563</c:v>
                </c:pt>
                <c:pt idx="208">
                  <c:v>0.18489999999997053</c:v>
                </c:pt>
                <c:pt idx="209">
                  <c:v>0.18509999999997717</c:v>
                </c:pt>
                <c:pt idx="210">
                  <c:v>0.18529999999998381</c:v>
                </c:pt>
                <c:pt idx="211">
                  <c:v>0.18540000000001555</c:v>
                </c:pt>
                <c:pt idx="212">
                  <c:v>0.18549999999999045</c:v>
                </c:pt>
                <c:pt idx="213">
                  <c:v>0.18569999999999709</c:v>
                </c:pt>
                <c:pt idx="214">
                  <c:v>0.18579999999997199</c:v>
                </c:pt>
                <c:pt idx="215">
                  <c:v>0.18590000000000373</c:v>
                </c:pt>
                <c:pt idx="216">
                  <c:v>0.18590000000000373</c:v>
                </c:pt>
                <c:pt idx="217">
                  <c:v>0.18579999999997199</c:v>
                </c:pt>
                <c:pt idx="218">
                  <c:v>0.18560000000002219</c:v>
                </c:pt>
                <c:pt idx="219">
                  <c:v>0.18540000000001555</c:v>
                </c:pt>
                <c:pt idx="220">
                  <c:v>0.18520000000000891</c:v>
                </c:pt>
                <c:pt idx="221">
                  <c:v>0.18489999999997053</c:v>
                </c:pt>
                <c:pt idx="222">
                  <c:v>0.184599999999989</c:v>
                </c:pt>
                <c:pt idx="223">
                  <c:v>0.18430000000000746</c:v>
                </c:pt>
                <c:pt idx="224">
                  <c:v>0.18400000000002592</c:v>
                </c:pt>
                <c:pt idx="225">
                  <c:v>0.18380000000001928</c:v>
                </c:pt>
                <c:pt idx="226">
                  <c:v>0.1834999999999809</c:v>
                </c:pt>
                <c:pt idx="227">
                  <c:v>0.18329999999997426</c:v>
                </c:pt>
                <c:pt idx="228">
                  <c:v>0.18310000000002447</c:v>
                </c:pt>
                <c:pt idx="229">
                  <c:v>0.18279999999998608</c:v>
                </c:pt>
                <c:pt idx="230">
                  <c:v>0.18259999999997945</c:v>
                </c:pt>
                <c:pt idx="231">
                  <c:v>0.18250000000000455</c:v>
                </c:pt>
                <c:pt idx="232">
                  <c:v>0.18229999999999791</c:v>
                </c:pt>
                <c:pt idx="233">
                  <c:v>0.18209999999999127</c:v>
                </c:pt>
                <c:pt idx="234">
                  <c:v>0.18200000000001637</c:v>
                </c:pt>
                <c:pt idx="235">
                  <c:v>0.18180000000000973</c:v>
                </c:pt>
                <c:pt idx="236">
                  <c:v>0.18169999999997799</c:v>
                </c:pt>
                <c:pt idx="237">
                  <c:v>0.18160000000000309</c:v>
                </c:pt>
                <c:pt idx="238">
                  <c:v>0.18149999999997135</c:v>
                </c:pt>
                <c:pt idx="239">
                  <c:v>0.18139999999999645</c:v>
                </c:pt>
                <c:pt idx="240">
                  <c:v>0.18130000000002156</c:v>
                </c:pt>
                <c:pt idx="241">
                  <c:v>0.18119999999998981</c:v>
                </c:pt>
                <c:pt idx="242">
                  <c:v>0.18110000000001492</c:v>
                </c:pt>
                <c:pt idx="243">
                  <c:v>0.18110000000001492</c:v>
                </c:pt>
                <c:pt idx="244">
                  <c:v>0.18099999999998317</c:v>
                </c:pt>
                <c:pt idx="245">
                  <c:v>0.18090000000000828</c:v>
                </c:pt>
                <c:pt idx="246">
                  <c:v>0.18090000000000828</c:v>
                </c:pt>
                <c:pt idx="247">
                  <c:v>0.18079999999997654</c:v>
                </c:pt>
                <c:pt idx="248">
                  <c:v>0.18079999999997654</c:v>
                </c:pt>
                <c:pt idx="249">
                  <c:v>0.18070000000000164</c:v>
                </c:pt>
                <c:pt idx="250">
                  <c:v>0.18070000000000164</c:v>
                </c:pt>
                <c:pt idx="251">
                  <c:v>0.1805999999999699</c:v>
                </c:pt>
                <c:pt idx="252">
                  <c:v>0.1805999999999699</c:v>
                </c:pt>
                <c:pt idx="253">
                  <c:v>0.1805999999999699</c:v>
                </c:pt>
                <c:pt idx="254">
                  <c:v>0.180499999999995</c:v>
                </c:pt>
                <c:pt idx="255">
                  <c:v>0.180499999999995</c:v>
                </c:pt>
                <c:pt idx="256">
                  <c:v>0.180499999999995</c:v>
                </c:pt>
                <c:pt idx="257">
                  <c:v>0.1804000000000201</c:v>
                </c:pt>
                <c:pt idx="258">
                  <c:v>0.1804000000000201</c:v>
                </c:pt>
                <c:pt idx="259">
                  <c:v>0.1804000000000201</c:v>
                </c:pt>
                <c:pt idx="260">
                  <c:v>0.1804000000000201</c:v>
                </c:pt>
                <c:pt idx="261">
                  <c:v>0.1804000000000201</c:v>
                </c:pt>
                <c:pt idx="262">
                  <c:v>0.18029999999998836</c:v>
                </c:pt>
                <c:pt idx="263">
                  <c:v>0.18029999999998836</c:v>
                </c:pt>
                <c:pt idx="264">
                  <c:v>0.18029999999998836</c:v>
                </c:pt>
                <c:pt idx="265">
                  <c:v>0.18029999999998836</c:v>
                </c:pt>
                <c:pt idx="266">
                  <c:v>0.18029999999998836</c:v>
                </c:pt>
                <c:pt idx="267">
                  <c:v>0.18029999999998836</c:v>
                </c:pt>
                <c:pt idx="268">
                  <c:v>0.18029999999998836</c:v>
                </c:pt>
                <c:pt idx="269">
                  <c:v>0.18029999999998836</c:v>
                </c:pt>
                <c:pt idx="270">
                  <c:v>0.18029999999998836</c:v>
                </c:pt>
                <c:pt idx="271">
                  <c:v>0.18029999999998836</c:v>
                </c:pt>
                <c:pt idx="272">
                  <c:v>0.18029999999998836</c:v>
                </c:pt>
                <c:pt idx="273">
                  <c:v>0.1804000000000201</c:v>
                </c:pt>
                <c:pt idx="274">
                  <c:v>0.1804000000000201</c:v>
                </c:pt>
                <c:pt idx="275">
                  <c:v>0.1804000000000201</c:v>
                </c:pt>
                <c:pt idx="276">
                  <c:v>0.1804000000000201</c:v>
                </c:pt>
                <c:pt idx="277">
                  <c:v>0.1804000000000201</c:v>
                </c:pt>
                <c:pt idx="278">
                  <c:v>0.180499999999995</c:v>
                </c:pt>
                <c:pt idx="279">
                  <c:v>0.180499999999995</c:v>
                </c:pt>
                <c:pt idx="280">
                  <c:v>0.180499999999995</c:v>
                </c:pt>
                <c:pt idx="281">
                  <c:v>0.180499999999995</c:v>
                </c:pt>
                <c:pt idx="282">
                  <c:v>0.180499999999995</c:v>
                </c:pt>
                <c:pt idx="283">
                  <c:v>0.1805999999999699</c:v>
                </c:pt>
                <c:pt idx="284">
                  <c:v>0.1805999999999699</c:v>
                </c:pt>
                <c:pt idx="285">
                  <c:v>0.1805999999999699</c:v>
                </c:pt>
                <c:pt idx="286">
                  <c:v>0.1805999999999699</c:v>
                </c:pt>
                <c:pt idx="287">
                  <c:v>0.1805999999999699</c:v>
                </c:pt>
                <c:pt idx="288">
                  <c:v>0.1805999999999699</c:v>
                </c:pt>
                <c:pt idx="289">
                  <c:v>0.18070000000000164</c:v>
                </c:pt>
                <c:pt idx="290">
                  <c:v>0.18070000000000164</c:v>
                </c:pt>
                <c:pt idx="291">
                  <c:v>0.18070000000000164</c:v>
                </c:pt>
                <c:pt idx="292">
                  <c:v>0.18070000000000164</c:v>
                </c:pt>
                <c:pt idx="293">
                  <c:v>0.18070000000000164</c:v>
                </c:pt>
                <c:pt idx="294">
                  <c:v>0.18070000000000164</c:v>
                </c:pt>
                <c:pt idx="295">
                  <c:v>0.18070000000000164</c:v>
                </c:pt>
                <c:pt idx="296">
                  <c:v>0.18070000000000164</c:v>
                </c:pt>
                <c:pt idx="297">
                  <c:v>0.18070000000000164</c:v>
                </c:pt>
                <c:pt idx="298">
                  <c:v>0.18079999999997654</c:v>
                </c:pt>
                <c:pt idx="299">
                  <c:v>0.18079999999997654</c:v>
                </c:pt>
                <c:pt idx="300">
                  <c:v>0.18079999999997654</c:v>
                </c:pt>
                <c:pt idx="301">
                  <c:v>0.18079999999997654</c:v>
                </c:pt>
                <c:pt idx="302">
                  <c:v>0.18079999999997654</c:v>
                </c:pt>
                <c:pt idx="303">
                  <c:v>0.18079999999997654</c:v>
                </c:pt>
                <c:pt idx="304">
                  <c:v>0.18079999999997654</c:v>
                </c:pt>
                <c:pt idx="305">
                  <c:v>0.18079999999997654</c:v>
                </c:pt>
                <c:pt idx="306">
                  <c:v>0.18079999999997654</c:v>
                </c:pt>
                <c:pt idx="307">
                  <c:v>0.18079999999997654</c:v>
                </c:pt>
                <c:pt idx="308">
                  <c:v>0.18079999999997654</c:v>
                </c:pt>
                <c:pt idx="309">
                  <c:v>0.18079999999997654</c:v>
                </c:pt>
                <c:pt idx="310">
                  <c:v>0.18079999999997654</c:v>
                </c:pt>
                <c:pt idx="311">
                  <c:v>0.18079999999997654</c:v>
                </c:pt>
                <c:pt idx="312">
                  <c:v>0.18079999999997654</c:v>
                </c:pt>
                <c:pt idx="313">
                  <c:v>0.18079999999997654</c:v>
                </c:pt>
                <c:pt idx="314">
                  <c:v>0.18090000000000828</c:v>
                </c:pt>
                <c:pt idx="315">
                  <c:v>0.18090000000000828</c:v>
                </c:pt>
                <c:pt idx="316">
                  <c:v>0.18090000000000828</c:v>
                </c:pt>
                <c:pt idx="317">
                  <c:v>0.18090000000000828</c:v>
                </c:pt>
                <c:pt idx="318">
                  <c:v>0.18090000000000828</c:v>
                </c:pt>
                <c:pt idx="319">
                  <c:v>0.18079999999997654</c:v>
                </c:pt>
                <c:pt idx="320">
                  <c:v>0.18070000000000164</c:v>
                </c:pt>
                <c:pt idx="321">
                  <c:v>0.180499999999995</c:v>
                </c:pt>
                <c:pt idx="322">
                  <c:v>0.1804000000000201</c:v>
                </c:pt>
                <c:pt idx="323">
                  <c:v>0.18020000000001346</c:v>
                </c:pt>
                <c:pt idx="324">
                  <c:v>0.18009999999998172</c:v>
                </c:pt>
                <c:pt idx="325">
                  <c:v>0.17989999999997508</c:v>
                </c:pt>
                <c:pt idx="326">
                  <c:v>0.17980000000000018</c:v>
                </c:pt>
                <c:pt idx="327">
                  <c:v>0.17959999999999354</c:v>
                </c:pt>
                <c:pt idx="328">
                  <c:v>0.17950000000001864</c:v>
                </c:pt>
                <c:pt idx="329">
                  <c:v>0.1793999999999869</c:v>
                </c:pt>
                <c:pt idx="330">
                  <c:v>0.17919999999998026</c:v>
                </c:pt>
                <c:pt idx="331">
                  <c:v>0.17910000000000537</c:v>
                </c:pt>
                <c:pt idx="332">
                  <c:v>0.17899999999997362</c:v>
                </c:pt>
                <c:pt idx="333">
                  <c:v>0.17889999999999873</c:v>
                </c:pt>
                <c:pt idx="334">
                  <c:v>0.17880000000002383</c:v>
                </c:pt>
                <c:pt idx="335">
                  <c:v>0.17869999999999209</c:v>
                </c:pt>
                <c:pt idx="336">
                  <c:v>0.17860000000001719</c:v>
                </c:pt>
                <c:pt idx="337">
                  <c:v>0.17849999999998545</c:v>
                </c:pt>
                <c:pt idx="338">
                  <c:v>0.17840000000001055</c:v>
                </c:pt>
                <c:pt idx="339">
                  <c:v>0.17829999999997881</c:v>
                </c:pt>
                <c:pt idx="340">
                  <c:v>0.17820000000000391</c:v>
                </c:pt>
                <c:pt idx="341">
                  <c:v>0.17809999999997217</c:v>
                </c:pt>
                <c:pt idx="342">
                  <c:v>0.17809999999997217</c:v>
                </c:pt>
                <c:pt idx="343">
                  <c:v>0.17820000000000391</c:v>
                </c:pt>
                <c:pt idx="344">
                  <c:v>0.17840000000001055</c:v>
                </c:pt>
                <c:pt idx="345">
                  <c:v>0.17869999999999209</c:v>
                </c:pt>
                <c:pt idx="346">
                  <c:v>0.17910000000000537</c:v>
                </c:pt>
                <c:pt idx="347">
                  <c:v>0.17950000000001864</c:v>
                </c:pt>
                <c:pt idx="348">
                  <c:v>0.17989999999997508</c:v>
                </c:pt>
                <c:pt idx="349">
                  <c:v>0.18029999999998836</c:v>
                </c:pt>
                <c:pt idx="350">
                  <c:v>0.18070000000000164</c:v>
                </c:pt>
                <c:pt idx="351">
                  <c:v>0.18110000000001492</c:v>
                </c:pt>
                <c:pt idx="352">
                  <c:v>0.18149999999997135</c:v>
                </c:pt>
                <c:pt idx="353">
                  <c:v>0.18189999999998463</c:v>
                </c:pt>
                <c:pt idx="354">
                  <c:v>0.18220000000002301</c:v>
                </c:pt>
                <c:pt idx="355">
                  <c:v>0.18259999999997945</c:v>
                </c:pt>
                <c:pt idx="356">
                  <c:v>0.18290000000001783</c:v>
                </c:pt>
                <c:pt idx="357">
                  <c:v>0.18319999999999936</c:v>
                </c:pt>
                <c:pt idx="358">
                  <c:v>0.183400000000006</c:v>
                </c:pt>
                <c:pt idx="359">
                  <c:v>0.18369999999998754</c:v>
                </c:pt>
                <c:pt idx="360">
                  <c:v>0.18400000000002592</c:v>
                </c:pt>
                <c:pt idx="361">
                  <c:v>0.18400000000002592</c:v>
                </c:pt>
                <c:pt idx="362">
                  <c:v>0.18419999999997572</c:v>
                </c:pt>
                <c:pt idx="363">
                  <c:v>0.18439999999998236</c:v>
                </c:pt>
                <c:pt idx="364">
                  <c:v>0.184599999999989</c:v>
                </c:pt>
                <c:pt idx="365">
                  <c:v>0.18479999999999563</c:v>
                </c:pt>
                <c:pt idx="366">
                  <c:v>0.18500000000000227</c:v>
                </c:pt>
                <c:pt idx="367">
                  <c:v>0.18509999999997717</c:v>
                </c:pt>
                <c:pt idx="368">
                  <c:v>0.18529999999998381</c:v>
                </c:pt>
                <c:pt idx="369">
                  <c:v>0.18540000000001555</c:v>
                </c:pt>
                <c:pt idx="370">
                  <c:v>0.18560000000002219</c:v>
                </c:pt>
                <c:pt idx="371">
                  <c:v>0.18569999999999709</c:v>
                </c:pt>
                <c:pt idx="372">
                  <c:v>0.18579999999997199</c:v>
                </c:pt>
                <c:pt idx="373">
                  <c:v>0.18590000000000373</c:v>
                </c:pt>
                <c:pt idx="374">
                  <c:v>0.18590000000000373</c:v>
                </c:pt>
                <c:pt idx="375">
                  <c:v>0.18579999999997199</c:v>
                </c:pt>
                <c:pt idx="376">
                  <c:v>0.18560000000002219</c:v>
                </c:pt>
                <c:pt idx="377">
                  <c:v>0.18540000000001555</c:v>
                </c:pt>
                <c:pt idx="378">
                  <c:v>0.18509999999997717</c:v>
                </c:pt>
                <c:pt idx="379">
                  <c:v>0.18489999999997053</c:v>
                </c:pt>
                <c:pt idx="380">
                  <c:v>0.184599999999989</c:v>
                </c:pt>
                <c:pt idx="381">
                  <c:v>0.18430000000000746</c:v>
                </c:pt>
                <c:pt idx="382">
                  <c:v>0.18400000000002592</c:v>
                </c:pt>
                <c:pt idx="383">
                  <c:v>0.18369999999998754</c:v>
                </c:pt>
                <c:pt idx="384">
                  <c:v>0.1834999999999809</c:v>
                </c:pt>
                <c:pt idx="385">
                  <c:v>0.18319999999999936</c:v>
                </c:pt>
                <c:pt idx="386">
                  <c:v>0.18299999999999272</c:v>
                </c:pt>
                <c:pt idx="387">
                  <c:v>0.18279999999998608</c:v>
                </c:pt>
                <c:pt idx="388">
                  <c:v>0.18259999999997945</c:v>
                </c:pt>
                <c:pt idx="389">
                  <c:v>0.18239999999997281</c:v>
                </c:pt>
                <c:pt idx="390">
                  <c:v>0.18229999999999791</c:v>
                </c:pt>
                <c:pt idx="391">
                  <c:v>0.18209999999999127</c:v>
                </c:pt>
                <c:pt idx="392">
                  <c:v>0.18200000000001637</c:v>
                </c:pt>
                <c:pt idx="393">
                  <c:v>0.18180000000000973</c:v>
                </c:pt>
                <c:pt idx="394">
                  <c:v>0.18169999999997799</c:v>
                </c:pt>
                <c:pt idx="395">
                  <c:v>0.18160000000000309</c:v>
                </c:pt>
                <c:pt idx="396">
                  <c:v>0.18149999999997135</c:v>
                </c:pt>
                <c:pt idx="397">
                  <c:v>0.18139999999999645</c:v>
                </c:pt>
                <c:pt idx="398">
                  <c:v>0.18130000000002156</c:v>
                </c:pt>
                <c:pt idx="399">
                  <c:v>0.18119999999998981</c:v>
                </c:pt>
                <c:pt idx="400">
                  <c:v>0.18110000000001492</c:v>
                </c:pt>
                <c:pt idx="401">
                  <c:v>0.18099999999998317</c:v>
                </c:pt>
                <c:pt idx="402">
                  <c:v>0.18099999999998317</c:v>
                </c:pt>
                <c:pt idx="403">
                  <c:v>0.18090000000000828</c:v>
                </c:pt>
                <c:pt idx="404">
                  <c:v>0.18090000000000828</c:v>
                </c:pt>
                <c:pt idx="405">
                  <c:v>0.18079999999997654</c:v>
                </c:pt>
                <c:pt idx="406">
                  <c:v>0.18079999999997654</c:v>
                </c:pt>
                <c:pt idx="407">
                  <c:v>0.18070000000000164</c:v>
                </c:pt>
                <c:pt idx="408">
                  <c:v>0.18070000000000164</c:v>
                </c:pt>
                <c:pt idx="409">
                  <c:v>0.1805999999999699</c:v>
                </c:pt>
                <c:pt idx="410">
                  <c:v>0.1805999999999699</c:v>
                </c:pt>
                <c:pt idx="411">
                  <c:v>0.1805999999999699</c:v>
                </c:pt>
                <c:pt idx="412">
                  <c:v>0.180499999999995</c:v>
                </c:pt>
                <c:pt idx="413">
                  <c:v>0.180499999999995</c:v>
                </c:pt>
                <c:pt idx="414">
                  <c:v>0.180499999999995</c:v>
                </c:pt>
                <c:pt idx="415">
                  <c:v>0.1804000000000201</c:v>
                </c:pt>
                <c:pt idx="416">
                  <c:v>0.1804000000000201</c:v>
                </c:pt>
                <c:pt idx="417">
                  <c:v>0.1804000000000201</c:v>
                </c:pt>
                <c:pt idx="418">
                  <c:v>0.1804000000000201</c:v>
                </c:pt>
                <c:pt idx="419">
                  <c:v>0.1804000000000201</c:v>
                </c:pt>
                <c:pt idx="420">
                  <c:v>0.18029999999998836</c:v>
                </c:pt>
                <c:pt idx="421">
                  <c:v>0.18029999999998836</c:v>
                </c:pt>
                <c:pt idx="422">
                  <c:v>0.18029999999998836</c:v>
                </c:pt>
                <c:pt idx="423">
                  <c:v>0.18029999999998836</c:v>
                </c:pt>
                <c:pt idx="424">
                  <c:v>0.18029999999998836</c:v>
                </c:pt>
                <c:pt idx="425">
                  <c:v>0.18029999999998836</c:v>
                </c:pt>
                <c:pt idx="426">
                  <c:v>0.18029999999998836</c:v>
                </c:pt>
                <c:pt idx="427">
                  <c:v>0.18029999999998836</c:v>
                </c:pt>
                <c:pt idx="428">
                  <c:v>0.18029999999998836</c:v>
                </c:pt>
                <c:pt idx="429">
                  <c:v>0.18029999999998836</c:v>
                </c:pt>
                <c:pt idx="430">
                  <c:v>0.18029999999998836</c:v>
                </c:pt>
                <c:pt idx="431">
                  <c:v>0.1804000000000201</c:v>
                </c:pt>
                <c:pt idx="432">
                  <c:v>0.1804000000000201</c:v>
                </c:pt>
                <c:pt idx="433">
                  <c:v>0.1804000000000201</c:v>
                </c:pt>
                <c:pt idx="434">
                  <c:v>0.1804000000000201</c:v>
                </c:pt>
                <c:pt idx="435">
                  <c:v>0.1804000000000201</c:v>
                </c:pt>
                <c:pt idx="436">
                  <c:v>0.180499999999995</c:v>
                </c:pt>
                <c:pt idx="437">
                  <c:v>0.180499999999995</c:v>
                </c:pt>
                <c:pt idx="438">
                  <c:v>0.180499999999995</c:v>
                </c:pt>
                <c:pt idx="439">
                  <c:v>0.180499999999995</c:v>
                </c:pt>
                <c:pt idx="440">
                  <c:v>0.180499999999995</c:v>
                </c:pt>
                <c:pt idx="441">
                  <c:v>0.1805999999999699</c:v>
                </c:pt>
                <c:pt idx="442">
                  <c:v>0.1805999999999699</c:v>
                </c:pt>
                <c:pt idx="443">
                  <c:v>0.1805999999999699</c:v>
                </c:pt>
                <c:pt idx="444">
                  <c:v>0.1805999999999699</c:v>
                </c:pt>
                <c:pt idx="445">
                  <c:v>0.1805999999999699</c:v>
                </c:pt>
                <c:pt idx="446">
                  <c:v>0.1805999999999699</c:v>
                </c:pt>
                <c:pt idx="447">
                  <c:v>0.18070000000000164</c:v>
                </c:pt>
                <c:pt idx="448">
                  <c:v>0.18070000000000164</c:v>
                </c:pt>
                <c:pt idx="449">
                  <c:v>0.18070000000000164</c:v>
                </c:pt>
                <c:pt idx="450">
                  <c:v>0.18070000000000164</c:v>
                </c:pt>
                <c:pt idx="451">
                  <c:v>0.18070000000000164</c:v>
                </c:pt>
                <c:pt idx="452">
                  <c:v>0.18070000000000164</c:v>
                </c:pt>
                <c:pt idx="453">
                  <c:v>0.18070000000000164</c:v>
                </c:pt>
                <c:pt idx="454">
                  <c:v>0.18070000000000164</c:v>
                </c:pt>
                <c:pt idx="455">
                  <c:v>0.18070000000000164</c:v>
                </c:pt>
                <c:pt idx="456">
                  <c:v>0.18070000000000164</c:v>
                </c:pt>
                <c:pt idx="457">
                  <c:v>0.18079999999997654</c:v>
                </c:pt>
                <c:pt idx="458">
                  <c:v>0.18079999999997654</c:v>
                </c:pt>
                <c:pt idx="459">
                  <c:v>0.18079999999997654</c:v>
                </c:pt>
                <c:pt idx="460">
                  <c:v>0.18079999999997654</c:v>
                </c:pt>
                <c:pt idx="461">
                  <c:v>0.18079999999997654</c:v>
                </c:pt>
                <c:pt idx="462">
                  <c:v>0.18079999999997654</c:v>
                </c:pt>
                <c:pt idx="463">
                  <c:v>0.18079999999997654</c:v>
                </c:pt>
                <c:pt idx="464">
                  <c:v>0.18079999999997654</c:v>
                </c:pt>
                <c:pt idx="465">
                  <c:v>0.18079999999997654</c:v>
                </c:pt>
                <c:pt idx="466">
                  <c:v>0.18079999999997654</c:v>
                </c:pt>
                <c:pt idx="467">
                  <c:v>0.18079999999997654</c:v>
                </c:pt>
                <c:pt idx="468">
                  <c:v>0.18079999999997654</c:v>
                </c:pt>
                <c:pt idx="469">
                  <c:v>0.18079999999997654</c:v>
                </c:pt>
                <c:pt idx="470">
                  <c:v>0.18079999999997654</c:v>
                </c:pt>
                <c:pt idx="471">
                  <c:v>0.18079999999997654</c:v>
                </c:pt>
                <c:pt idx="472">
                  <c:v>0.18079999999997654</c:v>
                </c:pt>
                <c:pt idx="473">
                  <c:v>0.18090000000000828</c:v>
                </c:pt>
                <c:pt idx="474">
                  <c:v>0.18090000000000828</c:v>
                </c:pt>
                <c:pt idx="475">
                  <c:v>0.18090000000000828</c:v>
                </c:pt>
                <c:pt idx="476">
                  <c:v>0.18090000000000828</c:v>
                </c:pt>
                <c:pt idx="477">
                  <c:v>0.18090000000000828</c:v>
                </c:pt>
                <c:pt idx="478">
                  <c:v>0.18079999999997654</c:v>
                </c:pt>
                <c:pt idx="479">
                  <c:v>0.1805999999999699</c:v>
                </c:pt>
                <c:pt idx="480">
                  <c:v>0.180499999999995</c:v>
                </c:pt>
                <c:pt idx="481">
                  <c:v>0.1804000000000201</c:v>
                </c:pt>
                <c:pt idx="482">
                  <c:v>0.18020000000001346</c:v>
                </c:pt>
                <c:pt idx="483">
                  <c:v>0.18009999999998172</c:v>
                </c:pt>
                <c:pt idx="484">
                  <c:v>0.17989999999997508</c:v>
                </c:pt>
                <c:pt idx="485">
                  <c:v>0.17980000000000018</c:v>
                </c:pt>
                <c:pt idx="486">
                  <c:v>0.17959999999999354</c:v>
                </c:pt>
                <c:pt idx="487">
                  <c:v>0.17950000000001864</c:v>
                </c:pt>
                <c:pt idx="488">
                  <c:v>0.17930000000001201</c:v>
                </c:pt>
                <c:pt idx="489">
                  <c:v>0.17919999999998026</c:v>
                </c:pt>
                <c:pt idx="490">
                  <c:v>0.17910000000000537</c:v>
                </c:pt>
                <c:pt idx="491">
                  <c:v>0.17899999999997362</c:v>
                </c:pt>
                <c:pt idx="492">
                  <c:v>0.17889999999999873</c:v>
                </c:pt>
                <c:pt idx="493">
                  <c:v>0.17869999999999209</c:v>
                </c:pt>
                <c:pt idx="494">
                  <c:v>0.17860000000001719</c:v>
                </c:pt>
                <c:pt idx="495">
                  <c:v>0.17849999999998545</c:v>
                </c:pt>
                <c:pt idx="496">
                  <c:v>0.17849999999998545</c:v>
                </c:pt>
                <c:pt idx="497">
                  <c:v>0.17840000000001055</c:v>
                </c:pt>
                <c:pt idx="498">
                  <c:v>0.17829999999997881</c:v>
                </c:pt>
                <c:pt idx="499">
                  <c:v>0.17820000000000391</c:v>
                </c:pt>
                <c:pt idx="500">
                  <c:v>0.17809999999997217</c:v>
                </c:pt>
                <c:pt idx="501">
                  <c:v>0.17809999999997217</c:v>
                </c:pt>
                <c:pt idx="502">
                  <c:v>0.17820000000000391</c:v>
                </c:pt>
                <c:pt idx="503">
                  <c:v>0.17849999999998545</c:v>
                </c:pt>
                <c:pt idx="504">
                  <c:v>0.17880000000002383</c:v>
                </c:pt>
                <c:pt idx="505">
                  <c:v>0.17919999999998026</c:v>
                </c:pt>
                <c:pt idx="506">
                  <c:v>0.17959999999999354</c:v>
                </c:pt>
                <c:pt idx="507">
                  <c:v>0.18000000000000682</c:v>
                </c:pt>
                <c:pt idx="508">
                  <c:v>0.1804000000000201</c:v>
                </c:pt>
                <c:pt idx="509">
                  <c:v>0.18079999999997654</c:v>
                </c:pt>
                <c:pt idx="510">
                  <c:v>0.18119999999998981</c:v>
                </c:pt>
                <c:pt idx="511">
                  <c:v>0.18160000000000309</c:v>
                </c:pt>
                <c:pt idx="512">
                  <c:v>0.18189999999998463</c:v>
                </c:pt>
                <c:pt idx="513">
                  <c:v>0.18229999999999791</c:v>
                </c:pt>
                <c:pt idx="514">
                  <c:v>0.18259999999997945</c:v>
                </c:pt>
                <c:pt idx="515">
                  <c:v>0.18290000000001783</c:v>
                </c:pt>
                <c:pt idx="516">
                  <c:v>0.18319999999999936</c:v>
                </c:pt>
                <c:pt idx="517">
                  <c:v>0.1834999999999809</c:v>
                </c:pt>
                <c:pt idx="518">
                  <c:v>0.18380000000001928</c:v>
                </c:pt>
                <c:pt idx="519">
                  <c:v>0.18400000000002592</c:v>
                </c:pt>
                <c:pt idx="520">
                  <c:v>0.18419999999997572</c:v>
                </c:pt>
                <c:pt idx="521">
                  <c:v>0.18439999999998236</c:v>
                </c:pt>
                <c:pt idx="522">
                  <c:v>0.184599999999989</c:v>
                </c:pt>
                <c:pt idx="523">
                  <c:v>0.18479999999999563</c:v>
                </c:pt>
                <c:pt idx="524">
                  <c:v>0.18500000000000227</c:v>
                </c:pt>
                <c:pt idx="525">
                  <c:v>0.18520000000000891</c:v>
                </c:pt>
                <c:pt idx="526">
                  <c:v>0.18529999999998381</c:v>
                </c:pt>
                <c:pt idx="527">
                  <c:v>0.18540000000001555</c:v>
                </c:pt>
                <c:pt idx="528">
                  <c:v>0.18560000000002219</c:v>
                </c:pt>
                <c:pt idx="529">
                  <c:v>0.18569999999999709</c:v>
                </c:pt>
                <c:pt idx="530">
                  <c:v>0.18579999999997199</c:v>
                </c:pt>
                <c:pt idx="531">
                  <c:v>0.18590000000000373</c:v>
                </c:pt>
                <c:pt idx="532">
                  <c:v>0.18590000000000373</c:v>
                </c:pt>
              </c:numCache>
            </c:numRef>
          </c:yVal>
          <c:smooth val="1"/>
          <c:extLst>
            <c:ext xmlns:c16="http://schemas.microsoft.com/office/drawing/2014/chart" uri="{C3380CC4-5D6E-409C-BE32-E72D297353CC}">
              <c16:uniqueId val="{00000028-4233-4E9D-9D6D-D06060CC9530}"/>
            </c:ext>
          </c:extLst>
        </c:ser>
        <c:ser>
          <c:idx val="41"/>
          <c:order val="41"/>
          <c:tx>
            <c:strRef>
              <c:f>PM50000_Temps_oc5l2_50000!$BCR$1</c:f>
              <c:strCache>
                <c:ptCount val="1"/>
                <c:pt idx="0">
                  <c:v>TELE_PM_INTERIOR.43</c:v>
                </c:pt>
              </c:strCache>
            </c:strRef>
          </c:tx>
          <c:spPr>
            <a:ln w="19050" cap="rnd">
              <a:solidFill>
                <a:schemeClr val="accent6">
                  <a:lumMod val="70000"/>
                  <a:lumOff val="30000"/>
                </a:schemeClr>
              </a:solidFill>
              <a:round/>
            </a:ln>
            <a:effectLst/>
          </c:spPr>
          <c:marker>
            <c:symbol val="circle"/>
            <c:size val="5"/>
            <c:spPr>
              <a:solidFill>
                <a:schemeClr val="accent6">
                  <a:lumMod val="70000"/>
                  <a:lumOff val="30000"/>
                </a:schemeClr>
              </a:solidFill>
              <a:ln w="9525">
                <a:solidFill>
                  <a:schemeClr val="accent6">
                    <a:lumMod val="70000"/>
                    <a:lumOff val="3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PM50000_Temps_oc5l2_50000!$BCR$2:$BCR$536</c:f>
              <c:numCache>
                <c:formatCode>General</c:formatCode>
                <c:ptCount val="533"/>
                <c:pt idx="0">
                  <c:v>0</c:v>
                </c:pt>
                <c:pt idx="1">
                  <c:v>3.469999999998663E-2</c:v>
                </c:pt>
                <c:pt idx="2">
                  <c:v>4.9500000000023192E-2</c:v>
                </c:pt>
                <c:pt idx="3">
                  <c:v>6.069999999999709E-2</c:v>
                </c:pt>
                <c:pt idx="4">
                  <c:v>7.1100000000001273E-2</c:v>
                </c:pt>
                <c:pt idx="5">
                  <c:v>8.0800000000010641E-2</c:v>
                </c:pt>
                <c:pt idx="6">
                  <c:v>8.9699999999993452E-2</c:v>
                </c:pt>
                <c:pt idx="7">
                  <c:v>9.7899999999981446E-2</c:v>
                </c:pt>
                <c:pt idx="8">
                  <c:v>0.10539999999997463</c:v>
                </c:pt>
                <c:pt idx="9">
                  <c:v>0.11209999999999809</c:v>
                </c:pt>
                <c:pt idx="10">
                  <c:v>0.11829999999997654</c:v>
                </c:pt>
                <c:pt idx="11">
                  <c:v>0.12389999999999191</c:v>
                </c:pt>
                <c:pt idx="12">
                  <c:v>0.12889999999998736</c:v>
                </c:pt>
                <c:pt idx="13">
                  <c:v>0.13360000000000127</c:v>
                </c:pt>
                <c:pt idx="14">
                  <c:v>0.13779999999997017</c:v>
                </c:pt>
                <c:pt idx="15">
                  <c:v>0.14159999999998263</c:v>
                </c:pt>
                <c:pt idx="16">
                  <c:v>0.14510000000001355</c:v>
                </c:pt>
                <c:pt idx="17">
                  <c:v>0.14830000000000609</c:v>
                </c:pt>
                <c:pt idx="18">
                  <c:v>0.151299999999992</c:v>
                </c:pt>
                <c:pt idx="19">
                  <c:v>0.15399999999999636</c:v>
                </c:pt>
                <c:pt idx="20">
                  <c:v>0.15640000000001919</c:v>
                </c:pt>
                <c:pt idx="21">
                  <c:v>0.15870000000001028</c:v>
                </c:pt>
                <c:pt idx="22">
                  <c:v>0.16070000000001983</c:v>
                </c:pt>
                <c:pt idx="23">
                  <c:v>0.16259999999999764</c:v>
                </c:pt>
                <c:pt idx="24">
                  <c:v>0.1642999999999688</c:v>
                </c:pt>
                <c:pt idx="25">
                  <c:v>0.16590000000002192</c:v>
                </c:pt>
                <c:pt idx="26">
                  <c:v>0.16739999999998645</c:v>
                </c:pt>
                <c:pt idx="27">
                  <c:v>0.16899999999998272</c:v>
                </c:pt>
                <c:pt idx="28">
                  <c:v>0.17059999999997899</c:v>
                </c:pt>
                <c:pt idx="29">
                  <c:v>0.172300000000007</c:v>
                </c:pt>
                <c:pt idx="30">
                  <c:v>0.17390000000000327</c:v>
                </c:pt>
                <c:pt idx="31">
                  <c:v>0.17549999999999955</c:v>
                </c:pt>
                <c:pt idx="32">
                  <c:v>0.17700000000002092</c:v>
                </c:pt>
                <c:pt idx="33">
                  <c:v>0.17840000000001055</c:v>
                </c:pt>
                <c:pt idx="34">
                  <c:v>0.17969999999996844</c:v>
                </c:pt>
                <c:pt idx="35">
                  <c:v>0.18090000000000828</c:v>
                </c:pt>
                <c:pt idx="36">
                  <c:v>0.18200000000001637</c:v>
                </c:pt>
                <c:pt idx="37">
                  <c:v>0.18299999999999272</c:v>
                </c:pt>
                <c:pt idx="38">
                  <c:v>0.18399999999996908</c:v>
                </c:pt>
                <c:pt idx="39">
                  <c:v>0.18489999999997053</c:v>
                </c:pt>
                <c:pt idx="40">
                  <c:v>0.18569999999999709</c:v>
                </c:pt>
                <c:pt idx="41">
                  <c:v>0.18650000000002365</c:v>
                </c:pt>
                <c:pt idx="42">
                  <c:v>0.18720000000001846</c:v>
                </c:pt>
                <c:pt idx="43">
                  <c:v>0.18779999999998154</c:v>
                </c:pt>
                <c:pt idx="44">
                  <c:v>0.18840000000000146</c:v>
                </c:pt>
                <c:pt idx="45">
                  <c:v>0.18900000000002137</c:v>
                </c:pt>
                <c:pt idx="46">
                  <c:v>0.18950000000000955</c:v>
                </c:pt>
                <c:pt idx="47">
                  <c:v>0.18999999999999773</c:v>
                </c:pt>
                <c:pt idx="48">
                  <c:v>0.190400000000011</c:v>
                </c:pt>
                <c:pt idx="49">
                  <c:v>0.19079999999996744</c:v>
                </c:pt>
                <c:pt idx="50">
                  <c:v>0.19119999999998072</c:v>
                </c:pt>
                <c:pt idx="51">
                  <c:v>0.1915000000000191</c:v>
                </c:pt>
                <c:pt idx="52">
                  <c:v>0.19189999999997553</c:v>
                </c:pt>
                <c:pt idx="53">
                  <c:v>0.19220000000001392</c:v>
                </c:pt>
                <c:pt idx="54">
                  <c:v>0.19249999999999545</c:v>
                </c:pt>
                <c:pt idx="55">
                  <c:v>0.19270000000000209</c:v>
                </c:pt>
                <c:pt idx="56">
                  <c:v>0.19299999999998363</c:v>
                </c:pt>
                <c:pt idx="57">
                  <c:v>0.19310000000001537</c:v>
                </c:pt>
                <c:pt idx="58">
                  <c:v>0.19310000000001537</c:v>
                </c:pt>
                <c:pt idx="59">
                  <c:v>0.19290000000000873</c:v>
                </c:pt>
                <c:pt idx="60">
                  <c:v>0.19259999999997035</c:v>
                </c:pt>
                <c:pt idx="61">
                  <c:v>0.19229999999998881</c:v>
                </c:pt>
                <c:pt idx="62">
                  <c:v>0.19200000000000728</c:v>
                </c:pt>
                <c:pt idx="63">
                  <c:v>0.191599999999994</c:v>
                </c:pt>
                <c:pt idx="64">
                  <c:v>0.19130000000001246</c:v>
                </c:pt>
                <c:pt idx="65">
                  <c:v>0.19099999999997408</c:v>
                </c:pt>
                <c:pt idx="66">
                  <c:v>0.19069999999999254</c:v>
                </c:pt>
                <c:pt idx="67">
                  <c:v>0.1904999999999859</c:v>
                </c:pt>
                <c:pt idx="68">
                  <c:v>0.19020000000000437</c:v>
                </c:pt>
                <c:pt idx="69">
                  <c:v>0.18999999999999773</c:v>
                </c:pt>
                <c:pt idx="70">
                  <c:v>0.18979999999999109</c:v>
                </c:pt>
                <c:pt idx="71">
                  <c:v>0.18959999999998445</c:v>
                </c:pt>
                <c:pt idx="72">
                  <c:v>0.18950000000000955</c:v>
                </c:pt>
                <c:pt idx="73">
                  <c:v>0.18930000000000291</c:v>
                </c:pt>
                <c:pt idx="74">
                  <c:v>0.18909999999999627</c:v>
                </c:pt>
                <c:pt idx="75">
                  <c:v>0.18900000000002137</c:v>
                </c:pt>
                <c:pt idx="76">
                  <c:v>0.18889999999998963</c:v>
                </c:pt>
                <c:pt idx="77">
                  <c:v>0.18880000000001473</c:v>
                </c:pt>
                <c:pt idx="78">
                  <c:v>0.18860000000000809</c:v>
                </c:pt>
                <c:pt idx="79">
                  <c:v>0.18849999999997635</c:v>
                </c:pt>
                <c:pt idx="80">
                  <c:v>0.18849999999997635</c:v>
                </c:pt>
                <c:pt idx="81">
                  <c:v>0.18840000000000146</c:v>
                </c:pt>
                <c:pt idx="82">
                  <c:v>0.18829999999996971</c:v>
                </c:pt>
                <c:pt idx="83">
                  <c:v>0.18819999999999482</c:v>
                </c:pt>
                <c:pt idx="84">
                  <c:v>0.18810000000001992</c:v>
                </c:pt>
                <c:pt idx="85">
                  <c:v>0.18810000000001992</c:v>
                </c:pt>
                <c:pt idx="86">
                  <c:v>0.18799999999998818</c:v>
                </c:pt>
                <c:pt idx="87">
                  <c:v>0.18799999999998818</c:v>
                </c:pt>
                <c:pt idx="88">
                  <c:v>0.18790000000001328</c:v>
                </c:pt>
                <c:pt idx="89">
                  <c:v>0.18790000000001328</c:v>
                </c:pt>
                <c:pt idx="90">
                  <c:v>0.18779999999998154</c:v>
                </c:pt>
                <c:pt idx="91">
                  <c:v>0.18779999999998154</c:v>
                </c:pt>
                <c:pt idx="92">
                  <c:v>0.18770000000000664</c:v>
                </c:pt>
                <c:pt idx="93">
                  <c:v>0.18770000000000664</c:v>
                </c:pt>
                <c:pt idx="94">
                  <c:v>0.18770000000000664</c:v>
                </c:pt>
                <c:pt idx="95">
                  <c:v>0.18770000000000664</c:v>
                </c:pt>
                <c:pt idx="96">
                  <c:v>0.1875999999999749</c:v>
                </c:pt>
                <c:pt idx="97">
                  <c:v>0.1875999999999749</c:v>
                </c:pt>
                <c:pt idx="98">
                  <c:v>0.1875999999999749</c:v>
                </c:pt>
                <c:pt idx="99">
                  <c:v>0.1875999999999749</c:v>
                </c:pt>
                <c:pt idx="100">
                  <c:v>0.1875</c:v>
                </c:pt>
                <c:pt idx="101">
                  <c:v>0.1875</c:v>
                </c:pt>
                <c:pt idx="102">
                  <c:v>0.1875</c:v>
                </c:pt>
                <c:pt idx="103">
                  <c:v>0.1875</c:v>
                </c:pt>
                <c:pt idx="104">
                  <c:v>0.1875</c:v>
                </c:pt>
                <c:pt idx="105">
                  <c:v>0.1875</c:v>
                </c:pt>
                <c:pt idx="106">
                  <c:v>0.18739999999996826</c:v>
                </c:pt>
                <c:pt idx="107">
                  <c:v>0.18739999999996826</c:v>
                </c:pt>
                <c:pt idx="108">
                  <c:v>0.18739999999996826</c:v>
                </c:pt>
                <c:pt idx="109">
                  <c:v>0.18739999999996826</c:v>
                </c:pt>
                <c:pt idx="110">
                  <c:v>0.1875</c:v>
                </c:pt>
                <c:pt idx="111">
                  <c:v>0.1875</c:v>
                </c:pt>
                <c:pt idx="112">
                  <c:v>0.1875</c:v>
                </c:pt>
                <c:pt idx="113">
                  <c:v>0.1875</c:v>
                </c:pt>
                <c:pt idx="114">
                  <c:v>0.1875999999999749</c:v>
                </c:pt>
                <c:pt idx="115">
                  <c:v>0.1875999999999749</c:v>
                </c:pt>
                <c:pt idx="116">
                  <c:v>0.1875999999999749</c:v>
                </c:pt>
                <c:pt idx="117">
                  <c:v>0.1875999999999749</c:v>
                </c:pt>
                <c:pt idx="118">
                  <c:v>0.18770000000000664</c:v>
                </c:pt>
                <c:pt idx="119">
                  <c:v>0.18770000000000664</c:v>
                </c:pt>
                <c:pt idx="120">
                  <c:v>0.18770000000000664</c:v>
                </c:pt>
                <c:pt idx="121">
                  <c:v>0.18770000000000664</c:v>
                </c:pt>
                <c:pt idx="122">
                  <c:v>0.18779999999998154</c:v>
                </c:pt>
                <c:pt idx="123">
                  <c:v>0.18779999999998154</c:v>
                </c:pt>
                <c:pt idx="124">
                  <c:v>0.18779999999998154</c:v>
                </c:pt>
                <c:pt idx="125">
                  <c:v>0.18779999999998154</c:v>
                </c:pt>
                <c:pt idx="126">
                  <c:v>0.18790000000001328</c:v>
                </c:pt>
                <c:pt idx="127">
                  <c:v>0.18790000000001328</c:v>
                </c:pt>
                <c:pt idx="128">
                  <c:v>0.18790000000001328</c:v>
                </c:pt>
                <c:pt idx="129">
                  <c:v>0.18790000000001328</c:v>
                </c:pt>
                <c:pt idx="130">
                  <c:v>0.18790000000001328</c:v>
                </c:pt>
                <c:pt idx="131">
                  <c:v>0.18790000000001328</c:v>
                </c:pt>
                <c:pt idx="132">
                  <c:v>0.18799999999998818</c:v>
                </c:pt>
                <c:pt idx="133">
                  <c:v>0.18799999999998818</c:v>
                </c:pt>
                <c:pt idx="134">
                  <c:v>0.18799999999998818</c:v>
                </c:pt>
                <c:pt idx="135">
                  <c:v>0.18799999999998818</c:v>
                </c:pt>
                <c:pt idx="136">
                  <c:v>0.18799999999998818</c:v>
                </c:pt>
                <c:pt idx="137">
                  <c:v>0.18799999999998818</c:v>
                </c:pt>
                <c:pt idx="138">
                  <c:v>0.18799999999998818</c:v>
                </c:pt>
                <c:pt idx="139">
                  <c:v>0.18799999999998818</c:v>
                </c:pt>
                <c:pt idx="140">
                  <c:v>0.18810000000001992</c:v>
                </c:pt>
                <c:pt idx="141">
                  <c:v>0.18810000000001992</c:v>
                </c:pt>
                <c:pt idx="142">
                  <c:v>0.18810000000001992</c:v>
                </c:pt>
                <c:pt idx="143">
                  <c:v>0.18810000000001992</c:v>
                </c:pt>
                <c:pt idx="144">
                  <c:v>0.18810000000001992</c:v>
                </c:pt>
                <c:pt idx="145">
                  <c:v>0.18810000000001992</c:v>
                </c:pt>
                <c:pt idx="146">
                  <c:v>0.18810000000001992</c:v>
                </c:pt>
                <c:pt idx="147">
                  <c:v>0.18810000000001992</c:v>
                </c:pt>
                <c:pt idx="148">
                  <c:v>0.18810000000001992</c:v>
                </c:pt>
                <c:pt idx="149">
                  <c:v>0.18810000000001992</c:v>
                </c:pt>
                <c:pt idx="150">
                  <c:v>0.18810000000001992</c:v>
                </c:pt>
                <c:pt idx="151">
                  <c:v>0.18810000000001992</c:v>
                </c:pt>
                <c:pt idx="152">
                  <c:v>0.18810000000001992</c:v>
                </c:pt>
                <c:pt idx="153">
                  <c:v>0.18810000000001992</c:v>
                </c:pt>
                <c:pt idx="154">
                  <c:v>0.18810000000001992</c:v>
                </c:pt>
                <c:pt idx="155">
                  <c:v>0.18819999999999482</c:v>
                </c:pt>
                <c:pt idx="156">
                  <c:v>0.18819999999999482</c:v>
                </c:pt>
                <c:pt idx="157">
                  <c:v>0.18819999999999482</c:v>
                </c:pt>
                <c:pt idx="158">
                  <c:v>0.18810000000001992</c:v>
                </c:pt>
                <c:pt idx="159">
                  <c:v>0.18799999999998818</c:v>
                </c:pt>
                <c:pt idx="160">
                  <c:v>0.18790000000001328</c:v>
                </c:pt>
                <c:pt idx="161">
                  <c:v>0.18770000000000664</c:v>
                </c:pt>
                <c:pt idx="162">
                  <c:v>0.1875</c:v>
                </c:pt>
                <c:pt idx="163">
                  <c:v>0.18729999999999336</c:v>
                </c:pt>
                <c:pt idx="164">
                  <c:v>0.18709999999998672</c:v>
                </c:pt>
                <c:pt idx="165">
                  <c:v>0.18689999999998008</c:v>
                </c:pt>
                <c:pt idx="166">
                  <c:v>0.18669999999997344</c:v>
                </c:pt>
                <c:pt idx="167">
                  <c:v>0.18650000000002365</c:v>
                </c:pt>
                <c:pt idx="168">
                  <c:v>0.18630000000001701</c:v>
                </c:pt>
                <c:pt idx="169">
                  <c:v>0.18610000000001037</c:v>
                </c:pt>
                <c:pt idx="170">
                  <c:v>0.18599999999997863</c:v>
                </c:pt>
                <c:pt idx="171">
                  <c:v>0.18579999999997199</c:v>
                </c:pt>
                <c:pt idx="172">
                  <c:v>0.18569999999999709</c:v>
                </c:pt>
                <c:pt idx="173">
                  <c:v>0.18549999999999045</c:v>
                </c:pt>
                <c:pt idx="174">
                  <c:v>0.18540000000001555</c:v>
                </c:pt>
                <c:pt idx="175">
                  <c:v>0.18529999999998381</c:v>
                </c:pt>
                <c:pt idx="176">
                  <c:v>0.18520000000000891</c:v>
                </c:pt>
                <c:pt idx="177">
                  <c:v>0.18509999999997717</c:v>
                </c:pt>
                <c:pt idx="178">
                  <c:v>0.18500000000000227</c:v>
                </c:pt>
                <c:pt idx="179">
                  <c:v>0.18479999999999563</c:v>
                </c:pt>
                <c:pt idx="180">
                  <c:v>0.18479999999999563</c:v>
                </c:pt>
                <c:pt idx="181">
                  <c:v>0.18470000000002074</c:v>
                </c:pt>
                <c:pt idx="182">
                  <c:v>0.184599999999989</c:v>
                </c:pt>
                <c:pt idx="183">
                  <c:v>0.184599999999989</c:v>
                </c:pt>
                <c:pt idx="184">
                  <c:v>0.18479999999999563</c:v>
                </c:pt>
                <c:pt idx="185">
                  <c:v>0.18520000000000891</c:v>
                </c:pt>
                <c:pt idx="186">
                  <c:v>0.18560000000002219</c:v>
                </c:pt>
                <c:pt idx="187">
                  <c:v>0.18619999999998527</c:v>
                </c:pt>
                <c:pt idx="188">
                  <c:v>0.18680000000000518</c:v>
                </c:pt>
                <c:pt idx="189">
                  <c:v>0.18739999999996826</c:v>
                </c:pt>
                <c:pt idx="190">
                  <c:v>0.18790000000001328</c:v>
                </c:pt>
                <c:pt idx="191">
                  <c:v>0.18840000000000146</c:v>
                </c:pt>
                <c:pt idx="192">
                  <c:v>0.18889999999998963</c:v>
                </c:pt>
                <c:pt idx="193">
                  <c:v>0.18939999999997781</c:v>
                </c:pt>
                <c:pt idx="194">
                  <c:v>0.18979999999999109</c:v>
                </c:pt>
                <c:pt idx="195">
                  <c:v>0.19020000000000437</c:v>
                </c:pt>
                <c:pt idx="196">
                  <c:v>0.19060000000001764</c:v>
                </c:pt>
                <c:pt idx="197">
                  <c:v>0.19099999999997408</c:v>
                </c:pt>
                <c:pt idx="198">
                  <c:v>0.19130000000001246</c:v>
                </c:pt>
                <c:pt idx="199">
                  <c:v>0.191599999999994</c:v>
                </c:pt>
                <c:pt idx="200">
                  <c:v>0.19189999999997553</c:v>
                </c:pt>
                <c:pt idx="201">
                  <c:v>0.19220000000001392</c:v>
                </c:pt>
                <c:pt idx="202">
                  <c:v>0.19240000000002055</c:v>
                </c:pt>
                <c:pt idx="203">
                  <c:v>0.19270000000000209</c:v>
                </c:pt>
                <c:pt idx="204">
                  <c:v>0.19290000000000873</c:v>
                </c:pt>
                <c:pt idx="205">
                  <c:v>0.19310000000001537</c:v>
                </c:pt>
                <c:pt idx="206">
                  <c:v>0.19330000000002201</c:v>
                </c:pt>
                <c:pt idx="207">
                  <c:v>0.19349999999997181</c:v>
                </c:pt>
                <c:pt idx="208">
                  <c:v>0.19369999999997844</c:v>
                </c:pt>
                <c:pt idx="209">
                  <c:v>0.19380000000001019</c:v>
                </c:pt>
                <c:pt idx="210">
                  <c:v>0.19400000000001683</c:v>
                </c:pt>
                <c:pt idx="211">
                  <c:v>0.19409999999999172</c:v>
                </c:pt>
                <c:pt idx="212">
                  <c:v>0.19420000000002346</c:v>
                </c:pt>
                <c:pt idx="213">
                  <c:v>0.19439999999997326</c:v>
                </c:pt>
                <c:pt idx="214">
                  <c:v>0.19439999999997326</c:v>
                </c:pt>
                <c:pt idx="215">
                  <c:v>0.19420000000002346</c:v>
                </c:pt>
                <c:pt idx="216">
                  <c:v>0.19389999999998508</c:v>
                </c:pt>
                <c:pt idx="217">
                  <c:v>0.19360000000000355</c:v>
                </c:pt>
                <c:pt idx="218">
                  <c:v>0.19319999999999027</c:v>
                </c:pt>
                <c:pt idx="219">
                  <c:v>0.19279999999997699</c:v>
                </c:pt>
                <c:pt idx="220">
                  <c:v>0.19240000000002055</c:v>
                </c:pt>
                <c:pt idx="221">
                  <c:v>0.19200000000000728</c:v>
                </c:pt>
                <c:pt idx="222">
                  <c:v>0.191599999999994</c:v>
                </c:pt>
                <c:pt idx="223">
                  <c:v>0.19130000000001246</c:v>
                </c:pt>
                <c:pt idx="224">
                  <c:v>0.19099999999997408</c:v>
                </c:pt>
                <c:pt idx="225">
                  <c:v>0.19069999999999254</c:v>
                </c:pt>
                <c:pt idx="226">
                  <c:v>0.1904999999999859</c:v>
                </c:pt>
                <c:pt idx="227">
                  <c:v>0.19020000000000437</c:v>
                </c:pt>
                <c:pt idx="228">
                  <c:v>0.18999999999999773</c:v>
                </c:pt>
                <c:pt idx="229">
                  <c:v>0.18979999999999109</c:v>
                </c:pt>
                <c:pt idx="230">
                  <c:v>0.18959999999998445</c:v>
                </c:pt>
                <c:pt idx="231">
                  <c:v>0.18950000000000955</c:v>
                </c:pt>
                <c:pt idx="232">
                  <c:v>0.18930000000000291</c:v>
                </c:pt>
                <c:pt idx="233">
                  <c:v>0.18909999999999627</c:v>
                </c:pt>
                <c:pt idx="234">
                  <c:v>0.18900000000002137</c:v>
                </c:pt>
                <c:pt idx="235">
                  <c:v>0.18889999999998963</c:v>
                </c:pt>
                <c:pt idx="236">
                  <c:v>0.18880000000001473</c:v>
                </c:pt>
                <c:pt idx="237">
                  <c:v>0.18860000000000809</c:v>
                </c:pt>
                <c:pt idx="238">
                  <c:v>0.18849999999997635</c:v>
                </c:pt>
                <c:pt idx="239">
                  <c:v>0.18849999999997635</c:v>
                </c:pt>
                <c:pt idx="240">
                  <c:v>0.18840000000000146</c:v>
                </c:pt>
                <c:pt idx="241">
                  <c:v>0.18829999999996971</c:v>
                </c:pt>
                <c:pt idx="242">
                  <c:v>0.18819999999999482</c:v>
                </c:pt>
                <c:pt idx="243">
                  <c:v>0.18810000000001992</c:v>
                </c:pt>
                <c:pt idx="244">
                  <c:v>0.18810000000001992</c:v>
                </c:pt>
                <c:pt idx="245">
                  <c:v>0.18799999999998818</c:v>
                </c:pt>
                <c:pt idx="246">
                  <c:v>0.18799999999998818</c:v>
                </c:pt>
                <c:pt idx="247">
                  <c:v>0.18790000000001328</c:v>
                </c:pt>
                <c:pt idx="248">
                  <c:v>0.18790000000001328</c:v>
                </c:pt>
                <c:pt idx="249">
                  <c:v>0.18779999999998154</c:v>
                </c:pt>
                <c:pt idx="250">
                  <c:v>0.18779999999998154</c:v>
                </c:pt>
                <c:pt idx="251">
                  <c:v>0.18779999999998154</c:v>
                </c:pt>
                <c:pt idx="252">
                  <c:v>0.18770000000000664</c:v>
                </c:pt>
                <c:pt idx="253">
                  <c:v>0.18770000000000664</c:v>
                </c:pt>
                <c:pt idx="254">
                  <c:v>0.18770000000000664</c:v>
                </c:pt>
                <c:pt idx="255">
                  <c:v>0.1875999999999749</c:v>
                </c:pt>
                <c:pt idx="256">
                  <c:v>0.1875999999999749</c:v>
                </c:pt>
                <c:pt idx="257">
                  <c:v>0.1875999999999749</c:v>
                </c:pt>
                <c:pt idx="258">
                  <c:v>0.1875999999999749</c:v>
                </c:pt>
                <c:pt idx="259">
                  <c:v>0.1875</c:v>
                </c:pt>
                <c:pt idx="260">
                  <c:v>0.1875</c:v>
                </c:pt>
                <c:pt idx="261">
                  <c:v>0.1875</c:v>
                </c:pt>
                <c:pt idx="262">
                  <c:v>0.1875</c:v>
                </c:pt>
                <c:pt idx="263">
                  <c:v>0.1875</c:v>
                </c:pt>
                <c:pt idx="264">
                  <c:v>0.1875</c:v>
                </c:pt>
                <c:pt idx="265">
                  <c:v>0.1875</c:v>
                </c:pt>
                <c:pt idx="266">
                  <c:v>0.1875</c:v>
                </c:pt>
                <c:pt idx="267">
                  <c:v>0.1875</c:v>
                </c:pt>
                <c:pt idx="268">
                  <c:v>0.1875</c:v>
                </c:pt>
                <c:pt idx="269">
                  <c:v>0.1875</c:v>
                </c:pt>
                <c:pt idx="270">
                  <c:v>0.1875999999999749</c:v>
                </c:pt>
                <c:pt idx="271">
                  <c:v>0.1875999999999749</c:v>
                </c:pt>
                <c:pt idx="272">
                  <c:v>0.1875999999999749</c:v>
                </c:pt>
                <c:pt idx="273">
                  <c:v>0.1875999999999749</c:v>
                </c:pt>
                <c:pt idx="274">
                  <c:v>0.18770000000000664</c:v>
                </c:pt>
                <c:pt idx="275">
                  <c:v>0.18770000000000664</c:v>
                </c:pt>
                <c:pt idx="276">
                  <c:v>0.18770000000000664</c:v>
                </c:pt>
                <c:pt idx="277">
                  <c:v>0.18770000000000664</c:v>
                </c:pt>
                <c:pt idx="278">
                  <c:v>0.18779999999998154</c:v>
                </c:pt>
                <c:pt idx="279">
                  <c:v>0.18779999999998154</c:v>
                </c:pt>
                <c:pt idx="280">
                  <c:v>0.18779999999998154</c:v>
                </c:pt>
                <c:pt idx="281">
                  <c:v>0.18779999999998154</c:v>
                </c:pt>
                <c:pt idx="282">
                  <c:v>0.18790000000001328</c:v>
                </c:pt>
                <c:pt idx="283">
                  <c:v>0.18790000000001328</c:v>
                </c:pt>
                <c:pt idx="284">
                  <c:v>0.18790000000001328</c:v>
                </c:pt>
                <c:pt idx="285">
                  <c:v>0.18790000000001328</c:v>
                </c:pt>
                <c:pt idx="286">
                  <c:v>0.18790000000001328</c:v>
                </c:pt>
                <c:pt idx="287">
                  <c:v>0.18790000000001328</c:v>
                </c:pt>
                <c:pt idx="288">
                  <c:v>0.18799999999998818</c:v>
                </c:pt>
                <c:pt idx="289">
                  <c:v>0.18799999999998818</c:v>
                </c:pt>
                <c:pt idx="290">
                  <c:v>0.18799999999998818</c:v>
                </c:pt>
                <c:pt idx="291">
                  <c:v>0.18799999999998818</c:v>
                </c:pt>
                <c:pt idx="292">
                  <c:v>0.18799999999998818</c:v>
                </c:pt>
                <c:pt idx="293">
                  <c:v>0.18799999999998818</c:v>
                </c:pt>
                <c:pt idx="294">
                  <c:v>0.18799999999998818</c:v>
                </c:pt>
                <c:pt idx="295">
                  <c:v>0.18799999999998818</c:v>
                </c:pt>
                <c:pt idx="296">
                  <c:v>0.18810000000001992</c:v>
                </c:pt>
                <c:pt idx="297">
                  <c:v>0.18810000000001992</c:v>
                </c:pt>
                <c:pt idx="298">
                  <c:v>0.18810000000001992</c:v>
                </c:pt>
                <c:pt idx="299">
                  <c:v>0.18810000000001992</c:v>
                </c:pt>
                <c:pt idx="300">
                  <c:v>0.18810000000001992</c:v>
                </c:pt>
                <c:pt idx="301">
                  <c:v>0.18810000000001992</c:v>
                </c:pt>
                <c:pt idx="302">
                  <c:v>0.18810000000001992</c:v>
                </c:pt>
                <c:pt idx="303">
                  <c:v>0.18810000000001992</c:v>
                </c:pt>
                <c:pt idx="304">
                  <c:v>0.18810000000001992</c:v>
                </c:pt>
                <c:pt idx="305">
                  <c:v>0.18810000000001992</c:v>
                </c:pt>
                <c:pt idx="306">
                  <c:v>0.18810000000001992</c:v>
                </c:pt>
                <c:pt idx="307">
                  <c:v>0.18810000000001992</c:v>
                </c:pt>
                <c:pt idx="308">
                  <c:v>0.18810000000001992</c:v>
                </c:pt>
                <c:pt idx="309">
                  <c:v>0.18810000000001992</c:v>
                </c:pt>
                <c:pt idx="310">
                  <c:v>0.18810000000001992</c:v>
                </c:pt>
                <c:pt idx="311">
                  <c:v>0.18819999999999482</c:v>
                </c:pt>
                <c:pt idx="312">
                  <c:v>0.18819999999999482</c:v>
                </c:pt>
                <c:pt idx="313">
                  <c:v>0.18819999999999482</c:v>
                </c:pt>
                <c:pt idx="314">
                  <c:v>0.18819999999999482</c:v>
                </c:pt>
                <c:pt idx="315">
                  <c:v>0.18810000000001992</c:v>
                </c:pt>
                <c:pt idx="316">
                  <c:v>0.18799999999998818</c:v>
                </c:pt>
                <c:pt idx="317">
                  <c:v>0.18779999999998154</c:v>
                </c:pt>
                <c:pt idx="318">
                  <c:v>0.1875999999999749</c:v>
                </c:pt>
                <c:pt idx="319">
                  <c:v>0.18739999999996826</c:v>
                </c:pt>
                <c:pt idx="320">
                  <c:v>0.18720000000001846</c:v>
                </c:pt>
                <c:pt idx="321">
                  <c:v>0.18700000000001182</c:v>
                </c:pt>
                <c:pt idx="322">
                  <c:v>0.18680000000000518</c:v>
                </c:pt>
                <c:pt idx="323">
                  <c:v>0.18659999999999854</c:v>
                </c:pt>
                <c:pt idx="324">
                  <c:v>0.18650000000002365</c:v>
                </c:pt>
                <c:pt idx="325">
                  <c:v>0.18630000000001701</c:v>
                </c:pt>
                <c:pt idx="326">
                  <c:v>0.18610000000001037</c:v>
                </c:pt>
                <c:pt idx="327">
                  <c:v>0.18599999999997863</c:v>
                </c:pt>
                <c:pt idx="328">
                  <c:v>0.18579999999997199</c:v>
                </c:pt>
                <c:pt idx="329">
                  <c:v>0.18569999999999709</c:v>
                </c:pt>
                <c:pt idx="330">
                  <c:v>0.18549999999999045</c:v>
                </c:pt>
                <c:pt idx="331">
                  <c:v>0.18540000000001555</c:v>
                </c:pt>
                <c:pt idx="332">
                  <c:v>0.18529999999998381</c:v>
                </c:pt>
                <c:pt idx="333">
                  <c:v>0.18520000000000891</c:v>
                </c:pt>
                <c:pt idx="334">
                  <c:v>0.18500000000000227</c:v>
                </c:pt>
                <c:pt idx="335">
                  <c:v>0.18489999999997053</c:v>
                </c:pt>
                <c:pt idx="336">
                  <c:v>0.18479999999999563</c:v>
                </c:pt>
                <c:pt idx="337">
                  <c:v>0.18470000000002074</c:v>
                </c:pt>
                <c:pt idx="338">
                  <c:v>0.18470000000002074</c:v>
                </c:pt>
                <c:pt idx="339">
                  <c:v>0.184599999999989</c:v>
                </c:pt>
                <c:pt idx="340">
                  <c:v>0.184599999999989</c:v>
                </c:pt>
                <c:pt idx="341">
                  <c:v>0.18479999999999563</c:v>
                </c:pt>
                <c:pt idx="342">
                  <c:v>0.18520000000000891</c:v>
                </c:pt>
                <c:pt idx="343">
                  <c:v>0.18569999999999709</c:v>
                </c:pt>
                <c:pt idx="344">
                  <c:v>0.18630000000001701</c:v>
                </c:pt>
                <c:pt idx="345">
                  <c:v>0.18689999999998008</c:v>
                </c:pt>
                <c:pt idx="346">
                  <c:v>0.18739999999996826</c:v>
                </c:pt>
                <c:pt idx="347">
                  <c:v>0.18799999999998818</c:v>
                </c:pt>
                <c:pt idx="348">
                  <c:v>0.18849999999997635</c:v>
                </c:pt>
                <c:pt idx="349">
                  <c:v>0.18900000000002137</c:v>
                </c:pt>
                <c:pt idx="350">
                  <c:v>0.18950000000000955</c:v>
                </c:pt>
                <c:pt idx="351">
                  <c:v>0.18990000000002283</c:v>
                </c:pt>
                <c:pt idx="352">
                  <c:v>0.19029999999997926</c:v>
                </c:pt>
                <c:pt idx="353">
                  <c:v>0.19069999999999254</c:v>
                </c:pt>
                <c:pt idx="354">
                  <c:v>0.19099999999997408</c:v>
                </c:pt>
                <c:pt idx="355">
                  <c:v>0.19130000000001246</c:v>
                </c:pt>
                <c:pt idx="356">
                  <c:v>0.1916999999999689</c:v>
                </c:pt>
                <c:pt idx="357">
                  <c:v>0.19189999999997553</c:v>
                </c:pt>
                <c:pt idx="358">
                  <c:v>0.19220000000001392</c:v>
                </c:pt>
                <c:pt idx="359">
                  <c:v>0.19249999999999545</c:v>
                </c:pt>
                <c:pt idx="360">
                  <c:v>0.19270000000000209</c:v>
                </c:pt>
                <c:pt idx="361">
                  <c:v>0.19270000000000209</c:v>
                </c:pt>
                <c:pt idx="362">
                  <c:v>0.19290000000000873</c:v>
                </c:pt>
                <c:pt idx="363">
                  <c:v>0.19310000000001537</c:v>
                </c:pt>
                <c:pt idx="364">
                  <c:v>0.19330000000002201</c:v>
                </c:pt>
                <c:pt idx="365">
                  <c:v>0.19349999999997181</c:v>
                </c:pt>
                <c:pt idx="366">
                  <c:v>0.19369999999997844</c:v>
                </c:pt>
                <c:pt idx="367">
                  <c:v>0.19380000000001019</c:v>
                </c:pt>
                <c:pt idx="368">
                  <c:v>0.19400000000001683</c:v>
                </c:pt>
                <c:pt idx="369">
                  <c:v>0.19409999999999172</c:v>
                </c:pt>
                <c:pt idx="370">
                  <c:v>0.19429999999999836</c:v>
                </c:pt>
                <c:pt idx="371">
                  <c:v>0.19439999999997326</c:v>
                </c:pt>
                <c:pt idx="372">
                  <c:v>0.19429999999999836</c:v>
                </c:pt>
                <c:pt idx="373">
                  <c:v>0.19420000000002346</c:v>
                </c:pt>
                <c:pt idx="374">
                  <c:v>0.19389999999998508</c:v>
                </c:pt>
                <c:pt idx="375">
                  <c:v>0.19349999999997181</c:v>
                </c:pt>
                <c:pt idx="376">
                  <c:v>0.19310000000001537</c:v>
                </c:pt>
                <c:pt idx="377">
                  <c:v>0.19270000000000209</c:v>
                </c:pt>
                <c:pt idx="378">
                  <c:v>0.19229999999998881</c:v>
                </c:pt>
                <c:pt idx="379">
                  <c:v>0.19189999999997553</c:v>
                </c:pt>
                <c:pt idx="380">
                  <c:v>0.191599999999994</c:v>
                </c:pt>
                <c:pt idx="381">
                  <c:v>0.19130000000001246</c:v>
                </c:pt>
                <c:pt idx="382">
                  <c:v>0.19099999999997408</c:v>
                </c:pt>
                <c:pt idx="383">
                  <c:v>0.19069999999999254</c:v>
                </c:pt>
                <c:pt idx="384">
                  <c:v>0.190400000000011</c:v>
                </c:pt>
                <c:pt idx="385">
                  <c:v>0.19020000000000437</c:v>
                </c:pt>
                <c:pt idx="386">
                  <c:v>0.18999999999999773</c:v>
                </c:pt>
                <c:pt idx="387">
                  <c:v>0.18979999999999109</c:v>
                </c:pt>
                <c:pt idx="388">
                  <c:v>0.18959999999998445</c:v>
                </c:pt>
                <c:pt idx="389">
                  <c:v>0.18939999999997781</c:v>
                </c:pt>
                <c:pt idx="390">
                  <c:v>0.18930000000000291</c:v>
                </c:pt>
                <c:pt idx="391">
                  <c:v>0.18909999999999627</c:v>
                </c:pt>
                <c:pt idx="392">
                  <c:v>0.18900000000002137</c:v>
                </c:pt>
                <c:pt idx="393">
                  <c:v>0.18889999999998963</c:v>
                </c:pt>
                <c:pt idx="394">
                  <c:v>0.18869999999998299</c:v>
                </c:pt>
                <c:pt idx="395">
                  <c:v>0.18860000000000809</c:v>
                </c:pt>
                <c:pt idx="396">
                  <c:v>0.18849999999997635</c:v>
                </c:pt>
                <c:pt idx="397">
                  <c:v>0.18840000000000146</c:v>
                </c:pt>
                <c:pt idx="398">
                  <c:v>0.18840000000000146</c:v>
                </c:pt>
                <c:pt idx="399">
                  <c:v>0.18829999999996971</c:v>
                </c:pt>
                <c:pt idx="400">
                  <c:v>0.18819999999999482</c:v>
                </c:pt>
                <c:pt idx="401">
                  <c:v>0.18810000000001992</c:v>
                </c:pt>
                <c:pt idx="402">
                  <c:v>0.18810000000001992</c:v>
                </c:pt>
                <c:pt idx="403">
                  <c:v>0.18799999999998818</c:v>
                </c:pt>
                <c:pt idx="404">
                  <c:v>0.18799999999998818</c:v>
                </c:pt>
                <c:pt idx="405">
                  <c:v>0.18790000000001328</c:v>
                </c:pt>
                <c:pt idx="406">
                  <c:v>0.18790000000001328</c:v>
                </c:pt>
                <c:pt idx="407">
                  <c:v>0.18779999999998154</c:v>
                </c:pt>
                <c:pt idx="408">
                  <c:v>0.18779999999998154</c:v>
                </c:pt>
                <c:pt idx="409">
                  <c:v>0.18770000000000664</c:v>
                </c:pt>
                <c:pt idx="410">
                  <c:v>0.18770000000000664</c:v>
                </c:pt>
                <c:pt idx="411">
                  <c:v>0.18770000000000664</c:v>
                </c:pt>
                <c:pt idx="412">
                  <c:v>0.18770000000000664</c:v>
                </c:pt>
                <c:pt idx="413">
                  <c:v>0.1875999999999749</c:v>
                </c:pt>
                <c:pt idx="414">
                  <c:v>0.1875999999999749</c:v>
                </c:pt>
                <c:pt idx="415">
                  <c:v>0.1875999999999749</c:v>
                </c:pt>
                <c:pt idx="416">
                  <c:v>0.1875999999999749</c:v>
                </c:pt>
                <c:pt idx="417">
                  <c:v>0.1875</c:v>
                </c:pt>
                <c:pt idx="418">
                  <c:v>0.1875</c:v>
                </c:pt>
                <c:pt idx="419">
                  <c:v>0.1875</c:v>
                </c:pt>
                <c:pt idx="420">
                  <c:v>0.1875</c:v>
                </c:pt>
                <c:pt idx="421">
                  <c:v>0.1875</c:v>
                </c:pt>
                <c:pt idx="422">
                  <c:v>0.1875</c:v>
                </c:pt>
                <c:pt idx="423">
                  <c:v>0.1875</c:v>
                </c:pt>
                <c:pt idx="424">
                  <c:v>0.1875</c:v>
                </c:pt>
                <c:pt idx="425">
                  <c:v>0.1875</c:v>
                </c:pt>
                <c:pt idx="426">
                  <c:v>0.1875</c:v>
                </c:pt>
                <c:pt idx="427">
                  <c:v>0.1875</c:v>
                </c:pt>
                <c:pt idx="428">
                  <c:v>0.1875999999999749</c:v>
                </c:pt>
                <c:pt idx="429">
                  <c:v>0.1875999999999749</c:v>
                </c:pt>
                <c:pt idx="430">
                  <c:v>0.1875999999999749</c:v>
                </c:pt>
                <c:pt idx="431">
                  <c:v>0.1875999999999749</c:v>
                </c:pt>
                <c:pt idx="432">
                  <c:v>0.18770000000000664</c:v>
                </c:pt>
                <c:pt idx="433">
                  <c:v>0.18770000000000664</c:v>
                </c:pt>
                <c:pt idx="434">
                  <c:v>0.18770000000000664</c:v>
                </c:pt>
                <c:pt idx="435">
                  <c:v>0.18770000000000664</c:v>
                </c:pt>
                <c:pt idx="436">
                  <c:v>0.18779999999998154</c:v>
                </c:pt>
                <c:pt idx="437">
                  <c:v>0.18779999999998154</c:v>
                </c:pt>
                <c:pt idx="438">
                  <c:v>0.18779999999998154</c:v>
                </c:pt>
                <c:pt idx="439">
                  <c:v>0.18779999999998154</c:v>
                </c:pt>
                <c:pt idx="440">
                  <c:v>0.18790000000001328</c:v>
                </c:pt>
                <c:pt idx="441">
                  <c:v>0.18790000000001328</c:v>
                </c:pt>
                <c:pt idx="442">
                  <c:v>0.18790000000001328</c:v>
                </c:pt>
                <c:pt idx="443">
                  <c:v>0.18790000000001328</c:v>
                </c:pt>
                <c:pt idx="444">
                  <c:v>0.18790000000001328</c:v>
                </c:pt>
                <c:pt idx="445">
                  <c:v>0.18790000000001328</c:v>
                </c:pt>
                <c:pt idx="446">
                  <c:v>0.18799999999998818</c:v>
                </c:pt>
                <c:pt idx="447">
                  <c:v>0.18799999999998818</c:v>
                </c:pt>
                <c:pt idx="448">
                  <c:v>0.18799999999998818</c:v>
                </c:pt>
                <c:pt idx="449">
                  <c:v>0.18799999999998818</c:v>
                </c:pt>
                <c:pt idx="450">
                  <c:v>0.18799999999998818</c:v>
                </c:pt>
                <c:pt idx="451">
                  <c:v>0.18799999999998818</c:v>
                </c:pt>
                <c:pt idx="452">
                  <c:v>0.18799999999998818</c:v>
                </c:pt>
                <c:pt idx="453">
                  <c:v>0.18799999999998818</c:v>
                </c:pt>
                <c:pt idx="454">
                  <c:v>0.18799999999998818</c:v>
                </c:pt>
                <c:pt idx="455">
                  <c:v>0.18810000000001992</c:v>
                </c:pt>
                <c:pt idx="456">
                  <c:v>0.18810000000001992</c:v>
                </c:pt>
                <c:pt idx="457">
                  <c:v>0.18810000000001992</c:v>
                </c:pt>
                <c:pt idx="458">
                  <c:v>0.18810000000001992</c:v>
                </c:pt>
                <c:pt idx="459">
                  <c:v>0.18810000000001992</c:v>
                </c:pt>
                <c:pt idx="460">
                  <c:v>0.18810000000001992</c:v>
                </c:pt>
                <c:pt idx="461">
                  <c:v>0.18810000000001992</c:v>
                </c:pt>
                <c:pt idx="462">
                  <c:v>0.18810000000001992</c:v>
                </c:pt>
                <c:pt idx="463">
                  <c:v>0.18810000000001992</c:v>
                </c:pt>
                <c:pt idx="464">
                  <c:v>0.18810000000001992</c:v>
                </c:pt>
                <c:pt idx="465">
                  <c:v>0.18810000000001992</c:v>
                </c:pt>
                <c:pt idx="466">
                  <c:v>0.18810000000001992</c:v>
                </c:pt>
                <c:pt idx="467">
                  <c:v>0.18810000000001992</c:v>
                </c:pt>
                <c:pt idx="468">
                  <c:v>0.18810000000001992</c:v>
                </c:pt>
                <c:pt idx="469">
                  <c:v>0.18810000000001992</c:v>
                </c:pt>
                <c:pt idx="470">
                  <c:v>0.18819999999999482</c:v>
                </c:pt>
                <c:pt idx="471">
                  <c:v>0.18819999999999482</c:v>
                </c:pt>
                <c:pt idx="472">
                  <c:v>0.18819999999999482</c:v>
                </c:pt>
                <c:pt idx="473">
                  <c:v>0.18819999999999482</c:v>
                </c:pt>
                <c:pt idx="474">
                  <c:v>0.18810000000001992</c:v>
                </c:pt>
                <c:pt idx="475">
                  <c:v>0.18799999999998818</c:v>
                </c:pt>
                <c:pt idx="476">
                  <c:v>0.18779999999998154</c:v>
                </c:pt>
                <c:pt idx="477">
                  <c:v>0.1875999999999749</c:v>
                </c:pt>
                <c:pt idx="478">
                  <c:v>0.18739999999996826</c:v>
                </c:pt>
                <c:pt idx="479">
                  <c:v>0.18720000000001846</c:v>
                </c:pt>
                <c:pt idx="480">
                  <c:v>0.18700000000001182</c:v>
                </c:pt>
                <c:pt idx="481">
                  <c:v>0.18680000000000518</c:v>
                </c:pt>
                <c:pt idx="482">
                  <c:v>0.18659999999999854</c:v>
                </c:pt>
                <c:pt idx="483">
                  <c:v>0.18639999999999191</c:v>
                </c:pt>
                <c:pt idx="484">
                  <c:v>0.18630000000001701</c:v>
                </c:pt>
                <c:pt idx="485">
                  <c:v>0.18610000000001037</c:v>
                </c:pt>
                <c:pt idx="486">
                  <c:v>0.18590000000000373</c:v>
                </c:pt>
                <c:pt idx="487">
                  <c:v>0.18579999999997199</c:v>
                </c:pt>
                <c:pt idx="488">
                  <c:v>0.18560000000002219</c:v>
                </c:pt>
                <c:pt idx="489">
                  <c:v>0.18549999999999045</c:v>
                </c:pt>
                <c:pt idx="490">
                  <c:v>0.18540000000001555</c:v>
                </c:pt>
                <c:pt idx="491">
                  <c:v>0.18529999999998381</c:v>
                </c:pt>
                <c:pt idx="492">
                  <c:v>0.18509999999997717</c:v>
                </c:pt>
                <c:pt idx="493">
                  <c:v>0.18500000000000227</c:v>
                </c:pt>
                <c:pt idx="494">
                  <c:v>0.18489999999997053</c:v>
                </c:pt>
                <c:pt idx="495">
                  <c:v>0.18479999999999563</c:v>
                </c:pt>
                <c:pt idx="496">
                  <c:v>0.18470000000002074</c:v>
                </c:pt>
                <c:pt idx="497">
                  <c:v>0.184599999999989</c:v>
                </c:pt>
                <c:pt idx="498">
                  <c:v>0.184599999999989</c:v>
                </c:pt>
                <c:pt idx="499">
                  <c:v>0.184599999999989</c:v>
                </c:pt>
                <c:pt idx="500">
                  <c:v>0.18489999999997053</c:v>
                </c:pt>
                <c:pt idx="501">
                  <c:v>0.18529999999998381</c:v>
                </c:pt>
                <c:pt idx="502">
                  <c:v>0.18579999999997199</c:v>
                </c:pt>
                <c:pt idx="503">
                  <c:v>0.18639999999999191</c:v>
                </c:pt>
                <c:pt idx="504">
                  <c:v>0.18700000000001182</c:v>
                </c:pt>
                <c:pt idx="505">
                  <c:v>0.1875</c:v>
                </c:pt>
                <c:pt idx="506">
                  <c:v>0.18810000000001992</c:v>
                </c:pt>
                <c:pt idx="507">
                  <c:v>0.18860000000000809</c:v>
                </c:pt>
                <c:pt idx="508">
                  <c:v>0.18909999999999627</c:v>
                </c:pt>
                <c:pt idx="509">
                  <c:v>0.18950000000000955</c:v>
                </c:pt>
                <c:pt idx="510">
                  <c:v>0.18999999999999773</c:v>
                </c:pt>
                <c:pt idx="511">
                  <c:v>0.190400000000011</c:v>
                </c:pt>
                <c:pt idx="512">
                  <c:v>0.19069999999999254</c:v>
                </c:pt>
                <c:pt idx="513">
                  <c:v>0.19110000000000582</c:v>
                </c:pt>
                <c:pt idx="514">
                  <c:v>0.19139999999998736</c:v>
                </c:pt>
                <c:pt idx="515">
                  <c:v>0.1916999999999689</c:v>
                </c:pt>
                <c:pt idx="516">
                  <c:v>0.19200000000000728</c:v>
                </c:pt>
                <c:pt idx="517">
                  <c:v>0.19229999999998881</c:v>
                </c:pt>
                <c:pt idx="518">
                  <c:v>0.19249999999999545</c:v>
                </c:pt>
                <c:pt idx="519">
                  <c:v>0.19270000000000209</c:v>
                </c:pt>
                <c:pt idx="520">
                  <c:v>0.19299999999998363</c:v>
                </c:pt>
                <c:pt idx="521">
                  <c:v>0.19319999999999027</c:v>
                </c:pt>
                <c:pt idx="522">
                  <c:v>0.19339999999999691</c:v>
                </c:pt>
                <c:pt idx="523">
                  <c:v>0.19349999999997181</c:v>
                </c:pt>
                <c:pt idx="524">
                  <c:v>0.19369999999997844</c:v>
                </c:pt>
                <c:pt idx="525">
                  <c:v>0.19389999999998508</c:v>
                </c:pt>
                <c:pt idx="526">
                  <c:v>0.19400000000001683</c:v>
                </c:pt>
                <c:pt idx="527">
                  <c:v>0.19420000000002346</c:v>
                </c:pt>
                <c:pt idx="528">
                  <c:v>0.19429999999999836</c:v>
                </c:pt>
                <c:pt idx="529">
                  <c:v>0.19439999999997326</c:v>
                </c:pt>
                <c:pt idx="530">
                  <c:v>0.19429999999999836</c:v>
                </c:pt>
                <c:pt idx="531">
                  <c:v>0.19409999999999172</c:v>
                </c:pt>
                <c:pt idx="532">
                  <c:v>0.19380000000001019</c:v>
                </c:pt>
              </c:numCache>
            </c:numRef>
          </c:yVal>
          <c:smooth val="1"/>
          <c:extLst>
            <c:ext xmlns:c16="http://schemas.microsoft.com/office/drawing/2014/chart" uri="{C3380CC4-5D6E-409C-BE32-E72D297353CC}">
              <c16:uniqueId val="{00000029-4233-4E9D-9D6D-D06060CC9530}"/>
            </c:ext>
          </c:extLst>
        </c:ser>
        <c:ser>
          <c:idx val="42"/>
          <c:order val="42"/>
          <c:tx>
            <c:strRef>
              <c:f>PM50000_Temps_oc5l2_50000!$BCS$1</c:f>
              <c:strCache>
                <c:ptCount val="1"/>
                <c:pt idx="0">
                  <c:v>TELE_PM_INTERIOR.44</c:v>
                </c:pt>
              </c:strCache>
            </c:strRef>
          </c:tx>
          <c:spPr>
            <a:ln w="19050" cap="rnd">
              <a:solidFill>
                <a:schemeClr val="accent1">
                  <a:lumMod val="70000"/>
                </a:schemeClr>
              </a:solidFill>
              <a:round/>
            </a:ln>
            <a:effectLst/>
          </c:spPr>
          <c:marker>
            <c:symbol val="circle"/>
            <c:size val="5"/>
            <c:spPr>
              <a:solidFill>
                <a:schemeClr val="accent1">
                  <a:lumMod val="70000"/>
                </a:schemeClr>
              </a:solidFill>
              <a:ln w="9525">
                <a:solidFill>
                  <a:schemeClr val="accent1">
                    <a:lumMod val="7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PM50000_Temps_oc5l2_50000!$BCS$2:$BCS$536</c:f>
              <c:numCache>
                <c:formatCode>General</c:formatCode>
                <c:ptCount val="533"/>
                <c:pt idx="0">
                  <c:v>0</c:v>
                </c:pt>
                <c:pt idx="1">
                  <c:v>1.1599999999987176E-2</c:v>
                </c:pt>
                <c:pt idx="2">
                  <c:v>3.3299999999996999E-2</c:v>
                </c:pt>
                <c:pt idx="3">
                  <c:v>5.4900000000031923E-2</c:v>
                </c:pt>
                <c:pt idx="4">
                  <c:v>7.4200000000018917E-2</c:v>
                </c:pt>
                <c:pt idx="5">
                  <c:v>9.0700000000026648E-2</c:v>
                </c:pt>
                <c:pt idx="6">
                  <c:v>0.10480000000001155</c:v>
                </c:pt>
                <c:pt idx="7">
                  <c:v>0.11669999999998026</c:v>
                </c:pt>
                <c:pt idx="8">
                  <c:v>0.12680000000000291</c:v>
                </c:pt>
                <c:pt idx="9">
                  <c:v>0.13560000000001082</c:v>
                </c:pt>
                <c:pt idx="10">
                  <c:v>0.1431999999999789</c:v>
                </c:pt>
                <c:pt idx="11">
                  <c:v>0.14990000000000236</c:v>
                </c:pt>
                <c:pt idx="12">
                  <c:v>0.15579999999999927</c:v>
                </c:pt>
                <c:pt idx="13">
                  <c:v>0.16110000000003311</c:v>
                </c:pt>
                <c:pt idx="14">
                  <c:v>0.16579999999999018</c:v>
                </c:pt>
                <c:pt idx="15">
                  <c:v>0.17009999999999081</c:v>
                </c:pt>
                <c:pt idx="16">
                  <c:v>0.17390000000000327</c:v>
                </c:pt>
                <c:pt idx="17">
                  <c:v>0.1774000000000342</c:v>
                </c:pt>
                <c:pt idx="18">
                  <c:v>0.18060000000002674</c:v>
                </c:pt>
                <c:pt idx="19">
                  <c:v>0.1834999999999809</c:v>
                </c:pt>
                <c:pt idx="20">
                  <c:v>0.18610000000001037</c:v>
                </c:pt>
                <c:pt idx="21">
                  <c:v>0.1885000000000332</c:v>
                </c:pt>
                <c:pt idx="22">
                  <c:v>0.19069999999999254</c:v>
                </c:pt>
                <c:pt idx="23">
                  <c:v>0.19270000000000209</c:v>
                </c:pt>
                <c:pt idx="24">
                  <c:v>0.194500000000005</c:v>
                </c:pt>
                <c:pt idx="25">
                  <c:v>0.19620000000003301</c:v>
                </c:pt>
                <c:pt idx="26">
                  <c:v>0.19780000000002929</c:v>
                </c:pt>
                <c:pt idx="27">
                  <c:v>0.19970000000000709</c:v>
                </c:pt>
                <c:pt idx="28">
                  <c:v>0.20190000000002328</c:v>
                </c:pt>
                <c:pt idx="29">
                  <c:v>0.20420000000001437</c:v>
                </c:pt>
                <c:pt idx="30">
                  <c:v>0.20640000000003056</c:v>
                </c:pt>
                <c:pt idx="31">
                  <c:v>0.20830000000000837</c:v>
                </c:pt>
                <c:pt idx="32">
                  <c:v>0.21010000000001128</c:v>
                </c:pt>
                <c:pt idx="33">
                  <c:v>0.21179999999998245</c:v>
                </c:pt>
                <c:pt idx="34">
                  <c:v>0.21330000000000382</c:v>
                </c:pt>
                <c:pt idx="35">
                  <c:v>0.21460000000001855</c:v>
                </c:pt>
                <c:pt idx="36">
                  <c:v>0.21580000000000155</c:v>
                </c:pt>
                <c:pt idx="37">
                  <c:v>0.21690000000000964</c:v>
                </c:pt>
                <c:pt idx="38">
                  <c:v>0.21800000000001774</c:v>
                </c:pt>
                <c:pt idx="39">
                  <c:v>0.21890000000001919</c:v>
                </c:pt>
                <c:pt idx="40">
                  <c:v>0.21980000000002065</c:v>
                </c:pt>
                <c:pt idx="41">
                  <c:v>0.22059999999999036</c:v>
                </c:pt>
                <c:pt idx="42">
                  <c:v>0.22129999999998518</c:v>
                </c:pt>
                <c:pt idx="43">
                  <c:v>0.22199999999997999</c:v>
                </c:pt>
                <c:pt idx="44">
                  <c:v>0.22270000000003165</c:v>
                </c:pt>
                <c:pt idx="45">
                  <c:v>0.22329999999999472</c:v>
                </c:pt>
                <c:pt idx="46">
                  <c:v>0.2237999999999829</c:v>
                </c:pt>
                <c:pt idx="47">
                  <c:v>0.22430000000002792</c:v>
                </c:pt>
                <c:pt idx="48">
                  <c:v>0.2248000000000161</c:v>
                </c:pt>
                <c:pt idx="49">
                  <c:v>0.22520000000002938</c:v>
                </c:pt>
                <c:pt idx="50">
                  <c:v>0.22559999999998581</c:v>
                </c:pt>
                <c:pt idx="51">
                  <c:v>0.22599999999999909</c:v>
                </c:pt>
                <c:pt idx="52">
                  <c:v>0.22640000000001237</c:v>
                </c:pt>
                <c:pt idx="53">
                  <c:v>0.22669999999999391</c:v>
                </c:pt>
                <c:pt idx="54">
                  <c:v>0.22700000000003229</c:v>
                </c:pt>
                <c:pt idx="55">
                  <c:v>0.22730000000001382</c:v>
                </c:pt>
                <c:pt idx="56">
                  <c:v>0.22750000000002046</c:v>
                </c:pt>
                <c:pt idx="57">
                  <c:v>0.22759999999999536</c:v>
                </c:pt>
                <c:pt idx="58">
                  <c:v>0.22719999999998208</c:v>
                </c:pt>
                <c:pt idx="59">
                  <c:v>0.22660000000001901</c:v>
                </c:pt>
                <c:pt idx="60">
                  <c:v>0.22599999999999909</c:v>
                </c:pt>
                <c:pt idx="61">
                  <c:v>0.22539999999997917</c:v>
                </c:pt>
                <c:pt idx="62">
                  <c:v>0.224899999999991</c:v>
                </c:pt>
                <c:pt idx="63">
                  <c:v>0.22440000000000282</c:v>
                </c:pt>
                <c:pt idx="64">
                  <c:v>0.22399999999998954</c:v>
                </c:pt>
                <c:pt idx="65">
                  <c:v>0.22360000000003311</c:v>
                </c:pt>
                <c:pt idx="66">
                  <c:v>0.22329999999999472</c:v>
                </c:pt>
                <c:pt idx="67">
                  <c:v>0.22300000000001319</c:v>
                </c:pt>
                <c:pt idx="68">
                  <c:v>0.22270000000003165</c:v>
                </c:pt>
                <c:pt idx="69">
                  <c:v>0.22250000000002501</c:v>
                </c:pt>
                <c:pt idx="70">
                  <c:v>0.22230000000001837</c:v>
                </c:pt>
                <c:pt idx="71">
                  <c:v>0.22210000000001173</c:v>
                </c:pt>
                <c:pt idx="72">
                  <c:v>0.22199999999997999</c:v>
                </c:pt>
                <c:pt idx="73">
                  <c:v>0.2218000000000302</c:v>
                </c:pt>
                <c:pt idx="74">
                  <c:v>0.22169999999999845</c:v>
                </c:pt>
                <c:pt idx="75">
                  <c:v>0.22149999999999181</c:v>
                </c:pt>
                <c:pt idx="76">
                  <c:v>0.22140000000001692</c:v>
                </c:pt>
                <c:pt idx="77">
                  <c:v>0.22129999999998518</c:v>
                </c:pt>
                <c:pt idx="78">
                  <c:v>0.22120000000001028</c:v>
                </c:pt>
                <c:pt idx="79">
                  <c:v>0.22110000000003538</c:v>
                </c:pt>
                <c:pt idx="80">
                  <c:v>0.22100000000000364</c:v>
                </c:pt>
                <c:pt idx="81">
                  <c:v>0.22090000000002874</c:v>
                </c:pt>
                <c:pt idx="82">
                  <c:v>0.220799999999997</c:v>
                </c:pt>
                <c:pt idx="83">
                  <c:v>0.220799999999997</c:v>
                </c:pt>
                <c:pt idx="84">
                  <c:v>0.2207000000000221</c:v>
                </c:pt>
                <c:pt idx="85">
                  <c:v>0.2207000000000221</c:v>
                </c:pt>
                <c:pt idx="86">
                  <c:v>0.22059999999999036</c:v>
                </c:pt>
                <c:pt idx="87">
                  <c:v>0.22059999999999036</c:v>
                </c:pt>
                <c:pt idx="88">
                  <c:v>0.22050000000001546</c:v>
                </c:pt>
                <c:pt idx="89">
                  <c:v>0.22050000000001546</c:v>
                </c:pt>
                <c:pt idx="90">
                  <c:v>0.22039999999998372</c:v>
                </c:pt>
                <c:pt idx="91">
                  <c:v>0.22039999999998372</c:v>
                </c:pt>
                <c:pt idx="92">
                  <c:v>0.22039999999998372</c:v>
                </c:pt>
                <c:pt idx="93">
                  <c:v>0.22030000000000882</c:v>
                </c:pt>
                <c:pt idx="94">
                  <c:v>0.22030000000000882</c:v>
                </c:pt>
                <c:pt idx="95">
                  <c:v>0.22030000000000882</c:v>
                </c:pt>
                <c:pt idx="96">
                  <c:v>0.22020000000003392</c:v>
                </c:pt>
                <c:pt idx="97">
                  <c:v>0.22020000000003392</c:v>
                </c:pt>
                <c:pt idx="98">
                  <c:v>0.22020000000003392</c:v>
                </c:pt>
                <c:pt idx="99">
                  <c:v>0.22020000000003392</c:v>
                </c:pt>
                <c:pt idx="100">
                  <c:v>0.22020000000003392</c:v>
                </c:pt>
                <c:pt idx="101">
                  <c:v>0.22010000000000218</c:v>
                </c:pt>
                <c:pt idx="102">
                  <c:v>0.22010000000000218</c:v>
                </c:pt>
                <c:pt idx="103">
                  <c:v>0.22010000000000218</c:v>
                </c:pt>
                <c:pt idx="104">
                  <c:v>0.22010000000000218</c:v>
                </c:pt>
                <c:pt idx="105">
                  <c:v>0.22010000000000218</c:v>
                </c:pt>
                <c:pt idx="106">
                  <c:v>0.22010000000000218</c:v>
                </c:pt>
                <c:pt idx="107">
                  <c:v>0.22010000000000218</c:v>
                </c:pt>
                <c:pt idx="108">
                  <c:v>0.22010000000000218</c:v>
                </c:pt>
                <c:pt idx="109">
                  <c:v>0.22010000000000218</c:v>
                </c:pt>
                <c:pt idx="110">
                  <c:v>0.22020000000003392</c:v>
                </c:pt>
                <c:pt idx="111">
                  <c:v>0.22030000000000882</c:v>
                </c:pt>
                <c:pt idx="112">
                  <c:v>0.22030000000000882</c:v>
                </c:pt>
                <c:pt idx="113">
                  <c:v>0.22039999999998372</c:v>
                </c:pt>
                <c:pt idx="114">
                  <c:v>0.22039999999998372</c:v>
                </c:pt>
                <c:pt idx="115">
                  <c:v>0.22050000000001546</c:v>
                </c:pt>
                <c:pt idx="116">
                  <c:v>0.22050000000001546</c:v>
                </c:pt>
                <c:pt idx="117">
                  <c:v>0.22050000000001546</c:v>
                </c:pt>
                <c:pt idx="118">
                  <c:v>0.22059999999999036</c:v>
                </c:pt>
                <c:pt idx="119">
                  <c:v>0.22059999999999036</c:v>
                </c:pt>
                <c:pt idx="120">
                  <c:v>0.22059999999999036</c:v>
                </c:pt>
                <c:pt idx="121">
                  <c:v>0.2207000000000221</c:v>
                </c:pt>
                <c:pt idx="122">
                  <c:v>0.2207000000000221</c:v>
                </c:pt>
                <c:pt idx="123">
                  <c:v>0.2207000000000221</c:v>
                </c:pt>
                <c:pt idx="124">
                  <c:v>0.220799999999997</c:v>
                </c:pt>
                <c:pt idx="125">
                  <c:v>0.220799999999997</c:v>
                </c:pt>
                <c:pt idx="126">
                  <c:v>0.220799999999997</c:v>
                </c:pt>
                <c:pt idx="127">
                  <c:v>0.220799999999997</c:v>
                </c:pt>
                <c:pt idx="128">
                  <c:v>0.22090000000002874</c:v>
                </c:pt>
                <c:pt idx="129">
                  <c:v>0.22090000000002874</c:v>
                </c:pt>
                <c:pt idx="130">
                  <c:v>0.22090000000002874</c:v>
                </c:pt>
                <c:pt idx="131">
                  <c:v>0.22090000000002874</c:v>
                </c:pt>
                <c:pt idx="132">
                  <c:v>0.22100000000000364</c:v>
                </c:pt>
                <c:pt idx="133">
                  <c:v>0.22100000000000364</c:v>
                </c:pt>
                <c:pt idx="134">
                  <c:v>0.22100000000000364</c:v>
                </c:pt>
                <c:pt idx="135">
                  <c:v>0.22100000000000364</c:v>
                </c:pt>
                <c:pt idx="136">
                  <c:v>0.22100000000000364</c:v>
                </c:pt>
                <c:pt idx="137">
                  <c:v>0.22100000000000364</c:v>
                </c:pt>
                <c:pt idx="138">
                  <c:v>0.22110000000003538</c:v>
                </c:pt>
                <c:pt idx="139">
                  <c:v>0.22110000000003538</c:v>
                </c:pt>
                <c:pt idx="140">
                  <c:v>0.22110000000003538</c:v>
                </c:pt>
                <c:pt idx="141">
                  <c:v>0.22110000000003538</c:v>
                </c:pt>
                <c:pt idx="142">
                  <c:v>0.22110000000003538</c:v>
                </c:pt>
                <c:pt idx="143">
                  <c:v>0.22110000000003538</c:v>
                </c:pt>
                <c:pt idx="144">
                  <c:v>0.22110000000003538</c:v>
                </c:pt>
                <c:pt idx="145">
                  <c:v>0.22110000000003538</c:v>
                </c:pt>
                <c:pt idx="146">
                  <c:v>0.22110000000003538</c:v>
                </c:pt>
                <c:pt idx="147">
                  <c:v>0.22110000000003538</c:v>
                </c:pt>
                <c:pt idx="148">
                  <c:v>0.22120000000001028</c:v>
                </c:pt>
                <c:pt idx="149">
                  <c:v>0.22120000000001028</c:v>
                </c:pt>
                <c:pt idx="150">
                  <c:v>0.22120000000001028</c:v>
                </c:pt>
                <c:pt idx="151">
                  <c:v>0.22120000000001028</c:v>
                </c:pt>
                <c:pt idx="152">
                  <c:v>0.22120000000001028</c:v>
                </c:pt>
                <c:pt idx="153">
                  <c:v>0.22120000000001028</c:v>
                </c:pt>
                <c:pt idx="154">
                  <c:v>0.22120000000001028</c:v>
                </c:pt>
                <c:pt idx="155">
                  <c:v>0.22120000000001028</c:v>
                </c:pt>
                <c:pt idx="156">
                  <c:v>0.22120000000001028</c:v>
                </c:pt>
                <c:pt idx="157">
                  <c:v>0.22120000000001028</c:v>
                </c:pt>
                <c:pt idx="158">
                  <c:v>0.22110000000003538</c:v>
                </c:pt>
                <c:pt idx="159">
                  <c:v>0.22090000000002874</c:v>
                </c:pt>
                <c:pt idx="160">
                  <c:v>0.22050000000001546</c:v>
                </c:pt>
                <c:pt idx="161">
                  <c:v>0.22020000000003392</c:v>
                </c:pt>
                <c:pt idx="162">
                  <c:v>0.21980000000002065</c:v>
                </c:pt>
                <c:pt idx="163">
                  <c:v>0.21949999999998226</c:v>
                </c:pt>
                <c:pt idx="164">
                  <c:v>0.21920000000000073</c:v>
                </c:pt>
                <c:pt idx="165">
                  <c:v>0.21899999999999409</c:v>
                </c:pt>
                <c:pt idx="166">
                  <c:v>0.21870000000001255</c:v>
                </c:pt>
                <c:pt idx="167">
                  <c:v>0.21850000000000591</c:v>
                </c:pt>
                <c:pt idx="168">
                  <c:v>0.21829999999999927</c:v>
                </c:pt>
                <c:pt idx="169">
                  <c:v>0.21809999999999263</c:v>
                </c:pt>
                <c:pt idx="170">
                  <c:v>0.21789999999998599</c:v>
                </c:pt>
                <c:pt idx="171">
                  <c:v>0.21769999999997935</c:v>
                </c:pt>
                <c:pt idx="172">
                  <c:v>0.21760000000000446</c:v>
                </c:pt>
                <c:pt idx="173">
                  <c:v>0.21739999999999782</c:v>
                </c:pt>
                <c:pt idx="174">
                  <c:v>0.21730000000002292</c:v>
                </c:pt>
                <c:pt idx="175">
                  <c:v>0.21710000000001628</c:v>
                </c:pt>
                <c:pt idx="176">
                  <c:v>0.21699999999998454</c:v>
                </c:pt>
                <c:pt idx="177">
                  <c:v>0.21690000000000964</c:v>
                </c:pt>
                <c:pt idx="178">
                  <c:v>0.21680000000003474</c:v>
                </c:pt>
                <c:pt idx="179">
                  <c:v>0.216700000000003</c:v>
                </c:pt>
                <c:pt idx="180">
                  <c:v>0.21649999999999636</c:v>
                </c:pt>
                <c:pt idx="181">
                  <c:v>0.21640000000002146</c:v>
                </c:pt>
                <c:pt idx="182">
                  <c:v>0.21640000000002146</c:v>
                </c:pt>
                <c:pt idx="183">
                  <c:v>0.21640000000002146</c:v>
                </c:pt>
                <c:pt idx="184">
                  <c:v>0.21690000000000964</c:v>
                </c:pt>
                <c:pt idx="185">
                  <c:v>0.2178000000000111</c:v>
                </c:pt>
                <c:pt idx="186">
                  <c:v>0.21879999999998745</c:v>
                </c:pt>
                <c:pt idx="187">
                  <c:v>0.21980000000002065</c:v>
                </c:pt>
                <c:pt idx="188">
                  <c:v>0.2207000000000221</c:v>
                </c:pt>
                <c:pt idx="189">
                  <c:v>0.22149999999999181</c:v>
                </c:pt>
                <c:pt idx="190">
                  <c:v>0.22230000000001837</c:v>
                </c:pt>
                <c:pt idx="191">
                  <c:v>0.22289999999998145</c:v>
                </c:pt>
                <c:pt idx="192">
                  <c:v>0.22350000000000136</c:v>
                </c:pt>
                <c:pt idx="193">
                  <c:v>0.22399999999998954</c:v>
                </c:pt>
                <c:pt idx="194">
                  <c:v>0.22450000000003456</c:v>
                </c:pt>
                <c:pt idx="195">
                  <c:v>0.224899999999991</c:v>
                </c:pt>
                <c:pt idx="196">
                  <c:v>0.22530000000000427</c:v>
                </c:pt>
                <c:pt idx="197">
                  <c:v>0.22570000000001755</c:v>
                </c:pt>
                <c:pt idx="198">
                  <c:v>0.22610000000003083</c:v>
                </c:pt>
                <c:pt idx="199">
                  <c:v>0.22640000000001237</c:v>
                </c:pt>
                <c:pt idx="200">
                  <c:v>0.22669999999999391</c:v>
                </c:pt>
                <c:pt idx="201">
                  <c:v>0.22700000000003229</c:v>
                </c:pt>
                <c:pt idx="202">
                  <c:v>0.22719999999998208</c:v>
                </c:pt>
                <c:pt idx="203">
                  <c:v>0.22750000000002046</c:v>
                </c:pt>
                <c:pt idx="204">
                  <c:v>0.2277000000000271</c:v>
                </c:pt>
                <c:pt idx="205">
                  <c:v>0.22790000000003374</c:v>
                </c:pt>
                <c:pt idx="206">
                  <c:v>0.22809999999998354</c:v>
                </c:pt>
                <c:pt idx="207">
                  <c:v>0.22829999999999018</c:v>
                </c:pt>
                <c:pt idx="208">
                  <c:v>0.22849999999999682</c:v>
                </c:pt>
                <c:pt idx="209">
                  <c:v>0.22860000000002856</c:v>
                </c:pt>
                <c:pt idx="210">
                  <c:v>0.2288000000000352</c:v>
                </c:pt>
                <c:pt idx="211">
                  <c:v>0.2289000000000101</c:v>
                </c:pt>
                <c:pt idx="212">
                  <c:v>0.22910000000001673</c:v>
                </c:pt>
                <c:pt idx="213">
                  <c:v>0.22919999999999163</c:v>
                </c:pt>
                <c:pt idx="214">
                  <c:v>0.22910000000001673</c:v>
                </c:pt>
                <c:pt idx="215">
                  <c:v>0.22860000000002856</c:v>
                </c:pt>
                <c:pt idx="216">
                  <c:v>0.22790000000003374</c:v>
                </c:pt>
                <c:pt idx="217">
                  <c:v>0.22710000000000719</c:v>
                </c:pt>
                <c:pt idx="218">
                  <c:v>0.22640000000001237</c:v>
                </c:pt>
                <c:pt idx="219">
                  <c:v>0.22579999999999245</c:v>
                </c:pt>
                <c:pt idx="220">
                  <c:v>0.22530000000000427</c:v>
                </c:pt>
                <c:pt idx="221">
                  <c:v>0.2248000000000161</c:v>
                </c:pt>
                <c:pt idx="222">
                  <c:v>0.22440000000000282</c:v>
                </c:pt>
                <c:pt idx="223">
                  <c:v>0.22399999999998954</c:v>
                </c:pt>
                <c:pt idx="224">
                  <c:v>0.223700000000008</c:v>
                </c:pt>
                <c:pt idx="225">
                  <c:v>0.22340000000002647</c:v>
                </c:pt>
                <c:pt idx="226">
                  <c:v>0.22309999999998809</c:v>
                </c:pt>
                <c:pt idx="227">
                  <c:v>0.22289999999998145</c:v>
                </c:pt>
                <c:pt idx="228">
                  <c:v>0.22259999999999991</c:v>
                </c:pt>
                <c:pt idx="229">
                  <c:v>0.22239999999999327</c:v>
                </c:pt>
                <c:pt idx="230">
                  <c:v>0.22219999999998663</c:v>
                </c:pt>
                <c:pt idx="231">
                  <c:v>0.22210000000001173</c:v>
                </c:pt>
                <c:pt idx="232">
                  <c:v>0.22190000000000509</c:v>
                </c:pt>
                <c:pt idx="233">
                  <c:v>0.2218000000000302</c:v>
                </c:pt>
                <c:pt idx="234">
                  <c:v>0.22160000000002356</c:v>
                </c:pt>
                <c:pt idx="235">
                  <c:v>0.22149999999999181</c:v>
                </c:pt>
                <c:pt idx="236">
                  <c:v>0.22140000000001692</c:v>
                </c:pt>
                <c:pt idx="237">
                  <c:v>0.22129999999998518</c:v>
                </c:pt>
                <c:pt idx="238">
                  <c:v>0.22120000000001028</c:v>
                </c:pt>
                <c:pt idx="239">
                  <c:v>0.22110000000003538</c:v>
                </c:pt>
                <c:pt idx="240">
                  <c:v>0.22100000000000364</c:v>
                </c:pt>
                <c:pt idx="241">
                  <c:v>0.22090000000002874</c:v>
                </c:pt>
                <c:pt idx="242">
                  <c:v>0.22090000000002874</c:v>
                </c:pt>
                <c:pt idx="243">
                  <c:v>0.220799999999997</c:v>
                </c:pt>
                <c:pt idx="244">
                  <c:v>0.2207000000000221</c:v>
                </c:pt>
                <c:pt idx="245">
                  <c:v>0.2207000000000221</c:v>
                </c:pt>
                <c:pt idx="246">
                  <c:v>0.22059999999999036</c:v>
                </c:pt>
                <c:pt idx="247">
                  <c:v>0.22059999999999036</c:v>
                </c:pt>
                <c:pt idx="248">
                  <c:v>0.22050000000001546</c:v>
                </c:pt>
                <c:pt idx="249">
                  <c:v>0.22050000000001546</c:v>
                </c:pt>
                <c:pt idx="250">
                  <c:v>0.22039999999998372</c:v>
                </c:pt>
                <c:pt idx="251">
                  <c:v>0.22039999999998372</c:v>
                </c:pt>
                <c:pt idx="252">
                  <c:v>0.22039999999998372</c:v>
                </c:pt>
                <c:pt idx="253">
                  <c:v>0.22030000000000882</c:v>
                </c:pt>
                <c:pt idx="254">
                  <c:v>0.22030000000000882</c:v>
                </c:pt>
                <c:pt idx="255">
                  <c:v>0.22030000000000882</c:v>
                </c:pt>
                <c:pt idx="256">
                  <c:v>0.22030000000000882</c:v>
                </c:pt>
                <c:pt idx="257">
                  <c:v>0.22020000000003392</c:v>
                </c:pt>
                <c:pt idx="258">
                  <c:v>0.22020000000003392</c:v>
                </c:pt>
                <c:pt idx="259">
                  <c:v>0.22020000000003392</c:v>
                </c:pt>
                <c:pt idx="260">
                  <c:v>0.22020000000003392</c:v>
                </c:pt>
                <c:pt idx="261">
                  <c:v>0.22020000000003392</c:v>
                </c:pt>
                <c:pt idx="262">
                  <c:v>0.22010000000000218</c:v>
                </c:pt>
                <c:pt idx="263">
                  <c:v>0.22010000000000218</c:v>
                </c:pt>
                <c:pt idx="264">
                  <c:v>0.22010000000000218</c:v>
                </c:pt>
                <c:pt idx="265">
                  <c:v>0.22010000000000218</c:v>
                </c:pt>
                <c:pt idx="266">
                  <c:v>0.22020000000003392</c:v>
                </c:pt>
                <c:pt idx="267">
                  <c:v>0.22030000000000882</c:v>
                </c:pt>
                <c:pt idx="268">
                  <c:v>0.22030000000000882</c:v>
                </c:pt>
                <c:pt idx="269">
                  <c:v>0.22039999999998372</c:v>
                </c:pt>
                <c:pt idx="270">
                  <c:v>0.22039999999998372</c:v>
                </c:pt>
                <c:pt idx="271">
                  <c:v>0.22050000000001546</c:v>
                </c:pt>
                <c:pt idx="272">
                  <c:v>0.22050000000001546</c:v>
                </c:pt>
                <c:pt idx="273">
                  <c:v>0.22050000000001546</c:v>
                </c:pt>
                <c:pt idx="274">
                  <c:v>0.22059999999999036</c:v>
                </c:pt>
                <c:pt idx="275">
                  <c:v>0.22059999999999036</c:v>
                </c:pt>
                <c:pt idx="276">
                  <c:v>0.2207000000000221</c:v>
                </c:pt>
                <c:pt idx="277">
                  <c:v>0.2207000000000221</c:v>
                </c:pt>
                <c:pt idx="278">
                  <c:v>0.2207000000000221</c:v>
                </c:pt>
                <c:pt idx="279">
                  <c:v>0.2207000000000221</c:v>
                </c:pt>
                <c:pt idx="280">
                  <c:v>0.220799999999997</c:v>
                </c:pt>
                <c:pt idx="281">
                  <c:v>0.220799999999997</c:v>
                </c:pt>
                <c:pt idx="282">
                  <c:v>0.220799999999997</c:v>
                </c:pt>
                <c:pt idx="283">
                  <c:v>0.22090000000002874</c:v>
                </c:pt>
                <c:pt idx="284">
                  <c:v>0.22090000000002874</c:v>
                </c:pt>
                <c:pt idx="285">
                  <c:v>0.22090000000002874</c:v>
                </c:pt>
                <c:pt idx="286">
                  <c:v>0.22090000000002874</c:v>
                </c:pt>
                <c:pt idx="287">
                  <c:v>0.22090000000002874</c:v>
                </c:pt>
                <c:pt idx="288">
                  <c:v>0.22100000000000364</c:v>
                </c:pt>
                <c:pt idx="289">
                  <c:v>0.22100000000000364</c:v>
                </c:pt>
                <c:pt idx="290">
                  <c:v>0.22100000000000364</c:v>
                </c:pt>
                <c:pt idx="291">
                  <c:v>0.22100000000000364</c:v>
                </c:pt>
                <c:pt idx="292">
                  <c:v>0.22100000000000364</c:v>
                </c:pt>
                <c:pt idx="293">
                  <c:v>0.22100000000000364</c:v>
                </c:pt>
                <c:pt idx="294">
                  <c:v>0.22110000000003538</c:v>
                </c:pt>
                <c:pt idx="295">
                  <c:v>0.22110000000003538</c:v>
                </c:pt>
                <c:pt idx="296">
                  <c:v>0.22110000000003538</c:v>
                </c:pt>
                <c:pt idx="297">
                  <c:v>0.22110000000003538</c:v>
                </c:pt>
                <c:pt idx="298">
                  <c:v>0.22110000000003538</c:v>
                </c:pt>
                <c:pt idx="299">
                  <c:v>0.22110000000003538</c:v>
                </c:pt>
                <c:pt idx="300">
                  <c:v>0.22110000000003538</c:v>
                </c:pt>
                <c:pt idx="301">
                  <c:v>0.22110000000003538</c:v>
                </c:pt>
                <c:pt idx="302">
                  <c:v>0.22110000000003538</c:v>
                </c:pt>
                <c:pt idx="303">
                  <c:v>0.22120000000001028</c:v>
                </c:pt>
                <c:pt idx="304">
                  <c:v>0.22120000000001028</c:v>
                </c:pt>
                <c:pt idx="305">
                  <c:v>0.22120000000001028</c:v>
                </c:pt>
                <c:pt idx="306">
                  <c:v>0.22120000000001028</c:v>
                </c:pt>
                <c:pt idx="307">
                  <c:v>0.22120000000001028</c:v>
                </c:pt>
                <c:pt idx="308">
                  <c:v>0.22120000000001028</c:v>
                </c:pt>
                <c:pt idx="309">
                  <c:v>0.22120000000001028</c:v>
                </c:pt>
                <c:pt idx="310">
                  <c:v>0.22120000000001028</c:v>
                </c:pt>
                <c:pt idx="311">
                  <c:v>0.22120000000001028</c:v>
                </c:pt>
                <c:pt idx="312">
                  <c:v>0.22120000000001028</c:v>
                </c:pt>
                <c:pt idx="313">
                  <c:v>0.22120000000001028</c:v>
                </c:pt>
                <c:pt idx="314">
                  <c:v>0.22120000000001028</c:v>
                </c:pt>
                <c:pt idx="315">
                  <c:v>0.22110000000003538</c:v>
                </c:pt>
                <c:pt idx="316">
                  <c:v>0.22090000000002874</c:v>
                </c:pt>
                <c:pt idx="317">
                  <c:v>0.22050000000001546</c:v>
                </c:pt>
                <c:pt idx="318">
                  <c:v>0.22020000000003392</c:v>
                </c:pt>
                <c:pt idx="319">
                  <c:v>0.21980000000002065</c:v>
                </c:pt>
                <c:pt idx="320">
                  <c:v>0.21949999999998226</c:v>
                </c:pt>
                <c:pt idx="321">
                  <c:v>0.21920000000000073</c:v>
                </c:pt>
                <c:pt idx="322">
                  <c:v>0.21890000000001919</c:v>
                </c:pt>
                <c:pt idx="323">
                  <c:v>0.21870000000001255</c:v>
                </c:pt>
                <c:pt idx="324">
                  <c:v>0.21850000000000591</c:v>
                </c:pt>
                <c:pt idx="325">
                  <c:v>0.21829999999999927</c:v>
                </c:pt>
                <c:pt idx="326">
                  <c:v>0.21809999999999263</c:v>
                </c:pt>
                <c:pt idx="327">
                  <c:v>0.21789999999998599</c:v>
                </c:pt>
                <c:pt idx="328">
                  <c:v>0.21769999999997935</c:v>
                </c:pt>
                <c:pt idx="329">
                  <c:v>0.21760000000000446</c:v>
                </c:pt>
                <c:pt idx="330">
                  <c:v>0.21739999999999782</c:v>
                </c:pt>
                <c:pt idx="331">
                  <c:v>0.21730000000002292</c:v>
                </c:pt>
                <c:pt idx="332">
                  <c:v>0.21710000000001628</c:v>
                </c:pt>
                <c:pt idx="333">
                  <c:v>0.21699999999998454</c:v>
                </c:pt>
                <c:pt idx="334">
                  <c:v>0.21690000000000964</c:v>
                </c:pt>
                <c:pt idx="335">
                  <c:v>0.21680000000003474</c:v>
                </c:pt>
                <c:pt idx="336">
                  <c:v>0.2166000000000281</c:v>
                </c:pt>
                <c:pt idx="337">
                  <c:v>0.21649999999999636</c:v>
                </c:pt>
                <c:pt idx="338">
                  <c:v>0.21640000000002146</c:v>
                </c:pt>
                <c:pt idx="339">
                  <c:v>0.21640000000002146</c:v>
                </c:pt>
                <c:pt idx="340">
                  <c:v>0.21640000000002146</c:v>
                </c:pt>
                <c:pt idx="341">
                  <c:v>0.21699999999998454</c:v>
                </c:pt>
                <c:pt idx="342">
                  <c:v>0.21789999999998599</c:v>
                </c:pt>
                <c:pt idx="343">
                  <c:v>0.21890000000001919</c:v>
                </c:pt>
                <c:pt idx="344">
                  <c:v>0.21989999999999554</c:v>
                </c:pt>
                <c:pt idx="345">
                  <c:v>0.220799999999997</c:v>
                </c:pt>
                <c:pt idx="346">
                  <c:v>0.22160000000002356</c:v>
                </c:pt>
                <c:pt idx="347">
                  <c:v>0.22230000000001837</c:v>
                </c:pt>
                <c:pt idx="348">
                  <c:v>0.22300000000001319</c:v>
                </c:pt>
                <c:pt idx="349">
                  <c:v>0.22360000000003311</c:v>
                </c:pt>
                <c:pt idx="350">
                  <c:v>0.22410000000002128</c:v>
                </c:pt>
                <c:pt idx="351">
                  <c:v>0.22460000000000946</c:v>
                </c:pt>
                <c:pt idx="352">
                  <c:v>0.22500000000002274</c:v>
                </c:pt>
                <c:pt idx="353">
                  <c:v>0.22539999999997917</c:v>
                </c:pt>
                <c:pt idx="354">
                  <c:v>0.22579999999999245</c:v>
                </c:pt>
                <c:pt idx="355">
                  <c:v>0.22610000000003083</c:v>
                </c:pt>
                <c:pt idx="356">
                  <c:v>0.22640000000001237</c:v>
                </c:pt>
                <c:pt idx="357">
                  <c:v>0.22669999999999391</c:v>
                </c:pt>
                <c:pt idx="358">
                  <c:v>0.22700000000003229</c:v>
                </c:pt>
                <c:pt idx="359">
                  <c:v>0.22730000000001382</c:v>
                </c:pt>
                <c:pt idx="360">
                  <c:v>0.22750000000002046</c:v>
                </c:pt>
                <c:pt idx="361">
                  <c:v>0.22750000000002046</c:v>
                </c:pt>
                <c:pt idx="362">
                  <c:v>0.2277000000000271</c:v>
                </c:pt>
                <c:pt idx="363">
                  <c:v>0.22790000000003374</c:v>
                </c:pt>
                <c:pt idx="364">
                  <c:v>0.22809999999998354</c:v>
                </c:pt>
                <c:pt idx="365">
                  <c:v>0.22829999999999018</c:v>
                </c:pt>
                <c:pt idx="366">
                  <c:v>0.22849999999999682</c:v>
                </c:pt>
                <c:pt idx="367">
                  <c:v>0.22870000000000346</c:v>
                </c:pt>
                <c:pt idx="368">
                  <c:v>0.2288000000000352</c:v>
                </c:pt>
                <c:pt idx="369">
                  <c:v>0.22899999999998499</c:v>
                </c:pt>
                <c:pt idx="370">
                  <c:v>0.22910000000001673</c:v>
                </c:pt>
                <c:pt idx="371">
                  <c:v>0.22919999999999163</c:v>
                </c:pt>
                <c:pt idx="372">
                  <c:v>0.22899999999998499</c:v>
                </c:pt>
                <c:pt idx="373">
                  <c:v>0.22849999999999682</c:v>
                </c:pt>
                <c:pt idx="374">
                  <c:v>0.227800000000002</c:v>
                </c:pt>
                <c:pt idx="375">
                  <c:v>0.22700000000003229</c:v>
                </c:pt>
                <c:pt idx="376">
                  <c:v>0.22629999999998063</c:v>
                </c:pt>
                <c:pt idx="377">
                  <c:v>0.22570000000001755</c:v>
                </c:pt>
                <c:pt idx="378">
                  <c:v>0.22520000000002938</c:v>
                </c:pt>
                <c:pt idx="379">
                  <c:v>0.22469999999998436</c:v>
                </c:pt>
                <c:pt idx="380">
                  <c:v>0.22430000000002792</c:v>
                </c:pt>
                <c:pt idx="381">
                  <c:v>0.22399999999998954</c:v>
                </c:pt>
                <c:pt idx="382">
                  <c:v>0.22360000000003311</c:v>
                </c:pt>
                <c:pt idx="383">
                  <c:v>0.22329999999999472</c:v>
                </c:pt>
                <c:pt idx="384">
                  <c:v>0.22309999999998809</c:v>
                </c:pt>
                <c:pt idx="385">
                  <c:v>0.22280000000000655</c:v>
                </c:pt>
                <c:pt idx="386">
                  <c:v>0.22259999999999991</c:v>
                </c:pt>
                <c:pt idx="387">
                  <c:v>0.22239999999999327</c:v>
                </c:pt>
                <c:pt idx="388">
                  <c:v>0.22219999999998663</c:v>
                </c:pt>
                <c:pt idx="389">
                  <c:v>0.22210000000001173</c:v>
                </c:pt>
                <c:pt idx="390">
                  <c:v>0.22190000000000509</c:v>
                </c:pt>
                <c:pt idx="391">
                  <c:v>0.22169999999999845</c:v>
                </c:pt>
                <c:pt idx="392">
                  <c:v>0.22160000000002356</c:v>
                </c:pt>
                <c:pt idx="393">
                  <c:v>0.22149999999999181</c:v>
                </c:pt>
                <c:pt idx="394">
                  <c:v>0.22140000000001692</c:v>
                </c:pt>
                <c:pt idx="395">
                  <c:v>0.22129999999998518</c:v>
                </c:pt>
                <c:pt idx="396">
                  <c:v>0.22120000000001028</c:v>
                </c:pt>
                <c:pt idx="397">
                  <c:v>0.22110000000003538</c:v>
                </c:pt>
                <c:pt idx="398">
                  <c:v>0.22100000000000364</c:v>
                </c:pt>
                <c:pt idx="399">
                  <c:v>0.22090000000002874</c:v>
                </c:pt>
                <c:pt idx="400">
                  <c:v>0.220799999999997</c:v>
                </c:pt>
                <c:pt idx="401">
                  <c:v>0.220799999999997</c:v>
                </c:pt>
                <c:pt idx="402">
                  <c:v>0.2207000000000221</c:v>
                </c:pt>
                <c:pt idx="403">
                  <c:v>0.2207000000000221</c:v>
                </c:pt>
                <c:pt idx="404">
                  <c:v>0.22059999999999036</c:v>
                </c:pt>
                <c:pt idx="405">
                  <c:v>0.22059999999999036</c:v>
                </c:pt>
                <c:pt idx="406">
                  <c:v>0.22050000000001546</c:v>
                </c:pt>
                <c:pt idx="407">
                  <c:v>0.22050000000001546</c:v>
                </c:pt>
                <c:pt idx="408">
                  <c:v>0.22039999999998372</c:v>
                </c:pt>
                <c:pt idx="409">
                  <c:v>0.22039999999998372</c:v>
                </c:pt>
                <c:pt idx="410">
                  <c:v>0.22039999999998372</c:v>
                </c:pt>
                <c:pt idx="411">
                  <c:v>0.22030000000000882</c:v>
                </c:pt>
                <c:pt idx="412">
                  <c:v>0.22030000000000882</c:v>
                </c:pt>
                <c:pt idx="413">
                  <c:v>0.22030000000000882</c:v>
                </c:pt>
                <c:pt idx="414">
                  <c:v>0.22030000000000882</c:v>
                </c:pt>
                <c:pt idx="415">
                  <c:v>0.22020000000003392</c:v>
                </c:pt>
                <c:pt idx="416">
                  <c:v>0.22020000000003392</c:v>
                </c:pt>
                <c:pt idx="417">
                  <c:v>0.22020000000003392</c:v>
                </c:pt>
                <c:pt idx="418">
                  <c:v>0.22020000000003392</c:v>
                </c:pt>
                <c:pt idx="419">
                  <c:v>0.22020000000003392</c:v>
                </c:pt>
                <c:pt idx="420">
                  <c:v>0.22010000000000218</c:v>
                </c:pt>
                <c:pt idx="421">
                  <c:v>0.22010000000000218</c:v>
                </c:pt>
                <c:pt idx="422">
                  <c:v>0.22010000000000218</c:v>
                </c:pt>
                <c:pt idx="423">
                  <c:v>0.22010000000000218</c:v>
                </c:pt>
                <c:pt idx="424">
                  <c:v>0.22020000000003392</c:v>
                </c:pt>
                <c:pt idx="425">
                  <c:v>0.22030000000000882</c:v>
                </c:pt>
                <c:pt idx="426">
                  <c:v>0.22030000000000882</c:v>
                </c:pt>
                <c:pt idx="427">
                  <c:v>0.22039999999998372</c:v>
                </c:pt>
                <c:pt idx="428">
                  <c:v>0.22039999999998372</c:v>
                </c:pt>
                <c:pt idx="429">
                  <c:v>0.22050000000001546</c:v>
                </c:pt>
                <c:pt idx="430">
                  <c:v>0.22050000000001546</c:v>
                </c:pt>
                <c:pt idx="431">
                  <c:v>0.22059999999999036</c:v>
                </c:pt>
                <c:pt idx="432">
                  <c:v>0.22059999999999036</c:v>
                </c:pt>
                <c:pt idx="433">
                  <c:v>0.22059999999999036</c:v>
                </c:pt>
                <c:pt idx="434">
                  <c:v>0.2207000000000221</c:v>
                </c:pt>
                <c:pt idx="435">
                  <c:v>0.2207000000000221</c:v>
                </c:pt>
                <c:pt idx="436">
                  <c:v>0.2207000000000221</c:v>
                </c:pt>
                <c:pt idx="437">
                  <c:v>0.220799999999997</c:v>
                </c:pt>
                <c:pt idx="438">
                  <c:v>0.220799999999997</c:v>
                </c:pt>
                <c:pt idx="439">
                  <c:v>0.220799999999997</c:v>
                </c:pt>
                <c:pt idx="440">
                  <c:v>0.220799999999997</c:v>
                </c:pt>
                <c:pt idx="441">
                  <c:v>0.22090000000002874</c:v>
                </c:pt>
                <c:pt idx="442">
                  <c:v>0.22090000000002874</c:v>
                </c:pt>
                <c:pt idx="443">
                  <c:v>0.22090000000002874</c:v>
                </c:pt>
                <c:pt idx="444">
                  <c:v>0.22090000000002874</c:v>
                </c:pt>
                <c:pt idx="445">
                  <c:v>0.22090000000002874</c:v>
                </c:pt>
                <c:pt idx="446">
                  <c:v>0.22100000000000364</c:v>
                </c:pt>
                <c:pt idx="447">
                  <c:v>0.22100000000000364</c:v>
                </c:pt>
                <c:pt idx="448">
                  <c:v>0.22100000000000364</c:v>
                </c:pt>
                <c:pt idx="449">
                  <c:v>0.22100000000000364</c:v>
                </c:pt>
                <c:pt idx="450">
                  <c:v>0.22100000000000364</c:v>
                </c:pt>
                <c:pt idx="451">
                  <c:v>0.22110000000003538</c:v>
                </c:pt>
                <c:pt idx="452">
                  <c:v>0.22110000000003538</c:v>
                </c:pt>
                <c:pt idx="453">
                  <c:v>0.22110000000003538</c:v>
                </c:pt>
                <c:pt idx="454">
                  <c:v>0.22110000000003538</c:v>
                </c:pt>
                <c:pt idx="455">
                  <c:v>0.22110000000003538</c:v>
                </c:pt>
                <c:pt idx="456">
                  <c:v>0.22110000000003538</c:v>
                </c:pt>
                <c:pt idx="457">
                  <c:v>0.22110000000003538</c:v>
                </c:pt>
                <c:pt idx="458">
                  <c:v>0.22110000000003538</c:v>
                </c:pt>
                <c:pt idx="459">
                  <c:v>0.22110000000003538</c:v>
                </c:pt>
                <c:pt idx="460">
                  <c:v>0.22110000000003538</c:v>
                </c:pt>
                <c:pt idx="461">
                  <c:v>0.22120000000001028</c:v>
                </c:pt>
                <c:pt idx="462">
                  <c:v>0.22120000000001028</c:v>
                </c:pt>
                <c:pt idx="463">
                  <c:v>0.22120000000001028</c:v>
                </c:pt>
                <c:pt idx="464">
                  <c:v>0.22120000000001028</c:v>
                </c:pt>
                <c:pt idx="465">
                  <c:v>0.22120000000001028</c:v>
                </c:pt>
                <c:pt idx="466">
                  <c:v>0.22120000000001028</c:v>
                </c:pt>
                <c:pt idx="467">
                  <c:v>0.22120000000001028</c:v>
                </c:pt>
                <c:pt idx="468">
                  <c:v>0.22120000000001028</c:v>
                </c:pt>
                <c:pt idx="469">
                  <c:v>0.22120000000001028</c:v>
                </c:pt>
                <c:pt idx="470">
                  <c:v>0.22120000000001028</c:v>
                </c:pt>
                <c:pt idx="471">
                  <c:v>0.22120000000001028</c:v>
                </c:pt>
                <c:pt idx="472">
                  <c:v>0.22120000000001028</c:v>
                </c:pt>
                <c:pt idx="473">
                  <c:v>0.22120000000001028</c:v>
                </c:pt>
                <c:pt idx="474">
                  <c:v>0.22110000000003538</c:v>
                </c:pt>
                <c:pt idx="475">
                  <c:v>0.220799999999997</c:v>
                </c:pt>
                <c:pt idx="476">
                  <c:v>0.22039999999998372</c:v>
                </c:pt>
                <c:pt idx="477">
                  <c:v>0.22010000000000218</c:v>
                </c:pt>
                <c:pt idx="478">
                  <c:v>0.21980000000002065</c:v>
                </c:pt>
                <c:pt idx="479">
                  <c:v>0.21940000000000737</c:v>
                </c:pt>
                <c:pt idx="480">
                  <c:v>0.21920000000000073</c:v>
                </c:pt>
                <c:pt idx="481">
                  <c:v>0.21890000000001919</c:v>
                </c:pt>
                <c:pt idx="482">
                  <c:v>0.21870000000001255</c:v>
                </c:pt>
                <c:pt idx="483">
                  <c:v>0.21840000000003101</c:v>
                </c:pt>
                <c:pt idx="484">
                  <c:v>0.21820000000002437</c:v>
                </c:pt>
                <c:pt idx="485">
                  <c:v>0.21800000000001774</c:v>
                </c:pt>
                <c:pt idx="486">
                  <c:v>0.21789999999998599</c:v>
                </c:pt>
                <c:pt idx="487">
                  <c:v>0.21769999999997935</c:v>
                </c:pt>
                <c:pt idx="488">
                  <c:v>0.21750000000002956</c:v>
                </c:pt>
                <c:pt idx="489">
                  <c:v>0.21739999999999782</c:v>
                </c:pt>
                <c:pt idx="490">
                  <c:v>0.21719999999999118</c:v>
                </c:pt>
                <c:pt idx="491">
                  <c:v>0.21710000000001628</c:v>
                </c:pt>
                <c:pt idx="492">
                  <c:v>0.21699999999998454</c:v>
                </c:pt>
                <c:pt idx="493">
                  <c:v>0.21690000000000964</c:v>
                </c:pt>
                <c:pt idx="494">
                  <c:v>0.216700000000003</c:v>
                </c:pt>
                <c:pt idx="495">
                  <c:v>0.2166000000000281</c:v>
                </c:pt>
                <c:pt idx="496">
                  <c:v>0.21649999999999636</c:v>
                </c:pt>
                <c:pt idx="497">
                  <c:v>0.21640000000002146</c:v>
                </c:pt>
                <c:pt idx="498">
                  <c:v>0.21629999999998972</c:v>
                </c:pt>
                <c:pt idx="499">
                  <c:v>0.21649999999999636</c:v>
                </c:pt>
                <c:pt idx="500">
                  <c:v>0.21710000000001628</c:v>
                </c:pt>
                <c:pt idx="501">
                  <c:v>0.21809999999999263</c:v>
                </c:pt>
                <c:pt idx="502">
                  <c:v>0.21910000000002583</c:v>
                </c:pt>
                <c:pt idx="503">
                  <c:v>0.22010000000000218</c:v>
                </c:pt>
                <c:pt idx="504">
                  <c:v>0.22100000000000364</c:v>
                </c:pt>
                <c:pt idx="505">
                  <c:v>0.2218000000000302</c:v>
                </c:pt>
                <c:pt idx="506">
                  <c:v>0.22250000000002501</c:v>
                </c:pt>
                <c:pt idx="507">
                  <c:v>0.22309999999998809</c:v>
                </c:pt>
                <c:pt idx="508">
                  <c:v>0.223700000000008</c:v>
                </c:pt>
                <c:pt idx="509">
                  <c:v>0.22419999999999618</c:v>
                </c:pt>
                <c:pt idx="510">
                  <c:v>0.22460000000000946</c:v>
                </c:pt>
                <c:pt idx="511">
                  <c:v>0.22509999999999764</c:v>
                </c:pt>
                <c:pt idx="512">
                  <c:v>0.22550000000001091</c:v>
                </c:pt>
                <c:pt idx="513">
                  <c:v>0.22579999999999245</c:v>
                </c:pt>
                <c:pt idx="514">
                  <c:v>0.22620000000000573</c:v>
                </c:pt>
                <c:pt idx="515">
                  <c:v>0.22649999999998727</c:v>
                </c:pt>
                <c:pt idx="516">
                  <c:v>0.22680000000002565</c:v>
                </c:pt>
                <c:pt idx="517">
                  <c:v>0.22710000000000719</c:v>
                </c:pt>
                <c:pt idx="518">
                  <c:v>0.22730000000001382</c:v>
                </c:pt>
                <c:pt idx="519">
                  <c:v>0.22759999999999536</c:v>
                </c:pt>
                <c:pt idx="520">
                  <c:v>0.227800000000002</c:v>
                </c:pt>
                <c:pt idx="521">
                  <c:v>0.22800000000000864</c:v>
                </c:pt>
                <c:pt idx="522">
                  <c:v>0.22820000000001528</c:v>
                </c:pt>
                <c:pt idx="523">
                  <c:v>0.22840000000002192</c:v>
                </c:pt>
                <c:pt idx="524">
                  <c:v>0.22849999999999682</c:v>
                </c:pt>
                <c:pt idx="525">
                  <c:v>0.22870000000000346</c:v>
                </c:pt>
                <c:pt idx="526">
                  <c:v>0.2288000000000352</c:v>
                </c:pt>
                <c:pt idx="527">
                  <c:v>0.22899999999998499</c:v>
                </c:pt>
                <c:pt idx="528">
                  <c:v>0.22910000000001673</c:v>
                </c:pt>
                <c:pt idx="529">
                  <c:v>0.22919999999999163</c:v>
                </c:pt>
                <c:pt idx="530">
                  <c:v>0.22899999999998499</c:v>
                </c:pt>
                <c:pt idx="531">
                  <c:v>0.22840000000002192</c:v>
                </c:pt>
                <c:pt idx="532">
                  <c:v>0.2277000000000271</c:v>
                </c:pt>
              </c:numCache>
            </c:numRef>
          </c:yVal>
          <c:smooth val="1"/>
          <c:extLst>
            <c:ext xmlns:c16="http://schemas.microsoft.com/office/drawing/2014/chart" uri="{C3380CC4-5D6E-409C-BE32-E72D297353CC}">
              <c16:uniqueId val="{0000002A-4233-4E9D-9D6D-D06060CC9530}"/>
            </c:ext>
          </c:extLst>
        </c:ser>
        <c:ser>
          <c:idx val="43"/>
          <c:order val="43"/>
          <c:tx>
            <c:strRef>
              <c:f>PM50000_Temps_oc5l2_50000!$BCT$1</c:f>
              <c:strCache>
                <c:ptCount val="1"/>
                <c:pt idx="0">
                  <c:v>TELE_PM_INTERIOR.45</c:v>
                </c:pt>
              </c:strCache>
            </c:strRef>
          </c:tx>
          <c:spPr>
            <a:ln w="19050" cap="rnd">
              <a:solidFill>
                <a:schemeClr val="accent2">
                  <a:lumMod val="70000"/>
                </a:schemeClr>
              </a:solidFill>
              <a:round/>
            </a:ln>
            <a:effectLst/>
          </c:spPr>
          <c:marker>
            <c:symbol val="circle"/>
            <c:size val="5"/>
            <c:spPr>
              <a:solidFill>
                <a:schemeClr val="accent2">
                  <a:lumMod val="70000"/>
                </a:schemeClr>
              </a:solidFill>
              <a:ln w="9525">
                <a:solidFill>
                  <a:schemeClr val="accent2">
                    <a:lumMod val="7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PM50000_Temps_oc5l2_50000!$BCT$2:$BCT$536</c:f>
              <c:numCache>
                <c:formatCode>General</c:formatCode>
                <c:ptCount val="533"/>
                <c:pt idx="0">
                  <c:v>0</c:v>
                </c:pt>
                <c:pt idx="1">
                  <c:v>1.3499999999964984E-2</c:v>
                </c:pt>
                <c:pt idx="2">
                  <c:v>3.3799999999985175E-2</c:v>
                </c:pt>
                <c:pt idx="3">
                  <c:v>5.4299999999955162E-2</c:v>
                </c:pt>
                <c:pt idx="4">
                  <c:v>7.2699999999997544E-2</c:v>
                </c:pt>
                <c:pt idx="5">
                  <c:v>8.8699999999960255E-2</c:v>
                </c:pt>
                <c:pt idx="6">
                  <c:v>0.10239999999998872</c:v>
                </c:pt>
                <c:pt idx="7">
                  <c:v>0.1140999999999508</c:v>
                </c:pt>
                <c:pt idx="8">
                  <c:v>0.1239999999999668</c:v>
                </c:pt>
                <c:pt idx="9">
                  <c:v>0.13259999999996808</c:v>
                </c:pt>
                <c:pt idx="10">
                  <c:v>0.14009999999996126</c:v>
                </c:pt>
                <c:pt idx="11">
                  <c:v>0.14669999999995298</c:v>
                </c:pt>
                <c:pt idx="12">
                  <c:v>0.15249999999997499</c:v>
                </c:pt>
                <c:pt idx="13">
                  <c:v>0.15769999999997708</c:v>
                </c:pt>
                <c:pt idx="14">
                  <c:v>0.16229999999995925</c:v>
                </c:pt>
                <c:pt idx="15">
                  <c:v>0.16649999999998499</c:v>
                </c:pt>
                <c:pt idx="16">
                  <c:v>0.17019999999996571</c:v>
                </c:pt>
                <c:pt idx="17">
                  <c:v>0.17369999999999663</c:v>
                </c:pt>
                <c:pt idx="18">
                  <c:v>0.17679999999995744</c:v>
                </c:pt>
                <c:pt idx="19">
                  <c:v>0.17959999999999354</c:v>
                </c:pt>
                <c:pt idx="20">
                  <c:v>0.18219999999996617</c:v>
                </c:pt>
                <c:pt idx="21">
                  <c:v>0.18449999999995725</c:v>
                </c:pt>
                <c:pt idx="22">
                  <c:v>0.18669999999997344</c:v>
                </c:pt>
                <c:pt idx="23">
                  <c:v>0.18859999999995125</c:v>
                </c:pt>
                <c:pt idx="24">
                  <c:v>0.19039999999995416</c:v>
                </c:pt>
                <c:pt idx="25">
                  <c:v>0.19199999999995043</c:v>
                </c:pt>
                <c:pt idx="26">
                  <c:v>0.19360000000000355</c:v>
                </c:pt>
                <c:pt idx="27">
                  <c:v>0.19549999999998136</c:v>
                </c:pt>
                <c:pt idx="28">
                  <c:v>0.19769999999999754</c:v>
                </c:pt>
                <c:pt idx="29">
                  <c:v>0.19989999999995689</c:v>
                </c:pt>
                <c:pt idx="30">
                  <c:v>0.20199999999999818</c:v>
                </c:pt>
                <c:pt idx="31">
                  <c:v>0.20399999999995089</c:v>
                </c:pt>
                <c:pt idx="32">
                  <c:v>0.2057999999999538</c:v>
                </c:pt>
                <c:pt idx="33">
                  <c:v>0.20739999999995007</c:v>
                </c:pt>
                <c:pt idx="34">
                  <c:v>0.20879999999999654</c:v>
                </c:pt>
                <c:pt idx="35">
                  <c:v>0.21019999999998618</c:v>
                </c:pt>
                <c:pt idx="36">
                  <c:v>0.21139999999996917</c:v>
                </c:pt>
                <c:pt idx="37">
                  <c:v>0.21249999999997726</c:v>
                </c:pt>
                <c:pt idx="38">
                  <c:v>0.21349999999995362</c:v>
                </c:pt>
                <c:pt idx="39">
                  <c:v>0.21439999999995507</c:v>
                </c:pt>
                <c:pt idx="40">
                  <c:v>0.21529999999995653</c:v>
                </c:pt>
                <c:pt idx="41">
                  <c:v>0.21609999999998308</c:v>
                </c:pt>
                <c:pt idx="42">
                  <c:v>0.2167999999999779</c:v>
                </c:pt>
                <c:pt idx="43">
                  <c:v>0.21749999999997272</c:v>
                </c:pt>
                <c:pt idx="44">
                  <c:v>0.21809999999999263</c:v>
                </c:pt>
                <c:pt idx="45">
                  <c:v>0.21869999999995571</c:v>
                </c:pt>
                <c:pt idx="46">
                  <c:v>0.21929999999997563</c:v>
                </c:pt>
                <c:pt idx="47">
                  <c:v>0.2197999999999638</c:v>
                </c:pt>
                <c:pt idx="48">
                  <c:v>0.22019999999997708</c:v>
                </c:pt>
                <c:pt idx="49">
                  <c:v>0.22069999999996526</c:v>
                </c:pt>
                <c:pt idx="50">
                  <c:v>0.22109999999997854</c:v>
                </c:pt>
                <c:pt idx="51">
                  <c:v>0.22139999999996007</c:v>
                </c:pt>
                <c:pt idx="52">
                  <c:v>0.22179999999997335</c:v>
                </c:pt>
                <c:pt idx="53">
                  <c:v>0.22209999999995489</c:v>
                </c:pt>
                <c:pt idx="54">
                  <c:v>0.22239999999999327</c:v>
                </c:pt>
                <c:pt idx="55">
                  <c:v>0.22269999999997481</c:v>
                </c:pt>
                <c:pt idx="56">
                  <c:v>0.22289999999998145</c:v>
                </c:pt>
                <c:pt idx="57">
                  <c:v>0.22299999999995634</c:v>
                </c:pt>
                <c:pt idx="58">
                  <c:v>0.22259999999999991</c:v>
                </c:pt>
                <c:pt idx="59">
                  <c:v>0.22209999999995489</c:v>
                </c:pt>
                <c:pt idx="60">
                  <c:v>0.22139999999996007</c:v>
                </c:pt>
                <c:pt idx="61">
                  <c:v>0.220799999999997</c:v>
                </c:pt>
                <c:pt idx="62">
                  <c:v>0.22029999999995198</c:v>
                </c:pt>
                <c:pt idx="63">
                  <c:v>0.2197999999999638</c:v>
                </c:pt>
                <c:pt idx="64">
                  <c:v>0.21929999999997563</c:v>
                </c:pt>
                <c:pt idx="65">
                  <c:v>0.21899999999999409</c:v>
                </c:pt>
                <c:pt idx="66">
                  <c:v>0.21869999999995571</c:v>
                </c:pt>
                <c:pt idx="67">
                  <c:v>0.21839999999997417</c:v>
                </c:pt>
                <c:pt idx="68">
                  <c:v>0.21809999999999263</c:v>
                </c:pt>
                <c:pt idx="69">
                  <c:v>0.21789999999998599</c:v>
                </c:pt>
                <c:pt idx="70">
                  <c:v>0.21769999999997935</c:v>
                </c:pt>
                <c:pt idx="71">
                  <c:v>0.21749999999997272</c:v>
                </c:pt>
                <c:pt idx="72">
                  <c:v>0.21729999999996608</c:v>
                </c:pt>
                <c:pt idx="73">
                  <c:v>0.21709999999995944</c:v>
                </c:pt>
                <c:pt idx="74">
                  <c:v>0.21699999999998454</c:v>
                </c:pt>
                <c:pt idx="75">
                  <c:v>0.2168999999999528</c:v>
                </c:pt>
                <c:pt idx="76">
                  <c:v>0.216700000000003</c:v>
                </c:pt>
                <c:pt idx="77">
                  <c:v>0.21659999999997126</c:v>
                </c:pt>
                <c:pt idx="78">
                  <c:v>0.21649999999999636</c:v>
                </c:pt>
                <c:pt idx="79">
                  <c:v>0.21639999999996462</c:v>
                </c:pt>
                <c:pt idx="80">
                  <c:v>0.21629999999998972</c:v>
                </c:pt>
                <c:pt idx="81">
                  <c:v>0.21629999999998972</c:v>
                </c:pt>
                <c:pt idx="82">
                  <c:v>0.21619999999995798</c:v>
                </c:pt>
                <c:pt idx="83">
                  <c:v>0.21609999999998308</c:v>
                </c:pt>
                <c:pt idx="84">
                  <c:v>0.21599999999995134</c:v>
                </c:pt>
                <c:pt idx="85">
                  <c:v>0.21599999999995134</c:v>
                </c:pt>
                <c:pt idx="86">
                  <c:v>0.21589999999997644</c:v>
                </c:pt>
                <c:pt idx="87">
                  <c:v>0.21589999999997644</c:v>
                </c:pt>
                <c:pt idx="88">
                  <c:v>0.21580000000000155</c:v>
                </c:pt>
                <c:pt idx="89">
                  <c:v>0.21580000000000155</c:v>
                </c:pt>
                <c:pt idx="90">
                  <c:v>0.21580000000000155</c:v>
                </c:pt>
                <c:pt idx="91">
                  <c:v>0.2156999999999698</c:v>
                </c:pt>
                <c:pt idx="92">
                  <c:v>0.2156999999999698</c:v>
                </c:pt>
                <c:pt idx="93">
                  <c:v>0.21559999999999491</c:v>
                </c:pt>
                <c:pt idx="94">
                  <c:v>0.21559999999999491</c:v>
                </c:pt>
                <c:pt idx="95">
                  <c:v>0.21559999999999491</c:v>
                </c:pt>
                <c:pt idx="96">
                  <c:v>0.21559999999999491</c:v>
                </c:pt>
                <c:pt idx="97">
                  <c:v>0.21549999999996317</c:v>
                </c:pt>
                <c:pt idx="98">
                  <c:v>0.21549999999996317</c:v>
                </c:pt>
                <c:pt idx="99">
                  <c:v>0.21549999999996317</c:v>
                </c:pt>
                <c:pt idx="100">
                  <c:v>0.21549999999996317</c:v>
                </c:pt>
                <c:pt idx="101">
                  <c:v>0.21549999999996317</c:v>
                </c:pt>
                <c:pt idx="102">
                  <c:v>0.21539999999998827</c:v>
                </c:pt>
                <c:pt idx="103">
                  <c:v>0.21539999999998827</c:v>
                </c:pt>
                <c:pt idx="104">
                  <c:v>0.21539999999998827</c:v>
                </c:pt>
                <c:pt idx="105">
                  <c:v>0.21539999999998827</c:v>
                </c:pt>
                <c:pt idx="106">
                  <c:v>0.21539999999998827</c:v>
                </c:pt>
                <c:pt idx="107">
                  <c:v>0.21539999999998827</c:v>
                </c:pt>
                <c:pt idx="108">
                  <c:v>0.21539999999998827</c:v>
                </c:pt>
                <c:pt idx="109">
                  <c:v>0.21539999999998827</c:v>
                </c:pt>
                <c:pt idx="110">
                  <c:v>0.21549999999996317</c:v>
                </c:pt>
                <c:pt idx="111">
                  <c:v>0.21559999999999491</c:v>
                </c:pt>
                <c:pt idx="112">
                  <c:v>0.21559999999999491</c:v>
                </c:pt>
                <c:pt idx="113">
                  <c:v>0.2156999999999698</c:v>
                </c:pt>
                <c:pt idx="114">
                  <c:v>0.2156999999999698</c:v>
                </c:pt>
                <c:pt idx="115">
                  <c:v>0.21580000000000155</c:v>
                </c:pt>
                <c:pt idx="116">
                  <c:v>0.21580000000000155</c:v>
                </c:pt>
                <c:pt idx="117">
                  <c:v>0.21580000000000155</c:v>
                </c:pt>
                <c:pt idx="118">
                  <c:v>0.21589999999997644</c:v>
                </c:pt>
                <c:pt idx="119">
                  <c:v>0.21589999999997644</c:v>
                </c:pt>
                <c:pt idx="120">
                  <c:v>0.21599999999995134</c:v>
                </c:pt>
                <c:pt idx="121">
                  <c:v>0.21599999999995134</c:v>
                </c:pt>
                <c:pt idx="122">
                  <c:v>0.21599999999995134</c:v>
                </c:pt>
                <c:pt idx="123">
                  <c:v>0.21599999999995134</c:v>
                </c:pt>
                <c:pt idx="124">
                  <c:v>0.21609999999998308</c:v>
                </c:pt>
                <c:pt idx="125">
                  <c:v>0.21609999999998308</c:v>
                </c:pt>
                <c:pt idx="126">
                  <c:v>0.21609999999998308</c:v>
                </c:pt>
                <c:pt idx="127">
                  <c:v>0.21619999999995798</c:v>
                </c:pt>
                <c:pt idx="128">
                  <c:v>0.21619999999995798</c:v>
                </c:pt>
                <c:pt idx="129">
                  <c:v>0.21619999999995798</c:v>
                </c:pt>
                <c:pt idx="130">
                  <c:v>0.21619999999995798</c:v>
                </c:pt>
                <c:pt idx="131">
                  <c:v>0.21619999999995798</c:v>
                </c:pt>
                <c:pt idx="132">
                  <c:v>0.21629999999998972</c:v>
                </c:pt>
                <c:pt idx="133">
                  <c:v>0.21629999999998972</c:v>
                </c:pt>
                <c:pt idx="134">
                  <c:v>0.21629999999998972</c:v>
                </c:pt>
                <c:pt idx="135">
                  <c:v>0.21629999999998972</c:v>
                </c:pt>
                <c:pt idx="136">
                  <c:v>0.21629999999998972</c:v>
                </c:pt>
                <c:pt idx="137">
                  <c:v>0.21629999999998972</c:v>
                </c:pt>
                <c:pt idx="138">
                  <c:v>0.21639999999996462</c:v>
                </c:pt>
                <c:pt idx="139">
                  <c:v>0.21639999999996462</c:v>
                </c:pt>
                <c:pt idx="140">
                  <c:v>0.21639999999996462</c:v>
                </c:pt>
                <c:pt idx="141">
                  <c:v>0.21639999999996462</c:v>
                </c:pt>
                <c:pt idx="142">
                  <c:v>0.21639999999996462</c:v>
                </c:pt>
                <c:pt idx="143">
                  <c:v>0.21639999999996462</c:v>
                </c:pt>
                <c:pt idx="144">
                  <c:v>0.21639999999996462</c:v>
                </c:pt>
                <c:pt idx="145">
                  <c:v>0.21639999999996462</c:v>
                </c:pt>
                <c:pt idx="146">
                  <c:v>0.21639999999996462</c:v>
                </c:pt>
                <c:pt idx="147">
                  <c:v>0.21639999999996462</c:v>
                </c:pt>
                <c:pt idx="148">
                  <c:v>0.21649999999999636</c:v>
                </c:pt>
                <c:pt idx="149">
                  <c:v>0.21649999999999636</c:v>
                </c:pt>
                <c:pt idx="150">
                  <c:v>0.21649999999999636</c:v>
                </c:pt>
                <c:pt idx="151">
                  <c:v>0.21649999999999636</c:v>
                </c:pt>
                <c:pt idx="152">
                  <c:v>0.21649999999999636</c:v>
                </c:pt>
                <c:pt idx="153">
                  <c:v>0.21649999999999636</c:v>
                </c:pt>
                <c:pt idx="154">
                  <c:v>0.21649999999999636</c:v>
                </c:pt>
                <c:pt idx="155">
                  <c:v>0.21649999999999636</c:v>
                </c:pt>
                <c:pt idx="156">
                  <c:v>0.21649999999999636</c:v>
                </c:pt>
                <c:pt idx="157">
                  <c:v>0.21649999999999636</c:v>
                </c:pt>
                <c:pt idx="158">
                  <c:v>0.21639999999996462</c:v>
                </c:pt>
                <c:pt idx="159">
                  <c:v>0.21619999999995798</c:v>
                </c:pt>
                <c:pt idx="160">
                  <c:v>0.21580000000000155</c:v>
                </c:pt>
                <c:pt idx="161">
                  <c:v>0.21549999999996317</c:v>
                </c:pt>
                <c:pt idx="162">
                  <c:v>0.21510000000000673</c:v>
                </c:pt>
                <c:pt idx="163">
                  <c:v>0.21479999999996835</c:v>
                </c:pt>
                <c:pt idx="164">
                  <c:v>0.21449999999998681</c:v>
                </c:pt>
                <c:pt idx="165">
                  <c:v>0.21420000000000528</c:v>
                </c:pt>
                <c:pt idx="166">
                  <c:v>0.21399999999999864</c:v>
                </c:pt>
                <c:pt idx="167">
                  <c:v>0.213799999999992</c:v>
                </c:pt>
                <c:pt idx="168">
                  <c:v>0.21359999999998536</c:v>
                </c:pt>
                <c:pt idx="169">
                  <c:v>0.21339999999997872</c:v>
                </c:pt>
                <c:pt idx="170">
                  <c:v>0.21319999999997208</c:v>
                </c:pt>
                <c:pt idx="171">
                  <c:v>0.21299999999996544</c:v>
                </c:pt>
                <c:pt idx="172">
                  <c:v>0.2127999999999588</c:v>
                </c:pt>
                <c:pt idx="173">
                  <c:v>0.2126999999999839</c:v>
                </c:pt>
                <c:pt idx="174">
                  <c:v>0.21249999999997726</c:v>
                </c:pt>
                <c:pt idx="175">
                  <c:v>0.21240000000000236</c:v>
                </c:pt>
                <c:pt idx="176">
                  <c:v>0.21229999999997062</c:v>
                </c:pt>
                <c:pt idx="177">
                  <c:v>0.21209999999996398</c:v>
                </c:pt>
                <c:pt idx="178">
                  <c:v>0.21199999999998909</c:v>
                </c:pt>
                <c:pt idx="179">
                  <c:v>0.21189999999995734</c:v>
                </c:pt>
                <c:pt idx="180">
                  <c:v>0.21179999999998245</c:v>
                </c:pt>
                <c:pt idx="181">
                  <c:v>0.21169999999995071</c:v>
                </c:pt>
                <c:pt idx="182">
                  <c:v>0.21159999999997581</c:v>
                </c:pt>
                <c:pt idx="183">
                  <c:v>0.21169999999995071</c:v>
                </c:pt>
                <c:pt idx="184">
                  <c:v>0.21219999999999573</c:v>
                </c:pt>
                <c:pt idx="185">
                  <c:v>0.21299999999996544</c:v>
                </c:pt>
                <c:pt idx="186">
                  <c:v>0.21409999999997353</c:v>
                </c:pt>
                <c:pt idx="187">
                  <c:v>0.21499999999997499</c:v>
                </c:pt>
                <c:pt idx="188">
                  <c:v>0.21599999999995134</c:v>
                </c:pt>
                <c:pt idx="189">
                  <c:v>0.2167999999999779</c:v>
                </c:pt>
                <c:pt idx="190">
                  <c:v>0.21749999999997272</c:v>
                </c:pt>
                <c:pt idx="191">
                  <c:v>0.21819999999996753</c:v>
                </c:pt>
                <c:pt idx="192">
                  <c:v>0.21879999999998745</c:v>
                </c:pt>
                <c:pt idx="193">
                  <c:v>0.21929999999997563</c:v>
                </c:pt>
                <c:pt idx="194">
                  <c:v>0.2197999999999638</c:v>
                </c:pt>
                <c:pt idx="195">
                  <c:v>0.22019999999997708</c:v>
                </c:pt>
                <c:pt idx="196">
                  <c:v>0.22059999999999036</c:v>
                </c:pt>
                <c:pt idx="197">
                  <c:v>0.22100000000000364</c:v>
                </c:pt>
                <c:pt idx="198">
                  <c:v>0.22139999999996007</c:v>
                </c:pt>
                <c:pt idx="199">
                  <c:v>0.22169999999999845</c:v>
                </c:pt>
                <c:pt idx="200">
                  <c:v>0.22199999999997999</c:v>
                </c:pt>
                <c:pt idx="201">
                  <c:v>0.22229999999996153</c:v>
                </c:pt>
                <c:pt idx="202">
                  <c:v>0.22249999999996817</c:v>
                </c:pt>
                <c:pt idx="203">
                  <c:v>0.22280000000000655</c:v>
                </c:pt>
                <c:pt idx="204">
                  <c:v>0.22299999999995634</c:v>
                </c:pt>
                <c:pt idx="205">
                  <c:v>0.22319999999996298</c:v>
                </c:pt>
                <c:pt idx="206">
                  <c:v>0.22339999999996962</c:v>
                </c:pt>
                <c:pt idx="207">
                  <c:v>0.22359999999997626</c:v>
                </c:pt>
                <c:pt idx="208">
                  <c:v>0.2237999999999829</c:v>
                </c:pt>
                <c:pt idx="209">
                  <c:v>0.22399999999998954</c:v>
                </c:pt>
                <c:pt idx="210">
                  <c:v>0.22409999999996444</c:v>
                </c:pt>
                <c:pt idx="211">
                  <c:v>0.22429999999997108</c:v>
                </c:pt>
                <c:pt idx="212">
                  <c:v>0.22440000000000282</c:v>
                </c:pt>
                <c:pt idx="213">
                  <c:v>0.22449999999997772</c:v>
                </c:pt>
                <c:pt idx="214">
                  <c:v>0.22440000000000282</c:v>
                </c:pt>
                <c:pt idx="215">
                  <c:v>0.2238999999999578</c:v>
                </c:pt>
                <c:pt idx="216">
                  <c:v>0.22319999999996298</c:v>
                </c:pt>
                <c:pt idx="217">
                  <c:v>0.22249999999996817</c:v>
                </c:pt>
                <c:pt idx="218">
                  <c:v>0.22179999999997335</c:v>
                </c:pt>
                <c:pt idx="219">
                  <c:v>0.22119999999995343</c:v>
                </c:pt>
                <c:pt idx="220">
                  <c:v>0.22059999999999036</c:v>
                </c:pt>
                <c:pt idx="221">
                  <c:v>0.22010000000000218</c:v>
                </c:pt>
                <c:pt idx="222">
                  <c:v>0.2196999999999889</c:v>
                </c:pt>
                <c:pt idx="223">
                  <c:v>0.21929999999997563</c:v>
                </c:pt>
                <c:pt idx="224">
                  <c:v>0.21899999999999409</c:v>
                </c:pt>
                <c:pt idx="225">
                  <c:v>0.21869999999995571</c:v>
                </c:pt>
                <c:pt idx="226">
                  <c:v>0.21839999999997417</c:v>
                </c:pt>
                <c:pt idx="227">
                  <c:v>0.21819999999996753</c:v>
                </c:pt>
                <c:pt idx="228">
                  <c:v>0.21799999999996089</c:v>
                </c:pt>
                <c:pt idx="229">
                  <c:v>0.21779999999995425</c:v>
                </c:pt>
                <c:pt idx="230">
                  <c:v>0.21760000000000446</c:v>
                </c:pt>
                <c:pt idx="231">
                  <c:v>0.21739999999999782</c:v>
                </c:pt>
                <c:pt idx="232">
                  <c:v>0.21719999999999118</c:v>
                </c:pt>
                <c:pt idx="233">
                  <c:v>0.21709999999995944</c:v>
                </c:pt>
                <c:pt idx="234">
                  <c:v>0.21699999999998454</c:v>
                </c:pt>
                <c:pt idx="235">
                  <c:v>0.2167999999999779</c:v>
                </c:pt>
                <c:pt idx="236">
                  <c:v>0.216700000000003</c:v>
                </c:pt>
                <c:pt idx="237">
                  <c:v>0.21659999999997126</c:v>
                </c:pt>
                <c:pt idx="238">
                  <c:v>0.21649999999999636</c:v>
                </c:pt>
                <c:pt idx="239">
                  <c:v>0.21639999999996462</c:v>
                </c:pt>
                <c:pt idx="240">
                  <c:v>0.21629999999998972</c:v>
                </c:pt>
                <c:pt idx="241">
                  <c:v>0.21619999999995798</c:v>
                </c:pt>
                <c:pt idx="242">
                  <c:v>0.21619999999995798</c:v>
                </c:pt>
                <c:pt idx="243">
                  <c:v>0.21609999999998308</c:v>
                </c:pt>
                <c:pt idx="244">
                  <c:v>0.21599999999995134</c:v>
                </c:pt>
                <c:pt idx="245">
                  <c:v>0.21599999999995134</c:v>
                </c:pt>
                <c:pt idx="246">
                  <c:v>0.21589999999997644</c:v>
                </c:pt>
                <c:pt idx="247">
                  <c:v>0.21589999999997644</c:v>
                </c:pt>
                <c:pt idx="248">
                  <c:v>0.21580000000000155</c:v>
                </c:pt>
                <c:pt idx="249">
                  <c:v>0.21580000000000155</c:v>
                </c:pt>
                <c:pt idx="250">
                  <c:v>0.21580000000000155</c:v>
                </c:pt>
                <c:pt idx="251">
                  <c:v>0.2156999999999698</c:v>
                </c:pt>
                <c:pt idx="252">
                  <c:v>0.2156999999999698</c:v>
                </c:pt>
                <c:pt idx="253">
                  <c:v>0.2156999999999698</c:v>
                </c:pt>
                <c:pt idx="254">
                  <c:v>0.21559999999999491</c:v>
                </c:pt>
                <c:pt idx="255">
                  <c:v>0.21559999999999491</c:v>
                </c:pt>
                <c:pt idx="256">
                  <c:v>0.21559999999999491</c:v>
                </c:pt>
                <c:pt idx="257">
                  <c:v>0.21559999999999491</c:v>
                </c:pt>
                <c:pt idx="258">
                  <c:v>0.21549999999996317</c:v>
                </c:pt>
                <c:pt idx="259">
                  <c:v>0.21549999999996317</c:v>
                </c:pt>
                <c:pt idx="260">
                  <c:v>0.21549999999996317</c:v>
                </c:pt>
                <c:pt idx="261">
                  <c:v>0.21549999999996317</c:v>
                </c:pt>
                <c:pt idx="262">
                  <c:v>0.21549999999996317</c:v>
                </c:pt>
                <c:pt idx="263">
                  <c:v>0.21539999999998827</c:v>
                </c:pt>
                <c:pt idx="264">
                  <c:v>0.21539999999998827</c:v>
                </c:pt>
                <c:pt idx="265">
                  <c:v>0.21549999999996317</c:v>
                </c:pt>
                <c:pt idx="266">
                  <c:v>0.21549999999996317</c:v>
                </c:pt>
                <c:pt idx="267">
                  <c:v>0.21559999999999491</c:v>
                </c:pt>
                <c:pt idx="268">
                  <c:v>0.21559999999999491</c:v>
                </c:pt>
                <c:pt idx="269">
                  <c:v>0.2156999999999698</c:v>
                </c:pt>
                <c:pt idx="270">
                  <c:v>0.2156999999999698</c:v>
                </c:pt>
                <c:pt idx="271">
                  <c:v>0.21580000000000155</c:v>
                </c:pt>
                <c:pt idx="272">
                  <c:v>0.21580000000000155</c:v>
                </c:pt>
                <c:pt idx="273">
                  <c:v>0.21589999999997644</c:v>
                </c:pt>
                <c:pt idx="274">
                  <c:v>0.21589999999997644</c:v>
                </c:pt>
                <c:pt idx="275">
                  <c:v>0.21589999999997644</c:v>
                </c:pt>
                <c:pt idx="276">
                  <c:v>0.21599999999995134</c:v>
                </c:pt>
                <c:pt idx="277">
                  <c:v>0.21599999999995134</c:v>
                </c:pt>
                <c:pt idx="278">
                  <c:v>0.21599999999995134</c:v>
                </c:pt>
                <c:pt idx="279">
                  <c:v>0.21609999999998308</c:v>
                </c:pt>
                <c:pt idx="280">
                  <c:v>0.21609999999998308</c:v>
                </c:pt>
                <c:pt idx="281">
                  <c:v>0.21609999999998308</c:v>
                </c:pt>
                <c:pt idx="282">
                  <c:v>0.21609999999998308</c:v>
                </c:pt>
                <c:pt idx="283">
                  <c:v>0.21619999999995798</c:v>
                </c:pt>
                <c:pt idx="284">
                  <c:v>0.21619999999995798</c:v>
                </c:pt>
                <c:pt idx="285">
                  <c:v>0.21619999999995798</c:v>
                </c:pt>
                <c:pt idx="286">
                  <c:v>0.21619999999995798</c:v>
                </c:pt>
                <c:pt idx="287">
                  <c:v>0.21619999999995798</c:v>
                </c:pt>
                <c:pt idx="288">
                  <c:v>0.21629999999998972</c:v>
                </c:pt>
                <c:pt idx="289">
                  <c:v>0.21629999999998972</c:v>
                </c:pt>
                <c:pt idx="290">
                  <c:v>0.21629999999998972</c:v>
                </c:pt>
                <c:pt idx="291">
                  <c:v>0.21629999999998972</c:v>
                </c:pt>
                <c:pt idx="292">
                  <c:v>0.21629999999998972</c:v>
                </c:pt>
                <c:pt idx="293">
                  <c:v>0.21629999999998972</c:v>
                </c:pt>
                <c:pt idx="294">
                  <c:v>0.21639999999996462</c:v>
                </c:pt>
                <c:pt idx="295">
                  <c:v>0.21639999999996462</c:v>
                </c:pt>
                <c:pt idx="296">
                  <c:v>0.21639999999996462</c:v>
                </c:pt>
                <c:pt idx="297">
                  <c:v>0.21639999999996462</c:v>
                </c:pt>
                <c:pt idx="298">
                  <c:v>0.21639999999996462</c:v>
                </c:pt>
                <c:pt idx="299">
                  <c:v>0.21639999999996462</c:v>
                </c:pt>
                <c:pt idx="300">
                  <c:v>0.21639999999996462</c:v>
                </c:pt>
                <c:pt idx="301">
                  <c:v>0.21639999999996462</c:v>
                </c:pt>
                <c:pt idx="302">
                  <c:v>0.21639999999996462</c:v>
                </c:pt>
                <c:pt idx="303">
                  <c:v>0.21649999999999636</c:v>
                </c:pt>
                <c:pt idx="304">
                  <c:v>0.21649999999999636</c:v>
                </c:pt>
                <c:pt idx="305">
                  <c:v>0.21649999999999636</c:v>
                </c:pt>
                <c:pt idx="306">
                  <c:v>0.21649999999999636</c:v>
                </c:pt>
                <c:pt idx="307">
                  <c:v>0.21649999999999636</c:v>
                </c:pt>
                <c:pt idx="308">
                  <c:v>0.21649999999999636</c:v>
                </c:pt>
                <c:pt idx="309">
                  <c:v>0.21649999999999636</c:v>
                </c:pt>
                <c:pt idx="310">
                  <c:v>0.21649999999999636</c:v>
                </c:pt>
                <c:pt idx="311">
                  <c:v>0.21649999999999636</c:v>
                </c:pt>
                <c:pt idx="312">
                  <c:v>0.21649999999999636</c:v>
                </c:pt>
                <c:pt idx="313">
                  <c:v>0.21649999999999636</c:v>
                </c:pt>
                <c:pt idx="314">
                  <c:v>0.21649999999999636</c:v>
                </c:pt>
                <c:pt idx="315">
                  <c:v>0.21639999999996462</c:v>
                </c:pt>
                <c:pt idx="316">
                  <c:v>0.21609999999998308</c:v>
                </c:pt>
                <c:pt idx="317">
                  <c:v>0.21580000000000155</c:v>
                </c:pt>
                <c:pt idx="318">
                  <c:v>0.21539999999998827</c:v>
                </c:pt>
                <c:pt idx="319">
                  <c:v>0.21510000000000673</c:v>
                </c:pt>
                <c:pt idx="320">
                  <c:v>0.21479999999996835</c:v>
                </c:pt>
                <c:pt idx="321">
                  <c:v>0.21449999999998681</c:v>
                </c:pt>
                <c:pt idx="322">
                  <c:v>0.21420000000000528</c:v>
                </c:pt>
                <c:pt idx="323">
                  <c:v>0.21399999999999864</c:v>
                </c:pt>
                <c:pt idx="324">
                  <c:v>0.213799999999992</c:v>
                </c:pt>
                <c:pt idx="325">
                  <c:v>0.21349999999995362</c:v>
                </c:pt>
                <c:pt idx="326">
                  <c:v>0.21330000000000382</c:v>
                </c:pt>
                <c:pt idx="327">
                  <c:v>0.21319999999997208</c:v>
                </c:pt>
                <c:pt idx="328">
                  <c:v>0.21299999999996544</c:v>
                </c:pt>
                <c:pt idx="329">
                  <c:v>0.2127999999999588</c:v>
                </c:pt>
                <c:pt idx="330">
                  <c:v>0.2126999999999839</c:v>
                </c:pt>
                <c:pt idx="331">
                  <c:v>0.21249999999997726</c:v>
                </c:pt>
                <c:pt idx="332">
                  <c:v>0.21240000000000236</c:v>
                </c:pt>
                <c:pt idx="333">
                  <c:v>0.21229999999997062</c:v>
                </c:pt>
                <c:pt idx="334">
                  <c:v>0.21209999999996398</c:v>
                </c:pt>
                <c:pt idx="335">
                  <c:v>0.21199999999998909</c:v>
                </c:pt>
                <c:pt idx="336">
                  <c:v>0.21189999999995734</c:v>
                </c:pt>
                <c:pt idx="337">
                  <c:v>0.21179999999998245</c:v>
                </c:pt>
                <c:pt idx="338">
                  <c:v>0.21169999999995071</c:v>
                </c:pt>
                <c:pt idx="339">
                  <c:v>0.21159999999997581</c:v>
                </c:pt>
                <c:pt idx="340">
                  <c:v>0.21169999999995071</c:v>
                </c:pt>
                <c:pt idx="341">
                  <c:v>0.21229999999997062</c:v>
                </c:pt>
                <c:pt idx="342">
                  <c:v>0.21319999999997208</c:v>
                </c:pt>
                <c:pt idx="343">
                  <c:v>0.21420000000000528</c:v>
                </c:pt>
                <c:pt idx="344">
                  <c:v>0.21519999999998163</c:v>
                </c:pt>
                <c:pt idx="345">
                  <c:v>0.21609999999998308</c:v>
                </c:pt>
                <c:pt idx="346">
                  <c:v>0.2168999999999528</c:v>
                </c:pt>
                <c:pt idx="347">
                  <c:v>0.21760000000000446</c:v>
                </c:pt>
                <c:pt idx="348">
                  <c:v>0.21829999999999927</c:v>
                </c:pt>
                <c:pt idx="349">
                  <c:v>0.21889999999996235</c:v>
                </c:pt>
                <c:pt idx="350">
                  <c:v>0.21939999999995052</c:v>
                </c:pt>
                <c:pt idx="351">
                  <c:v>0.21989999999999554</c:v>
                </c:pt>
                <c:pt idx="352">
                  <c:v>0.22029999999995198</c:v>
                </c:pt>
                <c:pt idx="353">
                  <c:v>0.22069999999996526</c:v>
                </c:pt>
                <c:pt idx="354">
                  <c:v>0.22109999999997854</c:v>
                </c:pt>
                <c:pt idx="355">
                  <c:v>0.22139999999996007</c:v>
                </c:pt>
                <c:pt idx="356">
                  <c:v>0.22169999999999845</c:v>
                </c:pt>
                <c:pt idx="357">
                  <c:v>0.22199999999997999</c:v>
                </c:pt>
                <c:pt idx="358">
                  <c:v>0.22229999999996153</c:v>
                </c:pt>
                <c:pt idx="359">
                  <c:v>0.22259999999999991</c:v>
                </c:pt>
                <c:pt idx="360">
                  <c:v>0.22280000000000655</c:v>
                </c:pt>
                <c:pt idx="361">
                  <c:v>0.22280000000000655</c:v>
                </c:pt>
                <c:pt idx="362">
                  <c:v>0.22309999999998809</c:v>
                </c:pt>
                <c:pt idx="363">
                  <c:v>0.22329999999999472</c:v>
                </c:pt>
                <c:pt idx="364">
                  <c:v>0.22350000000000136</c:v>
                </c:pt>
                <c:pt idx="365">
                  <c:v>0.22359999999997626</c:v>
                </c:pt>
                <c:pt idx="366">
                  <c:v>0.2237999999999829</c:v>
                </c:pt>
                <c:pt idx="367">
                  <c:v>0.22399999999998954</c:v>
                </c:pt>
                <c:pt idx="368">
                  <c:v>0.22409999999996444</c:v>
                </c:pt>
                <c:pt idx="369">
                  <c:v>0.22429999999997108</c:v>
                </c:pt>
                <c:pt idx="370">
                  <c:v>0.22440000000000282</c:v>
                </c:pt>
                <c:pt idx="371">
                  <c:v>0.22449999999997772</c:v>
                </c:pt>
                <c:pt idx="372">
                  <c:v>0.22429999999997108</c:v>
                </c:pt>
                <c:pt idx="373">
                  <c:v>0.2237999999999829</c:v>
                </c:pt>
                <c:pt idx="374">
                  <c:v>0.22309999999998809</c:v>
                </c:pt>
                <c:pt idx="375">
                  <c:v>0.22239999999999327</c:v>
                </c:pt>
                <c:pt idx="376">
                  <c:v>0.22169999999999845</c:v>
                </c:pt>
                <c:pt idx="377">
                  <c:v>0.22109999999997854</c:v>
                </c:pt>
                <c:pt idx="378">
                  <c:v>0.22059999999999036</c:v>
                </c:pt>
                <c:pt idx="379">
                  <c:v>0.22010000000000218</c:v>
                </c:pt>
                <c:pt idx="380">
                  <c:v>0.2196999999999889</c:v>
                </c:pt>
                <c:pt idx="381">
                  <c:v>0.21929999999997563</c:v>
                </c:pt>
                <c:pt idx="382">
                  <c:v>0.21899999999999409</c:v>
                </c:pt>
                <c:pt idx="383">
                  <c:v>0.21869999999995571</c:v>
                </c:pt>
                <c:pt idx="384">
                  <c:v>0.21839999999997417</c:v>
                </c:pt>
                <c:pt idx="385">
                  <c:v>0.21819999999996753</c:v>
                </c:pt>
                <c:pt idx="386">
                  <c:v>0.21789999999998599</c:v>
                </c:pt>
                <c:pt idx="387">
                  <c:v>0.21769999999997935</c:v>
                </c:pt>
                <c:pt idx="388">
                  <c:v>0.21749999999997272</c:v>
                </c:pt>
                <c:pt idx="389">
                  <c:v>0.21739999999999782</c:v>
                </c:pt>
                <c:pt idx="390">
                  <c:v>0.21719999999999118</c:v>
                </c:pt>
                <c:pt idx="391">
                  <c:v>0.21709999999995944</c:v>
                </c:pt>
                <c:pt idx="392">
                  <c:v>0.2168999999999528</c:v>
                </c:pt>
                <c:pt idx="393">
                  <c:v>0.2167999999999779</c:v>
                </c:pt>
                <c:pt idx="394">
                  <c:v>0.216700000000003</c:v>
                </c:pt>
                <c:pt idx="395">
                  <c:v>0.21659999999997126</c:v>
                </c:pt>
                <c:pt idx="396">
                  <c:v>0.21649999999999636</c:v>
                </c:pt>
                <c:pt idx="397">
                  <c:v>0.21639999999996462</c:v>
                </c:pt>
                <c:pt idx="398">
                  <c:v>0.21629999999998972</c:v>
                </c:pt>
                <c:pt idx="399">
                  <c:v>0.21619999999995798</c:v>
                </c:pt>
                <c:pt idx="400">
                  <c:v>0.21619999999995798</c:v>
                </c:pt>
                <c:pt idx="401">
                  <c:v>0.21609999999998308</c:v>
                </c:pt>
                <c:pt idx="402">
                  <c:v>0.21599999999995134</c:v>
                </c:pt>
                <c:pt idx="403">
                  <c:v>0.21599999999995134</c:v>
                </c:pt>
                <c:pt idx="404">
                  <c:v>0.21589999999997644</c:v>
                </c:pt>
                <c:pt idx="405">
                  <c:v>0.21589999999997644</c:v>
                </c:pt>
                <c:pt idx="406">
                  <c:v>0.21580000000000155</c:v>
                </c:pt>
                <c:pt idx="407">
                  <c:v>0.21580000000000155</c:v>
                </c:pt>
                <c:pt idx="408">
                  <c:v>0.21580000000000155</c:v>
                </c:pt>
                <c:pt idx="409">
                  <c:v>0.2156999999999698</c:v>
                </c:pt>
                <c:pt idx="410">
                  <c:v>0.2156999999999698</c:v>
                </c:pt>
                <c:pt idx="411">
                  <c:v>0.2156999999999698</c:v>
                </c:pt>
                <c:pt idx="412">
                  <c:v>0.21559999999999491</c:v>
                </c:pt>
                <c:pt idx="413">
                  <c:v>0.21559999999999491</c:v>
                </c:pt>
                <c:pt idx="414">
                  <c:v>0.21559999999999491</c:v>
                </c:pt>
                <c:pt idx="415">
                  <c:v>0.21559999999999491</c:v>
                </c:pt>
                <c:pt idx="416">
                  <c:v>0.21549999999996317</c:v>
                </c:pt>
                <c:pt idx="417">
                  <c:v>0.21549999999996317</c:v>
                </c:pt>
                <c:pt idx="418">
                  <c:v>0.21549999999996317</c:v>
                </c:pt>
                <c:pt idx="419">
                  <c:v>0.21549999999996317</c:v>
                </c:pt>
                <c:pt idx="420">
                  <c:v>0.21549999999996317</c:v>
                </c:pt>
                <c:pt idx="421">
                  <c:v>0.21539999999998827</c:v>
                </c:pt>
                <c:pt idx="422">
                  <c:v>0.21539999999998827</c:v>
                </c:pt>
                <c:pt idx="423">
                  <c:v>0.21549999999996317</c:v>
                </c:pt>
                <c:pt idx="424">
                  <c:v>0.21549999999996317</c:v>
                </c:pt>
                <c:pt idx="425">
                  <c:v>0.21559999999999491</c:v>
                </c:pt>
                <c:pt idx="426">
                  <c:v>0.21559999999999491</c:v>
                </c:pt>
                <c:pt idx="427">
                  <c:v>0.2156999999999698</c:v>
                </c:pt>
                <c:pt idx="428">
                  <c:v>0.2156999999999698</c:v>
                </c:pt>
                <c:pt idx="429">
                  <c:v>0.21580000000000155</c:v>
                </c:pt>
                <c:pt idx="430">
                  <c:v>0.21580000000000155</c:v>
                </c:pt>
                <c:pt idx="431">
                  <c:v>0.21589999999997644</c:v>
                </c:pt>
                <c:pt idx="432">
                  <c:v>0.21589999999997644</c:v>
                </c:pt>
                <c:pt idx="433">
                  <c:v>0.21589999999997644</c:v>
                </c:pt>
                <c:pt idx="434">
                  <c:v>0.21599999999995134</c:v>
                </c:pt>
                <c:pt idx="435">
                  <c:v>0.21599999999995134</c:v>
                </c:pt>
                <c:pt idx="436">
                  <c:v>0.21599999999995134</c:v>
                </c:pt>
                <c:pt idx="437">
                  <c:v>0.21609999999998308</c:v>
                </c:pt>
                <c:pt idx="438">
                  <c:v>0.21609999999998308</c:v>
                </c:pt>
                <c:pt idx="439">
                  <c:v>0.21609999999998308</c:v>
                </c:pt>
                <c:pt idx="440">
                  <c:v>0.21609999999998308</c:v>
                </c:pt>
                <c:pt idx="441">
                  <c:v>0.21619999999995798</c:v>
                </c:pt>
                <c:pt idx="442">
                  <c:v>0.21619999999995798</c:v>
                </c:pt>
                <c:pt idx="443">
                  <c:v>0.21619999999995798</c:v>
                </c:pt>
                <c:pt idx="444">
                  <c:v>0.21619999999995798</c:v>
                </c:pt>
                <c:pt idx="445">
                  <c:v>0.21629999999998972</c:v>
                </c:pt>
                <c:pt idx="446">
                  <c:v>0.21629999999998972</c:v>
                </c:pt>
                <c:pt idx="447">
                  <c:v>0.21629999999998972</c:v>
                </c:pt>
                <c:pt idx="448">
                  <c:v>0.21629999999998972</c:v>
                </c:pt>
                <c:pt idx="449">
                  <c:v>0.21629999999998972</c:v>
                </c:pt>
                <c:pt idx="450">
                  <c:v>0.21629999999998972</c:v>
                </c:pt>
                <c:pt idx="451">
                  <c:v>0.21639999999996462</c:v>
                </c:pt>
                <c:pt idx="452">
                  <c:v>0.21639999999996462</c:v>
                </c:pt>
                <c:pt idx="453">
                  <c:v>0.21639999999996462</c:v>
                </c:pt>
                <c:pt idx="454">
                  <c:v>0.21639999999996462</c:v>
                </c:pt>
                <c:pt idx="455">
                  <c:v>0.21639999999996462</c:v>
                </c:pt>
                <c:pt idx="456">
                  <c:v>0.21639999999996462</c:v>
                </c:pt>
                <c:pt idx="457">
                  <c:v>0.21639999999996462</c:v>
                </c:pt>
                <c:pt idx="458">
                  <c:v>0.21639999999996462</c:v>
                </c:pt>
                <c:pt idx="459">
                  <c:v>0.21639999999996462</c:v>
                </c:pt>
                <c:pt idx="460">
                  <c:v>0.21639999999996462</c:v>
                </c:pt>
                <c:pt idx="461">
                  <c:v>0.21649999999999636</c:v>
                </c:pt>
                <c:pt idx="462">
                  <c:v>0.21649999999999636</c:v>
                </c:pt>
                <c:pt idx="463">
                  <c:v>0.21649999999999636</c:v>
                </c:pt>
                <c:pt idx="464">
                  <c:v>0.21649999999999636</c:v>
                </c:pt>
                <c:pt idx="465">
                  <c:v>0.21649999999999636</c:v>
                </c:pt>
                <c:pt idx="466">
                  <c:v>0.21649999999999636</c:v>
                </c:pt>
                <c:pt idx="467">
                  <c:v>0.21649999999999636</c:v>
                </c:pt>
                <c:pt idx="468">
                  <c:v>0.21649999999999636</c:v>
                </c:pt>
                <c:pt idx="469">
                  <c:v>0.21649999999999636</c:v>
                </c:pt>
                <c:pt idx="470">
                  <c:v>0.21649999999999636</c:v>
                </c:pt>
                <c:pt idx="471">
                  <c:v>0.21649999999999636</c:v>
                </c:pt>
                <c:pt idx="472">
                  <c:v>0.21649999999999636</c:v>
                </c:pt>
                <c:pt idx="473">
                  <c:v>0.21649999999999636</c:v>
                </c:pt>
                <c:pt idx="474">
                  <c:v>0.21639999999996462</c:v>
                </c:pt>
                <c:pt idx="475">
                  <c:v>0.21609999999998308</c:v>
                </c:pt>
                <c:pt idx="476">
                  <c:v>0.2156999999999698</c:v>
                </c:pt>
                <c:pt idx="477">
                  <c:v>0.21539999999998827</c:v>
                </c:pt>
                <c:pt idx="478">
                  <c:v>0.21499999999997499</c:v>
                </c:pt>
                <c:pt idx="479">
                  <c:v>0.21469999999999345</c:v>
                </c:pt>
                <c:pt idx="480">
                  <c:v>0.21439999999995507</c:v>
                </c:pt>
                <c:pt idx="481">
                  <c:v>0.21420000000000528</c:v>
                </c:pt>
                <c:pt idx="482">
                  <c:v>0.21389999999996689</c:v>
                </c:pt>
                <c:pt idx="483">
                  <c:v>0.21369999999996026</c:v>
                </c:pt>
                <c:pt idx="484">
                  <c:v>0.21349999999995362</c:v>
                </c:pt>
                <c:pt idx="485">
                  <c:v>0.21330000000000382</c:v>
                </c:pt>
                <c:pt idx="486">
                  <c:v>0.21309999999999718</c:v>
                </c:pt>
                <c:pt idx="487">
                  <c:v>0.21299999999996544</c:v>
                </c:pt>
                <c:pt idx="488">
                  <c:v>0.2127999999999588</c:v>
                </c:pt>
                <c:pt idx="489">
                  <c:v>0.2126999999999839</c:v>
                </c:pt>
                <c:pt idx="490">
                  <c:v>0.21249999999997726</c:v>
                </c:pt>
                <c:pt idx="491">
                  <c:v>0.21240000000000236</c:v>
                </c:pt>
                <c:pt idx="492">
                  <c:v>0.21219999999999573</c:v>
                </c:pt>
                <c:pt idx="493">
                  <c:v>0.21209999999996398</c:v>
                </c:pt>
                <c:pt idx="494">
                  <c:v>0.21199999999998909</c:v>
                </c:pt>
                <c:pt idx="495">
                  <c:v>0.21189999999995734</c:v>
                </c:pt>
                <c:pt idx="496">
                  <c:v>0.21179999999998245</c:v>
                </c:pt>
                <c:pt idx="497">
                  <c:v>0.21169999999995071</c:v>
                </c:pt>
                <c:pt idx="498">
                  <c:v>0.21159999999997581</c:v>
                </c:pt>
                <c:pt idx="499">
                  <c:v>0.21179999999998245</c:v>
                </c:pt>
                <c:pt idx="500">
                  <c:v>0.21240000000000236</c:v>
                </c:pt>
                <c:pt idx="501">
                  <c:v>0.21339999999997872</c:v>
                </c:pt>
                <c:pt idx="502">
                  <c:v>0.21439999999995507</c:v>
                </c:pt>
                <c:pt idx="503">
                  <c:v>0.21529999999995653</c:v>
                </c:pt>
                <c:pt idx="504">
                  <c:v>0.21619999999995798</c:v>
                </c:pt>
                <c:pt idx="505">
                  <c:v>0.21699999999998454</c:v>
                </c:pt>
                <c:pt idx="506">
                  <c:v>0.21769999999997935</c:v>
                </c:pt>
                <c:pt idx="507">
                  <c:v>0.21839999999997417</c:v>
                </c:pt>
                <c:pt idx="508">
                  <c:v>0.21889999999996235</c:v>
                </c:pt>
                <c:pt idx="509">
                  <c:v>0.21949999999998226</c:v>
                </c:pt>
                <c:pt idx="510">
                  <c:v>0.21989999999999554</c:v>
                </c:pt>
                <c:pt idx="511">
                  <c:v>0.22039999999998372</c:v>
                </c:pt>
                <c:pt idx="512">
                  <c:v>0.220799999999997</c:v>
                </c:pt>
                <c:pt idx="513">
                  <c:v>0.22109999999997854</c:v>
                </c:pt>
                <c:pt idx="514">
                  <c:v>0.22149999999999181</c:v>
                </c:pt>
                <c:pt idx="515">
                  <c:v>0.22179999999997335</c:v>
                </c:pt>
                <c:pt idx="516">
                  <c:v>0.22209999999995489</c:v>
                </c:pt>
                <c:pt idx="517">
                  <c:v>0.22239999999999327</c:v>
                </c:pt>
                <c:pt idx="518">
                  <c:v>0.22259999999999991</c:v>
                </c:pt>
                <c:pt idx="519">
                  <c:v>0.22289999999998145</c:v>
                </c:pt>
                <c:pt idx="520">
                  <c:v>0.22309999999998809</c:v>
                </c:pt>
                <c:pt idx="521">
                  <c:v>0.22329999999999472</c:v>
                </c:pt>
                <c:pt idx="522">
                  <c:v>0.22350000000000136</c:v>
                </c:pt>
                <c:pt idx="523">
                  <c:v>0.22369999999995116</c:v>
                </c:pt>
                <c:pt idx="524">
                  <c:v>0.2238999999999578</c:v>
                </c:pt>
                <c:pt idx="525">
                  <c:v>0.22399999999998954</c:v>
                </c:pt>
                <c:pt idx="526">
                  <c:v>0.22419999999999618</c:v>
                </c:pt>
                <c:pt idx="527">
                  <c:v>0.22429999999997108</c:v>
                </c:pt>
                <c:pt idx="528">
                  <c:v>0.22440000000000282</c:v>
                </c:pt>
                <c:pt idx="529">
                  <c:v>0.22449999999997772</c:v>
                </c:pt>
                <c:pt idx="530">
                  <c:v>0.22429999999997108</c:v>
                </c:pt>
                <c:pt idx="531">
                  <c:v>0.22369999999995116</c:v>
                </c:pt>
                <c:pt idx="532">
                  <c:v>0.22299999999995634</c:v>
                </c:pt>
              </c:numCache>
            </c:numRef>
          </c:yVal>
          <c:smooth val="1"/>
          <c:extLst>
            <c:ext xmlns:c16="http://schemas.microsoft.com/office/drawing/2014/chart" uri="{C3380CC4-5D6E-409C-BE32-E72D297353CC}">
              <c16:uniqueId val="{0000002B-4233-4E9D-9D6D-D06060CC9530}"/>
            </c:ext>
          </c:extLst>
        </c:ser>
        <c:ser>
          <c:idx val="44"/>
          <c:order val="44"/>
          <c:tx>
            <c:strRef>
              <c:f>PM50000_Temps_oc5l2_50000!$BCU$1</c:f>
              <c:strCache>
                <c:ptCount val="1"/>
                <c:pt idx="0">
                  <c:v>TELE_PM_INTERIOR.46</c:v>
                </c:pt>
              </c:strCache>
            </c:strRef>
          </c:tx>
          <c:spPr>
            <a:ln w="19050" cap="rnd">
              <a:solidFill>
                <a:schemeClr val="accent3">
                  <a:lumMod val="70000"/>
                </a:schemeClr>
              </a:solidFill>
              <a:round/>
            </a:ln>
            <a:effectLst/>
          </c:spPr>
          <c:marker>
            <c:symbol val="circle"/>
            <c:size val="5"/>
            <c:spPr>
              <a:solidFill>
                <a:schemeClr val="accent3">
                  <a:lumMod val="70000"/>
                </a:schemeClr>
              </a:solidFill>
              <a:ln w="9525">
                <a:solidFill>
                  <a:schemeClr val="accent3">
                    <a:lumMod val="7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PM50000_Temps_oc5l2_50000!$BCU$2:$BCU$536</c:f>
              <c:numCache>
                <c:formatCode>General</c:formatCode>
                <c:ptCount val="533"/>
                <c:pt idx="0">
                  <c:v>0</c:v>
                </c:pt>
                <c:pt idx="1">
                  <c:v>9.7999999999842657E-3</c:v>
                </c:pt>
                <c:pt idx="2">
                  <c:v>2.8999999999996362E-2</c:v>
                </c:pt>
                <c:pt idx="3">
                  <c:v>4.9100000000009913E-2</c:v>
                </c:pt>
                <c:pt idx="4">
                  <c:v>6.7700000000002092E-2</c:v>
                </c:pt>
                <c:pt idx="5">
                  <c:v>8.4100000000034925E-2</c:v>
                </c:pt>
                <c:pt idx="6">
                  <c:v>9.8299999999994725E-2</c:v>
                </c:pt>
                <c:pt idx="7">
                  <c:v>0.11050000000000182</c:v>
                </c:pt>
                <c:pt idx="8">
                  <c:v>0.12110000000001264</c:v>
                </c:pt>
                <c:pt idx="9">
                  <c:v>0.13020000000000209</c:v>
                </c:pt>
                <c:pt idx="10">
                  <c:v>0.13819999999998345</c:v>
                </c:pt>
                <c:pt idx="11">
                  <c:v>0.14519999999998845</c:v>
                </c:pt>
                <c:pt idx="12">
                  <c:v>0.15149999999999864</c:v>
                </c:pt>
                <c:pt idx="13">
                  <c:v>0.15700000000003911</c:v>
                </c:pt>
                <c:pt idx="14">
                  <c:v>0.16200000000003456</c:v>
                </c:pt>
                <c:pt idx="15">
                  <c:v>0.16660000000001673</c:v>
                </c:pt>
                <c:pt idx="16">
                  <c:v>0.17060000000003583</c:v>
                </c:pt>
                <c:pt idx="17">
                  <c:v>0.17430000000001655</c:v>
                </c:pt>
                <c:pt idx="18">
                  <c:v>0.17770000000001573</c:v>
                </c:pt>
                <c:pt idx="19">
                  <c:v>0.18080000000003338</c:v>
                </c:pt>
                <c:pt idx="20">
                  <c:v>0.18360000000001264</c:v>
                </c:pt>
                <c:pt idx="21">
                  <c:v>0.18610000000001037</c:v>
                </c:pt>
                <c:pt idx="22">
                  <c:v>0.1885000000000332</c:v>
                </c:pt>
                <c:pt idx="23">
                  <c:v>0.19060000000001764</c:v>
                </c:pt>
                <c:pt idx="24">
                  <c:v>0.19249999999999545</c:v>
                </c:pt>
                <c:pt idx="25">
                  <c:v>0.19429999999999836</c:v>
                </c:pt>
                <c:pt idx="26">
                  <c:v>0.19600000000002638</c:v>
                </c:pt>
                <c:pt idx="27">
                  <c:v>0.19810000000001082</c:v>
                </c:pt>
                <c:pt idx="28">
                  <c:v>0.20050000000003365</c:v>
                </c:pt>
                <c:pt idx="29">
                  <c:v>0.20289999999999964</c:v>
                </c:pt>
                <c:pt idx="30">
                  <c:v>0.20519999999999072</c:v>
                </c:pt>
                <c:pt idx="31">
                  <c:v>0.20730000000003201</c:v>
                </c:pt>
                <c:pt idx="32">
                  <c:v>0.20929999999998472</c:v>
                </c:pt>
                <c:pt idx="33">
                  <c:v>0.21100000000001273</c:v>
                </c:pt>
                <c:pt idx="34">
                  <c:v>0.212600000000009</c:v>
                </c:pt>
                <c:pt idx="35">
                  <c:v>0.21410000000003038</c:v>
                </c:pt>
                <c:pt idx="36">
                  <c:v>0.21539999999998827</c:v>
                </c:pt>
                <c:pt idx="37">
                  <c:v>0.2166000000000281</c:v>
                </c:pt>
                <c:pt idx="38">
                  <c:v>0.2178000000000111</c:v>
                </c:pt>
                <c:pt idx="39">
                  <c:v>0.21879999999998745</c:v>
                </c:pt>
                <c:pt idx="40">
                  <c:v>0.2196999999999889</c:v>
                </c:pt>
                <c:pt idx="41">
                  <c:v>0.22059999999999036</c:v>
                </c:pt>
                <c:pt idx="42">
                  <c:v>0.22140000000001692</c:v>
                </c:pt>
                <c:pt idx="43">
                  <c:v>0.22219999999998663</c:v>
                </c:pt>
                <c:pt idx="44">
                  <c:v>0.22280000000000655</c:v>
                </c:pt>
                <c:pt idx="45">
                  <c:v>0.22350000000000136</c:v>
                </c:pt>
                <c:pt idx="46">
                  <c:v>0.22410000000002128</c:v>
                </c:pt>
                <c:pt idx="47">
                  <c:v>0.22460000000000946</c:v>
                </c:pt>
                <c:pt idx="48">
                  <c:v>0.22509999999999764</c:v>
                </c:pt>
                <c:pt idx="49">
                  <c:v>0.22559999999998581</c:v>
                </c:pt>
                <c:pt idx="50">
                  <c:v>0.22599999999999909</c:v>
                </c:pt>
                <c:pt idx="51">
                  <c:v>0.22640000000001237</c:v>
                </c:pt>
                <c:pt idx="52">
                  <c:v>0.22680000000002565</c:v>
                </c:pt>
                <c:pt idx="53">
                  <c:v>0.22720000000003893</c:v>
                </c:pt>
                <c:pt idx="54">
                  <c:v>0.22750000000002046</c:v>
                </c:pt>
                <c:pt idx="55">
                  <c:v>0.227800000000002</c:v>
                </c:pt>
                <c:pt idx="56">
                  <c:v>0.22809999999998354</c:v>
                </c:pt>
                <c:pt idx="57">
                  <c:v>0.22809999999998354</c:v>
                </c:pt>
                <c:pt idx="58">
                  <c:v>0.2277000000000271</c:v>
                </c:pt>
                <c:pt idx="59">
                  <c:v>0.22710000000000719</c:v>
                </c:pt>
                <c:pt idx="60">
                  <c:v>0.22640000000001237</c:v>
                </c:pt>
                <c:pt idx="61">
                  <c:v>0.22570000000001755</c:v>
                </c:pt>
                <c:pt idx="62">
                  <c:v>0.22509999999999764</c:v>
                </c:pt>
                <c:pt idx="63">
                  <c:v>0.22460000000000946</c:v>
                </c:pt>
                <c:pt idx="64">
                  <c:v>0.22410000000002128</c:v>
                </c:pt>
                <c:pt idx="65">
                  <c:v>0.223700000000008</c:v>
                </c:pt>
                <c:pt idx="66">
                  <c:v>0.22340000000002647</c:v>
                </c:pt>
                <c:pt idx="67">
                  <c:v>0.22309999999998809</c:v>
                </c:pt>
                <c:pt idx="68">
                  <c:v>0.22280000000000655</c:v>
                </c:pt>
                <c:pt idx="69">
                  <c:v>0.22250000000002501</c:v>
                </c:pt>
                <c:pt idx="70">
                  <c:v>0.22230000000001837</c:v>
                </c:pt>
                <c:pt idx="71">
                  <c:v>0.22210000000001173</c:v>
                </c:pt>
                <c:pt idx="72">
                  <c:v>0.22190000000000509</c:v>
                </c:pt>
                <c:pt idx="73">
                  <c:v>0.22169999999999845</c:v>
                </c:pt>
                <c:pt idx="74">
                  <c:v>0.22149999999999181</c:v>
                </c:pt>
                <c:pt idx="75">
                  <c:v>0.22140000000001692</c:v>
                </c:pt>
                <c:pt idx="76">
                  <c:v>0.22120000000001028</c:v>
                </c:pt>
                <c:pt idx="77">
                  <c:v>0.22110000000003538</c:v>
                </c:pt>
                <c:pt idx="78">
                  <c:v>0.22100000000000364</c:v>
                </c:pt>
                <c:pt idx="79">
                  <c:v>0.22090000000002874</c:v>
                </c:pt>
                <c:pt idx="80">
                  <c:v>0.220799999999997</c:v>
                </c:pt>
                <c:pt idx="81">
                  <c:v>0.2207000000000221</c:v>
                </c:pt>
                <c:pt idx="82">
                  <c:v>0.22059999999999036</c:v>
                </c:pt>
                <c:pt idx="83">
                  <c:v>0.22050000000001546</c:v>
                </c:pt>
                <c:pt idx="84">
                  <c:v>0.22050000000001546</c:v>
                </c:pt>
                <c:pt idx="85">
                  <c:v>0.22039999999998372</c:v>
                </c:pt>
                <c:pt idx="86">
                  <c:v>0.22030000000000882</c:v>
                </c:pt>
                <c:pt idx="87">
                  <c:v>0.22030000000000882</c:v>
                </c:pt>
                <c:pt idx="88">
                  <c:v>0.22020000000003392</c:v>
                </c:pt>
                <c:pt idx="89">
                  <c:v>0.22020000000003392</c:v>
                </c:pt>
                <c:pt idx="90">
                  <c:v>0.22010000000000218</c:v>
                </c:pt>
                <c:pt idx="91">
                  <c:v>0.22010000000000218</c:v>
                </c:pt>
                <c:pt idx="92">
                  <c:v>0.22000000000002728</c:v>
                </c:pt>
                <c:pt idx="93">
                  <c:v>0.22000000000002728</c:v>
                </c:pt>
                <c:pt idx="94">
                  <c:v>0.22000000000002728</c:v>
                </c:pt>
                <c:pt idx="95">
                  <c:v>0.21989999999999554</c:v>
                </c:pt>
                <c:pt idx="96">
                  <c:v>0.21989999999999554</c:v>
                </c:pt>
                <c:pt idx="97">
                  <c:v>0.21989999999999554</c:v>
                </c:pt>
                <c:pt idx="98">
                  <c:v>0.21989999999999554</c:v>
                </c:pt>
                <c:pt idx="99">
                  <c:v>0.21980000000002065</c:v>
                </c:pt>
                <c:pt idx="100">
                  <c:v>0.21980000000002065</c:v>
                </c:pt>
                <c:pt idx="101">
                  <c:v>0.21980000000002065</c:v>
                </c:pt>
                <c:pt idx="102">
                  <c:v>0.21980000000002065</c:v>
                </c:pt>
                <c:pt idx="103">
                  <c:v>0.21980000000002065</c:v>
                </c:pt>
                <c:pt idx="104">
                  <c:v>0.2196999999999889</c:v>
                </c:pt>
                <c:pt idx="105">
                  <c:v>0.2196999999999889</c:v>
                </c:pt>
                <c:pt idx="106">
                  <c:v>0.2196999999999889</c:v>
                </c:pt>
                <c:pt idx="107">
                  <c:v>0.2196999999999889</c:v>
                </c:pt>
                <c:pt idx="108">
                  <c:v>0.2196999999999889</c:v>
                </c:pt>
                <c:pt idx="109">
                  <c:v>0.21980000000002065</c:v>
                </c:pt>
                <c:pt idx="110">
                  <c:v>0.21980000000002065</c:v>
                </c:pt>
                <c:pt idx="111">
                  <c:v>0.21989999999999554</c:v>
                </c:pt>
                <c:pt idx="112">
                  <c:v>0.22000000000002728</c:v>
                </c:pt>
                <c:pt idx="113">
                  <c:v>0.22000000000002728</c:v>
                </c:pt>
                <c:pt idx="114">
                  <c:v>0.22010000000000218</c:v>
                </c:pt>
                <c:pt idx="115">
                  <c:v>0.22010000000000218</c:v>
                </c:pt>
                <c:pt idx="116">
                  <c:v>0.22020000000003392</c:v>
                </c:pt>
                <c:pt idx="117">
                  <c:v>0.22020000000003392</c:v>
                </c:pt>
                <c:pt idx="118">
                  <c:v>0.22030000000000882</c:v>
                </c:pt>
                <c:pt idx="119">
                  <c:v>0.22030000000000882</c:v>
                </c:pt>
                <c:pt idx="120">
                  <c:v>0.22030000000000882</c:v>
                </c:pt>
                <c:pt idx="121">
                  <c:v>0.22039999999998372</c:v>
                </c:pt>
                <c:pt idx="122">
                  <c:v>0.22039999999998372</c:v>
                </c:pt>
                <c:pt idx="123">
                  <c:v>0.22039999999998372</c:v>
                </c:pt>
                <c:pt idx="124">
                  <c:v>0.22050000000001546</c:v>
                </c:pt>
                <c:pt idx="125">
                  <c:v>0.22050000000001546</c:v>
                </c:pt>
                <c:pt idx="126">
                  <c:v>0.22050000000001546</c:v>
                </c:pt>
                <c:pt idx="127">
                  <c:v>0.22050000000001546</c:v>
                </c:pt>
                <c:pt idx="128">
                  <c:v>0.22059999999999036</c:v>
                </c:pt>
                <c:pt idx="129">
                  <c:v>0.22059999999999036</c:v>
                </c:pt>
                <c:pt idx="130">
                  <c:v>0.22059999999999036</c:v>
                </c:pt>
                <c:pt idx="131">
                  <c:v>0.22059999999999036</c:v>
                </c:pt>
                <c:pt idx="132">
                  <c:v>0.2207000000000221</c:v>
                </c:pt>
                <c:pt idx="133">
                  <c:v>0.2207000000000221</c:v>
                </c:pt>
                <c:pt idx="134">
                  <c:v>0.2207000000000221</c:v>
                </c:pt>
                <c:pt idx="135">
                  <c:v>0.2207000000000221</c:v>
                </c:pt>
                <c:pt idx="136">
                  <c:v>0.2207000000000221</c:v>
                </c:pt>
                <c:pt idx="137">
                  <c:v>0.2207000000000221</c:v>
                </c:pt>
                <c:pt idx="138">
                  <c:v>0.220799999999997</c:v>
                </c:pt>
                <c:pt idx="139">
                  <c:v>0.220799999999997</c:v>
                </c:pt>
                <c:pt idx="140">
                  <c:v>0.220799999999997</c:v>
                </c:pt>
                <c:pt idx="141">
                  <c:v>0.220799999999997</c:v>
                </c:pt>
                <c:pt idx="142">
                  <c:v>0.220799999999997</c:v>
                </c:pt>
                <c:pt idx="143">
                  <c:v>0.220799999999997</c:v>
                </c:pt>
                <c:pt idx="144">
                  <c:v>0.220799999999997</c:v>
                </c:pt>
                <c:pt idx="145">
                  <c:v>0.220799999999997</c:v>
                </c:pt>
                <c:pt idx="146">
                  <c:v>0.220799999999997</c:v>
                </c:pt>
                <c:pt idx="147">
                  <c:v>0.22090000000002874</c:v>
                </c:pt>
                <c:pt idx="148">
                  <c:v>0.22090000000002874</c:v>
                </c:pt>
                <c:pt idx="149">
                  <c:v>0.22090000000002874</c:v>
                </c:pt>
                <c:pt idx="150">
                  <c:v>0.22090000000002874</c:v>
                </c:pt>
                <c:pt idx="151">
                  <c:v>0.22090000000002874</c:v>
                </c:pt>
                <c:pt idx="152">
                  <c:v>0.22090000000002874</c:v>
                </c:pt>
                <c:pt idx="153">
                  <c:v>0.22090000000002874</c:v>
                </c:pt>
                <c:pt idx="154">
                  <c:v>0.22090000000002874</c:v>
                </c:pt>
                <c:pt idx="155">
                  <c:v>0.22090000000002874</c:v>
                </c:pt>
                <c:pt idx="156">
                  <c:v>0.22090000000002874</c:v>
                </c:pt>
                <c:pt idx="157">
                  <c:v>0.22090000000002874</c:v>
                </c:pt>
                <c:pt idx="158">
                  <c:v>0.220799999999997</c:v>
                </c:pt>
                <c:pt idx="159">
                  <c:v>0.22050000000001546</c:v>
                </c:pt>
                <c:pt idx="160">
                  <c:v>0.22020000000003392</c:v>
                </c:pt>
                <c:pt idx="161">
                  <c:v>0.21980000000002065</c:v>
                </c:pt>
                <c:pt idx="162">
                  <c:v>0.21940000000000737</c:v>
                </c:pt>
                <c:pt idx="163">
                  <c:v>0.21899999999999409</c:v>
                </c:pt>
                <c:pt idx="164">
                  <c:v>0.21870000000001255</c:v>
                </c:pt>
                <c:pt idx="165">
                  <c:v>0.21840000000003101</c:v>
                </c:pt>
                <c:pt idx="166">
                  <c:v>0.21809999999999263</c:v>
                </c:pt>
                <c:pt idx="167">
                  <c:v>0.21789999999998599</c:v>
                </c:pt>
                <c:pt idx="168">
                  <c:v>0.2177000000000362</c:v>
                </c:pt>
                <c:pt idx="169">
                  <c:v>0.21739999999999782</c:v>
                </c:pt>
                <c:pt idx="170">
                  <c:v>0.21719999999999118</c:v>
                </c:pt>
                <c:pt idx="171">
                  <c:v>0.21710000000001628</c:v>
                </c:pt>
                <c:pt idx="172">
                  <c:v>0.21690000000000964</c:v>
                </c:pt>
                <c:pt idx="173">
                  <c:v>0.216700000000003</c:v>
                </c:pt>
                <c:pt idx="174">
                  <c:v>0.21649999999999636</c:v>
                </c:pt>
                <c:pt idx="175">
                  <c:v>0.21640000000002146</c:v>
                </c:pt>
                <c:pt idx="176">
                  <c:v>0.21620000000001482</c:v>
                </c:pt>
                <c:pt idx="177">
                  <c:v>0.21609999999998308</c:v>
                </c:pt>
                <c:pt idx="178">
                  <c:v>0.21600000000000819</c:v>
                </c:pt>
                <c:pt idx="179">
                  <c:v>0.21590000000003329</c:v>
                </c:pt>
                <c:pt idx="180">
                  <c:v>0.21570000000002665</c:v>
                </c:pt>
                <c:pt idx="181">
                  <c:v>0.21559999999999491</c:v>
                </c:pt>
                <c:pt idx="182">
                  <c:v>0.21550000000002001</c:v>
                </c:pt>
                <c:pt idx="183">
                  <c:v>0.21559999999999491</c:v>
                </c:pt>
                <c:pt idx="184">
                  <c:v>0.21620000000001482</c:v>
                </c:pt>
                <c:pt idx="185">
                  <c:v>0.21710000000001628</c:v>
                </c:pt>
                <c:pt idx="186">
                  <c:v>0.21820000000002437</c:v>
                </c:pt>
                <c:pt idx="187">
                  <c:v>0.21930000000003247</c:v>
                </c:pt>
                <c:pt idx="188">
                  <c:v>0.22030000000000882</c:v>
                </c:pt>
                <c:pt idx="189">
                  <c:v>0.22120000000001028</c:v>
                </c:pt>
                <c:pt idx="190">
                  <c:v>0.22200000000003683</c:v>
                </c:pt>
                <c:pt idx="191">
                  <c:v>0.22270000000003165</c:v>
                </c:pt>
                <c:pt idx="192">
                  <c:v>0.22340000000002647</c:v>
                </c:pt>
                <c:pt idx="193">
                  <c:v>0.22399999999998954</c:v>
                </c:pt>
                <c:pt idx="194">
                  <c:v>0.22450000000003456</c:v>
                </c:pt>
                <c:pt idx="195">
                  <c:v>0.22500000000002274</c:v>
                </c:pt>
                <c:pt idx="196">
                  <c:v>0.22550000000001091</c:v>
                </c:pt>
                <c:pt idx="197">
                  <c:v>0.22590000000002419</c:v>
                </c:pt>
                <c:pt idx="198">
                  <c:v>0.22630000000003747</c:v>
                </c:pt>
                <c:pt idx="199">
                  <c:v>0.22660000000001901</c:v>
                </c:pt>
                <c:pt idx="200">
                  <c:v>0.22700000000003229</c:v>
                </c:pt>
                <c:pt idx="201">
                  <c:v>0.22730000000001382</c:v>
                </c:pt>
                <c:pt idx="202">
                  <c:v>0.22759999999999536</c:v>
                </c:pt>
                <c:pt idx="203">
                  <c:v>0.227800000000002</c:v>
                </c:pt>
                <c:pt idx="204">
                  <c:v>0.22809999999998354</c:v>
                </c:pt>
                <c:pt idx="205">
                  <c:v>0.22829999999999018</c:v>
                </c:pt>
                <c:pt idx="206">
                  <c:v>0.22860000000002856</c:v>
                </c:pt>
                <c:pt idx="207">
                  <c:v>0.2288000000000352</c:v>
                </c:pt>
                <c:pt idx="208">
                  <c:v>0.22899999999998499</c:v>
                </c:pt>
                <c:pt idx="209">
                  <c:v>0.22910000000001673</c:v>
                </c:pt>
                <c:pt idx="210">
                  <c:v>0.22930000000002337</c:v>
                </c:pt>
                <c:pt idx="211">
                  <c:v>0.22950000000003001</c:v>
                </c:pt>
                <c:pt idx="212">
                  <c:v>0.22960000000000491</c:v>
                </c:pt>
                <c:pt idx="213">
                  <c:v>0.22980000000001155</c:v>
                </c:pt>
                <c:pt idx="214">
                  <c:v>0.22960000000000491</c:v>
                </c:pt>
                <c:pt idx="215">
                  <c:v>0.22910000000001673</c:v>
                </c:pt>
                <c:pt idx="216">
                  <c:v>0.22829999999999018</c:v>
                </c:pt>
                <c:pt idx="217">
                  <c:v>0.22750000000002046</c:v>
                </c:pt>
                <c:pt idx="218">
                  <c:v>0.22680000000002565</c:v>
                </c:pt>
                <c:pt idx="219">
                  <c:v>0.22610000000003083</c:v>
                </c:pt>
                <c:pt idx="220">
                  <c:v>0.22550000000001091</c:v>
                </c:pt>
                <c:pt idx="221">
                  <c:v>0.22500000000002274</c:v>
                </c:pt>
                <c:pt idx="222">
                  <c:v>0.22450000000003456</c:v>
                </c:pt>
                <c:pt idx="223">
                  <c:v>0.22410000000002128</c:v>
                </c:pt>
                <c:pt idx="224">
                  <c:v>0.223700000000008</c:v>
                </c:pt>
                <c:pt idx="225">
                  <c:v>0.22340000000002647</c:v>
                </c:pt>
                <c:pt idx="226">
                  <c:v>0.22309999999998809</c:v>
                </c:pt>
                <c:pt idx="227">
                  <c:v>0.22280000000000655</c:v>
                </c:pt>
                <c:pt idx="228">
                  <c:v>0.22259999999999991</c:v>
                </c:pt>
                <c:pt idx="229">
                  <c:v>0.22230000000001837</c:v>
                </c:pt>
                <c:pt idx="230">
                  <c:v>0.22210000000001173</c:v>
                </c:pt>
                <c:pt idx="231">
                  <c:v>0.22190000000000509</c:v>
                </c:pt>
                <c:pt idx="232">
                  <c:v>0.2218000000000302</c:v>
                </c:pt>
                <c:pt idx="233">
                  <c:v>0.22160000000002356</c:v>
                </c:pt>
                <c:pt idx="234">
                  <c:v>0.22140000000001692</c:v>
                </c:pt>
                <c:pt idx="235">
                  <c:v>0.22129999999998518</c:v>
                </c:pt>
                <c:pt idx="236">
                  <c:v>0.22120000000001028</c:v>
                </c:pt>
                <c:pt idx="237">
                  <c:v>0.22110000000003538</c:v>
                </c:pt>
                <c:pt idx="238">
                  <c:v>0.22090000000002874</c:v>
                </c:pt>
                <c:pt idx="239">
                  <c:v>0.220799999999997</c:v>
                </c:pt>
                <c:pt idx="240">
                  <c:v>0.2207000000000221</c:v>
                </c:pt>
                <c:pt idx="241">
                  <c:v>0.2207000000000221</c:v>
                </c:pt>
                <c:pt idx="242">
                  <c:v>0.22059999999999036</c:v>
                </c:pt>
                <c:pt idx="243">
                  <c:v>0.22050000000001546</c:v>
                </c:pt>
                <c:pt idx="244">
                  <c:v>0.22039999999998372</c:v>
                </c:pt>
                <c:pt idx="245">
                  <c:v>0.22039999999998372</c:v>
                </c:pt>
                <c:pt idx="246">
                  <c:v>0.22030000000000882</c:v>
                </c:pt>
                <c:pt idx="247">
                  <c:v>0.22030000000000882</c:v>
                </c:pt>
                <c:pt idx="248">
                  <c:v>0.22020000000003392</c:v>
                </c:pt>
                <c:pt idx="249">
                  <c:v>0.22020000000003392</c:v>
                </c:pt>
                <c:pt idx="250">
                  <c:v>0.22010000000000218</c:v>
                </c:pt>
                <c:pt idx="251">
                  <c:v>0.22010000000000218</c:v>
                </c:pt>
                <c:pt idx="252">
                  <c:v>0.22000000000002728</c:v>
                </c:pt>
                <c:pt idx="253">
                  <c:v>0.22000000000002728</c:v>
                </c:pt>
                <c:pt idx="254">
                  <c:v>0.22000000000002728</c:v>
                </c:pt>
                <c:pt idx="255">
                  <c:v>0.21989999999999554</c:v>
                </c:pt>
                <c:pt idx="256">
                  <c:v>0.21989999999999554</c:v>
                </c:pt>
                <c:pt idx="257">
                  <c:v>0.21989999999999554</c:v>
                </c:pt>
                <c:pt idx="258">
                  <c:v>0.21989999999999554</c:v>
                </c:pt>
                <c:pt idx="259">
                  <c:v>0.21980000000002065</c:v>
                </c:pt>
                <c:pt idx="260">
                  <c:v>0.21980000000002065</c:v>
                </c:pt>
                <c:pt idx="261">
                  <c:v>0.21980000000002065</c:v>
                </c:pt>
                <c:pt idx="262">
                  <c:v>0.21980000000002065</c:v>
                </c:pt>
                <c:pt idx="263">
                  <c:v>0.21980000000002065</c:v>
                </c:pt>
                <c:pt idx="264">
                  <c:v>0.21980000000002065</c:v>
                </c:pt>
                <c:pt idx="265">
                  <c:v>0.21980000000002065</c:v>
                </c:pt>
                <c:pt idx="266">
                  <c:v>0.21989999999999554</c:v>
                </c:pt>
                <c:pt idx="267">
                  <c:v>0.21989999999999554</c:v>
                </c:pt>
                <c:pt idx="268">
                  <c:v>0.22000000000002728</c:v>
                </c:pt>
                <c:pt idx="269">
                  <c:v>0.22000000000002728</c:v>
                </c:pt>
                <c:pt idx="270">
                  <c:v>0.22010000000000218</c:v>
                </c:pt>
                <c:pt idx="271">
                  <c:v>0.22010000000000218</c:v>
                </c:pt>
                <c:pt idx="272">
                  <c:v>0.22020000000003392</c:v>
                </c:pt>
                <c:pt idx="273">
                  <c:v>0.22020000000003392</c:v>
                </c:pt>
                <c:pt idx="274">
                  <c:v>0.22030000000000882</c:v>
                </c:pt>
                <c:pt idx="275">
                  <c:v>0.22030000000000882</c:v>
                </c:pt>
                <c:pt idx="276">
                  <c:v>0.22030000000000882</c:v>
                </c:pt>
                <c:pt idx="277">
                  <c:v>0.22039999999998372</c:v>
                </c:pt>
                <c:pt idx="278">
                  <c:v>0.22039999999998372</c:v>
                </c:pt>
                <c:pt idx="279">
                  <c:v>0.22039999999998372</c:v>
                </c:pt>
                <c:pt idx="280">
                  <c:v>0.22050000000001546</c:v>
                </c:pt>
                <c:pt idx="281">
                  <c:v>0.22050000000001546</c:v>
                </c:pt>
                <c:pt idx="282">
                  <c:v>0.22050000000001546</c:v>
                </c:pt>
                <c:pt idx="283">
                  <c:v>0.22050000000001546</c:v>
                </c:pt>
                <c:pt idx="284">
                  <c:v>0.22059999999999036</c:v>
                </c:pt>
                <c:pt idx="285">
                  <c:v>0.22059999999999036</c:v>
                </c:pt>
                <c:pt idx="286">
                  <c:v>0.22059999999999036</c:v>
                </c:pt>
                <c:pt idx="287">
                  <c:v>0.22059999999999036</c:v>
                </c:pt>
                <c:pt idx="288">
                  <c:v>0.2207000000000221</c:v>
                </c:pt>
                <c:pt idx="289">
                  <c:v>0.2207000000000221</c:v>
                </c:pt>
                <c:pt idx="290">
                  <c:v>0.2207000000000221</c:v>
                </c:pt>
                <c:pt idx="291">
                  <c:v>0.2207000000000221</c:v>
                </c:pt>
                <c:pt idx="292">
                  <c:v>0.2207000000000221</c:v>
                </c:pt>
                <c:pt idx="293">
                  <c:v>0.220799999999997</c:v>
                </c:pt>
                <c:pt idx="294">
                  <c:v>0.220799999999997</c:v>
                </c:pt>
                <c:pt idx="295">
                  <c:v>0.220799999999997</c:v>
                </c:pt>
                <c:pt idx="296">
                  <c:v>0.220799999999997</c:v>
                </c:pt>
                <c:pt idx="297">
                  <c:v>0.220799999999997</c:v>
                </c:pt>
                <c:pt idx="298">
                  <c:v>0.220799999999997</c:v>
                </c:pt>
                <c:pt idx="299">
                  <c:v>0.220799999999997</c:v>
                </c:pt>
                <c:pt idx="300">
                  <c:v>0.220799999999997</c:v>
                </c:pt>
                <c:pt idx="301">
                  <c:v>0.220799999999997</c:v>
                </c:pt>
                <c:pt idx="302">
                  <c:v>0.22090000000002874</c:v>
                </c:pt>
                <c:pt idx="303">
                  <c:v>0.22090000000002874</c:v>
                </c:pt>
                <c:pt idx="304">
                  <c:v>0.22090000000002874</c:v>
                </c:pt>
                <c:pt idx="305">
                  <c:v>0.22090000000002874</c:v>
                </c:pt>
                <c:pt idx="306">
                  <c:v>0.22090000000002874</c:v>
                </c:pt>
                <c:pt idx="307">
                  <c:v>0.22090000000002874</c:v>
                </c:pt>
                <c:pt idx="308">
                  <c:v>0.22090000000002874</c:v>
                </c:pt>
                <c:pt idx="309">
                  <c:v>0.22090000000002874</c:v>
                </c:pt>
                <c:pt idx="310">
                  <c:v>0.22090000000002874</c:v>
                </c:pt>
                <c:pt idx="311">
                  <c:v>0.22090000000002874</c:v>
                </c:pt>
                <c:pt idx="312">
                  <c:v>0.22090000000002874</c:v>
                </c:pt>
                <c:pt idx="313">
                  <c:v>0.22090000000002874</c:v>
                </c:pt>
                <c:pt idx="314">
                  <c:v>0.22090000000002874</c:v>
                </c:pt>
                <c:pt idx="315">
                  <c:v>0.220799999999997</c:v>
                </c:pt>
                <c:pt idx="316">
                  <c:v>0.22050000000001546</c:v>
                </c:pt>
                <c:pt idx="317">
                  <c:v>0.22010000000000218</c:v>
                </c:pt>
                <c:pt idx="318">
                  <c:v>0.2196999999999889</c:v>
                </c:pt>
                <c:pt idx="319">
                  <c:v>0.21940000000000737</c:v>
                </c:pt>
                <c:pt idx="320">
                  <c:v>0.21899999999999409</c:v>
                </c:pt>
                <c:pt idx="321">
                  <c:v>0.21870000000001255</c:v>
                </c:pt>
                <c:pt idx="322">
                  <c:v>0.21840000000003101</c:v>
                </c:pt>
                <c:pt idx="323">
                  <c:v>0.21809999999999263</c:v>
                </c:pt>
                <c:pt idx="324">
                  <c:v>0.21789999999998599</c:v>
                </c:pt>
                <c:pt idx="325">
                  <c:v>0.21760000000000446</c:v>
                </c:pt>
                <c:pt idx="326">
                  <c:v>0.21739999999999782</c:v>
                </c:pt>
                <c:pt idx="327">
                  <c:v>0.21719999999999118</c:v>
                </c:pt>
                <c:pt idx="328">
                  <c:v>0.21699999999998454</c:v>
                </c:pt>
                <c:pt idx="329">
                  <c:v>0.21690000000000964</c:v>
                </c:pt>
                <c:pt idx="330">
                  <c:v>0.216700000000003</c:v>
                </c:pt>
                <c:pt idx="331">
                  <c:v>0.21649999999999636</c:v>
                </c:pt>
                <c:pt idx="332">
                  <c:v>0.21640000000002146</c:v>
                </c:pt>
                <c:pt idx="333">
                  <c:v>0.21620000000001482</c:v>
                </c:pt>
                <c:pt idx="334">
                  <c:v>0.21609999999998308</c:v>
                </c:pt>
                <c:pt idx="335">
                  <c:v>0.21600000000000819</c:v>
                </c:pt>
                <c:pt idx="336">
                  <c:v>0.21590000000003329</c:v>
                </c:pt>
                <c:pt idx="337">
                  <c:v>0.21570000000002665</c:v>
                </c:pt>
                <c:pt idx="338">
                  <c:v>0.21559999999999491</c:v>
                </c:pt>
                <c:pt idx="339">
                  <c:v>0.21550000000002001</c:v>
                </c:pt>
                <c:pt idx="340">
                  <c:v>0.21559999999999491</c:v>
                </c:pt>
                <c:pt idx="341">
                  <c:v>0.21629999999998972</c:v>
                </c:pt>
                <c:pt idx="342">
                  <c:v>0.21730000000002292</c:v>
                </c:pt>
                <c:pt idx="343">
                  <c:v>0.21840000000003101</c:v>
                </c:pt>
                <c:pt idx="344">
                  <c:v>0.21940000000000737</c:v>
                </c:pt>
                <c:pt idx="345">
                  <c:v>0.22039999999998372</c:v>
                </c:pt>
                <c:pt idx="346">
                  <c:v>0.22129999999998518</c:v>
                </c:pt>
                <c:pt idx="347">
                  <c:v>0.22210000000001173</c:v>
                </c:pt>
                <c:pt idx="348">
                  <c:v>0.22280000000000655</c:v>
                </c:pt>
                <c:pt idx="349">
                  <c:v>0.22350000000000136</c:v>
                </c:pt>
                <c:pt idx="350">
                  <c:v>0.22410000000002128</c:v>
                </c:pt>
                <c:pt idx="351">
                  <c:v>0.22460000000000946</c:v>
                </c:pt>
                <c:pt idx="352">
                  <c:v>0.22509999999999764</c:v>
                </c:pt>
                <c:pt idx="353">
                  <c:v>0.22550000000001091</c:v>
                </c:pt>
                <c:pt idx="354">
                  <c:v>0.22590000000002419</c:v>
                </c:pt>
                <c:pt idx="355">
                  <c:v>0.22630000000003747</c:v>
                </c:pt>
                <c:pt idx="356">
                  <c:v>0.22669999999999391</c:v>
                </c:pt>
                <c:pt idx="357">
                  <c:v>0.22700000000003229</c:v>
                </c:pt>
                <c:pt idx="358">
                  <c:v>0.22730000000001382</c:v>
                </c:pt>
                <c:pt idx="359">
                  <c:v>0.22759999999999536</c:v>
                </c:pt>
                <c:pt idx="360">
                  <c:v>0.22790000000003374</c:v>
                </c:pt>
                <c:pt idx="361">
                  <c:v>0.22790000000003374</c:v>
                </c:pt>
                <c:pt idx="362">
                  <c:v>0.22809999999998354</c:v>
                </c:pt>
                <c:pt idx="363">
                  <c:v>0.22840000000002192</c:v>
                </c:pt>
                <c:pt idx="364">
                  <c:v>0.22860000000002856</c:v>
                </c:pt>
                <c:pt idx="365">
                  <c:v>0.2288000000000352</c:v>
                </c:pt>
                <c:pt idx="366">
                  <c:v>0.22899999999998499</c:v>
                </c:pt>
                <c:pt idx="367">
                  <c:v>0.22919999999999163</c:v>
                </c:pt>
                <c:pt idx="368">
                  <c:v>0.22930000000002337</c:v>
                </c:pt>
                <c:pt idx="369">
                  <c:v>0.22950000000003001</c:v>
                </c:pt>
                <c:pt idx="370">
                  <c:v>0.22960000000000491</c:v>
                </c:pt>
                <c:pt idx="371">
                  <c:v>0.22980000000001155</c:v>
                </c:pt>
                <c:pt idx="372">
                  <c:v>0.22960000000000491</c:v>
                </c:pt>
                <c:pt idx="373">
                  <c:v>0.22899999999998499</c:v>
                </c:pt>
                <c:pt idx="374">
                  <c:v>0.22820000000001528</c:v>
                </c:pt>
                <c:pt idx="375">
                  <c:v>0.22739999999998872</c:v>
                </c:pt>
                <c:pt idx="376">
                  <c:v>0.22669999999999391</c:v>
                </c:pt>
                <c:pt idx="377">
                  <c:v>0.22599999999999909</c:v>
                </c:pt>
                <c:pt idx="378">
                  <c:v>0.22540000000003602</c:v>
                </c:pt>
                <c:pt idx="379">
                  <c:v>0.224899999999991</c:v>
                </c:pt>
                <c:pt idx="380">
                  <c:v>0.22450000000003456</c:v>
                </c:pt>
                <c:pt idx="381">
                  <c:v>0.22410000000002128</c:v>
                </c:pt>
                <c:pt idx="382">
                  <c:v>0.223700000000008</c:v>
                </c:pt>
                <c:pt idx="383">
                  <c:v>0.22340000000002647</c:v>
                </c:pt>
                <c:pt idx="384">
                  <c:v>0.22309999999998809</c:v>
                </c:pt>
                <c:pt idx="385">
                  <c:v>0.22280000000000655</c:v>
                </c:pt>
                <c:pt idx="386">
                  <c:v>0.22250000000002501</c:v>
                </c:pt>
                <c:pt idx="387">
                  <c:v>0.22230000000001837</c:v>
                </c:pt>
                <c:pt idx="388">
                  <c:v>0.22210000000001173</c:v>
                </c:pt>
                <c:pt idx="389">
                  <c:v>0.22190000000000509</c:v>
                </c:pt>
                <c:pt idx="390">
                  <c:v>0.22169999999999845</c:v>
                </c:pt>
                <c:pt idx="391">
                  <c:v>0.22160000000002356</c:v>
                </c:pt>
                <c:pt idx="392">
                  <c:v>0.22140000000001692</c:v>
                </c:pt>
                <c:pt idx="393">
                  <c:v>0.22129999999998518</c:v>
                </c:pt>
                <c:pt idx="394">
                  <c:v>0.22120000000001028</c:v>
                </c:pt>
                <c:pt idx="395">
                  <c:v>0.22100000000000364</c:v>
                </c:pt>
                <c:pt idx="396">
                  <c:v>0.22090000000002874</c:v>
                </c:pt>
                <c:pt idx="397">
                  <c:v>0.220799999999997</c:v>
                </c:pt>
                <c:pt idx="398">
                  <c:v>0.2207000000000221</c:v>
                </c:pt>
                <c:pt idx="399">
                  <c:v>0.2207000000000221</c:v>
                </c:pt>
                <c:pt idx="400">
                  <c:v>0.22059999999999036</c:v>
                </c:pt>
                <c:pt idx="401">
                  <c:v>0.22050000000001546</c:v>
                </c:pt>
                <c:pt idx="402">
                  <c:v>0.22039999999998372</c:v>
                </c:pt>
                <c:pt idx="403">
                  <c:v>0.22039999999998372</c:v>
                </c:pt>
                <c:pt idx="404">
                  <c:v>0.22030000000000882</c:v>
                </c:pt>
                <c:pt idx="405">
                  <c:v>0.22030000000000882</c:v>
                </c:pt>
                <c:pt idx="406">
                  <c:v>0.22020000000003392</c:v>
                </c:pt>
                <c:pt idx="407">
                  <c:v>0.22020000000003392</c:v>
                </c:pt>
                <c:pt idx="408">
                  <c:v>0.22010000000000218</c:v>
                </c:pt>
                <c:pt idx="409">
                  <c:v>0.22010000000000218</c:v>
                </c:pt>
                <c:pt idx="410">
                  <c:v>0.22000000000002728</c:v>
                </c:pt>
                <c:pt idx="411">
                  <c:v>0.22000000000002728</c:v>
                </c:pt>
                <c:pt idx="412">
                  <c:v>0.22000000000002728</c:v>
                </c:pt>
                <c:pt idx="413">
                  <c:v>0.21989999999999554</c:v>
                </c:pt>
                <c:pt idx="414">
                  <c:v>0.21989999999999554</c:v>
                </c:pt>
                <c:pt idx="415">
                  <c:v>0.21989999999999554</c:v>
                </c:pt>
                <c:pt idx="416">
                  <c:v>0.21989999999999554</c:v>
                </c:pt>
                <c:pt idx="417">
                  <c:v>0.21980000000002065</c:v>
                </c:pt>
                <c:pt idx="418">
                  <c:v>0.21980000000002065</c:v>
                </c:pt>
                <c:pt idx="419">
                  <c:v>0.21980000000002065</c:v>
                </c:pt>
                <c:pt idx="420">
                  <c:v>0.21980000000002065</c:v>
                </c:pt>
                <c:pt idx="421">
                  <c:v>0.21980000000002065</c:v>
                </c:pt>
                <c:pt idx="422">
                  <c:v>0.21980000000002065</c:v>
                </c:pt>
                <c:pt idx="423">
                  <c:v>0.21980000000002065</c:v>
                </c:pt>
                <c:pt idx="424">
                  <c:v>0.21989999999999554</c:v>
                </c:pt>
                <c:pt idx="425">
                  <c:v>0.21989999999999554</c:v>
                </c:pt>
                <c:pt idx="426">
                  <c:v>0.22000000000002728</c:v>
                </c:pt>
                <c:pt idx="427">
                  <c:v>0.22000000000002728</c:v>
                </c:pt>
                <c:pt idx="428">
                  <c:v>0.22010000000000218</c:v>
                </c:pt>
                <c:pt idx="429">
                  <c:v>0.22010000000000218</c:v>
                </c:pt>
                <c:pt idx="430">
                  <c:v>0.22020000000003392</c:v>
                </c:pt>
                <c:pt idx="431">
                  <c:v>0.22020000000003392</c:v>
                </c:pt>
                <c:pt idx="432">
                  <c:v>0.22030000000000882</c:v>
                </c:pt>
                <c:pt idx="433">
                  <c:v>0.22030000000000882</c:v>
                </c:pt>
                <c:pt idx="434">
                  <c:v>0.22030000000000882</c:v>
                </c:pt>
                <c:pt idx="435">
                  <c:v>0.22039999999998372</c:v>
                </c:pt>
                <c:pt idx="436">
                  <c:v>0.22039999999998372</c:v>
                </c:pt>
                <c:pt idx="437">
                  <c:v>0.22039999999998372</c:v>
                </c:pt>
                <c:pt idx="438">
                  <c:v>0.22050000000001546</c:v>
                </c:pt>
                <c:pt idx="439">
                  <c:v>0.22050000000001546</c:v>
                </c:pt>
                <c:pt idx="440">
                  <c:v>0.22050000000001546</c:v>
                </c:pt>
                <c:pt idx="441">
                  <c:v>0.22059999999999036</c:v>
                </c:pt>
                <c:pt idx="442">
                  <c:v>0.22059999999999036</c:v>
                </c:pt>
                <c:pt idx="443">
                  <c:v>0.22059999999999036</c:v>
                </c:pt>
                <c:pt idx="444">
                  <c:v>0.22059999999999036</c:v>
                </c:pt>
                <c:pt idx="445">
                  <c:v>0.22059999999999036</c:v>
                </c:pt>
                <c:pt idx="446">
                  <c:v>0.2207000000000221</c:v>
                </c:pt>
                <c:pt idx="447">
                  <c:v>0.2207000000000221</c:v>
                </c:pt>
                <c:pt idx="448">
                  <c:v>0.2207000000000221</c:v>
                </c:pt>
                <c:pt idx="449">
                  <c:v>0.2207000000000221</c:v>
                </c:pt>
                <c:pt idx="450">
                  <c:v>0.2207000000000221</c:v>
                </c:pt>
                <c:pt idx="451">
                  <c:v>0.220799999999997</c:v>
                </c:pt>
                <c:pt idx="452">
                  <c:v>0.220799999999997</c:v>
                </c:pt>
                <c:pt idx="453">
                  <c:v>0.220799999999997</c:v>
                </c:pt>
                <c:pt idx="454">
                  <c:v>0.220799999999997</c:v>
                </c:pt>
                <c:pt idx="455">
                  <c:v>0.220799999999997</c:v>
                </c:pt>
                <c:pt idx="456">
                  <c:v>0.220799999999997</c:v>
                </c:pt>
                <c:pt idx="457">
                  <c:v>0.220799999999997</c:v>
                </c:pt>
                <c:pt idx="458">
                  <c:v>0.220799999999997</c:v>
                </c:pt>
                <c:pt idx="459">
                  <c:v>0.220799999999997</c:v>
                </c:pt>
                <c:pt idx="460">
                  <c:v>0.22090000000002874</c:v>
                </c:pt>
                <c:pt idx="461">
                  <c:v>0.22090000000002874</c:v>
                </c:pt>
                <c:pt idx="462">
                  <c:v>0.22090000000002874</c:v>
                </c:pt>
                <c:pt idx="463">
                  <c:v>0.22090000000002874</c:v>
                </c:pt>
                <c:pt idx="464">
                  <c:v>0.22090000000002874</c:v>
                </c:pt>
                <c:pt idx="465">
                  <c:v>0.22090000000002874</c:v>
                </c:pt>
                <c:pt idx="466">
                  <c:v>0.22090000000002874</c:v>
                </c:pt>
                <c:pt idx="467">
                  <c:v>0.22090000000002874</c:v>
                </c:pt>
                <c:pt idx="468">
                  <c:v>0.22090000000002874</c:v>
                </c:pt>
                <c:pt idx="469">
                  <c:v>0.22090000000002874</c:v>
                </c:pt>
                <c:pt idx="470">
                  <c:v>0.22090000000002874</c:v>
                </c:pt>
                <c:pt idx="471">
                  <c:v>0.22090000000002874</c:v>
                </c:pt>
                <c:pt idx="472">
                  <c:v>0.22090000000002874</c:v>
                </c:pt>
                <c:pt idx="473">
                  <c:v>0.22090000000002874</c:v>
                </c:pt>
                <c:pt idx="474">
                  <c:v>0.220799999999997</c:v>
                </c:pt>
                <c:pt idx="475">
                  <c:v>0.22039999999998372</c:v>
                </c:pt>
                <c:pt idx="476">
                  <c:v>0.22000000000002728</c:v>
                </c:pt>
                <c:pt idx="477">
                  <c:v>0.2196999999999889</c:v>
                </c:pt>
                <c:pt idx="478">
                  <c:v>0.21930000000003247</c:v>
                </c:pt>
                <c:pt idx="479">
                  <c:v>0.21890000000001919</c:v>
                </c:pt>
                <c:pt idx="480">
                  <c:v>0.21860000000003765</c:v>
                </c:pt>
                <c:pt idx="481">
                  <c:v>0.21829999999999927</c:v>
                </c:pt>
                <c:pt idx="482">
                  <c:v>0.21809999999999263</c:v>
                </c:pt>
                <c:pt idx="483">
                  <c:v>0.2178000000000111</c:v>
                </c:pt>
                <c:pt idx="484">
                  <c:v>0.21760000000000446</c:v>
                </c:pt>
                <c:pt idx="485">
                  <c:v>0.21739999999999782</c:v>
                </c:pt>
                <c:pt idx="486">
                  <c:v>0.21719999999999118</c:v>
                </c:pt>
                <c:pt idx="487">
                  <c:v>0.21699999999998454</c:v>
                </c:pt>
                <c:pt idx="488">
                  <c:v>0.21680000000003474</c:v>
                </c:pt>
                <c:pt idx="489">
                  <c:v>0.216700000000003</c:v>
                </c:pt>
                <c:pt idx="490">
                  <c:v>0.21649999999999636</c:v>
                </c:pt>
                <c:pt idx="491">
                  <c:v>0.21640000000002146</c:v>
                </c:pt>
                <c:pt idx="492">
                  <c:v>0.21620000000001482</c:v>
                </c:pt>
                <c:pt idx="493">
                  <c:v>0.21609999999998308</c:v>
                </c:pt>
                <c:pt idx="494">
                  <c:v>0.21600000000000819</c:v>
                </c:pt>
                <c:pt idx="495">
                  <c:v>0.21580000000000155</c:v>
                </c:pt>
                <c:pt idx="496">
                  <c:v>0.21570000000002665</c:v>
                </c:pt>
                <c:pt idx="497">
                  <c:v>0.21559999999999491</c:v>
                </c:pt>
                <c:pt idx="498">
                  <c:v>0.21550000000002001</c:v>
                </c:pt>
                <c:pt idx="499">
                  <c:v>0.21570000000002665</c:v>
                </c:pt>
                <c:pt idx="500">
                  <c:v>0.21640000000002146</c:v>
                </c:pt>
                <c:pt idx="501">
                  <c:v>0.21750000000002956</c:v>
                </c:pt>
                <c:pt idx="502">
                  <c:v>0.21860000000003765</c:v>
                </c:pt>
                <c:pt idx="503">
                  <c:v>0.21960000000001401</c:v>
                </c:pt>
                <c:pt idx="504">
                  <c:v>0.22059999999999036</c:v>
                </c:pt>
                <c:pt idx="505">
                  <c:v>0.22149999999999181</c:v>
                </c:pt>
                <c:pt idx="506">
                  <c:v>0.22230000000001837</c:v>
                </c:pt>
                <c:pt idx="507">
                  <c:v>0.22300000000001319</c:v>
                </c:pt>
                <c:pt idx="508">
                  <c:v>0.22360000000003311</c:v>
                </c:pt>
                <c:pt idx="509">
                  <c:v>0.22419999999999618</c:v>
                </c:pt>
                <c:pt idx="510">
                  <c:v>0.22469999999998436</c:v>
                </c:pt>
                <c:pt idx="511">
                  <c:v>0.22520000000002938</c:v>
                </c:pt>
                <c:pt idx="512">
                  <c:v>0.22559999999998581</c:v>
                </c:pt>
                <c:pt idx="513">
                  <c:v>0.22599999999999909</c:v>
                </c:pt>
                <c:pt idx="514">
                  <c:v>0.22640000000001237</c:v>
                </c:pt>
                <c:pt idx="515">
                  <c:v>0.22669999999999391</c:v>
                </c:pt>
                <c:pt idx="516">
                  <c:v>0.22710000000000719</c:v>
                </c:pt>
                <c:pt idx="517">
                  <c:v>0.22739999999998872</c:v>
                </c:pt>
                <c:pt idx="518">
                  <c:v>0.2277000000000271</c:v>
                </c:pt>
                <c:pt idx="519">
                  <c:v>0.22790000000003374</c:v>
                </c:pt>
                <c:pt idx="520">
                  <c:v>0.22820000000001528</c:v>
                </c:pt>
                <c:pt idx="521">
                  <c:v>0.22840000000002192</c:v>
                </c:pt>
                <c:pt idx="522">
                  <c:v>0.22860000000002856</c:v>
                </c:pt>
                <c:pt idx="523">
                  <c:v>0.2288000000000352</c:v>
                </c:pt>
                <c:pt idx="524">
                  <c:v>0.22899999999998499</c:v>
                </c:pt>
                <c:pt idx="525">
                  <c:v>0.22919999999999163</c:v>
                </c:pt>
                <c:pt idx="526">
                  <c:v>0.22939999999999827</c:v>
                </c:pt>
                <c:pt idx="527">
                  <c:v>0.22950000000003001</c:v>
                </c:pt>
                <c:pt idx="528">
                  <c:v>0.22970000000003665</c:v>
                </c:pt>
                <c:pt idx="529">
                  <c:v>0.22980000000001155</c:v>
                </c:pt>
                <c:pt idx="530">
                  <c:v>0.22950000000003001</c:v>
                </c:pt>
                <c:pt idx="531">
                  <c:v>0.2289000000000101</c:v>
                </c:pt>
                <c:pt idx="532">
                  <c:v>0.22809999999998354</c:v>
                </c:pt>
              </c:numCache>
            </c:numRef>
          </c:yVal>
          <c:smooth val="1"/>
          <c:extLst>
            <c:ext xmlns:c16="http://schemas.microsoft.com/office/drawing/2014/chart" uri="{C3380CC4-5D6E-409C-BE32-E72D297353CC}">
              <c16:uniqueId val="{0000002C-4233-4E9D-9D6D-D06060CC9530}"/>
            </c:ext>
          </c:extLst>
        </c:ser>
        <c:ser>
          <c:idx val="45"/>
          <c:order val="45"/>
          <c:tx>
            <c:strRef>
              <c:f>PM50000_Temps_oc5l2_50000!$BCV$1</c:f>
              <c:strCache>
                <c:ptCount val="1"/>
                <c:pt idx="0">
                  <c:v>TELE_PM_INTERIOR.47</c:v>
                </c:pt>
              </c:strCache>
            </c:strRef>
          </c:tx>
          <c:spPr>
            <a:ln w="19050" cap="rnd">
              <a:solidFill>
                <a:schemeClr val="accent4">
                  <a:lumMod val="70000"/>
                </a:schemeClr>
              </a:solidFill>
              <a:round/>
            </a:ln>
            <a:effectLst/>
          </c:spPr>
          <c:marker>
            <c:symbol val="circle"/>
            <c:size val="5"/>
            <c:spPr>
              <a:solidFill>
                <a:schemeClr val="accent4">
                  <a:lumMod val="70000"/>
                </a:schemeClr>
              </a:solidFill>
              <a:ln w="9525">
                <a:solidFill>
                  <a:schemeClr val="accent4">
                    <a:lumMod val="7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PM50000_Temps_oc5l2_50000!$BCV$2:$BCV$536</c:f>
              <c:numCache>
                <c:formatCode>General</c:formatCode>
                <c:ptCount val="533"/>
                <c:pt idx="0">
                  <c:v>0</c:v>
                </c:pt>
                <c:pt idx="1">
                  <c:v>2.7500000000031832E-2</c:v>
                </c:pt>
                <c:pt idx="2">
                  <c:v>4.2700000000024829E-2</c:v>
                </c:pt>
                <c:pt idx="3">
                  <c:v>5.5600000000026739E-2</c:v>
                </c:pt>
                <c:pt idx="4">
                  <c:v>6.7800000000033833E-2</c:v>
                </c:pt>
                <c:pt idx="5">
                  <c:v>7.920000000001437E-2</c:v>
                </c:pt>
                <c:pt idx="6">
                  <c:v>8.9499999999986812E-2</c:v>
                </c:pt>
                <c:pt idx="7">
                  <c:v>9.8900000000014643E-2</c:v>
                </c:pt>
                <c:pt idx="8">
                  <c:v>0.10739999999998417</c:v>
                </c:pt>
                <c:pt idx="9">
                  <c:v>0.11500000000000909</c:v>
                </c:pt>
                <c:pt idx="10">
                  <c:v>0.12180000000000746</c:v>
                </c:pt>
                <c:pt idx="11">
                  <c:v>0.1279999999999859</c:v>
                </c:pt>
                <c:pt idx="12">
                  <c:v>0.13360000000000127</c:v>
                </c:pt>
                <c:pt idx="13">
                  <c:v>0.13859999999999673</c:v>
                </c:pt>
                <c:pt idx="14">
                  <c:v>0.1431999999999789</c:v>
                </c:pt>
                <c:pt idx="15">
                  <c:v>0.14730000000002974</c:v>
                </c:pt>
                <c:pt idx="16">
                  <c:v>0.15109999999998536</c:v>
                </c:pt>
                <c:pt idx="17">
                  <c:v>0.15449999999998454</c:v>
                </c:pt>
                <c:pt idx="18">
                  <c:v>0.15770000000003392</c:v>
                </c:pt>
                <c:pt idx="19">
                  <c:v>0.16050000000001319</c:v>
                </c:pt>
                <c:pt idx="20">
                  <c:v>0.16309999999998581</c:v>
                </c:pt>
                <c:pt idx="21">
                  <c:v>0.16550000000000864</c:v>
                </c:pt>
                <c:pt idx="22">
                  <c:v>0.16770000000002483</c:v>
                </c:pt>
                <c:pt idx="23">
                  <c:v>0.16970000000003438</c:v>
                </c:pt>
                <c:pt idx="24">
                  <c:v>0.17149999999998045</c:v>
                </c:pt>
                <c:pt idx="25">
                  <c:v>0.17310000000003356</c:v>
                </c:pt>
                <c:pt idx="26">
                  <c:v>0.17470000000002983</c:v>
                </c:pt>
                <c:pt idx="27">
                  <c:v>0.1763000000000261</c:v>
                </c:pt>
                <c:pt idx="28">
                  <c:v>0.17790000000002237</c:v>
                </c:pt>
                <c:pt idx="29">
                  <c:v>0.17959999999999354</c:v>
                </c:pt>
                <c:pt idx="30">
                  <c:v>0.18130000000002156</c:v>
                </c:pt>
                <c:pt idx="31">
                  <c:v>0.18290000000001783</c:v>
                </c:pt>
                <c:pt idx="32">
                  <c:v>0.18439999999998236</c:v>
                </c:pt>
                <c:pt idx="33">
                  <c:v>0.18580000000002883</c:v>
                </c:pt>
                <c:pt idx="34">
                  <c:v>0.18709999999998672</c:v>
                </c:pt>
                <c:pt idx="35">
                  <c:v>0.18830000000002656</c:v>
                </c:pt>
                <c:pt idx="36">
                  <c:v>0.18940000000003465</c:v>
                </c:pt>
                <c:pt idx="37">
                  <c:v>0.190400000000011</c:v>
                </c:pt>
                <c:pt idx="38">
                  <c:v>0.19139999999998736</c:v>
                </c:pt>
                <c:pt idx="39">
                  <c:v>0.19229999999998881</c:v>
                </c:pt>
                <c:pt idx="40">
                  <c:v>0.19310000000001537</c:v>
                </c:pt>
                <c:pt idx="41">
                  <c:v>0.19389999999998508</c:v>
                </c:pt>
                <c:pt idx="42">
                  <c:v>0.1945999999999799</c:v>
                </c:pt>
                <c:pt idx="43">
                  <c:v>0.19519999999999982</c:v>
                </c:pt>
                <c:pt idx="44">
                  <c:v>0.19580000000001974</c:v>
                </c:pt>
                <c:pt idx="45">
                  <c:v>0.19639999999998281</c:v>
                </c:pt>
                <c:pt idx="46">
                  <c:v>0.19690000000002783</c:v>
                </c:pt>
                <c:pt idx="47">
                  <c:v>0.19740000000001601</c:v>
                </c:pt>
                <c:pt idx="48">
                  <c:v>0.19780000000002929</c:v>
                </c:pt>
                <c:pt idx="49">
                  <c:v>0.19819999999998572</c:v>
                </c:pt>
                <c:pt idx="50">
                  <c:v>0.198599999999999</c:v>
                </c:pt>
                <c:pt idx="51">
                  <c:v>0.19900000000001228</c:v>
                </c:pt>
                <c:pt idx="52">
                  <c:v>0.19929999999999382</c:v>
                </c:pt>
                <c:pt idx="53">
                  <c:v>0.1996000000000322</c:v>
                </c:pt>
                <c:pt idx="54">
                  <c:v>0.19990000000001373</c:v>
                </c:pt>
                <c:pt idx="55">
                  <c:v>0.20019999999999527</c:v>
                </c:pt>
                <c:pt idx="56">
                  <c:v>0.20040000000000191</c:v>
                </c:pt>
                <c:pt idx="57">
                  <c:v>0.20060000000000855</c:v>
                </c:pt>
                <c:pt idx="58">
                  <c:v>0.20060000000000855</c:v>
                </c:pt>
                <c:pt idx="59">
                  <c:v>0.20040000000000191</c:v>
                </c:pt>
                <c:pt idx="60">
                  <c:v>0.20010000000002037</c:v>
                </c:pt>
                <c:pt idx="61">
                  <c:v>0.19979999999998199</c:v>
                </c:pt>
                <c:pt idx="62">
                  <c:v>0.19950000000000045</c:v>
                </c:pt>
                <c:pt idx="63">
                  <c:v>0.19920000000001892</c:v>
                </c:pt>
                <c:pt idx="64">
                  <c:v>0.19889999999998054</c:v>
                </c:pt>
                <c:pt idx="65">
                  <c:v>0.198599999999999</c:v>
                </c:pt>
                <c:pt idx="66">
                  <c:v>0.19839999999999236</c:v>
                </c:pt>
                <c:pt idx="67">
                  <c:v>0.19810000000001082</c:v>
                </c:pt>
                <c:pt idx="68">
                  <c:v>0.19790000000000418</c:v>
                </c:pt>
                <c:pt idx="69">
                  <c:v>0.19769999999999754</c:v>
                </c:pt>
                <c:pt idx="70">
                  <c:v>0.19749999999999091</c:v>
                </c:pt>
                <c:pt idx="71">
                  <c:v>0.19729999999998427</c:v>
                </c:pt>
                <c:pt idx="72">
                  <c:v>0.19720000000000937</c:v>
                </c:pt>
                <c:pt idx="73">
                  <c:v>0.19700000000000273</c:v>
                </c:pt>
                <c:pt idx="74">
                  <c:v>0.19690000000002783</c:v>
                </c:pt>
                <c:pt idx="75">
                  <c:v>0.19679999999999609</c:v>
                </c:pt>
                <c:pt idx="76">
                  <c:v>0.19659999999998945</c:v>
                </c:pt>
                <c:pt idx="77">
                  <c:v>0.19650000000001455</c:v>
                </c:pt>
                <c:pt idx="78">
                  <c:v>0.19639999999998281</c:v>
                </c:pt>
                <c:pt idx="79">
                  <c:v>0.19630000000000791</c:v>
                </c:pt>
                <c:pt idx="80">
                  <c:v>0.19620000000003301</c:v>
                </c:pt>
                <c:pt idx="81">
                  <c:v>0.19620000000003301</c:v>
                </c:pt>
                <c:pt idx="82">
                  <c:v>0.19610000000000127</c:v>
                </c:pt>
                <c:pt idx="83">
                  <c:v>0.19600000000002638</c:v>
                </c:pt>
                <c:pt idx="84">
                  <c:v>0.19600000000002638</c:v>
                </c:pt>
                <c:pt idx="85">
                  <c:v>0.19589999999999463</c:v>
                </c:pt>
                <c:pt idx="86">
                  <c:v>0.19580000000001974</c:v>
                </c:pt>
                <c:pt idx="87">
                  <c:v>0.19580000000001974</c:v>
                </c:pt>
                <c:pt idx="88">
                  <c:v>0.19569999999998799</c:v>
                </c:pt>
                <c:pt idx="89">
                  <c:v>0.19569999999998799</c:v>
                </c:pt>
                <c:pt idx="90">
                  <c:v>0.19569999999998799</c:v>
                </c:pt>
                <c:pt idx="91">
                  <c:v>0.1956000000000131</c:v>
                </c:pt>
                <c:pt idx="92">
                  <c:v>0.1956000000000131</c:v>
                </c:pt>
                <c:pt idx="93">
                  <c:v>0.1956000000000131</c:v>
                </c:pt>
                <c:pt idx="94">
                  <c:v>0.19549999999998136</c:v>
                </c:pt>
                <c:pt idx="95">
                  <c:v>0.19549999999998136</c:v>
                </c:pt>
                <c:pt idx="96">
                  <c:v>0.19549999999998136</c:v>
                </c:pt>
                <c:pt idx="97">
                  <c:v>0.19549999999998136</c:v>
                </c:pt>
                <c:pt idx="98">
                  <c:v>0.19540000000000646</c:v>
                </c:pt>
                <c:pt idx="99">
                  <c:v>0.19540000000000646</c:v>
                </c:pt>
                <c:pt idx="100">
                  <c:v>0.19540000000000646</c:v>
                </c:pt>
                <c:pt idx="101">
                  <c:v>0.19540000000000646</c:v>
                </c:pt>
                <c:pt idx="102">
                  <c:v>0.19540000000000646</c:v>
                </c:pt>
                <c:pt idx="103">
                  <c:v>0.19540000000000646</c:v>
                </c:pt>
                <c:pt idx="104">
                  <c:v>0.19530000000003156</c:v>
                </c:pt>
                <c:pt idx="105">
                  <c:v>0.19530000000003156</c:v>
                </c:pt>
                <c:pt idx="106">
                  <c:v>0.19530000000003156</c:v>
                </c:pt>
                <c:pt idx="107">
                  <c:v>0.19530000000003156</c:v>
                </c:pt>
                <c:pt idx="108">
                  <c:v>0.19530000000003156</c:v>
                </c:pt>
                <c:pt idx="109">
                  <c:v>0.19530000000003156</c:v>
                </c:pt>
                <c:pt idx="110">
                  <c:v>0.19530000000003156</c:v>
                </c:pt>
                <c:pt idx="111">
                  <c:v>0.19530000000003156</c:v>
                </c:pt>
                <c:pt idx="112">
                  <c:v>0.19540000000000646</c:v>
                </c:pt>
                <c:pt idx="113">
                  <c:v>0.19540000000000646</c:v>
                </c:pt>
                <c:pt idx="114">
                  <c:v>0.19540000000000646</c:v>
                </c:pt>
                <c:pt idx="115">
                  <c:v>0.19549999999998136</c:v>
                </c:pt>
                <c:pt idx="116">
                  <c:v>0.19549999999998136</c:v>
                </c:pt>
                <c:pt idx="117">
                  <c:v>0.19549999999998136</c:v>
                </c:pt>
                <c:pt idx="118">
                  <c:v>0.19549999999998136</c:v>
                </c:pt>
                <c:pt idx="119">
                  <c:v>0.1956000000000131</c:v>
                </c:pt>
                <c:pt idx="120">
                  <c:v>0.1956000000000131</c:v>
                </c:pt>
                <c:pt idx="121">
                  <c:v>0.1956000000000131</c:v>
                </c:pt>
                <c:pt idx="122">
                  <c:v>0.19569999999998799</c:v>
                </c:pt>
                <c:pt idx="123">
                  <c:v>0.19569999999998799</c:v>
                </c:pt>
                <c:pt idx="124">
                  <c:v>0.19569999999998799</c:v>
                </c:pt>
                <c:pt idx="125">
                  <c:v>0.19569999999998799</c:v>
                </c:pt>
                <c:pt idx="126">
                  <c:v>0.19569999999998799</c:v>
                </c:pt>
                <c:pt idx="127">
                  <c:v>0.19580000000001974</c:v>
                </c:pt>
                <c:pt idx="128">
                  <c:v>0.19580000000001974</c:v>
                </c:pt>
                <c:pt idx="129">
                  <c:v>0.19580000000001974</c:v>
                </c:pt>
                <c:pt idx="130">
                  <c:v>0.19580000000001974</c:v>
                </c:pt>
                <c:pt idx="131">
                  <c:v>0.19580000000001974</c:v>
                </c:pt>
                <c:pt idx="132">
                  <c:v>0.19589999999999463</c:v>
                </c:pt>
                <c:pt idx="133">
                  <c:v>0.19589999999999463</c:v>
                </c:pt>
                <c:pt idx="134">
                  <c:v>0.19589999999999463</c:v>
                </c:pt>
                <c:pt idx="135">
                  <c:v>0.19589999999999463</c:v>
                </c:pt>
                <c:pt idx="136">
                  <c:v>0.19589999999999463</c:v>
                </c:pt>
                <c:pt idx="137">
                  <c:v>0.19589999999999463</c:v>
                </c:pt>
                <c:pt idx="138">
                  <c:v>0.19589999999999463</c:v>
                </c:pt>
                <c:pt idx="139">
                  <c:v>0.19589999999999463</c:v>
                </c:pt>
                <c:pt idx="140">
                  <c:v>0.19600000000002638</c:v>
                </c:pt>
                <c:pt idx="141">
                  <c:v>0.19600000000002638</c:v>
                </c:pt>
                <c:pt idx="142">
                  <c:v>0.19600000000002638</c:v>
                </c:pt>
                <c:pt idx="143">
                  <c:v>0.19600000000002638</c:v>
                </c:pt>
                <c:pt idx="144">
                  <c:v>0.19600000000002638</c:v>
                </c:pt>
                <c:pt idx="145">
                  <c:v>0.19600000000002638</c:v>
                </c:pt>
                <c:pt idx="146">
                  <c:v>0.19600000000002638</c:v>
                </c:pt>
                <c:pt idx="147">
                  <c:v>0.19600000000002638</c:v>
                </c:pt>
                <c:pt idx="148">
                  <c:v>0.19600000000002638</c:v>
                </c:pt>
                <c:pt idx="149">
                  <c:v>0.19600000000002638</c:v>
                </c:pt>
                <c:pt idx="150">
                  <c:v>0.19600000000002638</c:v>
                </c:pt>
                <c:pt idx="151">
                  <c:v>0.19600000000002638</c:v>
                </c:pt>
                <c:pt idx="152">
                  <c:v>0.19610000000000127</c:v>
                </c:pt>
                <c:pt idx="153">
                  <c:v>0.19610000000000127</c:v>
                </c:pt>
                <c:pt idx="154">
                  <c:v>0.19610000000000127</c:v>
                </c:pt>
                <c:pt idx="155">
                  <c:v>0.19610000000000127</c:v>
                </c:pt>
                <c:pt idx="156">
                  <c:v>0.19610000000000127</c:v>
                </c:pt>
                <c:pt idx="157">
                  <c:v>0.19610000000000127</c:v>
                </c:pt>
                <c:pt idx="158">
                  <c:v>0.19610000000000127</c:v>
                </c:pt>
                <c:pt idx="159">
                  <c:v>0.19600000000002638</c:v>
                </c:pt>
                <c:pt idx="160">
                  <c:v>0.19580000000001974</c:v>
                </c:pt>
                <c:pt idx="161">
                  <c:v>0.19569999999998799</c:v>
                </c:pt>
                <c:pt idx="162">
                  <c:v>0.19549999999998136</c:v>
                </c:pt>
                <c:pt idx="163">
                  <c:v>0.19530000000003156</c:v>
                </c:pt>
                <c:pt idx="164">
                  <c:v>0.19510000000002492</c:v>
                </c:pt>
                <c:pt idx="165">
                  <c:v>0.19490000000001828</c:v>
                </c:pt>
                <c:pt idx="166">
                  <c:v>0.19470000000001164</c:v>
                </c:pt>
                <c:pt idx="167">
                  <c:v>0.194500000000005</c:v>
                </c:pt>
                <c:pt idx="168">
                  <c:v>0.1944000000000301</c:v>
                </c:pt>
                <c:pt idx="169">
                  <c:v>0.19420000000002346</c:v>
                </c:pt>
                <c:pt idx="170">
                  <c:v>0.19409999999999172</c:v>
                </c:pt>
                <c:pt idx="171">
                  <c:v>0.19389999999998508</c:v>
                </c:pt>
                <c:pt idx="172">
                  <c:v>0.19380000000001019</c:v>
                </c:pt>
                <c:pt idx="173">
                  <c:v>0.19360000000000355</c:v>
                </c:pt>
                <c:pt idx="174">
                  <c:v>0.19350000000002865</c:v>
                </c:pt>
                <c:pt idx="175">
                  <c:v>0.19339999999999691</c:v>
                </c:pt>
                <c:pt idx="176">
                  <c:v>0.19330000000002201</c:v>
                </c:pt>
                <c:pt idx="177">
                  <c:v>0.19319999999999027</c:v>
                </c:pt>
                <c:pt idx="178">
                  <c:v>0.19310000000001537</c:v>
                </c:pt>
                <c:pt idx="179">
                  <c:v>0.19299999999998363</c:v>
                </c:pt>
                <c:pt idx="180">
                  <c:v>0.19290000000000873</c:v>
                </c:pt>
                <c:pt idx="181">
                  <c:v>0.19280000000003383</c:v>
                </c:pt>
                <c:pt idx="182">
                  <c:v>0.19270000000000209</c:v>
                </c:pt>
                <c:pt idx="183">
                  <c:v>0.19270000000000209</c:v>
                </c:pt>
                <c:pt idx="184">
                  <c:v>0.19280000000003383</c:v>
                </c:pt>
                <c:pt idx="185">
                  <c:v>0.19319999999999027</c:v>
                </c:pt>
                <c:pt idx="186">
                  <c:v>0.19360000000000355</c:v>
                </c:pt>
                <c:pt idx="187">
                  <c:v>0.19420000000002346</c:v>
                </c:pt>
                <c:pt idx="188">
                  <c:v>0.19470000000001164</c:v>
                </c:pt>
                <c:pt idx="189">
                  <c:v>0.19530000000003156</c:v>
                </c:pt>
                <c:pt idx="190">
                  <c:v>0.19580000000001974</c:v>
                </c:pt>
                <c:pt idx="191">
                  <c:v>0.19630000000000791</c:v>
                </c:pt>
                <c:pt idx="192">
                  <c:v>0.19679999999999609</c:v>
                </c:pt>
                <c:pt idx="193">
                  <c:v>0.19720000000000937</c:v>
                </c:pt>
                <c:pt idx="194">
                  <c:v>0.19760000000002265</c:v>
                </c:pt>
                <c:pt idx="195">
                  <c:v>0.19799999999997908</c:v>
                </c:pt>
                <c:pt idx="196">
                  <c:v>0.19839999999999236</c:v>
                </c:pt>
                <c:pt idx="197">
                  <c:v>0.19870000000003074</c:v>
                </c:pt>
                <c:pt idx="198">
                  <c:v>0.19900000000001228</c:v>
                </c:pt>
                <c:pt idx="199">
                  <c:v>0.19929999999999382</c:v>
                </c:pt>
                <c:pt idx="200">
                  <c:v>0.1996000000000322</c:v>
                </c:pt>
                <c:pt idx="201">
                  <c:v>0.19990000000001373</c:v>
                </c:pt>
                <c:pt idx="202">
                  <c:v>0.20010000000002037</c:v>
                </c:pt>
                <c:pt idx="203">
                  <c:v>0.20040000000000191</c:v>
                </c:pt>
                <c:pt idx="204">
                  <c:v>0.20060000000000855</c:v>
                </c:pt>
                <c:pt idx="205">
                  <c:v>0.20080000000001519</c:v>
                </c:pt>
                <c:pt idx="206">
                  <c:v>0.20089999999999009</c:v>
                </c:pt>
                <c:pt idx="207">
                  <c:v>0.20109999999999673</c:v>
                </c:pt>
                <c:pt idx="208">
                  <c:v>0.20130000000000337</c:v>
                </c:pt>
                <c:pt idx="209">
                  <c:v>0.20140000000003511</c:v>
                </c:pt>
                <c:pt idx="210">
                  <c:v>0.2015999999999849</c:v>
                </c:pt>
                <c:pt idx="211">
                  <c:v>0.20170000000001664</c:v>
                </c:pt>
                <c:pt idx="212">
                  <c:v>0.20179999999999154</c:v>
                </c:pt>
                <c:pt idx="213">
                  <c:v>0.20190000000002328</c:v>
                </c:pt>
                <c:pt idx="214">
                  <c:v>0.20199999999999818</c:v>
                </c:pt>
                <c:pt idx="215">
                  <c:v>0.20179999999999154</c:v>
                </c:pt>
                <c:pt idx="216">
                  <c:v>0.2015999999999849</c:v>
                </c:pt>
                <c:pt idx="217">
                  <c:v>0.20120000000002847</c:v>
                </c:pt>
                <c:pt idx="218">
                  <c:v>0.20080000000001519</c:v>
                </c:pt>
                <c:pt idx="219">
                  <c:v>0.20040000000000191</c:v>
                </c:pt>
                <c:pt idx="220">
                  <c:v>0.19999999999998863</c:v>
                </c:pt>
                <c:pt idx="221">
                  <c:v>0.19970000000000709</c:v>
                </c:pt>
                <c:pt idx="222">
                  <c:v>0.19929999999999382</c:v>
                </c:pt>
                <c:pt idx="223">
                  <c:v>0.19900000000001228</c:v>
                </c:pt>
                <c:pt idx="224">
                  <c:v>0.19870000000003074</c:v>
                </c:pt>
                <c:pt idx="225">
                  <c:v>0.1985000000000241</c:v>
                </c:pt>
                <c:pt idx="226">
                  <c:v>0.19819999999998572</c:v>
                </c:pt>
                <c:pt idx="227">
                  <c:v>0.19799999999997908</c:v>
                </c:pt>
                <c:pt idx="228">
                  <c:v>0.19780000000002929</c:v>
                </c:pt>
                <c:pt idx="229">
                  <c:v>0.19760000000002265</c:v>
                </c:pt>
                <c:pt idx="230">
                  <c:v>0.19740000000001601</c:v>
                </c:pt>
                <c:pt idx="231">
                  <c:v>0.19729999999998427</c:v>
                </c:pt>
                <c:pt idx="232">
                  <c:v>0.19710000000003447</c:v>
                </c:pt>
                <c:pt idx="233">
                  <c:v>0.19700000000000273</c:v>
                </c:pt>
                <c:pt idx="234">
                  <c:v>0.19679999999999609</c:v>
                </c:pt>
                <c:pt idx="235">
                  <c:v>0.19670000000002119</c:v>
                </c:pt>
                <c:pt idx="236">
                  <c:v>0.19659999999998945</c:v>
                </c:pt>
                <c:pt idx="237">
                  <c:v>0.19650000000001455</c:v>
                </c:pt>
                <c:pt idx="238">
                  <c:v>0.19639999999998281</c:v>
                </c:pt>
                <c:pt idx="239">
                  <c:v>0.19630000000000791</c:v>
                </c:pt>
                <c:pt idx="240">
                  <c:v>0.19620000000003301</c:v>
                </c:pt>
                <c:pt idx="241">
                  <c:v>0.19610000000000127</c:v>
                </c:pt>
                <c:pt idx="242">
                  <c:v>0.19610000000000127</c:v>
                </c:pt>
                <c:pt idx="243">
                  <c:v>0.19600000000002638</c:v>
                </c:pt>
                <c:pt idx="244">
                  <c:v>0.19589999999999463</c:v>
                </c:pt>
                <c:pt idx="245">
                  <c:v>0.19589999999999463</c:v>
                </c:pt>
                <c:pt idx="246">
                  <c:v>0.19580000000001974</c:v>
                </c:pt>
                <c:pt idx="247">
                  <c:v>0.19580000000001974</c:v>
                </c:pt>
                <c:pt idx="248">
                  <c:v>0.19569999999998799</c:v>
                </c:pt>
                <c:pt idx="249">
                  <c:v>0.19569999999998799</c:v>
                </c:pt>
                <c:pt idx="250">
                  <c:v>0.19569999999998799</c:v>
                </c:pt>
                <c:pt idx="251">
                  <c:v>0.1956000000000131</c:v>
                </c:pt>
                <c:pt idx="252">
                  <c:v>0.1956000000000131</c:v>
                </c:pt>
                <c:pt idx="253">
                  <c:v>0.1956000000000131</c:v>
                </c:pt>
                <c:pt idx="254">
                  <c:v>0.19549999999998136</c:v>
                </c:pt>
                <c:pt idx="255">
                  <c:v>0.19549999999998136</c:v>
                </c:pt>
                <c:pt idx="256">
                  <c:v>0.19549999999998136</c:v>
                </c:pt>
                <c:pt idx="257">
                  <c:v>0.19549999999998136</c:v>
                </c:pt>
                <c:pt idx="258">
                  <c:v>0.19540000000000646</c:v>
                </c:pt>
                <c:pt idx="259">
                  <c:v>0.19540000000000646</c:v>
                </c:pt>
                <c:pt idx="260">
                  <c:v>0.19540000000000646</c:v>
                </c:pt>
                <c:pt idx="261">
                  <c:v>0.19540000000000646</c:v>
                </c:pt>
                <c:pt idx="262">
                  <c:v>0.19540000000000646</c:v>
                </c:pt>
                <c:pt idx="263">
                  <c:v>0.19540000000000646</c:v>
                </c:pt>
                <c:pt idx="264">
                  <c:v>0.19540000000000646</c:v>
                </c:pt>
                <c:pt idx="265">
                  <c:v>0.19540000000000646</c:v>
                </c:pt>
                <c:pt idx="266">
                  <c:v>0.19540000000000646</c:v>
                </c:pt>
                <c:pt idx="267">
                  <c:v>0.19540000000000646</c:v>
                </c:pt>
                <c:pt idx="268">
                  <c:v>0.19540000000000646</c:v>
                </c:pt>
                <c:pt idx="269">
                  <c:v>0.19540000000000646</c:v>
                </c:pt>
                <c:pt idx="270">
                  <c:v>0.19540000000000646</c:v>
                </c:pt>
                <c:pt idx="271">
                  <c:v>0.19549999999998136</c:v>
                </c:pt>
                <c:pt idx="272">
                  <c:v>0.19549999999998136</c:v>
                </c:pt>
                <c:pt idx="273">
                  <c:v>0.19549999999998136</c:v>
                </c:pt>
                <c:pt idx="274">
                  <c:v>0.1956000000000131</c:v>
                </c:pt>
                <c:pt idx="275">
                  <c:v>0.1956000000000131</c:v>
                </c:pt>
                <c:pt idx="276">
                  <c:v>0.1956000000000131</c:v>
                </c:pt>
                <c:pt idx="277">
                  <c:v>0.1956000000000131</c:v>
                </c:pt>
                <c:pt idx="278">
                  <c:v>0.19569999999998799</c:v>
                </c:pt>
                <c:pt idx="279">
                  <c:v>0.19569999999998799</c:v>
                </c:pt>
                <c:pt idx="280">
                  <c:v>0.19569999999998799</c:v>
                </c:pt>
                <c:pt idx="281">
                  <c:v>0.19569999999998799</c:v>
                </c:pt>
                <c:pt idx="282">
                  <c:v>0.19569999999998799</c:v>
                </c:pt>
                <c:pt idx="283">
                  <c:v>0.19580000000001974</c:v>
                </c:pt>
                <c:pt idx="284">
                  <c:v>0.19580000000001974</c:v>
                </c:pt>
                <c:pt idx="285">
                  <c:v>0.19580000000001974</c:v>
                </c:pt>
                <c:pt idx="286">
                  <c:v>0.19580000000001974</c:v>
                </c:pt>
                <c:pt idx="287">
                  <c:v>0.19580000000001974</c:v>
                </c:pt>
                <c:pt idx="288">
                  <c:v>0.19589999999999463</c:v>
                </c:pt>
                <c:pt idx="289">
                  <c:v>0.19589999999999463</c:v>
                </c:pt>
                <c:pt idx="290">
                  <c:v>0.19589999999999463</c:v>
                </c:pt>
                <c:pt idx="291">
                  <c:v>0.19589999999999463</c:v>
                </c:pt>
                <c:pt idx="292">
                  <c:v>0.19589999999999463</c:v>
                </c:pt>
                <c:pt idx="293">
                  <c:v>0.19589999999999463</c:v>
                </c:pt>
                <c:pt idx="294">
                  <c:v>0.19589999999999463</c:v>
                </c:pt>
                <c:pt idx="295">
                  <c:v>0.19600000000002638</c:v>
                </c:pt>
                <c:pt idx="296">
                  <c:v>0.19600000000002638</c:v>
                </c:pt>
                <c:pt idx="297">
                  <c:v>0.19600000000002638</c:v>
                </c:pt>
                <c:pt idx="298">
                  <c:v>0.19600000000002638</c:v>
                </c:pt>
                <c:pt idx="299">
                  <c:v>0.19600000000002638</c:v>
                </c:pt>
                <c:pt idx="300">
                  <c:v>0.19600000000002638</c:v>
                </c:pt>
                <c:pt idx="301">
                  <c:v>0.19600000000002638</c:v>
                </c:pt>
                <c:pt idx="302">
                  <c:v>0.19600000000002638</c:v>
                </c:pt>
                <c:pt idx="303">
                  <c:v>0.19600000000002638</c:v>
                </c:pt>
                <c:pt idx="304">
                  <c:v>0.19600000000002638</c:v>
                </c:pt>
                <c:pt idx="305">
                  <c:v>0.19600000000002638</c:v>
                </c:pt>
                <c:pt idx="306">
                  <c:v>0.19600000000002638</c:v>
                </c:pt>
                <c:pt idx="307">
                  <c:v>0.19610000000000127</c:v>
                </c:pt>
                <c:pt idx="308">
                  <c:v>0.19610000000000127</c:v>
                </c:pt>
                <c:pt idx="309">
                  <c:v>0.19610000000000127</c:v>
                </c:pt>
                <c:pt idx="310">
                  <c:v>0.19610000000000127</c:v>
                </c:pt>
                <c:pt idx="311">
                  <c:v>0.19610000000000127</c:v>
                </c:pt>
                <c:pt idx="312">
                  <c:v>0.19610000000000127</c:v>
                </c:pt>
                <c:pt idx="313">
                  <c:v>0.19610000000000127</c:v>
                </c:pt>
                <c:pt idx="314">
                  <c:v>0.19610000000000127</c:v>
                </c:pt>
                <c:pt idx="315">
                  <c:v>0.19610000000000127</c:v>
                </c:pt>
                <c:pt idx="316">
                  <c:v>0.19600000000002638</c:v>
                </c:pt>
                <c:pt idx="317">
                  <c:v>0.19580000000001974</c:v>
                </c:pt>
                <c:pt idx="318">
                  <c:v>0.19569999999998799</c:v>
                </c:pt>
                <c:pt idx="319">
                  <c:v>0.19549999999998136</c:v>
                </c:pt>
                <c:pt idx="320">
                  <c:v>0.19530000000003156</c:v>
                </c:pt>
                <c:pt idx="321">
                  <c:v>0.19510000000002492</c:v>
                </c:pt>
                <c:pt idx="322">
                  <c:v>0.19490000000001828</c:v>
                </c:pt>
                <c:pt idx="323">
                  <c:v>0.19470000000001164</c:v>
                </c:pt>
                <c:pt idx="324">
                  <c:v>0.194500000000005</c:v>
                </c:pt>
                <c:pt idx="325">
                  <c:v>0.1944000000000301</c:v>
                </c:pt>
                <c:pt idx="326">
                  <c:v>0.19420000000002346</c:v>
                </c:pt>
                <c:pt idx="327">
                  <c:v>0.19400000000001683</c:v>
                </c:pt>
                <c:pt idx="328">
                  <c:v>0.19389999999998508</c:v>
                </c:pt>
                <c:pt idx="329">
                  <c:v>0.19380000000001019</c:v>
                </c:pt>
                <c:pt idx="330">
                  <c:v>0.19360000000000355</c:v>
                </c:pt>
                <c:pt idx="331">
                  <c:v>0.19350000000002865</c:v>
                </c:pt>
                <c:pt idx="332">
                  <c:v>0.19339999999999691</c:v>
                </c:pt>
                <c:pt idx="333">
                  <c:v>0.19330000000002201</c:v>
                </c:pt>
                <c:pt idx="334">
                  <c:v>0.19319999999999027</c:v>
                </c:pt>
                <c:pt idx="335">
                  <c:v>0.19310000000001537</c:v>
                </c:pt>
                <c:pt idx="336">
                  <c:v>0.19299999999998363</c:v>
                </c:pt>
                <c:pt idx="337">
                  <c:v>0.19290000000000873</c:v>
                </c:pt>
                <c:pt idx="338">
                  <c:v>0.19280000000003383</c:v>
                </c:pt>
                <c:pt idx="339">
                  <c:v>0.19270000000000209</c:v>
                </c:pt>
                <c:pt idx="340">
                  <c:v>0.19270000000000209</c:v>
                </c:pt>
                <c:pt idx="341">
                  <c:v>0.19290000000000873</c:v>
                </c:pt>
                <c:pt idx="342">
                  <c:v>0.19319999999999027</c:v>
                </c:pt>
                <c:pt idx="343">
                  <c:v>0.19370000000003529</c:v>
                </c:pt>
                <c:pt idx="344">
                  <c:v>0.19429999999999836</c:v>
                </c:pt>
                <c:pt idx="345">
                  <c:v>0.19479999999998654</c:v>
                </c:pt>
                <c:pt idx="346">
                  <c:v>0.19540000000000646</c:v>
                </c:pt>
                <c:pt idx="347">
                  <c:v>0.19589999999999463</c:v>
                </c:pt>
                <c:pt idx="348">
                  <c:v>0.19639999999998281</c:v>
                </c:pt>
                <c:pt idx="349">
                  <c:v>0.19690000000002783</c:v>
                </c:pt>
                <c:pt idx="350">
                  <c:v>0.19729999999998427</c:v>
                </c:pt>
                <c:pt idx="351">
                  <c:v>0.19769999999999754</c:v>
                </c:pt>
                <c:pt idx="352">
                  <c:v>0.19810000000001082</c:v>
                </c:pt>
                <c:pt idx="353">
                  <c:v>0.19839999999999236</c:v>
                </c:pt>
                <c:pt idx="354">
                  <c:v>0.19880000000000564</c:v>
                </c:pt>
                <c:pt idx="355">
                  <c:v>0.19909999999998718</c:v>
                </c:pt>
                <c:pt idx="356">
                  <c:v>0.19940000000002556</c:v>
                </c:pt>
                <c:pt idx="357">
                  <c:v>0.19970000000000709</c:v>
                </c:pt>
                <c:pt idx="358">
                  <c:v>0.19990000000001373</c:v>
                </c:pt>
                <c:pt idx="359">
                  <c:v>0.20019999999999527</c:v>
                </c:pt>
                <c:pt idx="360">
                  <c:v>0.20040000000000191</c:v>
                </c:pt>
                <c:pt idx="361">
                  <c:v>0.20040000000000191</c:v>
                </c:pt>
                <c:pt idx="362">
                  <c:v>0.20060000000000855</c:v>
                </c:pt>
                <c:pt idx="363">
                  <c:v>0.20080000000001519</c:v>
                </c:pt>
                <c:pt idx="364">
                  <c:v>0.20100000000002183</c:v>
                </c:pt>
                <c:pt idx="365">
                  <c:v>0.20109999999999673</c:v>
                </c:pt>
                <c:pt idx="366">
                  <c:v>0.20130000000000337</c:v>
                </c:pt>
                <c:pt idx="367">
                  <c:v>0.20150000000001</c:v>
                </c:pt>
                <c:pt idx="368">
                  <c:v>0.2015999999999849</c:v>
                </c:pt>
                <c:pt idx="369">
                  <c:v>0.20170000000001664</c:v>
                </c:pt>
                <c:pt idx="370">
                  <c:v>0.20190000000002328</c:v>
                </c:pt>
                <c:pt idx="371">
                  <c:v>0.20199999999999818</c:v>
                </c:pt>
                <c:pt idx="372">
                  <c:v>0.20199999999999818</c:v>
                </c:pt>
                <c:pt idx="373">
                  <c:v>0.20179999999999154</c:v>
                </c:pt>
                <c:pt idx="374">
                  <c:v>0.20150000000001</c:v>
                </c:pt>
                <c:pt idx="375">
                  <c:v>0.20109999999999673</c:v>
                </c:pt>
                <c:pt idx="376">
                  <c:v>0.20080000000001519</c:v>
                </c:pt>
                <c:pt idx="377">
                  <c:v>0.20040000000000191</c:v>
                </c:pt>
                <c:pt idx="378">
                  <c:v>0.19999999999998863</c:v>
                </c:pt>
                <c:pt idx="379">
                  <c:v>0.1996000000000322</c:v>
                </c:pt>
                <c:pt idx="380">
                  <c:v>0.19929999999999382</c:v>
                </c:pt>
                <c:pt idx="381">
                  <c:v>0.19900000000001228</c:v>
                </c:pt>
                <c:pt idx="382">
                  <c:v>0.19870000000003074</c:v>
                </c:pt>
                <c:pt idx="383">
                  <c:v>0.19839999999999236</c:v>
                </c:pt>
                <c:pt idx="384">
                  <c:v>0.19819999999998572</c:v>
                </c:pt>
                <c:pt idx="385">
                  <c:v>0.19799999999997908</c:v>
                </c:pt>
                <c:pt idx="386">
                  <c:v>0.19780000000002929</c:v>
                </c:pt>
                <c:pt idx="387">
                  <c:v>0.19760000000002265</c:v>
                </c:pt>
                <c:pt idx="388">
                  <c:v>0.19740000000001601</c:v>
                </c:pt>
                <c:pt idx="389">
                  <c:v>0.19720000000000937</c:v>
                </c:pt>
                <c:pt idx="390">
                  <c:v>0.19710000000003447</c:v>
                </c:pt>
                <c:pt idx="391">
                  <c:v>0.19690000000002783</c:v>
                </c:pt>
                <c:pt idx="392">
                  <c:v>0.19679999999999609</c:v>
                </c:pt>
                <c:pt idx="393">
                  <c:v>0.19670000000002119</c:v>
                </c:pt>
                <c:pt idx="394">
                  <c:v>0.19659999999998945</c:v>
                </c:pt>
                <c:pt idx="395">
                  <c:v>0.19650000000001455</c:v>
                </c:pt>
                <c:pt idx="396">
                  <c:v>0.19639999999998281</c:v>
                </c:pt>
                <c:pt idx="397">
                  <c:v>0.19630000000000791</c:v>
                </c:pt>
                <c:pt idx="398">
                  <c:v>0.19620000000003301</c:v>
                </c:pt>
                <c:pt idx="399">
                  <c:v>0.19610000000000127</c:v>
                </c:pt>
                <c:pt idx="400">
                  <c:v>0.19610000000000127</c:v>
                </c:pt>
                <c:pt idx="401">
                  <c:v>0.19600000000002638</c:v>
                </c:pt>
                <c:pt idx="402">
                  <c:v>0.19589999999999463</c:v>
                </c:pt>
                <c:pt idx="403">
                  <c:v>0.19589999999999463</c:v>
                </c:pt>
                <c:pt idx="404">
                  <c:v>0.19580000000001974</c:v>
                </c:pt>
                <c:pt idx="405">
                  <c:v>0.19580000000001974</c:v>
                </c:pt>
                <c:pt idx="406">
                  <c:v>0.19569999999998799</c:v>
                </c:pt>
                <c:pt idx="407">
                  <c:v>0.19569999999998799</c:v>
                </c:pt>
                <c:pt idx="408">
                  <c:v>0.19569999999998799</c:v>
                </c:pt>
                <c:pt idx="409">
                  <c:v>0.1956000000000131</c:v>
                </c:pt>
                <c:pt idx="410">
                  <c:v>0.1956000000000131</c:v>
                </c:pt>
                <c:pt idx="411">
                  <c:v>0.1956000000000131</c:v>
                </c:pt>
                <c:pt idx="412">
                  <c:v>0.19549999999998136</c:v>
                </c:pt>
                <c:pt idx="413">
                  <c:v>0.19549999999998136</c:v>
                </c:pt>
                <c:pt idx="414">
                  <c:v>0.19549999999998136</c:v>
                </c:pt>
                <c:pt idx="415">
                  <c:v>0.19549999999998136</c:v>
                </c:pt>
                <c:pt idx="416">
                  <c:v>0.19540000000000646</c:v>
                </c:pt>
                <c:pt idx="417">
                  <c:v>0.19540000000000646</c:v>
                </c:pt>
                <c:pt idx="418">
                  <c:v>0.19540000000000646</c:v>
                </c:pt>
                <c:pt idx="419">
                  <c:v>0.19540000000000646</c:v>
                </c:pt>
                <c:pt idx="420">
                  <c:v>0.19540000000000646</c:v>
                </c:pt>
                <c:pt idx="421">
                  <c:v>0.19540000000000646</c:v>
                </c:pt>
                <c:pt idx="422">
                  <c:v>0.19540000000000646</c:v>
                </c:pt>
                <c:pt idx="423">
                  <c:v>0.19530000000003156</c:v>
                </c:pt>
                <c:pt idx="424">
                  <c:v>0.19540000000000646</c:v>
                </c:pt>
                <c:pt idx="425">
                  <c:v>0.19540000000000646</c:v>
                </c:pt>
                <c:pt idx="426">
                  <c:v>0.19540000000000646</c:v>
                </c:pt>
                <c:pt idx="427">
                  <c:v>0.19540000000000646</c:v>
                </c:pt>
                <c:pt idx="428">
                  <c:v>0.19540000000000646</c:v>
                </c:pt>
                <c:pt idx="429">
                  <c:v>0.19549999999998136</c:v>
                </c:pt>
                <c:pt idx="430">
                  <c:v>0.19549999999998136</c:v>
                </c:pt>
                <c:pt idx="431">
                  <c:v>0.19549999999998136</c:v>
                </c:pt>
                <c:pt idx="432">
                  <c:v>0.1956000000000131</c:v>
                </c:pt>
                <c:pt idx="433">
                  <c:v>0.1956000000000131</c:v>
                </c:pt>
                <c:pt idx="434">
                  <c:v>0.1956000000000131</c:v>
                </c:pt>
                <c:pt idx="435">
                  <c:v>0.1956000000000131</c:v>
                </c:pt>
                <c:pt idx="436">
                  <c:v>0.19569999999998799</c:v>
                </c:pt>
                <c:pt idx="437">
                  <c:v>0.19569999999998799</c:v>
                </c:pt>
                <c:pt idx="438">
                  <c:v>0.19569999999998799</c:v>
                </c:pt>
                <c:pt idx="439">
                  <c:v>0.19569999999998799</c:v>
                </c:pt>
                <c:pt idx="440">
                  <c:v>0.19569999999998799</c:v>
                </c:pt>
                <c:pt idx="441">
                  <c:v>0.19580000000001974</c:v>
                </c:pt>
                <c:pt idx="442">
                  <c:v>0.19580000000001974</c:v>
                </c:pt>
                <c:pt idx="443">
                  <c:v>0.19580000000001974</c:v>
                </c:pt>
                <c:pt idx="444">
                  <c:v>0.19580000000001974</c:v>
                </c:pt>
                <c:pt idx="445">
                  <c:v>0.19580000000001974</c:v>
                </c:pt>
                <c:pt idx="446">
                  <c:v>0.19589999999999463</c:v>
                </c:pt>
                <c:pt idx="447">
                  <c:v>0.19589999999999463</c:v>
                </c:pt>
                <c:pt idx="448">
                  <c:v>0.19589999999999463</c:v>
                </c:pt>
                <c:pt idx="449">
                  <c:v>0.19589999999999463</c:v>
                </c:pt>
                <c:pt idx="450">
                  <c:v>0.19589999999999463</c:v>
                </c:pt>
                <c:pt idx="451">
                  <c:v>0.19589999999999463</c:v>
                </c:pt>
                <c:pt idx="452">
                  <c:v>0.19589999999999463</c:v>
                </c:pt>
                <c:pt idx="453">
                  <c:v>0.19589999999999463</c:v>
                </c:pt>
                <c:pt idx="454">
                  <c:v>0.19600000000002638</c:v>
                </c:pt>
                <c:pt idx="455">
                  <c:v>0.19600000000002638</c:v>
                </c:pt>
                <c:pt idx="456">
                  <c:v>0.19600000000002638</c:v>
                </c:pt>
                <c:pt idx="457">
                  <c:v>0.19600000000002638</c:v>
                </c:pt>
                <c:pt idx="458">
                  <c:v>0.19600000000002638</c:v>
                </c:pt>
                <c:pt idx="459">
                  <c:v>0.19600000000002638</c:v>
                </c:pt>
                <c:pt idx="460">
                  <c:v>0.19600000000002638</c:v>
                </c:pt>
                <c:pt idx="461">
                  <c:v>0.19600000000002638</c:v>
                </c:pt>
                <c:pt idx="462">
                  <c:v>0.19600000000002638</c:v>
                </c:pt>
                <c:pt idx="463">
                  <c:v>0.19600000000002638</c:v>
                </c:pt>
                <c:pt idx="464">
                  <c:v>0.19600000000002638</c:v>
                </c:pt>
                <c:pt idx="465">
                  <c:v>0.19600000000002638</c:v>
                </c:pt>
                <c:pt idx="466">
                  <c:v>0.19610000000000127</c:v>
                </c:pt>
                <c:pt idx="467">
                  <c:v>0.19610000000000127</c:v>
                </c:pt>
                <c:pt idx="468">
                  <c:v>0.19610000000000127</c:v>
                </c:pt>
                <c:pt idx="469">
                  <c:v>0.19610000000000127</c:v>
                </c:pt>
                <c:pt idx="470">
                  <c:v>0.19610000000000127</c:v>
                </c:pt>
                <c:pt idx="471">
                  <c:v>0.19610000000000127</c:v>
                </c:pt>
                <c:pt idx="472">
                  <c:v>0.19610000000000127</c:v>
                </c:pt>
                <c:pt idx="473">
                  <c:v>0.19610000000000127</c:v>
                </c:pt>
                <c:pt idx="474">
                  <c:v>0.19600000000002638</c:v>
                </c:pt>
                <c:pt idx="475">
                  <c:v>0.19589999999999463</c:v>
                </c:pt>
                <c:pt idx="476">
                  <c:v>0.19580000000001974</c:v>
                </c:pt>
                <c:pt idx="477">
                  <c:v>0.1956000000000131</c:v>
                </c:pt>
                <c:pt idx="478">
                  <c:v>0.19540000000000646</c:v>
                </c:pt>
                <c:pt idx="479">
                  <c:v>0.19519999999999982</c:v>
                </c:pt>
                <c:pt idx="480">
                  <c:v>0.19499999999999318</c:v>
                </c:pt>
                <c:pt idx="481">
                  <c:v>0.19479999999998654</c:v>
                </c:pt>
                <c:pt idx="482">
                  <c:v>0.19470000000001164</c:v>
                </c:pt>
                <c:pt idx="483">
                  <c:v>0.194500000000005</c:v>
                </c:pt>
                <c:pt idx="484">
                  <c:v>0.19429999999999836</c:v>
                </c:pt>
                <c:pt idx="485">
                  <c:v>0.19420000000002346</c:v>
                </c:pt>
                <c:pt idx="486">
                  <c:v>0.19400000000001683</c:v>
                </c:pt>
                <c:pt idx="487">
                  <c:v>0.19389999999998508</c:v>
                </c:pt>
                <c:pt idx="488">
                  <c:v>0.19370000000003529</c:v>
                </c:pt>
                <c:pt idx="489">
                  <c:v>0.19360000000000355</c:v>
                </c:pt>
                <c:pt idx="490">
                  <c:v>0.19350000000002865</c:v>
                </c:pt>
                <c:pt idx="491">
                  <c:v>0.19339999999999691</c:v>
                </c:pt>
                <c:pt idx="492">
                  <c:v>0.19330000000002201</c:v>
                </c:pt>
                <c:pt idx="493">
                  <c:v>0.19310000000001537</c:v>
                </c:pt>
                <c:pt idx="494">
                  <c:v>0.19299999999998363</c:v>
                </c:pt>
                <c:pt idx="495">
                  <c:v>0.19299999999998363</c:v>
                </c:pt>
                <c:pt idx="496">
                  <c:v>0.19290000000000873</c:v>
                </c:pt>
                <c:pt idx="497">
                  <c:v>0.19280000000003383</c:v>
                </c:pt>
                <c:pt idx="498">
                  <c:v>0.19270000000000209</c:v>
                </c:pt>
                <c:pt idx="499">
                  <c:v>0.19270000000000209</c:v>
                </c:pt>
                <c:pt idx="500">
                  <c:v>0.19290000000000873</c:v>
                </c:pt>
                <c:pt idx="501">
                  <c:v>0.19330000000002201</c:v>
                </c:pt>
                <c:pt idx="502">
                  <c:v>0.19380000000001019</c:v>
                </c:pt>
                <c:pt idx="503">
                  <c:v>0.1944000000000301</c:v>
                </c:pt>
                <c:pt idx="504">
                  <c:v>0.19490000000001828</c:v>
                </c:pt>
                <c:pt idx="505">
                  <c:v>0.19549999999998136</c:v>
                </c:pt>
                <c:pt idx="506">
                  <c:v>0.19600000000002638</c:v>
                </c:pt>
                <c:pt idx="507">
                  <c:v>0.19650000000001455</c:v>
                </c:pt>
                <c:pt idx="508">
                  <c:v>0.19690000000002783</c:v>
                </c:pt>
                <c:pt idx="509">
                  <c:v>0.19740000000001601</c:v>
                </c:pt>
                <c:pt idx="510">
                  <c:v>0.19780000000002929</c:v>
                </c:pt>
                <c:pt idx="511">
                  <c:v>0.19810000000001082</c:v>
                </c:pt>
                <c:pt idx="512">
                  <c:v>0.1985000000000241</c:v>
                </c:pt>
                <c:pt idx="513">
                  <c:v>0.19880000000000564</c:v>
                </c:pt>
                <c:pt idx="514">
                  <c:v>0.19909999999998718</c:v>
                </c:pt>
                <c:pt idx="515">
                  <c:v>0.19940000000002556</c:v>
                </c:pt>
                <c:pt idx="516">
                  <c:v>0.19970000000000709</c:v>
                </c:pt>
                <c:pt idx="517">
                  <c:v>0.19999999999998863</c:v>
                </c:pt>
                <c:pt idx="518">
                  <c:v>0.20019999999999527</c:v>
                </c:pt>
                <c:pt idx="519">
                  <c:v>0.20040000000000191</c:v>
                </c:pt>
                <c:pt idx="520">
                  <c:v>0.20060000000000855</c:v>
                </c:pt>
                <c:pt idx="521">
                  <c:v>0.20080000000001519</c:v>
                </c:pt>
                <c:pt idx="522">
                  <c:v>0.20100000000002183</c:v>
                </c:pt>
                <c:pt idx="523">
                  <c:v>0.20120000000002847</c:v>
                </c:pt>
                <c:pt idx="524">
                  <c:v>0.20130000000000337</c:v>
                </c:pt>
                <c:pt idx="525">
                  <c:v>0.20150000000001</c:v>
                </c:pt>
                <c:pt idx="526">
                  <c:v>0.2015999999999849</c:v>
                </c:pt>
                <c:pt idx="527">
                  <c:v>0.20179999999999154</c:v>
                </c:pt>
                <c:pt idx="528">
                  <c:v>0.20190000000002328</c:v>
                </c:pt>
                <c:pt idx="529">
                  <c:v>0.20199999999999818</c:v>
                </c:pt>
                <c:pt idx="530">
                  <c:v>0.20199999999999818</c:v>
                </c:pt>
                <c:pt idx="531">
                  <c:v>0.20179999999999154</c:v>
                </c:pt>
                <c:pt idx="532">
                  <c:v>0.20150000000001</c:v>
                </c:pt>
              </c:numCache>
            </c:numRef>
          </c:yVal>
          <c:smooth val="1"/>
          <c:extLst>
            <c:ext xmlns:c16="http://schemas.microsoft.com/office/drawing/2014/chart" uri="{C3380CC4-5D6E-409C-BE32-E72D297353CC}">
              <c16:uniqueId val="{0000002D-4233-4E9D-9D6D-D06060CC9530}"/>
            </c:ext>
          </c:extLst>
        </c:ser>
        <c:ser>
          <c:idx val="46"/>
          <c:order val="46"/>
          <c:tx>
            <c:strRef>
              <c:f>PM50000_Temps_oc5l2_50000!$BCW$1</c:f>
              <c:strCache>
                <c:ptCount val="1"/>
                <c:pt idx="0">
                  <c:v>TELE_PM_INTERIOR.48</c:v>
                </c:pt>
              </c:strCache>
            </c:strRef>
          </c:tx>
          <c:spPr>
            <a:ln w="19050" cap="rnd">
              <a:solidFill>
                <a:schemeClr val="accent5">
                  <a:lumMod val="70000"/>
                </a:schemeClr>
              </a:solidFill>
              <a:round/>
            </a:ln>
            <a:effectLst/>
          </c:spPr>
          <c:marker>
            <c:symbol val="circle"/>
            <c:size val="5"/>
            <c:spPr>
              <a:solidFill>
                <a:schemeClr val="accent5">
                  <a:lumMod val="70000"/>
                </a:schemeClr>
              </a:solidFill>
              <a:ln w="9525">
                <a:solidFill>
                  <a:schemeClr val="accent5">
                    <a:lumMod val="7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PM50000_Temps_oc5l2_50000!$BCW$2:$BCW$536</c:f>
              <c:numCache>
                <c:formatCode>General</c:formatCode>
                <c:ptCount val="533"/>
                <c:pt idx="0">
                  <c:v>0</c:v>
                </c:pt>
                <c:pt idx="1">
                  <c:v>3.4600000000011732E-2</c:v>
                </c:pt>
                <c:pt idx="2">
                  <c:v>5.1400000000001E-2</c:v>
                </c:pt>
                <c:pt idx="3">
                  <c:v>6.4099999999996271E-2</c:v>
                </c:pt>
                <c:pt idx="4">
                  <c:v>7.5600000000008549E-2</c:v>
                </c:pt>
                <c:pt idx="5">
                  <c:v>8.6000000000012733E-2</c:v>
                </c:pt>
                <c:pt idx="6">
                  <c:v>9.5400000000040563E-2</c:v>
                </c:pt>
                <c:pt idx="7">
                  <c:v>0.1039000000000101</c:v>
                </c:pt>
                <c:pt idx="8">
                  <c:v>0.11150000000003502</c:v>
                </c:pt>
                <c:pt idx="9">
                  <c:v>0.11820000000000164</c:v>
                </c:pt>
                <c:pt idx="10">
                  <c:v>0.12430000000000518</c:v>
                </c:pt>
                <c:pt idx="11">
                  <c:v>0.12979999999998881</c:v>
                </c:pt>
                <c:pt idx="12">
                  <c:v>0.13470000000000937</c:v>
                </c:pt>
                <c:pt idx="13">
                  <c:v>0.13910000000004175</c:v>
                </c:pt>
                <c:pt idx="14">
                  <c:v>0.143100000000004</c:v>
                </c:pt>
                <c:pt idx="15">
                  <c:v>0.14680000000004156</c:v>
                </c:pt>
                <c:pt idx="16">
                  <c:v>0.150100000000009</c:v>
                </c:pt>
                <c:pt idx="17">
                  <c:v>0.15309999999999491</c:v>
                </c:pt>
                <c:pt idx="18">
                  <c:v>0.15579999999999927</c:v>
                </c:pt>
                <c:pt idx="19">
                  <c:v>0.158299999999997</c:v>
                </c:pt>
                <c:pt idx="20">
                  <c:v>0.16059999999998809</c:v>
                </c:pt>
                <c:pt idx="21">
                  <c:v>0.16270000000002938</c:v>
                </c:pt>
                <c:pt idx="22">
                  <c:v>0.16460000000000719</c:v>
                </c:pt>
                <c:pt idx="23">
                  <c:v>0.1663000000000352</c:v>
                </c:pt>
                <c:pt idx="24">
                  <c:v>0.16790000000003147</c:v>
                </c:pt>
                <c:pt idx="25">
                  <c:v>0.1693000000000211</c:v>
                </c:pt>
                <c:pt idx="26">
                  <c:v>0.17070000000001073</c:v>
                </c:pt>
                <c:pt idx="27">
                  <c:v>0.17210000000000036</c:v>
                </c:pt>
                <c:pt idx="28">
                  <c:v>0.17349999999999</c:v>
                </c:pt>
                <c:pt idx="29">
                  <c:v>0.17490000000003647</c:v>
                </c:pt>
                <c:pt idx="30">
                  <c:v>0.1763000000000261</c:v>
                </c:pt>
                <c:pt idx="31">
                  <c:v>0.17770000000001573</c:v>
                </c:pt>
                <c:pt idx="32">
                  <c:v>0.17900000000003047</c:v>
                </c:pt>
                <c:pt idx="33">
                  <c:v>0.18020000000001346</c:v>
                </c:pt>
                <c:pt idx="34">
                  <c:v>0.18130000000002156</c:v>
                </c:pt>
                <c:pt idx="35">
                  <c:v>0.18229999999999791</c:v>
                </c:pt>
                <c:pt idx="36">
                  <c:v>0.1833000000000311</c:v>
                </c:pt>
                <c:pt idx="37">
                  <c:v>0.18420000000003256</c:v>
                </c:pt>
                <c:pt idx="38">
                  <c:v>0.18500000000000227</c:v>
                </c:pt>
                <c:pt idx="39">
                  <c:v>0.18580000000002883</c:v>
                </c:pt>
                <c:pt idx="40">
                  <c:v>0.18650000000002365</c:v>
                </c:pt>
                <c:pt idx="41">
                  <c:v>0.18720000000001846</c:v>
                </c:pt>
                <c:pt idx="42">
                  <c:v>0.18780000000003838</c:v>
                </c:pt>
                <c:pt idx="43">
                  <c:v>0.18830000000002656</c:v>
                </c:pt>
                <c:pt idx="44">
                  <c:v>0.18880000000001473</c:v>
                </c:pt>
                <c:pt idx="45">
                  <c:v>0.18930000000000291</c:v>
                </c:pt>
                <c:pt idx="46">
                  <c:v>0.18979999999999109</c:v>
                </c:pt>
                <c:pt idx="47">
                  <c:v>0.19020000000000437</c:v>
                </c:pt>
                <c:pt idx="48">
                  <c:v>0.19060000000001764</c:v>
                </c:pt>
                <c:pt idx="49">
                  <c:v>0.19089999999999918</c:v>
                </c:pt>
                <c:pt idx="50">
                  <c:v>0.19120000000003756</c:v>
                </c:pt>
                <c:pt idx="51">
                  <c:v>0.191599999999994</c:v>
                </c:pt>
                <c:pt idx="52">
                  <c:v>0.19180000000000064</c:v>
                </c:pt>
                <c:pt idx="53">
                  <c:v>0.19210000000003902</c:v>
                </c:pt>
                <c:pt idx="54">
                  <c:v>0.19229999999998881</c:v>
                </c:pt>
                <c:pt idx="55">
                  <c:v>0.19260000000002719</c:v>
                </c:pt>
                <c:pt idx="56">
                  <c:v>0.19280000000003383</c:v>
                </c:pt>
                <c:pt idx="57">
                  <c:v>0.19290000000000873</c:v>
                </c:pt>
                <c:pt idx="58">
                  <c:v>0.19290000000000873</c:v>
                </c:pt>
                <c:pt idx="59">
                  <c:v>0.19280000000003383</c:v>
                </c:pt>
                <c:pt idx="60">
                  <c:v>0.19260000000002719</c:v>
                </c:pt>
                <c:pt idx="61">
                  <c:v>0.19229999999998881</c:v>
                </c:pt>
                <c:pt idx="62">
                  <c:v>0.19210000000003902</c:v>
                </c:pt>
                <c:pt idx="63">
                  <c:v>0.19180000000000064</c:v>
                </c:pt>
                <c:pt idx="64">
                  <c:v>0.191599999999994</c:v>
                </c:pt>
                <c:pt idx="65">
                  <c:v>0.19130000000001246</c:v>
                </c:pt>
                <c:pt idx="66">
                  <c:v>0.19110000000000582</c:v>
                </c:pt>
                <c:pt idx="67">
                  <c:v>0.19089999999999918</c:v>
                </c:pt>
                <c:pt idx="68">
                  <c:v>0.19069999999999254</c:v>
                </c:pt>
                <c:pt idx="69">
                  <c:v>0.19060000000001764</c:v>
                </c:pt>
                <c:pt idx="70">
                  <c:v>0.190400000000011</c:v>
                </c:pt>
                <c:pt idx="71">
                  <c:v>0.19030000000003611</c:v>
                </c:pt>
                <c:pt idx="72">
                  <c:v>0.19010000000002947</c:v>
                </c:pt>
                <c:pt idx="73">
                  <c:v>0.18999999999999773</c:v>
                </c:pt>
                <c:pt idx="74">
                  <c:v>0.18990000000002283</c:v>
                </c:pt>
                <c:pt idx="75">
                  <c:v>0.18979999999999109</c:v>
                </c:pt>
                <c:pt idx="76">
                  <c:v>0.18970000000001619</c:v>
                </c:pt>
                <c:pt idx="77">
                  <c:v>0.18960000000004129</c:v>
                </c:pt>
                <c:pt idx="78">
                  <c:v>0.18950000000000955</c:v>
                </c:pt>
                <c:pt idx="79">
                  <c:v>0.18940000000003465</c:v>
                </c:pt>
                <c:pt idx="80">
                  <c:v>0.18930000000000291</c:v>
                </c:pt>
                <c:pt idx="81">
                  <c:v>0.18930000000000291</c:v>
                </c:pt>
                <c:pt idx="82">
                  <c:v>0.18920000000002801</c:v>
                </c:pt>
                <c:pt idx="83">
                  <c:v>0.18920000000002801</c:v>
                </c:pt>
                <c:pt idx="84">
                  <c:v>0.18909999999999627</c:v>
                </c:pt>
                <c:pt idx="85">
                  <c:v>0.18900000000002137</c:v>
                </c:pt>
                <c:pt idx="86">
                  <c:v>0.18900000000002137</c:v>
                </c:pt>
                <c:pt idx="87">
                  <c:v>0.18900000000002137</c:v>
                </c:pt>
                <c:pt idx="88">
                  <c:v>0.18889999999998963</c:v>
                </c:pt>
                <c:pt idx="89">
                  <c:v>0.18889999999998963</c:v>
                </c:pt>
                <c:pt idx="90">
                  <c:v>0.18889999999998963</c:v>
                </c:pt>
                <c:pt idx="91">
                  <c:v>0.18880000000001473</c:v>
                </c:pt>
                <c:pt idx="92">
                  <c:v>0.18880000000001473</c:v>
                </c:pt>
                <c:pt idx="93">
                  <c:v>0.18880000000001473</c:v>
                </c:pt>
                <c:pt idx="94">
                  <c:v>0.18870000000003984</c:v>
                </c:pt>
                <c:pt idx="95">
                  <c:v>0.18870000000003984</c:v>
                </c:pt>
                <c:pt idx="96">
                  <c:v>0.18870000000003984</c:v>
                </c:pt>
                <c:pt idx="97">
                  <c:v>0.18870000000003984</c:v>
                </c:pt>
                <c:pt idx="98">
                  <c:v>0.18870000000003984</c:v>
                </c:pt>
                <c:pt idx="99">
                  <c:v>0.18860000000000809</c:v>
                </c:pt>
                <c:pt idx="100">
                  <c:v>0.18860000000000809</c:v>
                </c:pt>
                <c:pt idx="101">
                  <c:v>0.18860000000000809</c:v>
                </c:pt>
                <c:pt idx="102">
                  <c:v>0.18860000000000809</c:v>
                </c:pt>
                <c:pt idx="103">
                  <c:v>0.18860000000000809</c:v>
                </c:pt>
                <c:pt idx="104">
                  <c:v>0.18860000000000809</c:v>
                </c:pt>
                <c:pt idx="105">
                  <c:v>0.18860000000000809</c:v>
                </c:pt>
                <c:pt idx="106">
                  <c:v>0.18860000000000809</c:v>
                </c:pt>
                <c:pt idx="107">
                  <c:v>0.1885000000000332</c:v>
                </c:pt>
                <c:pt idx="108">
                  <c:v>0.1885000000000332</c:v>
                </c:pt>
                <c:pt idx="109">
                  <c:v>0.1885000000000332</c:v>
                </c:pt>
                <c:pt idx="110">
                  <c:v>0.1885000000000332</c:v>
                </c:pt>
                <c:pt idx="111">
                  <c:v>0.18860000000000809</c:v>
                </c:pt>
                <c:pt idx="112">
                  <c:v>0.18860000000000809</c:v>
                </c:pt>
                <c:pt idx="113">
                  <c:v>0.18860000000000809</c:v>
                </c:pt>
                <c:pt idx="114">
                  <c:v>0.18860000000000809</c:v>
                </c:pt>
                <c:pt idx="115">
                  <c:v>0.18870000000003984</c:v>
                </c:pt>
                <c:pt idx="116">
                  <c:v>0.18870000000003984</c:v>
                </c:pt>
                <c:pt idx="117">
                  <c:v>0.18870000000003984</c:v>
                </c:pt>
                <c:pt idx="118">
                  <c:v>0.18870000000003984</c:v>
                </c:pt>
                <c:pt idx="119">
                  <c:v>0.18880000000001473</c:v>
                </c:pt>
                <c:pt idx="120">
                  <c:v>0.18880000000001473</c:v>
                </c:pt>
                <c:pt idx="121">
                  <c:v>0.18880000000001473</c:v>
                </c:pt>
                <c:pt idx="122">
                  <c:v>0.18880000000001473</c:v>
                </c:pt>
                <c:pt idx="123">
                  <c:v>0.18880000000001473</c:v>
                </c:pt>
                <c:pt idx="124">
                  <c:v>0.18889999999998963</c:v>
                </c:pt>
                <c:pt idx="125">
                  <c:v>0.18889999999998963</c:v>
                </c:pt>
                <c:pt idx="126">
                  <c:v>0.18889999999998963</c:v>
                </c:pt>
                <c:pt idx="127">
                  <c:v>0.18889999999998963</c:v>
                </c:pt>
                <c:pt idx="128">
                  <c:v>0.18889999999998963</c:v>
                </c:pt>
                <c:pt idx="129">
                  <c:v>0.18900000000002137</c:v>
                </c:pt>
                <c:pt idx="130">
                  <c:v>0.18900000000002137</c:v>
                </c:pt>
                <c:pt idx="131">
                  <c:v>0.18900000000002137</c:v>
                </c:pt>
                <c:pt idx="132">
                  <c:v>0.18900000000002137</c:v>
                </c:pt>
                <c:pt idx="133">
                  <c:v>0.18900000000002137</c:v>
                </c:pt>
                <c:pt idx="134">
                  <c:v>0.18900000000002137</c:v>
                </c:pt>
                <c:pt idx="135">
                  <c:v>0.18900000000002137</c:v>
                </c:pt>
                <c:pt idx="136">
                  <c:v>0.18909999999999627</c:v>
                </c:pt>
                <c:pt idx="137">
                  <c:v>0.18909999999999627</c:v>
                </c:pt>
                <c:pt idx="138">
                  <c:v>0.18909999999999627</c:v>
                </c:pt>
                <c:pt idx="139">
                  <c:v>0.18909999999999627</c:v>
                </c:pt>
                <c:pt idx="140">
                  <c:v>0.18909999999999627</c:v>
                </c:pt>
                <c:pt idx="141">
                  <c:v>0.18909999999999627</c:v>
                </c:pt>
                <c:pt idx="142">
                  <c:v>0.18909999999999627</c:v>
                </c:pt>
                <c:pt idx="143">
                  <c:v>0.18909999999999627</c:v>
                </c:pt>
                <c:pt idx="144">
                  <c:v>0.18909999999999627</c:v>
                </c:pt>
                <c:pt idx="145">
                  <c:v>0.18909999999999627</c:v>
                </c:pt>
                <c:pt idx="146">
                  <c:v>0.18909999999999627</c:v>
                </c:pt>
                <c:pt idx="147">
                  <c:v>0.18920000000002801</c:v>
                </c:pt>
                <c:pt idx="148">
                  <c:v>0.18920000000002801</c:v>
                </c:pt>
                <c:pt idx="149">
                  <c:v>0.18920000000002801</c:v>
                </c:pt>
                <c:pt idx="150">
                  <c:v>0.18920000000002801</c:v>
                </c:pt>
                <c:pt idx="151">
                  <c:v>0.18920000000002801</c:v>
                </c:pt>
                <c:pt idx="152">
                  <c:v>0.18920000000002801</c:v>
                </c:pt>
                <c:pt idx="153">
                  <c:v>0.18920000000002801</c:v>
                </c:pt>
                <c:pt idx="154">
                  <c:v>0.18920000000002801</c:v>
                </c:pt>
                <c:pt idx="155">
                  <c:v>0.18920000000002801</c:v>
                </c:pt>
                <c:pt idx="156">
                  <c:v>0.18920000000002801</c:v>
                </c:pt>
                <c:pt idx="157">
                  <c:v>0.18920000000002801</c:v>
                </c:pt>
                <c:pt idx="158">
                  <c:v>0.18920000000002801</c:v>
                </c:pt>
                <c:pt idx="159">
                  <c:v>0.18909999999999627</c:v>
                </c:pt>
                <c:pt idx="160">
                  <c:v>0.18900000000002137</c:v>
                </c:pt>
                <c:pt idx="161">
                  <c:v>0.18889999999998963</c:v>
                </c:pt>
                <c:pt idx="162">
                  <c:v>0.18870000000003984</c:v>
                </c:pt>
                <c:pt idx="163">
                  <c:v>0.18860000000000809</c:v>
                </c:pt>
                <c:pt idx="164">
                  <c:v>0.18840000000000146</c:v>
                </c:pt>
                <c:pt idx="165">
                  <c:v>0.18830000000002656</c:v>
                </c:pt>
                <c:pt idx="166">
                  <c:v>0.18810000000001992</c:v>
                </c:pt>
                <c:pt idx="167">
                  <c:v>0.18799999999998818</c:v>
                </c:pt>
                <c:pt idx="168">
                  <c:v>0.18780000000003838</c:v>
                </c:pt>
                <c:pt idx="169">
                  <c:v>0.18770000000000664</c:v>
                </c:pt>
                <c:pt idx="170">
                  <c:v>0.1875</c:v>
                </c:pt>
                <c:pt idx="171">
                  <c:v>0.1874000000000251</c:v>
                </c:pt>
                <c:pt idx="172">
                  <c:v>0.18729999999999336</c:v>
                </c:pt>
                <c:pt idx="173">
                  <c:v>0.18720000000001846</c:v>
                </c:pt>
                <c:pt idx="174">
                  <c:v>0.18709999999998672</c:v>
                </c:pt>
                <c:pt idx="175">
                  <c:v>0.18700000000001182</c:v>
                </c:pt>
                <c:pt idx="176">
                  <c:v>0.18690000000003693</c:v>
                </c:pt>
                <c:pt idx="177">
                  <c:v>0.18680000000000518</c:v>
                </c:pt>
                <c:pt idx="178">
                  <c:v>0.18670000000003029</c:v>
                </c:pt>
                <c:pt idx="179">
                  <c:v>0.18659999999999854</c:v>
                </c:pt>
                <c:pt idx="180">
                  <c:v>0.18659999999999854</c:v>
                </c:pt>
                <c:pt idx="181">
                  <c:v>0.18650000000002365</c:v>
                </c:pt>
                <c:pt idx="182">
                  <c:v>0.18639999999999191</c:v>
                </c:pt>
                <c:pt idx="183">
                  <c:v>0.18639999999999191</c:v>
                </c:pt>
                <c:pt idx="184">
                  <c:v>0.18650000000002365</c:v>
                </c:pt>
                <c:pt idx="185">
                  <c:v>0.18680000000000518</c:v>
                </c:pt>
                <c:pt idx="186">
                  <c:v>0.18720000000001846</c:v>
                </c:pt>
                <c:pt idx="187">
                  <c:v>0.18760000000003174</c:v>
                </c:pt>
                <c:pt idx="188">
                  <c:v>0.18810000000001992</c:v>
                </c:pt>
                <c:pt idx="189">
                  <c:v>0.1885000000000332</c:v>
                </c:pt>
                <c:pt idx="190">
                  <c:v>0.18900000000002137</c:v>
                </c:pt>
                <c:pt idx="191">
                  <c:v>0.18940000000003465</c:v>
                </c:pt>
                <c:pt idx="192">
                  <c:v>0.18979999999999109</c:v>
                </c:pt>
                <c:pt idx="193">
                  <c:v>0.19020000000000437</c:v>
                </c:pt>
                <c:pt idx="194">
                  <c:v>0.1904999999999859</c:v>
                </c:pt>
                <c:pt idx="195">
                  <c:v>0.19080000000002428</c:v>
                </c:pt>
                <c:pt idx="196">
                  <c:v>0.19120000000003756</c:v>
                </c:pt>
                <c:pt idx="197">
                  <c:v>0.19139999999998736</c:v>
                </c:pt>
                <c:pt idx="198">
                  <c:v>0.19170000000002574</c:v>
                </c:pt>
                <c:pt idx="199">
                  <c:v>0.19200000000000728</c:v>
                </c:pt>
                <c:pt idx="200">
                  <c:v>0.19220000000001392</c:v>
                </c:pt>
                <c:pt idx="201">
                  <c:v>0.19240000000002055</c:v>
                </c:pt>
                <c:pt idx="202">
                  <c:v>0.19260000000002719</c:v>
                </c:pt>
                <c:pt idx="203">
                  <c:v>0.19280000000003383</c:v>
                </c:pt>
                <c:pt idx="204">
                  <c:v>0.19300000000004047</c:v>
                </c:pt>
                <c:pt idx="205">
                  <c:v>0.19310000000001537</c:v>
                </c:pt>
                <c:pt idx="206">
                  <c:v>0.19330000000002201</c:v>
                </c:pt>
                <c:pt idx="207">
                  <c:v>0.19350000000002865</c:v>
                </c:pt>
                <c:pt idx="208">
                  <c:v>0.19360000000000355</c:v>
                </c:pt>
                <c:pt idx="209">
                  <c:v>0.19370000000003529</c:v>
                </c:pt>
                <c:pt idx="210">
                  <c:v>0.19380000000001019</c:v>
                </c:pt>
                <c:pt idx="211">
                  <c:v>0.19400000000001683</c:v>
                </c:pt>
                <c:pt idx="212">
                  <c:v>0.19409999999999172</c:v>
                </c:pt>
                <c:pt idx="213">
                  <c:v>0.19409999999999172</c:v>
                </c:pt>
                <c:pt idx="214">
                  <c:v>0.19420000000002346</c:v>
                </c:pt>
                <c:pt idx="215">
                  <c:v>0.19409999999999172</c:v>
                </c:pt>
                <c:pt idx="216">
                  <c:v>0.19380000000001019</c:v>
                </c:pt>
                <c:pt idx="217">
                  <c:v>0.19350000000002865</c:v>
                </c:pt>
                <c:pt idx="218">
                  <c:v>0.19319999999999027</c:v>
                </c:pt>
                <c:pt idx="219">
                  <c:v>0.19290000000000873</c:v>
                </c:pt>
                <c:pt idx="220">
                  <c:v>0.19260000000002719</c:v>
                </c:pt>
                <c:pt idx="221">
                  <c:v>0.19229999999998881</c:v>
                </c:pt>
                <c:pt idx="222">
                  <c:v>0.19200000000000728</c:v>
                </c:pt>
                <c:pt idx="223">
                  <c:v>0.19170000000002574</c:v>
                </c:pt>
                <c:pt idx="224">
                  <c:v>0.1915000000000191</c:v>
                </c:pt>
                <c:pt idx="225">
                  <c:v>0.19120000000003756</c:v>
                </c:pt>
                <c:pt idx="226">
                  <c:v>0.19100000000003092</c:v>
                </c:pt>
                <c:pt idx="227">
                  <c:v>0.19080000000002428</c:v>
                </c:pt>
                <c:pt idx="228">
                  <c:v>0.19069999999999254</c:v>
                </c:pt>
                <c:pt idx="229">
                  <c:v>0.1904999999999859</c:v>
                </c:pt>
                <c:pt idx="230">
                  <c:v>0.19030000000003611</c:v>
                </c:pt>
                <c:pt idx="231">
                  <c:v>0.19020000000000437</c:v>
                </c:pt>
                <c:pt idx="232">
                  <c:v>0.19010000000002947</c:v>
                </c:pt>
                <c:pt idx="233">
                  <c:v>0.18999999999999773</c:v>
                </c:pt>
                <c:pt idx="234">
                  <c:v>0.18979999999999109</c:v>
                </c:pt>
                <c:pt idx="235">
                  <c:v>0.18970000000001619</c:v>
                </c:pt>
                <c:pt idx="236">
                  <c:v>0.18960000000004129</c:v>
                </c:pt>
                <c:pt idx="237">
                  <c:v>0.18960000000004129</c:v>
                </c:pt>
                <c:pt idx="238">
                  <c:v>0.18950000000000955</c:v>
                </c:pt>
                <c:pt idx="239">
                  <c:v>0.18940000000003465</c:v>
                </c:pt>
                <c:pt idx="240">
                  <c:v>0.18930000000000291</c:v>
                </c:pt>
                <c:pt idx="241">
                  <c:v>0.18930000000000291</c:v>
                </c:pt>
                <c:pt idx="242">
                  <c:v>0.18920000000002801</c:v>
                </c:pt>
                <c:pt idx="243">
                  <c:v>0.18909999999999627</c:v>
                </c:pt>
                <c:pt idx="244">
                  <c:v>0.18909999999999627</c:v>
                </c:pt>
                <c:pt idx="245">
                  <c:v>0.18909999999999627</c:v>
                </c:pt>
                <c:pt idx="246">
                  <c:v>0.18900000000002137</c:v>
                </c:pt>
                <c:pt idx="247">
                  <c:v>0.18900000000002137</c:v>
                </c:pt>
                <c:pt idx="248">
                  <c:v>0.18889999999998963</c:v>
                </c:pt>
                <c:pt idx="249">
                  <c:v>0.18889999999998963</c:v>
                </c:pt>
                <c:pt idx="250">
                  <c:v>0.18889999999998963</c:v>
                </c:pt>
                <c:pt idx="251">
                  <c:v>0.18880000000001473</c:v>
                </c:pt>
                <c:pt idx="252">
                  <c:v>0.18880000000001473</c:v>
                </c:pt>
                <c:pt idx="253">
                  <c:v>0.18880000000001473</c:v>
                </c:pt>
                <c:pt idx="254">
                  <c:v>0.18880000000001473</c:v>
                </c:pt>
                <c:pt idx="255">
                  <c:v>0.18870000000003984</c:v>
                </c:pt>
                <c:pt idx="256">
                  <c:v>0.18870000000003984</c:v>
                </c:pt>
                <c:pt idx="257">
                  <c:v>0.18870000000003984</c:v>
                </c:pt>
                <c:pt idx="258">
                  <c:v>0.18870000000003984</c:v>
                </c:pt>
                <c:pt idx="259">
                  <c:v>0.18870000000003984</c:v>
                </c:pt>
                <c:pt idx="260">
                  <c:v>0.18860000000000809</c:v>
                </c:pt>
                <c:pt idx="261">
                  <c:v>0.18860000000000809</c:v>
                </c:pt>
                <c:pt idx="262">
                  <c:v>0.18860000000000809</c:v>
                </c:pt>
                <c:pt idx="263">
                  <c:v>0.18860000000000809</c:v>
                </c:pt>
                <c:pt idx="264">
                  <c:v>0.18860000000000809</c:v>
                </c:pt>
                <c:pt idx="265">
                  <c:v>0.18860000000000809</c:v>
                </c:pt>
                <c:pt idx="266">
                  <c:v>0.18860000000000809</c:v>
                </c:pt>
                <c:pt idx="267">
                  <c:v>0.18860000000000809</c:v>
                </c:pt>
                <c:pt idx="268">
                  <c:v>0.18860000000000809</c:v>
                </c:pt>
                <c:pt idx="269">
                  <c:v>0.18860000000000809</c:v>
                </c:pt>
                <c:pt idx="270">
                  <c:v>0.18870000000003984</c:v>
                </c:pt>
                <c:pt idx="271">
                  <c:v>0.18870000000003984</c:v>
                </c:pt>
                <c:pt idx="272">
                  <c:v>0.18870000000003984</c:v>
                </c:pt>
                <c:pt idx="273">
                  <c:v>0.18870000000003984</c:v>
                </c:pt>
                <c:pt idx="274">
                  <c:v>0.18870000000003984</c:v>
                </c:pt>
                <c:pt idx="275">
                  <c:v>0.18880000000001473</c:v>
                </c:pt>
                <c:pt idx="276">
                  <c:v>0.18880000000001473</c:v>
                </c:pt>
                <c:pt idx="277">
                  <c:v>0.18880000000001473</c:v>
                </c:pt>
                <c:pt idx="278">
                  <c:v>0.18880000000001473</c:v>
                </c:pt>
                <c:pt idx="279">
                  <c:v>0.18889999999998963</c:v>
                </c:pt>
                <c:pt idx="280">
                  <c:v>0.18889999999998963</c:v>
                </c:pt>
                <c:pt idx="281">
                  <c:v>0.18889999999998963</c:v>
                </c:pt>
                <c:pt idx="282">
                  <c:v>0.18889999999998963</c:v>
                </c:pt>
                <c:pt idx="283">
                  <c:v>0.18889999999998963</c:v>
                </c:pt>
                <c:pt idx="284">
                  <c:v>0.18889999999998963</c:v>
                </c:pt>
                <c:pt idx="285">
                  <c:v>0.18900000000002137</c:v>
                </c:pt>
                <c:pt idx="286">
                  <c:v>0.18900000000002137</c:v>
                </c:pt>
                <c:pt idx="287">
                  <c:v>0.18900000000002137</c:v>
                </c:pt>
                <c:pt idx="288">
                  <c:v>0.18900000000002137</c:v>
                </c:pt>
                <c:pt idx="289">
                  <c:v>0.18900000000002137</c:v>
                </c:pt>
                <c:pt idx="290">
                  <c:v>0.18900000000002137</c:v>
                </c:pt>
                <c:pt idx="291">
                  <c:v>0.18909999999999627</c:v>
                </c:pt>
                <c:pt idx="292">
                  <c:v>0.18909999999999627</c:v>
                </c:pt>
                <c:pt idx="293">
                  <c:v>0.18909999999999627</c:v>
                </c:pt>
                <c:pt idx="294">
                  <c:v>0.18909999999999627</c:v>
                </c:pt>
                <c:pt idx="295">
                  <c:v>0.18909999999999627</c:v>
                </c:pt>
                <c:pt idx="296">
                  <c:v>0.18909999999999627</c:v>
                </c:pt>
                <c:pt idx="297">
                  <c:v>0.18909999999999627</c:v>
                </c:pt>
                <c:pt idx="298">
                  <c:v>0.18909999999999627</c:v>
                </c:pt>
                <c:pt idx="299">
                  <c:v>0.18909999999999627</c:v>
                </c:pt>
                <c:pt idx="300">
                  <c:v>0.18909999999999627</c:v>
                </c:pt>
                <c:pt idx="301">
                  <c:v>0.18909999999999627</c:v>
                </c:pt>
                <c:pt idx="302">
                  <c:v>0.18920000000002801</c:v>
                </c:pt>
                <c:pt idx="303">
                  <c:v>0.18920000000002801</c:v>
                </c:pt>
                <c:pt idx="304">
                  <c:v>0.18920000000002801</c:v>
                </c:pt>
                <c:pt idx="305">
                  <c:v>0.18920000000002801</c:v>
                </c:pt>
                <c:pt idx="306">
                  <c:v>0.18920000000002801</c:v>
                </c:pt>
                <c:pt idx="307">
                  <c:v>0.18920000000002801</c:v>
                </c:pt>
                <c:pt idx="308">
                  <c:v>0.18920000000002801</c:v>
                </c:pt>
                <c:pt idx="309">
                  <c:v>0.18920000000002801</c:v>
                </c:pt>
                <c:pt idx="310">
                  <c:v>0.18920000000002801</c:v>
                </c:pt>
                <c:pt idx="311">
                  <c:v>0.18920000000002801</c:v>
                </c:pt>
                <c:pt idx="312">
                  <c:v>0.18920000000002801</c:v>
                </c:pt>
                <c:pt idx="313">
                  <c:v>0.18920000000002801</c:v>
                </c:pt>
                <c:pt idx="314">
                  <c:v>0.18920000000002801</c:v>
                </c:pt>
                <c:pt idx="315">
                  <c:v>0.18920000000002801</c:v>
                </c:pt>
                <c:pt idx="316">
                  <c:v>0.18909999999999627</c:v>
                </c:pt>
                <c:pt idx="317">
                  <c:v>0.18900000000002137</c:v>
                </c:pt>
                <c:pt idx="318">
                  <c:v>0.18889999999998963</c:v>
                </c:pt>
                <c:pt idx="319">
                  <c:v>0.18870000000003984</c:v>
                </c:pt>
                <c:pt idx="320">
                  <c:v>0.18860000000000809</c:v>
                </c:pt>
                <c:pt idx="321">
                  <c:v>0.18840000000000146</c:v>
                </c:pt>
                <c:pt idx="322">
                  <c:v>0.18819999999999482</c:v>
                </c:pt>
                <c:pt idx="323">
                  <c:v>0.18810000000001992</c:v>
                </c:pt>
                <c:pt idx="324">
                  <c:v>0.18790000000001328</c:v>
                </c:pt>
                <c:pt idx="325">
                  <c:v>0.18780000000003838</c:v>
                </c:pt>
                <c:pt idx="326">
                  <c:v>0.18770000000000664</c:v>
                </c:pt>
                <c:pt idx="327">
                  <c:v>0.1875</c:v>
                </c:pt>
                <c:pt idx="328">
                  <c:v>0.1874000000000251</c:v>
                </c:pt>
                <c:pt idx="329">
                  <c:v>0.18729999999999336</c:v>
                </c:pt>
                <c:pt idx="330">
                  <c:v>0.18720000000001846</c:v>
                </c:pt>
                <c:pt idx="331">
                  <c:v>0.18709999999998672</c:v>
                </c:pt>
                <c:pt idx="332">
                  <c:v>0.18700000000001182</c:v>
                </c:pt>
                <c:pt idx="333">
                  <c:v>0.18690000000003693</c:v>
                </c:pt>
                <c:pt idx="334">
                  <c:v>0.18680000000000518</c:v>
                </c:pt>
                <c:pt idx="335">
                  <c:v>0.18670000000003029</c:v>
                </c:pt>
                <c:pt idx="336">
                  <c:v>0.18659999999999854</c:v>
                </c:pt>
                <c:pt idx="337">
                  <c:v>0.18659999999999854</c:v>
                </c:pt>
                <c:pt idx="338">
                  <c:v>0.18650000000002365</c:v>
                </c:pt>
                <c:pt idx="339">
                  <c:v>0.18639999999999191</c:v>
                </c:pt>
                <c:pt idx="340">
                  <c:v>0.18639999999999191</c:v>
                </c:pt>
                <c:pt idx="341">
                  <c:v>0.18650000000002365</c:v>
                </c:pt>
                <c:pt idx="342">
                  <c:v>0.18680000000000518</c:v>
                </c:pt>
                <c:pt idx="343">
                  <c:v>0.18720000000001846</c:v>
                </c:pt>
                <c:pt idx="344">
                  <c:v>0.18770000000000664</c:v>
                </c:pt>
                <c:pt idx="345">
                  <c:v>0.18810000000001992</c:v>
                </c:pt>
                <c:pt idx="346">
                  <c:v>0.18860000000000809</c:v>
                </c:pt>
                <c:pt idx="347">
                  <c:v>0.18900000000002137</c:v>
                </c:pt>
                <c:pt idx="348">
                  <c:v>0.18950000000000955</c:v>
                </c:pt>
                <c:pt idx="349">
                  <c:v>0.18990000000002283</c:v>
                </c:pt>
                <c:pt idx="350">
                  <c:v>0.19020000000000437</c:v>
                </c:pt>
                <c:pt idx="351">
                  <c:v>0.19060000000001764</c:v>
                </c:pt>
                <c:pt idx="352">
                  <c:v>0.19089999999999918</c:v>
                </c:pt>
                <c:pt idx="353">
                  <c:v>0.19120000000003756</c:v>
                </c:pt>
                <c:pt idx="354">
                  <c:v>0.1915000000000191</c:v>
                </c:pt>
                <c:pt idx="355">
                  <c:v>0.19170000000002574</c:v>
                </c:pt>
                <c:pt idx="356">
                  <c:v>0.19200000000000728</c:v>
                </c:pt>
                <c:pt idx="357">
                  <c:v>0.19220000000001392</c:v>
                </c:pt>
                <c:pt idx="358">
                  <c:v>0.19240000000002055</c:v>
                </c:pt>
                <c:pt idx="359">
                  <c:v>0.19260000000002719</c:v>
                </c:pt>
                <c:pt idx="360">
                  <c:v>0.19280000000003383</c:v>
                </c:pt>
                <c:pt idx="361">
                  <c:v>0.19280000000003383</c:v>
                </c:pt>
                <c:pt idx="362">
                  <c:v>0.19300000000004047</c:v>
                </c:pt>
                <c:pt idx="363">
                  <c:v>0.19319999999999027</c:v>
                </c:pt>
                <c:pt idx="364">
                  <c:v>0.19330000000002201</c:v>
                </c:pt>
                <c:pt idx="365">
                  <c:v>0.19350000000002865</c:v>
                </c:pt>
                <c:pt idx="366">
                  <c:v>0.19360000000000355</c:v>
                </c:pt>
                <c:pt idx="367">
                  <c:v>0.19370000000003529</c:v>
                </c:pt>
                <c:pt idx="368">
                  <c:v>0.19390000000004193</c:v>
                </c:pt>
                <c:pt idx="369">
                  <c:v>0.19400000000001683</c:v>
                </c:pt>
                <c:pt idx="370">
                  <c:v>0.19409999999999172</c:v>
                </c:pt>
                <c:pt idx="371">
                  <c:v>0.19420000000002346</c:v>
                </c:pt>
                <c:pt idx="372">
                  <c:v>0.19420000000002346</c:v>
                </c:pt>
                <c:pt idx="373">
                  <c:v>0.19400000000001683</c:v>
                </c:pt>
                <c:pt idx="374">
                  <c:v>0.19380000000001019</c:v>
                </c:pt>
                <c:pt idx="375">
                  <c:v>0.19350000000002865</c:v>
                </c:pt>
                <c:pt idx="376">
                  <c:v>0.19319999999999027</c:v>
                </c:pt>
                <c:pt idx="377">
                  <c:v>0.19280000000003383</c:v>
                </c:pt>
                <c:pt idx="378">
                  <c:v>0.19249999999999545</c:v>
                </c:pt>
                <c:pt idx="379">
                  <c:v>0.19220000000001392</c:v>
                </c:pt>
                <c:pt idx="380">
                  <c:v>0.19190000000003238</c:v>
                </c:pt>
                <c:pt idx="381">
                  <c:v>0.19170000000002574</c:v>
                </c:pt>
                <c:pt idx="382">
                  <c:v>0.19139999999998736</c:v>
                </c:pt>
                <c:pt idx="383">
                  <c:v>0.19120000000003756</c:v>
                </c:pt>
                <c:pt idx="384">
                  <c:v>0.19100000000003092</c:v>
                </c:pt>
                <c:pt idx="385">
                  <c:v>0.19080000000002428</c:v>
                </c:pt>
                <c:pt idx="386">
                  <c:v>0.19060000000001764</c:v>
                </c:pt>
                <c:pt idx="387">
                  <c:v>0.1904999999999859</c:v>
                </c:pt>
                <c:pt idx="388">
                  <c:v>0.19030000000003611</c:v>
                </c:pt>
                <c:pt idx="389">
                  <c:v>0.19020000000000437</c:v>
                </c:pt>
                <c:pt idx="390">
                  <c:v>0.19010000000002947</c:v>
                </c:pt>
                <c:pt idx="391">
                  <c:v>0.18990000000002283</c:v>
                </c:pt>
                <c:pt idx="392">
                  <c:v>0.18979999999999109</c:v>
                </c:pt>
                <c:pt idx="393">
                  <c:v>0.18970000000001619</c:v>
                </c:pt>
                <c:pt idx="394">
                  <c:v>0.18960000000004129</c:v>
                </c:pt>
                <c:pt idx="395">
                  <c:v>0.18950000000000955</c:v>
                </c:pt>
                <c:pt idx="396">
                  <c:v>0.18950000000000955</c:v>
                </c:pt>
                <c:pt idx="397">
                  <c:v>0.18940000000003465</c:v>
                </c:pt>
                <c:pt idx="398">
                  <c:v>0.18930000000000291</c:v>
                </c:pt>
                <c:pt idx="399">
                  <c:v>0.18930000000000291</c:v>
                </c:pt>
                <c:pt idx="400">
                  <c:v>0.18920000000002801</c:v>
                </c:pt>
                <c:pt idx="401">
                  <c:v>0.18909999999999627</c:v>
                </c:pt>
                <c:pt idx="402">
                  <c:v>0.18909999999999627</c:v>
                </c:pt>
                <c:pt idx="403">
                  <c:v>0.18900000000002137</c:v>
                </c:pt>
                <c:pt idx="404">
                  <c:v>0.18900000000002137</c:v>
                </c:pt>
                <c:pt idx="405">
                  <c:v>0.18900000000002137</c:v>
                </c:pt>
                <c:pt idx="406">
                  <c:v>0.18889999999998963</c:v>
                </c:pt>
                <c:pt idx="407">
                  <c:v>0.18889999999998963</c:v>
                </c:pt>
                <c:pt idx="408">
                  <c:v>0.18889999999998963</c:v>
                </c:pt>
                <c:pt idx="409">
                  <c:v>0.18880000000001473</c:v>
                </c:pt>
                <c:pt idx="410">
                  <c:v>0.18880000000001473</c:v>
                </c:pt>
                <c:pt idx="411">
                  <c:v>0.18880000000001473</c:v>
                </c:pt>
                <c:pt idx="412">
                  <c:v>0.18880000000001473</c:v>
                </c:pt>
                <c:pt idx="413">
                  <c:v>0.18870000000003984</c:v>
                </c:pt>
                <c:pt idx="414">
                  <c:v>0.18870000000003984</c:v>
                </c:pt>
                <c:pt idx="415">
                  <c:v>0.18870000000003984</c:v>
                </c:pt>
                <c:pt idx="416">
                  <c:v>0.18870000000003984</c:v>
                </c:pt>
                <c:pt idx="417">
                  <c:v>0.18870000000003984</c:v>
                </c:pt>
                <c:pt idx="418">
                  <c:v>0.18860000000000809</c:v>
                </c:pt>
                <c:pt idx="419">
                  <c:v>0.18860000000000809</c:v>
                </c:pt>
                <c:pt idx="420">
                  <c:v>0.18860000000000809</c:v>
                </c:pt>
                <c:pt idx="421">
                  <c:v>0.18860000000000809</c:v>
                </c:pt>
                <c:pt idx="422">
                  <c:v>0.18860000000000809</c:v>
                </c:pt>
                <c:pt idx="423">
                  <c:v>0.18860000000000809</c:v>
                </c:pt>
                <c:pt idx="424">
                  <c:v>0.18860000000000809</c:v>
                </c:pt>
                <c:pt idx="425">
                  <c:v>0.18860000000000809</c:v>
                </c:pt>
                <c:pt idx="426">
                  <c:v>0.18860000000000809</c:v>
                </c:pt>
                <c:pt idx="427">
                  <c:v>0.18860000000000809</c:v>
                </c:pt>
                <c:pt idx="428">
                  <c:v>0.18870000000003984</c:v>
                </c:pt>
                <c:pt idx="429">
                  <c:v>0.18870000000003984</c:v>
                </c:pt>
                <c:pt idx="430">
                  <c:v>0.18870000000003984</c:v>
                </c:pt>
                <c:pt idx="431">
                  <c:v>0.18870000000003984</c:v>
                </c:pt>
                <c:pt idx="432">
                  <c:v>0.18880000000001473</c:v>
                </c:pt>
                <c:pt idx="433">
                  <c:v>0.18880000000001473</c:v>
                </c:pt>
                <c:pt idx="434">
                  <c:v>0.18880000000001473</c:v>
                </c:pt>
                <c:pt idx="435">
                  <c:v>0.18880000000001473</c:v>
                </c:pt>
                <c:pt idx="436">
                  <c:v>0.18880000000001473</c:v>
                </c:pt>
                <c:pt idx="437">
                  <c:v>0.18889999999998963</c:v>
                </c:pt>
                <c:pt idx="438">
                  <c:v>0.18889999999998963</c:v>
                </c:pt>
                <c:pt idx="439">
                  <c:v>0.18889999999998963</c:v>
                </c:pt>
                <c:pt idx="440">
                  <c:v>0.18889999999998963</c:v>
                </c:pt>
                <c:pt idx="441">
                  <c:v>0.18889999999998963</c:v>
                </c:pt>
                <c:pt idx="442">
                  <c:v>0.18900000000002137</c:v>
                </c:pt>
                <c:pt idx="443">
                  <c:v>0.18900000000002137</c:v>
                </c:pt>
                <c:pt idx="444">
                  <c:v>0.18900000000002137</c:v>
                </c:pt>
                <c:pt idx="445">
                  <c:v>0.18900000000002137</c:v>
                </c:pt>
                <c:pt idx="446">
                  <c:v>0.18900000000002137</c:v>
                </c:pt>
                <c:pt idx="447">
                  <c:v>0.18900000000002137</c:v>
                </c:pt>
                <c:pt idx="448">
                  <c:v>0.18900000000002137</c:v>
                </c:pt>
                <c:pt idx="449">
                  <c:v>0.18909999999999627</c:v>
                </c:pt>
                <c:pt idx="450">
                  <c:v>0.18909999999999627</c:v>
                </c:pt>
                <c:pt idx="451">
                  <c:v>0.18909999999999627</c:v>
                </c:pt>
                <c:pt idx="452">
                  <c:v>0.18909999999999627</c:v>
                </c:pt>
                <c:pt idx="453">
                  <c:v>0.18909999999999627</c:v>
                </c:pt>
                <c:pt idx="454">
                  <c:v>0.18909999999999627</c:v>
                </c:pt>
                <c:pt idx="455">
                  <c:v>0.18909999999999627</c:v>
                </c:pt>
                <c:pt idx="456">
                  <c:v>0.18909999999999627</c:v>
                </c:pt>
                <c:pt idx="457">
                  <c:v>0.18909999999999627</c:v>
                </c:pt>
                <c:pt idx="458">
                  <c:v>0.18909999999999627</c:v>
                </c:pt>
                <c:pt idx="459">
                  <c:v>0.18909999999999627</c:v>
                </c:pt>
                <c:pt idx="460">
                  <c:v>0.18920000000002801</c:v>
                </c:pt>
                <c:pt idx="461">
                  <c:v>0.18920000000002801</c:v>
                </c:pt>
                <c:pt idx="462">
                  <c:v>0.18920000000002801</c:v>
                </c:pt>
                <c:pt idx="463">
                  <c:v>0.18920000000002801</c:v>
                </c:pt>
                <c:pt idx="464">
                  <c:v>0.18920000000002801</c:v>
                </c:pt>
                <c:pt idx="465">
                  <c:v>0.18920000000002801</c:v>
                </c:pt>
                <c:pt idx="466">
                  <c:v>0.18920000000002801</c:v>
                </c:pt>
                <c:pt idx="467">
                  <c:v>0.18920000000002801</c:v>
                </c:pt>
                <c:pt idx="468">
                  <c:v>0.18920000000002801</c:v>
                </c:pt>
                <c:pt idx="469">
                  <c:v>0.18920000000002801</c:v>
                </c:pt>
                <c:pt idx="470">
                  <c:v>0.18920000000002801</c:v>
                </c:pt>
                <c:pt idx="471">
                  <c:v>0.18920000000002801</c:v>
                </c:pt>
                <c:pt idx="472">
                  <c:v>0.18920000000002801</c:v>
                </c:pt>
                <c:pt idx="473">
                  <c:v>0.18920000000002801</c:v>
                </c:pt>
                <c:pt idx="474">
                  <c:v>0.18920000000002801</c:v>
                </c:pt>
                <c:pt idx="475">
                  <c:v>0.18909999999999627</c:v>
                </c:pt>
                <c:pt idx="476">
                  <c:v>0.18900000000002137</c:v>
                </c:pt>
                <c:pt idx="477">
                  <c:v>0.18889999999998963</c:v>
                </c:pt>
                <c:pt idx="478">
                  <c:v>0.18870000000003984</c:v>
                </c:pt>
                <c:pt idx="479">
                  <c:v>0.1885000000000332</c:v>
                </c:pt>
                <c:pt idx="480">
                  <c:v>0.18840000000000146</c:v>
                </c:pt>
                <c:pt idx="481">
                  <c:v>0.18819999999999482</c:v>
                </c:pt>
                <c:pt idx="482">
                  <c:v>0.18810000000001992</c:v>
                </c:pt>
                <c:pt idx="483">
                  <c:v>0.18790000000001328</c:v>
                </c:pt>
                <c:pt idx="484">
                  <c:v>0.18780000000003838</c:v>
                </c:pt>
                <c:pt idx="485">
                  <c:v>0.18760000000003174</c:v>
                </c:pt>
                <c:pt idx="486">
                  <c:v>0.1875</c:v>
                </c:pt>
                <c:pt idx="487">
                  <c:v>0.1874000000000251</c:v>
                </c:pt>
                <c:pt idx="488">
                  <c:v>0.18729999999999336</c:v>
                </c:pt>
                <c:pt idx="489">
                  <c:v>0.18720000000001846</c:v>
                </c:pt>
                <c:pt idx="490">
                  <c:v>0.18709999999998672</c:v>
                </c:pt>
                <c:pt idx="491">
                  <c:v>0.18700000000001182</c:v>
                </c:pt>
                <c:pt idx="492">
                  <c:v>0.18690000000003693</c:v>
                </c:pt>
                <c:pt idx="493">
                  <c:v>0.18680000000000518</c:v>
                </c:pt>
                <c:pt idx="494">
                  <c:v>0.18670000000003029</c:v>
                </c:pt>
                <c:pt idx="495">
                  <c:v>0.18659999999999854</c:v>
                </c:pt>
                <c:pt idx="496">
                  <c:v>0.18650000000002365</c:v>
                </c:pt>
                <c:pt idx="497">
                  <c:v>0.18650000000002365</c:v>
                </c:pt>
                <c:pt idx="498">
                  <c:v>0.18639999999999191</c:v>
                </c:pt>
                <c:pt idx="499">
                  <c:v>0.18639999999999191</c:v>
                </c:pt>
                <c:pt idx="500">
                  <c:v>0.18659999999999854</c:v>
                </c:pt>
                <c:pt idx="501">
                  <c:v>0.18690000000003693</c:v>
                </c:pt>
                <c:pt idx="502">
                  <c:v>0.18729999999999336</c:v>
                </c:pt>
                <c:pt idx="503">
                  <c:v>0.18780000000003838</c:v>
                </c:pt>
                <c:pt idx="504">
                  <c:v>0.18819999999999482</c:v>
                </c:pt>
                <c:pt idx="505">
                  <c:v>0.18870000000003984</c:v>
                </c:pt>
                <c:pt idx="506">
                  <c:v>0.18909999999999627</c:v>
                </c:pt>
                <c:pt idx="507">
                  <c:v>0.18950000000000955</c:v>
                </c:pt>
                <c:pt idx="508">
                  <c:v>0.18990000000002283</c:v>
                </c:pt>
                <c:pt idx="509">
                  <c:v>0.19030000000003611</c:v>
                </c:pt>
                <c:pt idx="510">
                  <c:v>0.19060000000001764</c:v>
                </c:pt>
                <c:pt idx="511">
                  <c:v>0.19089999999999918</c:v>
                </c:pt>
                <c:pt idx="512">
                  <c:v>0.19120000000003756</c:v>
                </c:pt>
                <c:pt idx="513">
                  <c:v>0.1915000000000191</c:v>
                </c:pt>
                <c:pt idx="514">
                  <c:v>0.19180000000000064</c:v>
                </c:pt>
                <c:pt idx="515">
                  <c:v>0.19200000000000728</c:v>
                </c:pt>
                <c:pt idx="516">
                  <c:v>0.19229999999998881</c:v>
                </c:pt>
                <c:pt idx="517">
                  <c:v>0.19249999999999545</c:v>
                </c:pt>
                <c:pt idx="518">
                  <c:v>0.19270000000000209</c:v>
                </c:pt>
                <c:pt idx="519">
                  <c:v>0.19290000000000873</c:v>
                </c:pt>
                <c:pt idx="520">
                  <c:v>0.19300000000004047</c:v>
                </c:pt>
                <c:pt idx="521">
                  <c:v>0.19319999999999027</c:v>
                </c:pt>
                <c:pt idx="522">
                  <c:v>0.19339999999999691</c:v>
                </c:pt>
                <c:pt idx="523">
                  <c:v>0.19350000000002865</c:v>
                </c:pt>
                <c:pt idx="524">
                  <c:v>0.19360000000000355</c:v>
                </c:pt>
                <c:pt idx="525">
                  <c:v>0.19380000000001019</c:v>
                </c:pt>
                <c:pt idx="526">
                  <c:v>0.19390000000004193</c:v>
                </c:pt>
                <c:pt idx="527">
                  <c:v>0.19400000000001683</c:v>
                </c:pt>
                <c:pt idx="528">
                  <c:v>0.19409999999999172</c:v>
                </c:pt>
                <c:pt idx="529">
                  <c:v>0.19420000000002346</c:v>
                </c:pt>
                <c:pt idx="530">
                  <c:v>0.19420000000002346</c:v>
                </c:pt>
                <c:pt idx="531">
                  <c:v>0.19400000000001683</c:v>
                </c:pt>
                <c:pt idx="532">
                  <c:v>0.19380000000001019</c:v>
                </c:pt>
              </c:numCache>
            </c:numRef>
          </c:yVal>
          <c:smooth val="1"/>
          <c:extLst>
            <c:ext xmlns:c16="http://schemas.microsoft.com/office/drawing/2014/chart" uri="{C3380CC4-5D6E-409C-BE32-E72D297353CC}">
              <c16:uniqueId val="{0000002E-4233-4E9D-9D6D-D06060CC9530}"/>
            </c:ext>
          </c:extLst>
        </c:ser>
        <c:ser>
          <c:idx val="47"/>
          <c:order val="47"/>
          <c:tx>
            <c:strRef>
              <c:f>PM50000_Temps_oc5l2_50000!$BCX$1</c:f>
              <c:strCache>
                <c:ptCount val="1"/>
                <c:pt idx="0">
                  <c:v>TELE_PM_INTERIOR.49</c:v>
                </c:pt>
              </c:strCache>
            </c:strRef>
          </c:tx>
          <c:spPr>
            <a:ln w="19050" cap="rnd">
              <a:solidFill>
                <a:schemeClr val="accent6">
                  <a:lumMod val="70000"/>
                </a:schemeClr>
              </a:solidFill>
              <a:round/>
            </a:ln>
            <a:effectLst/>
          </c:spPr>
          <c:marker>
            <c:symbol val="circle"/>
            <c:size val="5"/>
            <c:spPr>
              <a:solidFill>
                <a:schemeClr val="accent6">
                  <a:lumMod val="70000"/>
                </a:schemeClr>
              </a:solidFill>
              <a:ln w="9525">
                <a:solidFill>
                  <a:schemeClr val="accent6">
                    <a:lumMod val="7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PM50000_Temps_oc5l2_50000!$BCX$2:$BCX$536</c:f>
              <c:numCache>
                <c:formatCode>General</c:formatCode>
                <c:ptCount val="533"/>
                <c:pt idx="0">
                  <c:v>0</c:v>
                </c:pt>
                <c:pt idx="1">
                  <c:v>2.8599999999983083E-2</c:v>
                </c:pt>
                <c:pt idx="2">
                  <c:v>4.3099999999981264E-2</c:v>
                </c:pt>
                <c:pt idx="3">
                  <c:v>5.3699999999992087E-2</c:v>
                </c:pt>
                <c:pt idx="4">
                  <c:v>6.3300000000026557E-2</c:v>
                </c:pt>
                <c:pt idx="5">
                  <c:v>7.2400000000016007E-2</c:v>
                </c:pt>
                <c:pt idx="6">
                  <c:v>8.100000000001728E-2</c:v>
                </c:pt>
                <c:pt idx="7">
                  <c:v>8.9200000000005275E-2</c:v>
                </c:pt>
                <c:pt idx="8">
                  <c:v>9.6800000000030195E-2</c:v>
                </c:pt>
                <c:pt idx="9">
                  <c:v>0.10379999999997835</c:v>
                </c:pt>
                <c:pt idx="10">
                  <c:v>0.11029999999999518</c:v>
                </c:pt>
                <c:pt idx="11">
                  <c:v>0.11630000000002383</c:v>
                </c:pt>
                <c:pt idx="12">
                  <c:v>0.12170000000003256</c:v>
                </c:pt>
                <c:pt idx="13">
                  <c:v>0.12670000000002801</c:v>
                </c:pt>
                <c:pt idx="14">
                  <c:v>0.13119999999997844</c:v>
                </c:pt>
                <c:pt idx="15">
                  <c:v>0.13540000000000418</c:v>
                </c:pt>
                <c:pt idx="16">
                  <c:v>0.1390999999999849</c:v>
                </c:pt>
                <c:pt idx="17">
                  <c:v>0.14260000000001583</c:v>
                </c:pt>
                <c:pt idx="18">
                  <c:v>0.14569999999997663</c:v>
                </c:pt>
                <c:pt idx="19">
                  <c:v>0.14859999999998763</c:v>
                </c:pt>
                <c:pt idx="20">
                  <c:v>0.1512000000000171</c:v>
                </c:pt>
                <c:pt idx="21">
                  <c:v>0.15359999999998308</c:v>
                </c:pt>
                <c:pt idx="22">
                  <c:v>0.15570000000002437</c:v>
                </c:pt>
                <c:pt idx="23">
                  <c:v>0.15769999999997708</c:v>
                </c:pt>
                <c:pt idx="24">
                  <c:v>0.15949999999997999</c:v>
                </c:pt>
                <c:pt idx="25">
                  <c:v>0.161200000000008</c:v>
                </c:pt>
                <c:pt idx="26">
                  <c:v>0.16270000000002938</c:v>
                </c:pt>
                <c:pt idx="27">
                  <c:v>0.16410000000001901</c:v>
                </c:pt>
                <c:pt idx="28">
                  <c:v>0.165300000000002</c:v>
                </c:pt>
                <c:pt idx="29">
                  <c:v>0.16660000000001673</c:v>
                </c:pt>
                <c:pt idx="30">
                  <c:v>0.16779999999999973</c:v>
                </c:pt>
                <c:pt idx="31">
                  <c:v>0.16910000000001446</c:v>
                </c:pt>
                <c:pt idx="32">
                  <c:v>0.17029999999999745</c:v>
                </c:pt>
                <c:pt idx="33">
                  <c:v>0.17149999999998045</c:v>
                </c:pt>
                <c:pt idx="34">
                  <c:v>0.17259999999998854</c:v>
                </c:pt>
                <c:pt idx="35">
                  <c:v>0.17360000000002174</c:v>
                </c:pt>
                <c:pt idx="36">
                  <c:v>0.17459999999999809</c:v>
                </c:pt>
                <c:pt idx="37">
                  <c:v>0.17560000000003129</c:v>
                </c:pt>
                <c:pt idx="38">
                  <c:v>0.176400000000001</c:v>
                </c:pt>
                <c:pt idx="39">
                  <c:v>0.17730000000000246</c:v>
                </c:pt>
                <c:pt idx="40">
                  <c:v>0.17799999999999727</c:v>
                </c:pt>
                <c:pt idx="41">
                  <c:v>0.17869999999999209</c:v>
                </c:pt>
                <c:pt idx="42">
                  <c:v>0.1793999999999869</c:v>
                </c:pt>
                <c:pt idx="43">
                  <c:v>0.18000000000000682</c:v>
                </c:pt>
                <c:pt idx="44">
                  <c:v>0.180499999999995</c:v>
                </c:pt>
                <c:pt idx="45">
                  <c:v>0.18110000000001492</c:v>
                </c:pt>
                <c:pt idx="46">
                  <c:v>0.18160000000000309</c:v>
                </c:pt>
                <c:pt idx="47">
                  <c:v>0.18200000000001637</c:v>
                </c:pt>
                <c:pt idx="48">
                  <c:v>0.18240000000002965</c:v>
                </c:pt>
                <c:pt idx="49">
                  <c:v>0.18279999999998608</c:v>
                </c:pt>
                <c:pt idx="50">
                  <c:v>0.18319999999999936</c:v>
                </c:pt>
                <c:pt idx="51">
                  <c:v>0.1834999999999809</c:v>
                </c:pt>
                <c:pt idx="52">
                  <c:v>0.18380000000001928</c:v>
                </c:pt>
                <c:pt idx="53">
                  <c:v>0.18410000000000082</c:v>
                </c:pt>
                <c:pt idx="54">
                  <c:v>0.18439999999998236</c:v>
                </c:pt>
                <c:pt idx="55">
                  <c:v>0.184599999999989</c:v>
                </c:pt>
                <c:pt idx="56">
                  <c:v>0.18479999999999563</c:v>
                </c:pt>
                <c:pt idx="57">
                  <c:v>0.18500000000000227</c:v>
                </c:pt>
                <c:pt idx="58">
                  <c:v>0.18520000000000891</c:v>
                </c:pt>
                <c:pt idx="59">
                  <c:v>0.18540000000001555</c:v>
                </c:pt>
                <c:pt idx="60">
                  <c:v>0.18540000000001555</c:v>
                </c:pt>
                <c:pt idx="61">
                  <c:v>0.18540000000001555</c:v>
                </c:pt>
                <c:pt idx="62">
                  <c:v>0.18529999999998381</c:v>
                </c:pt>
                <c:pt idx="63">
                  <c:v>0.18509999999997717</c:v>
                </c:pt>
                <c:pt idx="64">
                  <c:v>0.18500000000000227</c:v>
                </c:pt>
                <c:pt idx="65">
                  <c:v>0.18479999999999563</c:v>
                </c:pt>
                <c:pt idx="66">
                  <c:v>0.184599999999989</c:v>
                </c:pt>
                <c:pt idx="67">
                  <c:v>0.1845000000000141</c:v>
                </c:pt>
                <c:pt idx="68">
                  <c:v>0.18430000000000746</c:v>
                </c:pt>
                <c:pt idx="69">
                  <c:v>0.18410000000000082</c:v>
                </c:pt>
                <c:pt idx="70">
                  <c:v>0.18400000000002592</c:v>
                </c:pt>
                <c:pt idx="71">
                  <c:v>0.18380000000001928</c:v>
                </c:pt>
                <c:pt idx="72">
                  <c:v>0.18369999999998754</c:v>
                </c:pt>
                <c:pt idx="73">
                  <c:v>0.1834999999999809</c:v>
                </c:pt>
                <c:pt idx="74">
                  <c:v>0.183400000000006</c:v>
                </c:pt>
                <c:pt idx="75">
                  <c:v>0.1833000000000311</c:v>
                </c:pt>
                <c:pt idx="76">
                  <c:v>0.18319999999999936</c:v>
                </c:pt>
                <c:pt idx="77">
                  <c:v>0.18310000000002447</c:v>
                </c:pt>
                <c:pt idx="78">
                  <c:v>0.18299999999999272</c:v>
                </c:pt>
                <c:pt idx="79">
                  <c:v>0.18290000000001783</c:v>
                </c:pt>
                <c:pt idx="80">
                  <c:v>0.18290000000001783</c:v>
                </c:pt>
                <c:pt idx="81">
                  <c:v>0.18279999999998608</c:v>
                </c:pt>
                <c:pt idx="82">
                  <c:v>0.18270000000001119</c:v>
                </c:pt>
                <c:pt idx="83">
                  <c:v>0.18270000000001119</c:v>
                </c:pt>
                <c:pt idx="84">
                  <c:v>0.18259999999997945</c:v>
                </c:pt>
                <c:pt idx="85">
                  <c:v>0.18250000000000455</c:v>
                </c:pt>
                <c:pt idx="86">
                  <c:v>0.18250000000000455</c:v>
                </c:pt>
                <c:pt idx="87">
                  <c:v>0.18250000000000455</c:v>
                </c:pt>
                <c:pt idx="88">
                  <c:v>0.18240000000002965</c:v>
                </c:pt>
                <c:pt idx="89">
                  <c:v>0.18240000000002965</c:v>
                </c:pt>
                <c:pt idx="90">
                  <c:v>0.18229999999999791</c:v>
                </c:pt>
                <c:pt idx="91">
                  <c:v>0.18229999999999791</c:v>
                </c:pt>
                <c:pt idx="92">
                  <c:v>0.18229999999999791</c:v>
                </c:pt>
                <c:pt idx="93">
                  <c:v>0.18220000000002301</c:v>
                </c:pt>
                <c:pt idx="94">
                  <c:v>0.18220000000002301</c:v>
                </c:pt>
                <c:pt idx="95">
                  <c:v>0.18220000000002301</c:v>
                </c:pt>
                <c:pt idx="96">
                  <c:v>0.18220000000002301</c:v>
                </c:pt>
                <c:pt idx="97">
                  <c:v>0.18220000000002301</c:v>
                </c:pt>
                <c:pt idx="98">
                  <c:v>0.18209999999999127</c:v>
                </c:pt>
                <c:pt idx="99">
                  <c:v>0.18209999999999127</c:v>
                </c:pt>
                <c:pt idx="100">
                  <c:v>0.18209999999999127</c:v>
                </c:pt>
                <c:pt idx="101">
                  <c:v>0.18209999999999127</c:v>
                </c:pt>
                <c:pt idx="102">
                  <c:v>0.18209999999999127</c:v>
                </c:pt>
                <c:pt idx="103">
                  <c:v>0.18209999999999127</c:v>
                </c:pt>
                <c:pt idx="104">
                  <c:v>0.18200000000001637</c:v>
                </c:pt>
                <c:pt idx="105">
                  <c:v>0.18200000000001637</c:v>
                </c:pt>
                <c:pt idx="106">
                  <c:v>0.18200000000001637</c:v>
                </c:pt>
                <c:pt idx="107">
                  <c:v>0.18200000000001637</c:v>
                </c:pt>
                <c:pt idx="108">
                  <c:v>0.18200000000001637</c:v>
                </c:pt>
                <c:pt idx="109">
                  <c:v>0.18200000000001637</c:v>
                </c:pt>
                <c:pt idx="110">
                  <c:v>0.18200000000001637</c:v>
                </c:pt>
                <c:pt idx="111">
                  <c:v>0.18189999999998463</c:v>
                </c:pt>
                <c:pt idx="112">
                  <c:v>0.18189999999998463</c:v>
                </c:pt>
                <c:pt idx="113">
                  <c:v>0.18200000000001637</c:v>
                </c:pt>
                <c:pt idx="114">
                  <c:v>0.18200000000001637</c:v>
                </c:pt>
                <c:pt idx="115">
                  <c:v>0.18200000000001637</c:v>
                </c:pt>
                <c:pt idx="116">
                  <c:v>0.18200000000001637</c:v>
                </c:pt>
                <c:pt idx="117">
                  <c:v>0.18200000000001637</c:v>
                </c:pt>
                <c:pt idx="118">
                  <c:v>0.18200000000001637</c:v>
                </c:pt>
                <c:pt idx="119">
                  <c:v>0.18209999999999127</c:v>
                </c:pt>
                <c:pt idx="120">
                  <c:v>0.18209999999999127</c:v>
                </c:pt>
                <c:pt idx="121">
                  <c:v>0.18209999999999127</c:v>
                </c:pt>
                <c:pt idx="122">
                  <c:v>0.18209999999999127</c:v>
                </c:pt>
                <c:pt idx="123">
                  <c:v>0.18209999999999127</c:v>
                </c:pt>
                <c:pt idx="124">
                  <c:v>0.18220000000002301</c:v>
                </c:pt>
                <c:pt idx="125">
                  <c:v>0.18220000000002301</c:v>
                </c:pt>
                <c:pt idx="126">
                  <c:v>0.18220000000002301</c:v>
                </c:pt>
                <c:pt idx="127">
                  <c:v>0.18220000000002301</c:v>
                </c:pt>
                <c:pt idx="128">
                  <c:v>0.18220000000002301</c:v>
                </c:pt>
                <c:pt idx="129">
                  <c:v>0.18220000000002301</c:v>
                </c:pt>
                <c:pt idx="130">
                  <c:v>0.18229999999999791</c:v>
                </c:pt>
                <c:pt idx="131">
                  <c:v>0.18229999999999791</c:v>
                </c:pt>
                <c:pt idx="132">
                  <c:v>0.18229999999999791</c:v>
                </c:pt>
                <c:pt idx="133">
                  <c:v>0.18229999999999791</c:v>
                </c:pt>
                <c:pt idx="134">
                  <c:v>0.18229999999999791</c:v>
                </c:pt>
                <c:pt idx="135">
                  <c:v>0.18229999999999791</c:v>
                </c:pt>
                <c:pt idx="136">
                  <c:v>0.18229999999999791</c:v>
                </c:pt>
                <c:pt idx="137">
                  <c:v>0.18240000000002965</c:v>
                </c:pt>
                <c:pt idx="138">
                  <c:v>0.18240000000002965</c:v>
                </c:pt>
                <c:pt idx="139">
                  <c:v>0.18240000000002965</c:v>
                </c:pt>
                <c:pt idx="140">
                  <c:v>0.18240000000002965</c:v>
                </c:pt>
                <c:pt idx="141">
                  <c:v>0.18240000000002965</c:v>
                </c:pt>
                <c:pt idx="142">
                  <c:v>0.18240000000002965</c:v>
                </c:pt>
                <c:pt idx="143">
                  <c:v>0.18240000000002965</c:v>
                </c:pt>
                <c:pt idx="144">
                  <c:v>0.18240000000002965</c:v>
                </c:pt>
                <c:pt idx="145">
                  <c:v>0.18240000000002965</c:v>
                </c:pt>
                <c:pt idx="146">
                  <c:v>0.18240000000002965</c:v>
                </c:pt>
                <c:pt idx="147">
                  <c:v>0.18240000000002965</c:v>
                </c:pt>
                <c:pt idx="148">
                  <c:v>0.18250000000000455</c:v>
                </c:pt>
                <c:pt idx="149">
                  <c:v>0.18250000000000455</c:v>
                </c:pt>
                <c:pt idx="150">
                  <c:v>0.18250000000000455</c:v>
                </c:pt>
                <c:pt idx="151">
                  <c:v>0.18250000000000455</c:v>
                </c:pt>
                <c:pt idx="152">
                  <c:v>0.18250000000000455</c:v>
                </c:pt>
                <c:pt idx="153">
                  <c:v>0.18250000000000455</c:v>
                </c:pt>
                <c:pt idx="154">
                  <c:v>0.18250000000000455</c:v>
                </c:pt>
                <c:pt idx="155">
                  <c:v>0.18250000000000455</c:v>
                </c:pt>
                <c:pt idx="156">
                  <c:v>0.18250000000000455</c:v>
                </c:pt>
                <c:pt idx="157">
                  <c:v>0.18250000000000455</c:v>
                </c:pt>
                <c:pt idx="158">
                  <c:v>0.18250000000000455</c:v>
                </c:pt>
                <c:pt idx="159">
                  <c:v>0.18259999999997945</c:v>
                </c:pt>
                <c:pt idx="160">
                  <c:v>0.18259999999997945</c:v>
                </c:pt>
                <c:pt idx="161">
                  <c:v>0.18259999999997945</c:v>
                </c:pt>
                <c:pt idx="162">
                  <c:v>0.18250000000000455</c:v>
                </c:pt>
                <c:pt idx="163">
                  <c:v>0.18250000000000455</c:v>
                </c:pt>
                <c:pt idx="164">
                  <c:v>0.18240000000002965</c:v>
                </c:pt>
                <c:pt idx="165">
                  <c:v>0.18220000000002301</c:v>
                </c:pt>
                <c:pt idx="166">
                  <c:v>0.18209999999999127</c:v>
                </c:pt>
                <c:pt idx="167">
                  <c:v>0.18200000000001637</c:v>
                </c:pt>
                <c:pt idx="168">
                  <c:v>0.18189999999998463</c:v>
                </c:pt>
                <c:pt idx="169">
                  <c:v>0.18180000000000973</c:v>
                </c:pt>
                <c:pt idx="170">
                  <c:v>0.18169999999997799</c:v>
                </c:pt>
                <c:pt idx="171">
                  <c:v>0.18150000000002819</c:v>
                </c:pt>
                <c:pt idx="172">
                  <c:v>0.18139999999999645</c:v>
                </c:pt>
                <c:pt idx="173">
                  <c:v>0.18130000000002156</c:v>
                </c:pt>
                <c:pt idx="174">
                  <c:v>0.18119999999998981</c:v>
                </c:pt>
                <c:pt idx="175">
                  <c:v>0.18110000000001492</c:v>
                </c:pt>
                <c:pt idx="176">
                  <c:v>0.18099999999998317</c:v>
                </c:pt>
                <c:pt idx="177">
                  <c:v>0.18090000000000828</c:v>
                </c:pt>
                <c:pt idx="178">
                  <c:v>0.18090000000000828</c:v>
                </c:pt>
                <c:pt idx="179">
                  <c:v>0.18079999999997654</c:v>
                </c:pt>
                <c:pt idx="180">
                  <c:v>0.18070000000000164</c:v>
                </c:pt>
                <c:pt idx="181">
                  <c:v>0.18060000000002674</c:v>
                </c:pt>
                <c:pt idx="182">
                  <c:v>0.18060000000002674</c:v>
                </c:pt>
                <c:pt idx="183">
                  <c:v>0.180499999999995</c:v>
                </c:pt>
                <c:pt idx="184">
                  <c:v>0.1804000000000201</c:v>
                </c:pt>
                <c:pt idx="185">
                  <c:v>0.1804000000000201</c:v>
                </c:pt>
                <c:pt idx="186">
                  <c:v>0.1804000000000201</c:v>
                </c:pt>
                <c:pt idx="187">
                  <c:v>0.180499999999995</c:v>
                </c:pt>
                <c:pt idx="188">
                  <c:v>0.18079999999997654</c:v>
                </c:pt>
                <c:pt idx="189">
                  <c:v>0.18110000000001492</c:v>
                </c:pt>
                <c:pt idx="190">
                  <c:v>0.18139999999999645</c:v>
                </c:pt>
                <c:pt idx="191">
                  <c:v>0.18169999999997799</c:v>
                </c:pt>
                <c:pt idx="192">
                  <c:v>0.18200000000001637</c:v>
                </c:pt>
                <c:pt idx="193">
                  <c:v>0.18240000000002965</c:v>
                </c:pt>
                <c:pt idx="194">
                  <c:v>0.18270000000001119</c:v>
                </c:pt>
                <c:pt idx="195">
                  <c:v>0.18299999999999272</c:v>
                </c:pt>
                <c:pt idx="196">
                  <c:v>0.1833000000000311</c:v>
                </c:pt>
                <c:pt idx="197">
                  <c:v>0.18360000000001264</c:v>
                </c:pt>
                <c:pt idx="198">
                  <c:v>0.18380000000001928</c:v>
                </c:pt>
                <c:pt idx="199">
                  <c:v>0.18410000000000082</c:v>
                </c:pt>
                <c:pt idx="200">
                  <c:v>0.18430000000000746</c:v>
                </c:pt>
                <c:pt idx="201">
                  <c:v>0.184599999999989</c:v>
                </c:pt>
                <c:pt idx="202">
                  <c:v>0.18479999999999563</c:v>
                </c:pt>
                <c:pt idx="203">
                  <c:v>0.18500000000000227</c:v>
                </c:pt>
                <c:pt idx="204">
                  <c:v>0.18509999999997717</c:v>
                </c:pt>
                <c:pt idx="205">
                  <c:v>0.18529999999998381</c:v>
                </c:pt>
                <c:pt idx="206">
                  <c:v>0.18549999999999045</c:v>
                </c:pt>
                <c:pt idx="207">
                  <c:v>0.18560000000002219</c:v>
                </c:pt>
                <c:pt idx="208">
                  <c:v>0.18580000000002883</c:v>
                </c:pt>
                <c:pt idx="209">
                  <c:v>0.18590000000000373</c:v>
                </c:pt>
                <c:pt idx="210">
                  <c:v>0.18599999999997863</c:v>
                </c:pt>
                <c:pt idx="211">
                  <c:v>0.18619999999998527</c:v>
                </c:pt>
                <c:pt idx="212">
                  <c:v>0.18630000000001701</c:v>
                </c:pt>
                <c:pt idx="213">
                  <c:v>0.18639999999999191</c:v>
                </c:pt>
                <c:pt idx="214">
                  <c:v>0.18650000000002365</c:v>
                </c:pt>
                <c:pt idx="215">
                  <c:v>0.18650000000002365</c:v>
                </c:pt>
                <c:pt idx="216">
                  <c:v>0.18659999999999854</c:v>
                </c:pt>
                <c:pt idx="217">
                  <c:v>0.18650000000002365</c:v>
                </c:pt>
                <c:pt idx="218">
                  <c:v>0.18639999999999191</c:v>
                </c:pt>
                <c:pt idx="219">
                  <c:v>0.18619999999998527</c:v>
                </c:pt>
                <c:pt idx="220">
                  <c:v>0.18599999999997863</c:v>
                </c:pt>
                <c:pt idx="221">
                  <c:v>0.18580000000002883</c:v>
                </c:pt>
                <c:pt idx="222">
                  <c:v>0.18549999999999045</c:v>
                </c:pt>
                <c:pt idx="223">
                  <c:v>0.18529999999998381</c:v>
                </c:pt>
                <c:pt idx="224">
                  <c:v>0.18509999999997717</c:v>
                </c:pt>
                <c:pt idx="225">
                  <c:v>0.18490000000002738</c:v>
                </c:pt>
                <c:pt idx="226">
                  <c:v>0.18470000000002074</c:v>
                </c:pt>
                <c:pt idx="227">
                  <c:v>0.1845000000000141</c:v>
                </c:pt>
                <c:pt idx="228">
                  <c:v>0.18430000000000746</c:v>
                </c:pt>
                <c:pt idx="229">
                  <c:v>0.18410000000000082</c:v>
                </c:pt>
                <c:pt idx="230">
                  <c:v>0.18389999999999418</c:v>
                </c:pt>
                <c:pt idx="231">
                  <c:v>0.18380000000001928</c:v>
                </c:pt>
                <c:pt idx="232">
                  <c:v>0.18369999999998754</c:v>
                </c:pt>
                <c:pt idx="233">
                  <c:v>0.1834999999999809</c:v>
                </c:pt>
                <c:pt idx="234">
                  <c:v>0.183400000000006</c:v>
                </c:pt>
                <c:pt idx="235">
                  <c:v>0.1833000000000311</c:v>
                </c:pt>
                <c:pt idx="236">
                  <c:v>0.18319999999999936</c:v>
                </c:pt>
                <c:pt idx="237">
                  <c:v>0.18310000000002447</c:v>
                </c:pt>
                <c:pt idx="238">
                  <c:v>0.18299999999999272</c:v>
                </c:pt>
                <c:pt idx="239">
                  <c:v>0.18290000000001783</c:v>
                </c:pt>
                <c:pt idx="240">
                  <c:v>0.18290000000001783</c:v>
                </c:pt>
                <c:pt idx="241">
                  <c:v>0.18279999999998608</c:v>
                </c:pt>
                <c:pt idx="242">
                  <c:v>0.18270000000001119</c:v>
                </c:pt>
                <c:pt idx="243">
                  <c:v>0.18270000000001119</c:v>
                </c:pt>
                <c:pt idx="244">
                  <c:v>0.18259999999997945</c:v>
                </c:pt>
                <c:pt idx="245">
                  <c:v>0.18259999999997945</c:v>
                </c:pt>
                <c:pt idx="246">
                  <c:v>0.18250000000000455</c:v>
                </c:pt>
                <c:pt idx="247">
                  <c:v>0.18250000000000455</c:v>
                </c:pt>
                <c:pt idx="248">
                  <c:v>0.18240000000002965</c:v>
                </c:pt>
                <c:pt idx="249">
                  <c:v>0.18240000000002965</c:v>
                </c:pt>
                <c:pt idx="250">
                  <c:v>0.18229999999999791</c:v>
                </c:pt>
                <c:pt idx="251">
                  <c:v>0.18229999999999791</c:v>
                </c:pt>
                <c:pt idx="252">
                  <c:v>0.18229999999999791</c:v>
                </c:pt>
                <c:pt idx="253">
                  <c:v>0.18229999999999791</c:v>
                </c:pt>
                <c:pt idx="254">
                  <c:v>0.18220000000002301</c:v>
                </c:pt>
                <c:pt idx="255">
                  <c:v>0.18220000000002301</c:v>
                </c:pt>
                <c:pt idx="256">
                  <c:v>0.18220000000002301</c:v>
                </c:pt>
                <c:pt idx="257">
                  <c:v>0.18220000000002301</c:v>
                </c:pt>
                <c:pt idx="258">
                  <c:v>0.18209999999999127</c:v>
                </c:pt>
                <c:pt idx="259">
                  <c:v>0.18209999999999127</c:v>
                </c:pt>
                <c:pt idx="260">
                  <c:v>0.18209999999999127</c:v>
                </c:pt>
                <c:pt idx="261">
                  <c:v>0.18209999999999127</c:v>
                </c:pt>
                <c:pt idx="262">
                  <c:v>0.18209999999999127</c:v>
                </c:pt>
                <c:pt idx="263">
                  <c:v>0.18209999999999127</c:v>
                </c:pt>
                <c:pt idx="264">
                  <c:v>0.18209999999999127</c:v>
                </c:pt>
                <c:pt idx="265">
                  <c:v>0.18200000000001637</c:v>
                </c:pt>
                <c:pt idx="266">
                  <c:v>0.18200000000001637</c:v>
                </c:pt>
                <c:pt idx="267">
                  <c:v>0.18200000000001637</c:v>
                </c:pt>
                <c:pt idx="268">
                  <c:v>0.18200000000001637</c:v>
                </c:pt>
                <c:pt idx="269">
                  <c:v>0.18200000000001637</c:v>
                </c:pt>
                <c:pt idx="270">
                  <c:v>0.18200000000001637</c:v>
                </c:pt>
                <c:pt idx="271">
                  <c:v>0.18200000000001637</c:v>
                </c:pt>
                <c:pt idx="272">
                  <c:v>0.18200000000001637</c:v>
                </c:pt>
                <c:pt idx="273">
                  <c:v>0.18200000000001637</c:v>
                </c:pt>
                <c:pt idx="274">
                  <c:v>0.18209999999999127</c:v>
                </c:pt>
                <c:pt idx="275">
                  <c:v>0.18209999999999127</c:v>
                </c:pt>
                <c:pt idx="276">
                  <c:v>0.18209999999999127</c:v>
                </c:pt>
                <c:pt idx="277">
                  <c:v>0.18209999999999127</c:v>
                </c:pt>
                <c:pt idx="278">
                  <c:v>0.18209999999999127</c:v>
                </c:pt>
                <c:pt idx="279">
                  <c:v>0.18220000000002301</c:v>
                </c:pt>
                <c:pt idx="280">
                  <c:v>0.18220000000002301</c:v>
                </c:pt>
                <c:pt idx="281">
                  <c:v>0.18220000000002301</c:v>
                </c:pt>
                <c:pt idx="282">
                  <c:v>0.18220000000002301</c:v>
                </c:pt>
                <c:pt idx="283">
                  <c:v>0.18220000000002301</c:v>
                </c:pt>
                <c:pt idx="284">
                  <c:v>0.18220000000002301</c:v>
                </c:pt>
                <c:pt idx="285">
                  <c:v>0.18229999999999791</c:v>
                </c:pt>
                <c:pt idx="286">
                  <c:v>0.18229999999999791</c:v>
                </c:pt>
                <c:pt idx="287">
                  <c:v>0.18229999999999791</c:v>
                </c:pt>
                <c:pt idx="288">
                  <c:v>0.18229999999999791</c:v>
                </c:pt>
                <c:pt idx="289">
                  <c:v>0.18229999999999791</c:v>
                </c:pt>
                <c:pt idx="290">
                  <c:v>0.18229999999999791</c:v>
                </c:pt>
                <c:pt idx="291">
                  <c:v>0.18229999999999791</c:v>
                </c:pt>
                <c:pt idx="292">
                  <c:v>0.18240000000002965</c:v>
                </c:pt>
                <c:pt idx="293">
                  <c:v>0.18240000000002965</c:v>
                </c:pt>
                <c:pt idx="294">
                  <c:v>0.18240000000002965</c:v>
                </c:pt>
                <c:pt idx="295">
                  <c:v>0.18240000000002965</c:v>
                </c:pt>
                <c:pt idx="296">
                  <c:v>0.18240000000002965</c:v>
                </c:pt>
                <c:pt idx="297">
                  <c:v>0.18240000000002965</c:v>
                </c:pt>
                <c:pt idx="298">
                  <c:v>0.18240000000002965</c:v>
                </c:pt>
                <c:pt idx="299">
                  <c:v>0.18240000000002965</c:v>
                </c:pt>
                <c:pt idx="300">
                  <c:v>0.18240000000002965</c:v>
                </c:pt>
                <c:pt idx="301">
                  <c:v>0.18240000000002965</c:v>
                </c:pt>
                <c:pt idx="302">
                  <c:v>0.18240000000002965</c:v>
                </c:pt>
                <c:pt idx="303">
                  <c:v>0.18250000000000455</c:v>
                </c:pt>
                <c:pt idx="304">
                  <c:v>0.18250000000000455</c:v>
                </c:pt>
                <c:pt idx="305">
                  <c:v>0.18250000000000455</c:v>
                </c:pt>
                <c:pt idx="306">
                  <c:v>0.18250000000000455</c:v>
                </c:pt>
                <c:pt idx="307">
                  <c:v>0.18250000000000455</c:v>
                </c:pt>
                <c:pt idx="308">
                  <c:v>0.18250000000000455</c:v>
                </c:pt>
                <c:pt idx="309">
                  <c:v>0.18250000000000455</c:v>
                </c:pt>
                <c:pt idx="310">
                  <c:v>0.18250000000000455</c:v>
                </c:pt>
                <c:pt idx="311">
                  <c:v>0.18250000000000455</c:v>
                </c:pt>
                <c:pt idx="312">
                  <c:v>0.18250000000000455</c:v>
                </c:pt>
                <c:pt idx="313">
                  <c:v>0.18250000000000455</c:v>
                </c:pt>
                <c:pt idx="314">
                  <c:v>0.18250000000000455</c:v>
                </c:pt>
                <c:pt idx="315">
                  <c:v>0.18250000000000455</c:v>
                </c:pt>
                <c:pt idx="316">
                  <c:v>0.18259999999997945</c:v>
                </c:pt>
                <c:pt idx="317">
                  <c:v>0.18259999999997945</c:v>
                </c:pt>
                <c:pt idx="318">
                  <c:v>0.18259999999997945</c:v>
                </c:pt>
                <c:pt idx="319">
                  <c:v>0.18250000000000455</c:v>
                </c:pt>
                <c:pt idx="320">
                  <c:v>0.18240000000002965</c:v>
                </c:pt>
                <c:pt idx="321">
                  <c:v>0.18229999999999791</c:v>
                </c:pt>
                <c:pt idx="322">
                  <c:v>0.18220000000002301</c:v>
                </c:pt>
                <c:pt idx="323">
                  <c:v>0.18209999999999127</c:v>
                </c:pt>
                <c:pt idx="324">
                  <c:v>0.18200000000001637</c:v>
                </c:pt>
                <c:pt idx="325">
                  <c:v>0.18189999999998463</c:v>
                </c:pt>
                <c:pt idx="326">
                  <c:v>0.18180000000000973</c:v>
                </c:pt>
                <c:pt idx="327">
                  <c:v>0.18160000000000309</c:v>
                </c:pt>
                <c:pt idx="328">
                  <c:v>0.18150000000002819</c:v>
                </c:pt>
                <c:pt idx="329">
                  <c:v>0.18139999999999645</c:v>
                </c:pt>
                <c:pt idx="330">
                  <c:v>0.18130000000002156</c:v>
                </c:pt>
                <c:pt idx="331">
                  <c:v>0.18119999999998981</c:v>
                </c:pt>
                <c:pt idx="332">
                  <c:v>0.18110000000001492</c:v>
                </c:pt>
                <c:pt idx="333">
                  <c:v>0.18099999999998317</c:v>
                </c:pt>
                <c:pt idx="334">
                  <c:v>0.18090000000000828</c:v>
                </c:pt>
                <c:pt idx="335">
                  <c:v>0.18090000000000828</c:v>
                </c:pt>
                <c:pt idx="336">
                  <c:v>0.18079999999997654</c:v>
                </c:pt>
                <c:pt idx="337">
                  <c:v>0.18070000000000164</c:v>
                </c:pt>
                <c:pt idx="338">
                  <c:v>0.18060000000002674</c:v>
                </c:pt>
                <c:pt idx="339">
                  <c:v>0.18060000000002674</c:v>
                </c:pt>
                <c:pt idx="340">
                  <c:v>0.180499999999995</c:v>
                </c:pt>
                <c:pt idx="341">
                  <c:v>0.1804000000000201</c:v>
                </c:pt>
                <c:pt idx="342">
                  <c:v>0.1804000000000201</c:v>
                </c:pt>
                <c:pt idx="343">
                  <c:v>0.1804000000000201</c:v>
                </c:pt>
                <c:pt idx="344">
                  <c:v>0.18060000000002674</c:v>
                </c:pt>
                <c:pt idx="345">
                  <c:v>0.18079999999997654</c:v>
                </c:pt>
                <c:pt idx="346">
                  <c:v>0.18110000000001492</c:v>
                </c:pt>
                <c:pt idx="347">
                  <c:v>0.18139999999999645</c:v>
                </c:pt>
                <c:pt idx="348">
                  <c:v>0.18169999999997799</c:v>
                </c:pt>
                <c:pt idx="349">
                  <c:v>0.18209999999999127</c:v>
                </c:pt>
                <c:pt idx="350">
                  <c:v>0.18240000000002965</c:v>
                </c:pt>
                <c:pt idx="351">
                  <c:v>0.18270000000001119</c:v>
                </c:pt>
                <c:pt idx="352">
                  <c:v>0.18299999999999272</c:v>
                </c:pt>
                <c:pt idx="353">
                  <c:v>0.1833000000000311</c:v>
                </c:pt>
                <c:pt idx="354">
                  <c:v>0.18360000000001264</c:v>
                </c:pt>
                <c:pt idx="355">
                  <c:v>0.18389999999999418</c:v>
                </c:pt>
                <c:pt idx="356">
                  <c:v>0.18410000000000082</c:v>
                </c:pt>
                <c:pt idx="357">
                  <c:v>0.18439999999998236</c:v>
                </c:pt>
                <c:pt idx="358">
                  <c:v>0.184599999999989</c:v>
                </c:pt>
                <c:pt idx="359">
                  <c:v>0.18479999999999563</c:v>
                </c:pt>
                <c:pt idx="360">
                  <c:v>0.18500000000000227</c:v>
                </c:pt>
                <c:pt idx="361">
                  <c:v>0.18500000000000227</c:v>
                </c:pt>
                <c:pt idx="362">
                  <c:v>0.18520000000000891</c:v>
                </c:pt>
                <c:pt idx="363">
                  <c:v>0.18529999999998381</c:v>
                </c:pt>
                <c:pt idx="364">
                  <c:v>0.18549999999999045</c:v>
                </c:pt>
                <c:pt idx="365">
                  <c:v>0.18569999999999709</c:v>
                </c:pt>
                <c:pt idx="366">
                  <c:v>0.18580000000002883</c:v>
                </c:pt>
                <c:pt idx="367">
                  <c:v>0.18590000000000373</c:v>
                </c:pt>
                <c:pt idx="368">
                  <c:v>0.18610000000001037</c:v>
                </c:pt>
                <c:pt idx="369">
                  <c:v>0.18619999999998527</c:v>
                </c:pt>
                <c:pt idx="370">
                  <c:v>0.18630000000001701</c:v>
                </c:pt>
                <c:pt idx="371">
                  <c:v>0.18639999999999191</c:v>
                </c:pt>
                <c:pt idx="372">
                  <c:v>0.18650000000002365</c:v>
                </c:pt>
                <c:pt idx="373">
                  <c:v>0.18650000000002365</c:v>
                </c:pt>
                <c:pt idx="374">
                  <c:v>0.18659999999999854</c:v>
                </c:pt>
                <c:pt idx="375">
                  <c:v>0.18650000000002365</c:v>
                </c:pt>
                <c:pt idx="376">
                  <c:v>0.18639999999999191</c:v>
                </c:pt>
                <c:pt idx="377">
                  <c:v>0.18619999999998527</c:v>
                </c:pt>
                <c:pt idx="378">
                  <c:v>0.18599999999997863</c:v>
                </c:pt>
                <c:pt idx="379">
                  <c:v>0.18569999999999709</c:v>
                </c:pt>
                <c:pt idx="380">
                  <c:v>0.18549999999999045</c:v>
                </c:pt>
                <c:pt idx="381">
                  <c:v>0.18529999999998381</c:v>
                </c:pt>
                <c:pt idx="382">
                  <c:v>0.18500000000000227</c:v>
                </c:pt>
                <c:pt idx="383">
                  <c:v>0.18479999999999563</c:v>
                </c:pt>
                <c:pt idx="384">
                  <c:v>0.184599999999989</c:v>
                </c:pt>
                <c:pt idx="385">
                  <c:v>0.18439999999998236</c:v>
                </c:pt>
                <c:pt idx="386">
                  <c:v>0.18420000000003256</c:v>
                </c:pt>
                <c:pt idx="387">
                  <c:v>0.18410000000000082</c:v>
                </c:pt>
                <c:pt idx="388">
                  <c:v>0.18389999999999418</c:v>
                </c:pt>
                <c:pt idx="389">
                  <c:v>0.18380000000001928</c:v>
                </c:pt>
                <c:pt idx="390">
                  <c:v>0.18360000000001264</c:v>
                </c:pt>
                <c:pt idx="391">
                  <c:v>0.1834999999999809</c:v>
                </c:pt>
                <c:pt idx="392">
                  <c:v>0.183400000000006</c:v>
                </c:pt>
                <c:pt idx="393">
                  <c:v>0.1833000000000311</c:v>
                </c:pt>
                <c:pt idx="394">
                  <c:v>0.18319999999999936</c:v>
                </c:pt>
                <c:pt idx="395">
                  <c:v>0.18310000000002447</c:v>
                </c:pt>
                <c:pt idx="396">
                  <c:v>0.18299999999999272</c:v>
                </c:pt>
                <c:pt idx="397">
                  <c:v>0.18290000000001783</c:v>
                </c:pt>
                <c:pt idx="398">
                  <c:v>0.18279999999998608</c:v>
                </c:pt>
                <c:pt idx="399">
                  <c:v>0.18279999999998608</c:v>
                </c:pt>
                <c:pt idx="400">
                  <c:v>0.18270000000001119</c:v>
                </c:pt>
                <c:pt idx="401">
                  <c:v>0.18270000000001119</c:v>
                </c:pt>
                <c:pt idx="402">
                  <c:v>0.18259999999997945</c:v>
                </c:pt>
                <c:pt idx="403">
                  <c:v>0.18250000000000455</c:v>
                </c:pt>
                <c:pt idx="404">
                  <c:v>0.18250000000000455</c:v>
                </c:pt>
                <c:pt idx="405">
                  <c:v>0.18250000000000455</c:v>
                </c:pt>
                <c:pt idx="406">
                  <c:v>0.18240000000002965</c:v>
                </c:pt>
                <c:pt idx="407">
                  <c:v>0.18240000000002965</c:v>
                </c:pt>
                <c:pt idx="408">
                  <c:v>0.18229999999999791</c:v>
                </c:pt>
                <c:pt idx="409">
                  <c:v>0.18229999999999791</c:v>
                </c:pt>
                <c:pt idx="410">
                  <c:v>0.18229999999999791</c:v>
                </c:pt>
                <c:pt idx="411">
                  <c:v>0.18229999999999791</c:v>
                </c:pt>
                <c:pt idx="412">
                  <c:v>0.18220000000002301</c:v>
                </c:pt>
                <c:pt idx="413">
                  <c:v>0.18220000000002301</c:v>
                </c:pt>
                <c:pt idx="414">
                  <c:v>0.18220000000002301</c:v>
                </c:pt>
                <c:pt idx="415">
                  <c:v>0.18220000000002301</c:v>
                </c:pt>
                <c:pt idx="416">
                  <c:v>0.18209999999999127</c:v>
                </c:pt>
                <c:pt idx="417">
                  <c:v>0.18209999999999127</c:v>
                </c:pt>
                <c:pt idx="418">
                  <c:v>0.18209999999999127</c:v>
                </c:pt>
                <c:pt idx="419">
                  <c:v>0.18209999999999127</c:v>
                </c:pt>
                <c:pt idx="420">
                  <c:v>0.18209999999999127</c:v>
                </c:pt>
                <c:pt idx="421">
                  <c:v>0.18209999999999127</c:v>
                </c:pt>
                <c:pt idx="422">
                  <c:v>0.18209999999999127</c:v>
                </c:pt>
                <c:pt idx="423">
                  <c:v>0.18200000000001637</c:v>
                </c:pt>
                <c:pt idx="424">
                  <c:v>0.18200000000001637</c:v>
                </c:pt>
                <c:pt idx="425">
                  <c:v>0.18200000000001637</c:v>
                </c:pt>
                <c:pt idx="426">
                  <c:v>0.18200000000001637</c:v>
                </c:pt>
                <c:pt idx="427">
                  <c:v>0.18200000000001637</c:v>
                </c:pt>
                <c:pt idx="428">
                  <c:v>0.18200000000001637</c:v>
                </c:pt>
                <c:pt idx="429">
                  <c:v>0.18200000000001637</c:v>
                </c:pt>
                <c:pt idx="430">
                  <c:v>0.18200000000001637</c:v>
                </c:pt>
                <c:pt idx="431">
                  <c:v>0.18200000000001637</c:v>
                </c:pt>
                <c:pt idx="432">
                  <c:v>0.18209999999999127</c:v>
                </c:pt>
                <c:pt idx="433">
                  <c:v>0.18209999999999127</c:v>
                </c:pt>
                <c:pt idx="434">
                  <c:v>0.18209999999999127</c:v>
                </c:pt>
                <c:pt idx="435">
                  <c:v>0.18209999999999127</c:v>
                </c:pt>
                <c:pt idx="436">
                  <c:v>0.18209999999999127</c:v>
                </c:pt>
                <c:pt idx="437">
                  <c:v>0.18220000000002301</c:v>
                </c:pt>
                <c:pt idx="438">
                  <c:v>0.18220000000002301</c:v>
                </c:pt>
                <c:pt idx="439">
                  <c:v>0.18220000000002301</c:v>
                </c:pt>
                <c:pt idx="440">
                  <c:v>0.18220000000002301</c:v>
                </c:pt>
                <c:pt idx="441">
                  <c:v>0.18220000000002301</c:v>
                </c:pt>
                <c:pt idx="442">
                  <c:v>0.18220000000002301</c:v>
                </c:pt>
                <c:pt idx="443">
                  <c:v>0.18229999999999791</c:v>
                </c:pt>
                <c:pt idx="444">
                  <c:v>0.18229999999999791</c:v>
                </c:pt>
                <c:pt idx="445">
                  <c:v>0.18229999999999791</c:v>
                </c:pt>
                <c:pt idx="446">
                  <c:v>0.18229999999999791</c:v>
                </c:pt>
                <c:pt idx="447">
                  <c:v>0.18229999999999791</c:v>
                </c:pt>
                <c:pt idx="448">
                  <c:v>0.18229999999999791</c:v>
                </c:pt>
                <c:pt idx="449">
                  <c:v>0.18229999999999791</c:v>
                </c:pt>
                <c:pt idx="450">
                  <c:v>0.18240000000002965</c:v>
                </c:pt>
                <c:pt idx="451">
                  <c:v>0.18240000000002965</c:v>
                </c:pt>
                <c:pt idx="452">
                  <c:v>0.18240000000002965</c:v>
                </c:pt>
                <c:pt idx="453">
                  <c:v>0.18240000000002965</c:v>
                </c:pt>
                <c:pt idx="454">
                  <c:v>0.18240000000002965</c:v>
                </c:pt>
                <c:pt idx="455">
                  <c:v>0.18240000000002965</c:v>
                </c:pt>
                <c:pt idx="456">
                  <c:v>0.18240000000002965</c:v>
                </c:pt>
                <c:pt idx="457">
                  <c:v>0.18240000000002965</c:v>
                </c:pt>
                <c:pt idx="458">
                  <c:v>0.18240000000002965</c:v>
                </c:pt>
                <c:pt idx="459">
                  <c:v>0.18240000000002965</c:v>
                </c:pt>
                <c:pt idx="460">
                  <c:v>0.18240000000002965</c:v>
                </c:pt>
                <c:pt idx="461">
                  <c:v>0.18240000000002965</c:v>
                </c:pt>
                <c:pt idx="462">
                  <c:v>0.18250000000000455</c:v>
                </c:pt>
                <c:pt idx="463">
                  <c:v>0.18250000000000455</c:v>
                </c:pt>
                <c:pt idx="464">
                  <c:v>0.18250000000000455</c:v>
                </c:pt>
                <c:pt idx="465">
                  <c:v>0.18250000000000455</c:v>
                </c:pt>
                <c:pt idx="466">
                  <c:v>0.18250000000000455</c:v>
                </c:pt>
                <c:pt idx="467">
                  <c:v>0.18250000000000455</c:v>
                </c:pt>
                <c:pt idx="468">
                  <c:v>0.18250000000000455</c:v>
                </c:pt>
                <c:pt idx="469">
                  <c:v>0.18250000000000455</c:v>
                </c:pt>
                <c:pt idx="470">
                  <c:v>0.18250000000000455</c:v>
                </c:pt>
                <c:pt idx="471">
                  <c:v>0.18250000000000455</c:v>
                </c:pt>
                <c:pt idx="472">
                  <c:v>0.18250000000000455</c:v>
                </c:pt>
                <c:pt idx="473">
                  <c:v>0.18250000000000455</c:v>
                </c:pt>
                <c:pt idx="474">
                  <c:v>0.18259999999997945</c:v>
                </c:pt>
                <c:pt idx="475">
                  <c:v>0.18259999999997945</c:v>
                </c:pt>
                <c:pt idx="476">
                  <c:v>0.18259999999997945</c:v>
                </c:pt>
                <c:pt idx="477">
                  <c:v>0.18259999999997945</c:v>
                </c:pt>
                <c:pt idx="478">
                  <c:v>0.18250000000000455</c:v>
                </c:pt>
                <c:pt idx="479">
                  <c:v>0.18240000000002965</c:v>
                </c:pt>
                <c:pt idx="480">
                  <c:v>0.18229999999999791</c:v>
                </c:pt>
                <c:pt idx="481">
                  <c:v>0.18220000000002301</c:v>
                </c:pt>
                <c:pt idx="482">
                  <c:v>0.18209999999999127</c:v>
                </c:pt>
                <c:pt idx="483">
                  <c:v>0.18200000000001637</c:v>
                </c:pt>
                <c:pt idx="484">
                  <c:v>0.18189999999998463</c:v>
                </c:pt>
                <c:pt idx="485">
                  <c:v>0.18169999999997799</c:v>
                </c:pt>
                <c:pt idx="486">
                  <c:v>0.18160000000000309</c:v>
                </c:pt>
                <c:pt idx="487">
                  <c:v>0.18150000000002819</c:v>
                </c:pt>
                <c:pt idx="488">
                  <c:v>0.18139999999999645</c:v>
                </c:pt>
                <c:pt idx="489">
                  <c:v>0.18130000000002156</c:v>
                </c:pt>
                <c:pt idx="490">
                  <c:v>0.18119999999998981</c:v>
                </c:pt>
                <c:pt idx="491">
                  <c:v>0.18110000000001492</c:v>
                </c:pt>
                <c:pt idx="492">
                  <c:v>0.18099999999998317</c:v>
                </c:pt>
                <c:pt idx="493">
                  <c:v>0.18090000000000828</c:v>
                </c:pt>
                <c:pt idx="494">
                  <c:v>0.18079999999997654</c:v>
                </c:pt>
                <c:pt idx="495">
                  <c:v>0.18079999999997654</c:v>
                </c:pt>
                <c:pt idx="496">
                  <c:v>0.18070000000000164</c:v>
                </c:pt>
                <c:pt idx="497">
                  <c:v>0.18060000000002674</c:v>
                </c:pt>
                <c:pt idx="498">
                  <c:v>0.180499999999995</c:v>
                </c:pt>
                <c:pt idx="499">
                  <c:v>0.180499999999995</c:v>
                </c:pt>
                <c:pt idx="500">
                  <c:v>0.1804000000000201</c:v>
                </c:pt>
                <c:pt idx="501">
                  <c:v>0.1804000000000201</c:v>
                </c:pt>
                <c:pt idx="502">
                  <c:v>0.1804000000000201</c:v>
                </c:pt>
                <c:pt idx="503">
                  <c:v>0.18060000000002674</c:v>
                </c:pt>
                <c:pt idx="504">
                  <c:v>0.18090000000000828</c:v>
                </c:pt>
                <c:pt idx="505">
                  <c:v>0.18119999999998981</c:v>
                </c:pt>
                <c:pt idx="506">
                  <c:v>0.18150000000002819</c:v>
                </c:pt>
                <c:pt idx="507">
                  <c:v>0.18180000000000973</c:v>
                </c:pt>
                <c:pt idx="508">
                  <c:v>0.18209999999999127</c:v>
                </c:pt>
                <c:pt idx="509">
                  <c:v>0.18250000000000455</c:v>
                </c:pt>
                <c:pt idx="510">
                  <c:v>0.18279999999998608</c:v>
                </c:pt>
                <c:pt idx="511">
                  <c:v>0.18310000000002447</c:v>
                </c:pt>
                <c:pt idx="512">
                  <c:v>0.183400000000006</c:v>
                </c:pt>
                <c:pt idx="513">
                  <c:v>0.18369999999998754</c:v>
                </c:pt>
                <c:pt idx="514">
                  <c:v>0.18389999999999418</c:v>
                </c:pt>
                <c:pt idx="515">
                  <c:v>0.18420000000003256</c:v>
                </c:pt>
                <c:pt idx="516">
                  <c:v>0.18439999999998236</c:v>
                </c:pt>
                <c:pt idx="517">
                  <c:v>0.184599999999989</c:v>
                </c:pt>
                <c:pt idx="518">
                  <c:v>0.18479999999999563</c:v>
                </c:pt>
                <c:pt idx="519">
                  <c:v>0.18500000000000227</c:v>
                </c:pt>
                <c:pt idx="520">
                  <c:v>0.18520000000000891</c:v>
                </c:pt>
                <c:pt idx="521">
                  <c:v>0.18540000000001555</c:v>
                </c:pt>
                <c:pt idx="522">
                  <c:v>0.18549999999999045</c:v>
                </c:pt>
                <c:pt idx="523">
                  <c:v>0.18569999999999709</c:v>
                </c:pt>
                <c:pt idx="524">
                  <c:v>0.18580000000002883</c:v>
                </c:pt>
                <c:pt idx="525">
                  <c:v>0.18599999999997863</c:v>
                </c:pt>
                <c:pt idx="526">
                  <c:v>0.18610000000001037</c:v>
                </c:pt>
                <c:pt idx="527">
                  <c:v>0.18619999999998527</c:v>
                </c:pt>
                <c:pt idx="528">
                  <c:v>0.18630000000001701</c:v>
                </c:pt>
                <c:pt idx="529">
                  <c:v>0.18639999999999191</c:v>
                </c:pt>
                <c:pt idx="530">
                  <c:v>0.18650000000002365</c:v>
                </c:pt>
                <c:pt idx="531">
                  <c:v>0.18659999999999854</c:v>
                </c:pt>
                <c:pt idx="532">
                  <c:v>0.18659999999999854</c:v>
                </c:pt>
              </c:numCache>
            </c:numRef>
          </c:yVal>
          <c:smooth val="1"/>
          <c:extLst>
            <c:ext xmlns:c16="http://schemas.microsoft.com/office/drawing/2014/chart" uri="{C3380CC4-5D6E-409C-BE32-E72D297353CC}">
              <c16:uniqueId val="{0000002F-4233-4E9D-9D6D-D06060CC9530}"/>
            </c:ext>
          </c:extLst>
        </c:ser>
        <c:ser>
          <c:idx val="48"/>
          <c:order val="48"/>
          <c:tx>
            <c:strRef>
              <c:f>PM50000_Temps_oc5l2_50000!$BCY$1</c:f>
              <c:strCache>
                <c:ptCount val="1"/>
                <c:pt idx="0">
                  <c:v>TELE_PM_INTERIOR.50</c:v>
                </c:pt>
              </c:strCache>
            </c:strRef>
          </c:tx>
          <c:spPr>
            <a:ln w="19050" cap="rnd">
              <a:solidFill>
                <a:schemeClr val="accent1">
                  <a:lumMod val="50000"/>
                  <a:lumOff val="50000"/>
                </a:schemeClr>
              </a:solidFill>
              <a:round/>
            </a:ln>
            <a:effectLst/>
          </c:spPr>
          <c:marker>
            <c:symbol val="circle"/>
            <c:size val="5"/>
            <c:spPr>
              <a:solidFill>
                <a:schemeClr val="accent1">
                  <a:lumMod val="50000"/>
                  <a:lumOff val="50000"/>
                </a:schemeClr>
              </a:solidFill>
              <a:ln w="9525">
                <a:solidFill>
                  <a:schemeClr val="accent1">
                    <a:lumMod val="50000"/>
                    <a:lumOff val="5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PM50000_Temps_oc5l2_50000!$BCY$2:$BCY$536</c:f>
              <c:numCache>
                <c:formatCode>General</c:formatCode>
                <c:ptCount val="533"/>
                <c:pt idx="0">
                  <c:v>0</c:v>
                </c:pt>
                <c:pt idx="1">
                  <c:v>6.7999999999983629E-3</c:v>
                </c:pt>
                <c:pt idx="2">
                  <c:v>1.9700000000000273E-2</c:v>
                </c:pt>
                <c:pt idx="3">
                  <c:v>3.2299999999963802E-2</c:v>
                </c:pt>
                <c:pt idx="4">
                  <c:v>4.4399999999995998E-2</c:v>
                </c:pt>
                <c:pt idx="5">
                  <c:v>5.5899999999951433E-2</c:v>
                </c:pt>
                <c:pt idx="6">
                  <c:v>6.6800000000000637E-2</c:v>
                </c:pt>
                <c:pt idx="7">
                  <c:v>7.7099999999973079E-2</c:v>
                </c:pt>
                <c:pt idx="8">
                  <c:v>8.6699999999950705E-2</c:v>
                </c:pt>
                <c:pt idx="9">
                  <c:v>9.5599999999990359E-2</c:v>
                </c:pt>
                <c:pt idx="10">
                  <c:v>0.10370000000000346</c:v>
                </c:pt>
                <c:pt idx="11">
                  <c:v>0.11119999999999663</c:v>
                </c:pt>
                <c:pt idx="12">
                  <c:v>0.1180999999999699</c:v>
                </c:pt>
                <c:pt idx="13">
                  <c:v>0.12439999999998008</c:v>
                </c:pt>
                <c:pt idx="14">
                  <c:v>0.13009999999997035</c:v>
                </c:pt>
                <c:pt idx="15">
                  <c:v>0.13529999999997244</c:v>
                </c:pt>
                <c:pt idx="16">
                  <c:v>0.13999999999998636</c:v>
                </c:pt>
                <c:pt idx="17">
                  <c:v>0.14429999999998699</c:v>
                </c:pt>
                <c:pt idx="18">
                  <c:v>0.14829999999994925</c:v>
                </c:pt>
                <c:pt idx="19">
                  <c:v>0.15179999999998017</c:v>
                </c:pt>
                <c:pt idx="20">
                  <c:v>0.15509999999994761</c:v>
                </c:pt>
                <c:pt idx="21">
                  <c:v>0.15809999999999036</c:v>
                </c:pt>
                <c:pt idx="22">
                  <c:v>0.16079999999999472</c:v>
                </c:pt>
                <c:pt idx="23">
                  <c:v>0.16329999999999245</c:v>
                </c:pt>
                <c:pt idx="24">
                  <c:v>0.16559999999998354</c:v>
                </c:pt>
                <c:pt idx="25">
                  <c:v>0.16769999999996799</c:v>
                </c:pt>
                <c:pt idx="26">
                  <c:v>0.16960000000000264</c:v>
                </c:pt>
                <c:pt idx="27">
                  <c:v>0.17129999999997381</c:v>
                </c:pt>
                <c:pt idx="28">
                  <c:v>0.17289999999997008</c:v>
                </c:pt>
                <c:pt idx="29">
                  <c:v>0.17439999999999145</c:v>
                </c:pt>
                <c:pt idx="30">
                  <c:v>0.17599999999998772</c:v>
                </c:pt>
                <c:pt idx="31">
                  <c:v>0.17749999999995225</c:v>
                </c:pt>
                <c:pt idx="32">
                  <c:v>0.17899999999997362</c:v>
                </c:pt>
                <c:pt idx="33">
                  <c:v>0.180499999999995</c:v>
                </c:pt>
                <c:pt idx="34">
                  <c:v>0.18189999999998463</c:v>
                </c:pt>
                <c:pt idx="35">
                  <c:v>0.18319999999999936</c:v>
                </c:pt>
                <c:pt idx="36">
                  <c:v>0.18439999999998236</c:v>
                </c:pt>
                <c:pt idx="37">
                  <c:v>0.18559999999996535</c:v>
                </c:pt>
                <c:pt idx="38">
                  <c:v>0.18669999999997344</c:v>
                </c:pt>
                <c:pt idx="39">
                  <c:v>0.1876999999999498</c:v>
                </c:pt>
                <c:pt idx="40">
                  <c:v>0.18859999999995125</c:v>
                </c:pt>
                <c:pt idx="41">
                  <c:v>0.18949999999995271</c:v>
                </c:pt>
                <c:pt idx="42">
                  <c:v>0.19029999999997926</c:v>
                </c:pt>
                <c:pt idx="43">
                  <c:v>0.19109999999994898</c:v>
                </c:pt>
                <c:pt idx="44">
                  <c:v>0.19180000000000064</c:v>
                </c:pt>
                <c:pt idx="45">
                  <c:v>0.19239999999996371</c:v>
                </c:pt>
                <c:pt idx="46">
                  <c:v>0.19299999999998363</c:v>
                </c:pt>
                <c:pt idx="47">
                  <c:v>0.19360000000000355</c:v>
                </c:pt>
                <c:pt idx="48">
                  <c:v>0.19409999999999172</c:v>
                </c:pt>
                <c:pt idx="49">
                  <c:v>0.1945999999999799</c:v>
                </c:pt>
                <c:pt idx="50">
                  <c:v>0.19499999999999318</c:v>
                </c:pt>
                <c:pt idx="51">
                  <c:v>0.19539999999994961</c:v>
                </c:pt>
                <c:pt idx="52">
                  <c:v>0.19579999999996289</c:v>
                </c:pt>
                <c:pt idx="53">
                  <c:v>0.19619999999997617</c:v>
                </c:pt>
                <c:pt idx="54">
                  <c:v>0.19649999999995771</c:v>
                </c:pt>
                <c:pt idx="55">
                  <c:v>0.19679999999999609</c:v>
                </c:pt>
                <c:pt idx="56">
                  <c:v>0.19709999999997763</c:v>
                </c:pt>
                <c:pt idx="57">
                  <c:v>0.19739999999995916</c:v>
                </c:pt>
                <c:pt idx="58">
                  <c:v>0.1975999999999658</c:v>
                </c:pt>
                <c:pt idx="59">
                  <c:v>0.19779999999997244</c:v>
                </c:pt>
                <c:pt idx="60">
                  <c:v>0.19779999999997244</c:v>
                </c:pt>
                <c:pt idx="61">
                  <c:v>0.19779999999997244</c:v>
                </c:pt>
                <c:pt idx="62">
                  <c:v>0.19769999999999754</c:v>
                </c:pt>
                <c:pt idx="63">
                  <c:v>0.19749999999999091</c:v>
                </c:pt>
                <c:pt idx="64">
                  <c:v>0.19739999999995916</c:v>
                </c:pt>
                <c:pt idx="65">
                  <c:v>0.19719999999995252</c:v>
                </c:pt>
                <c:pt idx="66">
                  <c:v>0.19689999999997099</c:v>
                </c:pt>
                <c:pt idx="67">
                  <c:v>0.19669999999996435</c:v>
                </c:pt>
                <c:pt idx="68">
                  <c:v>0.19649999999995771</c:v>
                </c:pt>
                <c:pt idx="69">
                  <c:v>0.19629999999995107</c:v>
                </c:pt>
                <c:pt idx="70">
                  <c:v>0.19610000000000127</c:v>
                </c:pt>
                <c:pt idx="71">
                  <c:v>0.19599999999996953</c:v>
                </c:pt>
                <c:pt idx="72">
                  <c:v>0.19579999999996289</c:v>
                </c:pt>
                <c:pt idx="73">
                  <c:v>0.19559999999995625</c:v>
                </c:pt>
                <c:pt idx="74">
                  <c:v>0.19549999999998136</c:v>
                </c:pt>
                <c:pt idx="75">
                  <c:v>0.19539999999994961</c:v>
                </c:pt>
                <c:pt idx="76">
                  <c:v>0.19519999999999982</c:v>
                </c:pt>
                <c:pt idx="77">
                  <c:v>0.19509999999996808</c:v>
                </c:pt>
                <c:pt idx="78">
                  <c:v>0.19499999999999318</c:v>
                </c:pt>
                <c:pt idx="79">
                  <c:v>0.19489999999996144</c:v>
                </c:pt>
                <c:pt idx="80">
                  <c:v>0.19479999999998654</c:v>
                </c:pt>
                <c:pt idx="81">
                  <c:v>0.1946999999999548</c:v>
                </c:pt>
                <c:pt idx="82">
                  <c:v>0.1946999999999548</c:v>
                </c:pt>
                <c:pt idx="83">
                  <c:v>0.1945999999999799</c:v>
                </c:pt>
                <c:pt idx="84">
                  <c:v>0.19449999999994816</c:v>
                </c:pt>
                <c:pt idx="85">
                  <c:v>0.19439999999997326</c:v>
                </c:pt>
                <c:pt idx="86">
                  <c:v>0.19439999999997326</c:v>
                </c:pt>
                <c:pt idx="87">
                  <c:v>0.19429999999999836</c:v>
                </c:pt>
                <c:pt idx="88">
                  <c:v>0.19429999999999836</c:v>
                </c:pt>
                <c:pt idx="89">
                  <c:v>0.19419999999996662</c:v>
                </c:pt>
                <c:pt idx="90">
                  <c:v>0.19419999999996662</c:v>
                </c:pt>
                <c:pt idx="91">
                  <c:v>0.19419999999996662</c:v>
                </c:pt>
                <c:pt idx="92">
                  <c:v>0.19409999999999172</c:v>
                </c:pt>
                <c:pt idx="93">
                  <c:v>0.19409999999999172</c:v>
                </c:pt>
                <c:pt idx="94">
                  <c:v>0.19409999999999172</c:v>
                </c:pt>
                <c:pt idx="95">
                  <c:v>0.19399999999995998</c:v>
                </c:pt>
                <c:pt idx="96">
                  <c:v>0.19399999999995998</c:v>
                </c:pt>
                <c:pt idx="97">
                  <c:v>0.19399999999995998</c:v>
                </c:pt>
                <c:pt idx="98">
                  <c:v>0.19389999999998508</c:v>
                </c:pt>
                <c:pt idx="99">
                  <c:v>0.19389999999998508</c:v>
                </c:pt>
                <c:pt idx="100">
                  <c:v>0.19389999999998508</c:v>
                </c:pt>
                <c:pt idx="101">
                  <c:v>0.19389999999998508</c:v>
                </c:pt>
                <c:pt idx="102">
                  <c:v>0.19389999999998508</c:v>
                </c:pt>
                <c:pt idx="103">
                  <c:v>0.19389999999998508</c:v>
                </c:pt>
                <c:pt idx="104">
                  <c:v>0.19379999999995334</c:v>
                </c:pt>
                <c:pt idx="105">
                  <c:v>0.19379999999995334</c:v>
                </c:pt>
                <c:pt idx="106">
                  <c:v>0.19379999999995334</c:v>
                </c:pt>
                <c:pt idx="107">
                  <c:v>0.19379999999995334</c:v>
                </c:pt>
                <c:pt idx="108">
                  <c:v>0.19379999999995334</c:v>
                </c:pt>
                <c:pt idx="109">
                  <c:v>0.19369999999997844</c:v>
                </c:pt>
                <c:pt idx="110">
                  <c:v>0.19369999999997844</c:v>
                </c:pt>
                <c:pt idx="111">
                  <c:v>0.19369999999997844</c:v>
                </c:pt>
                <c:pt idx="112">
                  <c:v>0.19369999999997844</c:v>
                </c:pt>
                <c:pt idx="113">
                  <c:v>0.19369999999997844</c:v>
                </c:pt>
                <c:pt idx="114">
                  <c:v>0.19379999999995334</c:v>
                </c:pt>
                <c:pt idx="115">
                  <c:v>0.19379999999995334</c:v>
                </c:pt>
                <c:pt idx="116">
                  <c:v>0.19379999999995334</c:v>
                </c:pt>
                <c:pt idx="117">
                  <c:v>0.19379999999995334</c:v>
                </c:pt>
                <c:pt idx="118">
                  <c:v>0.19379999999995334</c:v>
                </c:pt>
                <c:pt idx="119">
                  <c:v>0.19389999999998508</c:v>
                </c:pt>
                <c:pt idx="120">
                  <c:v>0.19389999999998508</c:v>
                </c:pt>
                <c:pt idx="121">
                  <c:v>0.19389999999998508</c:v>
                </c:pt>
                <c:pt idx="122">
                  <c:v>0.19389999999998508</c:v>
                </c:pt>
                <c:pt idx="123">
                  <c:v>0.19399999999995998</c:v>
                </c:pt>
                <c:pt idx="124">
                  <c:v>0.19399999999995998</c:v>
                </c:pt>
                <c:pt idx="125">
                  <c:v>0.19399999999995998</c:v>
                </c:pt>
                <c:pt idx="126">
                  <c:v>0.19399999999995998</c:v>
                </c:pt>
                <c:pt idx="127">
                  <c:v>0.19409999999999172</c:v>
                </c:pt>
                <c:pt idx="128">
                  <c:v>0.19409999999999172</c:v>
                </c:pt>
                <c:pt idx="129">
                  <c:v>0.19409999999999172</c:v>
                </c:pt>
                <c:pt idx="130">
                  <c:v>0.19409999999999172</c:v>
                </c:pt>
                <c:pt idx="131">
                  <c:v>0.19409999999999172</c:v>
                </c:pt>
                <c:pt idx="132">
                  <c:v>0.19409999999999172</c:v>
                </c:pt>
                <c:pt idx="133">
                  <c:v>0.19419999999996662</c:v>
                </c:pt>
                <c:pt idx="134">
                  <c:v>0.19419999999996662</c:v>
                </c:pt>
                <c:pt idx="135">
                  <c:v>0.19419999999996662</c:v>
                </c:pt>
                <c:pt idx="136">
                  <c:v>0.19419999999996662</c:v>
                </c:pt>
                <c:pt idx="137">
                  <c:v>0.19419999999996662</c:v>
                </c:pt>
                <c:pt idx="138">
                  <c:v>0.19419999999996662</c:v>
                </c:pt>
                <c:pt idx="139">
                  <c:v>0.19419999999996662</c:v>
                </c:pt>
                <c:pt idx="140">
                  <c:v>0.19429999999999836</c:v>
                </c:pt>
                <c:pt idx="141">
                  <c:v>0.19429999999999836</c:v>
                </c:pt>
                <c:pt idx="142">
                  <c:v>0.19429999999999836</c:v>
                </c:pt>
                <c:pt idx="143">
                  <c:v>0.19429999999999836</c:v>
                </c:pt>
                <c:pt idx="144">
                  <c:v>0.19429999999999836</c:v>
                </c:pt>
                <c:pt idx="145">
                  <c:v>0.19429999999999836</c:v>
                </c:pt>
                <c:pt idx="146">
                  <c:v>0.19429999999999836</c:v>
                </c:pt>
                <c:pt idx="147">
                  <c:v>0.19429999999999836</c:v>
                </c:pt>
                <c:pt idx="148">
                  <c:v>0.19429999999999836</c:v>
                </c:pt>
                <c:pt idx="149">
                  <c:v>0.19429999999999836</c:v>
                </c:pt>
                <c:pt idx="150">
                  <c:v>0.19439999999997326</c:v>
                </c:pt>
                <c:pt idx="151">
                  <c:v>0.19439999999997326</c:v>
                </c:pt>
                <c:pt idx="152">
                  <c:v>0.19439999999997326</c:v>
                </c:pt>
                <c:pt idx="153">
                  <c:v>0.19439999999997326</c:v>
                </c:pt>
                <c:pt idx="154">
                  <c:v>0.19439999999997326</c:v>
                </c:pt>
                <c:pt idx="155">
                  <c:v>0.19439999999997326</c:v>
                </c:pt>
                <c:pt idx="156">
                  <c:v>0.19439999999997326</c:v>
                </c:pt>
                <c:pt idx="157">
                  <c:v>0.19439999999997326</c:v>
                </c:pt>
                <c:pt idx="158">
                  <c:v>0.19439999999997326</c:v>
                </c:pt>
                <c:pt idx="159">
                  <c:v>0.19449999999994816</c:v>
                </c:pt>
                <c:pt idx="160">
                  <c:v>0.19449999999994816</c:v>
                </c:pt>
                <c:pt idx="161">
                  <c:v>0.19449999999994816</c:v>
                </c:pt>
                <c:pt idx="162">
                  <c:v>0.19449999999994816</c:v>
                </c:pt>
                <c:pt idx="163">
                  <c:v>0.19439999999997326</c:v>
                </c:pt>
                <c:pt idx="164">
                  <c:v>0.19419999999996662</c:v>
                </c:pt>
                <c:pt idx="165">
                  <c:v>0.19409999999999172</c:v>
                </c:pt>
                <c:pt idx="166">
                  <c:v>0.19399999999995998</c:v>
                </c:pt>
                <c:pt idx="167">
                  <c:v>0.19379999999995334</c:v>
                </c:pt>
                <c:pt idx="168">
                  <c:v>0.19369999999997844</c:v>
                </c:pt>
                <c:pt idx="169">
                  <c:v>0.19349999999997181</c:v>
                </c:pt>
                <c:pt idx="170">
                  <c:v>0.19339999999999691</c:v>
                </c:pt>
                <c:pt idx="171">
                  <c:v>0.19329999999996517</c:v>
                </c:pt>
                <c:pt idx="172">
                  <c:v>0.19309999999995853</c:v>
                </c:pt>
                <c:pt idx="173">
                  <c:v>0.19299999999998363</c:v>
                </c:pt>
                <c:pt idx="174">
                  <c:v>0.19289999999995189</c:v>
                </c:pt>
                <c:pt idx="175">
                  <c:v>0.19279999999997699</c:v>
                </c:pt>
                <c:pt idx="176">
                  <c:v>0.19259999999997035</c:v>
                </c:pt>
                <c:pt idx="177">
                  <c:v>0.19249999999999545</c:v>
                </c:pt>
                <c:pt idx="178">
                  <c:v>0.19239999999996371</c:v>
                </c:pt>
                <c:pt idx="179">
                  <c:v>0.19229999999998881</c:v>
                </c:pt>
                <c:pt idx="180">
                  <c:v>0.19219999999995707</c:v>
                </c:pt>
                <c:pt idx="181">
                  <c:v>0.19219999999995707</c:v>
                </c:pt>
                <c:pt idx="182">
                  <c:v>0.19209999999998217</c:v>
                </c:pt>
                <c:pt idx="183">
                  <c:v>0.19199999999995043</c:v>
                </c:pt>
                <c:pt idx="184">
                  <c:v>0.19180000000000064</c:v>
                </c:pt>
                <c:pt idx="185">
                  <c:v>0.19180000000000064</c:v>
                </c:pt>
                <c:pt idx="186">
                  <c:v>0.19180000000000064</c:v>
                </c:pt>
                <c:pt idx="187">
                  <c:v>0.19199999999995043</c:v>
                </c:pt>
                <c:pt idx="188">
                  <c:v>0.19229999999998881</c:v>
                </c:pt>
                <c:pt idx="189">
                  <c:v>0.19259999999997035</c:v>
                </c:pt>
                <c:pt idx="190">
                  <c:v>0.19299999999998363</c:v>
                </c:pt>
                <c:pt idx="191">
                  <c:v>0.19339999999999691</c:v>
                </c:pt>
                <c:pt idx="192">
                  <c:v>0.19379999999995334</c:v>
                </c:pt>
                <c:pt idx="193">
                  <c:v>0.19419999999996662</c:v>
                </c:pt>
                <c:pt idx="194">
                  <c:v>0.1945999999999799</c:v>
                </c:pt>
                <c:pt idx="195">
                  <c:v>0.19489999999996144</c:v>
                </c:pt>
                <c:pt idx="196">
                  <c:v>0.19529999999997472</c:v>
                </c:pt>
                <c:pt idx="197">
                  <c:v>0.19559999999995625</c:v>
                </c:pt>
                <c:pt idx="198">
                  <c:v>0.19599999999996953</c:v>
                </c:pt>
                <c:pt idx="199">
                  <c:v>0.19629999999995107</c:v>
                </c:pt>
                <c:pt idx="200">
                  <c:v>0.19659999999998945</c:v>
                </c:pt>
                <c:pt idx="201">
                  <c:v>0.19679999999999609</c:v>
                </c:pt>
                <c:pt idx="202">
                  <c:v>0.19709999999997763</c:v>
                </c:pt>
                <c:pt idx="203">
                  <c:v>0.19729999999998427</c:v>
                </c:pt>
                <c:pt idx="204">
                  <c:v>0.1975999999999658</c:v>
                </c:pt>
                <c:pt idx="205">
                  <c:v>0.19779999999997244</c:v>
                </c:pt>
                <c:pt idx="206">
                  <c:v>0.19799999999997908</c:v>
                </c:pt>
                <c:pt idx="207">
                  <c:v>0.19819999999998572</c:v>
                </c:pt>
                <c:pt idx="208">
                  <c:v>0.19829999999996062</c:v>
                </c:pt>
                <c:pt idx="209">
                  <c:v>0.19849999999996726</c:v>
                </c:pt>
                <c:pt idx="210">
                  <c:v>0.198599999999999</c:v>
                </c:pt>
                <c:pt idx="211">
                  <c:v>0.1987999999999488</c:v>
                </c:pt>
                <c:pt idx="212">
                  <c:v>0.19889999999998054</c:v>
                </c:pt>
                <c:pt idx="213">
                  <c:v>0.19899999999995543</c:v>
                </c:pt>
                <c:pt idx="214">
                  <c:v>0.19919999999996207</c:v>
                </c:pt>
                <c:pt idx="215">
                  <c:v>0.19929999999999382</c:v>
                </c:pt>
                <c:pt idx="216">
                  <c:v>0.19929999999999382</c:v>
                </c:pt>
                <c:pt idx="217">
                  <c:v>0.19919999999996207</c:v>
                </c:pt>
                <c:pt idx="218">
                  <c:v>0.19909999999998718</c:v>
                </c:pt>
                <c:pt idx="219">
                  <c:v>0.19889999999998054</c:v>
                </c:pt>
                <c:pt idx="220">
                  <c:v>0.198599999999999</c:v>
                </c:pt>
                <c:pt idx="221">
                  <c:v>0.19839999999999236</c:v>
                </c:pt>
                <c:pt idx="222">
                  <c:v>0.19809999999995398</c:v>
                </c:pt>
                <c:pt idx="223">
                  <c:v>0.19779999999997244</c:v>
                </c:pt>
                <c:pt idx="224">
                  <c:v>0.19749999999999091</c:v>
                </c:pt>
                <c:pt idx="225">
                  <c:v>0.19729999999998427</c:v>
                </c:pt>
                <c:pt idx="226">
                  <c:v>0.19700000000000273</c:v>
                </c:pt>
                <c:pt idx="227">
                  <c:v>0.19679999999999609</c:v>
                </c:pt>
                <c:pt idx="228">
                  <c:v>0.19659999999998945</c:v>
                </c:pt>
                <c:pt idx="229">
                  <c:v>0.19639999999998281</c:v>
                </c:pt>
                <c:pt idx="230">
                  <c:v>0.19619999999997617</c:v>
                </c:pt>
                <c:pt idx="231">
                  <c:v>0.19599999999996953</c:v>
                </c:pt>
                <c:pt idx="232">
                  <c:v>0.19579999999996289</c:v>
                </c:pt>
                <c:pt idx="233">
                  <c:v>0.19569999999998799</c:v>
                </c:pt>
                <c:pt idx="234">
                  <c:v>0.19549999999998136</c:v>
                </c:pt>
                <c:pt idx="235">
                  <c:v>0.19539999999994961</c:v>
                </c:pt>
                <c:pt idx="236">
                  <c:v>0.19519999999999982</c:v>
                </c:pt>
                <c:pt idx="237">
                  <c:v>0.19509999999996808</c:v>
                </c:pt>
                <c:pt idx="238">
                  <c:v>0.19499999999999318</c:v>
                </c:pt>
                <c:pt idx="239">
                  <c:v>0.19489999999996144</c:v>
                </c:pt>
                <c:pt idx="240">
                  <c:v>0.19479999999998654</c:v>
                </c:pt>
                <c:pt idx="241">
                  <c:v>0.1946999999999548</c:v>
                </c:pt>
                <c:pt idx="242">
                  <c:v>0.1946999999999548</c:v>
                </c:pt>
                <c:pt idx="243">
                  <c:v>0.1945999999999799</c:v>
                </c:pt>
                <c:pt idx="244">
                  <c:v>0.19449999999994816</c:v>
                </c:pt>
                <c:pt idx="245">
                  <c:v>0.19449999999994816</c:v>
                </c:pt>
                <c:pt idx="246">
                  <c:v>0.19439999999997326</c:v>
                </c:pt>
                <c:pt idx="247">
                  <c:v>0.19439999999997326</c:v>
                </c:pt>
                <c:pt idx="248">
                  <c:v>0.19429999999999836</c:v>
                </c:pt>
                <c:pt idx="249">
                  <c:v>0.19429999999999836</c:v>
                </c:pt>
                <c:pt idx="250">
                  <c:v>0.19419999999996662</c:v>
                </c:pt>
                <c:pt idx="251">
                  <c:v>0.19419999999996662</c:v>
                </c:pt>
                <c:pt idx="252">
                  <c:v>0.19409999999999172</c:v>
                </c:pt>
                <c:pt idx="253">
                  <c:v>0.19409999999999172</c:v>
                </c:pt>
                <c:pt idx="254">
                  <c:v>0.19409999999999172</c:v>
                </c:pt>
                <c:pt idx="255">
                  <c:v>0.19399999999995998</c:v>
                </c:pt>
                <c:pt idx="256">
                  <c:v>0.19399999999995998</c:v>
                </c:pt>
                <c:pt idx="257">
                  <c:v>0.19399999999995998</c:v>
                </c:pt>
                <c:pt idx="258">
                  <c:v>0.19399999999995998</c:v>
                </c:pt>
                <c:pt idx="259">
                  <c:v>0.19389999999998508</c:v>
                </c:pt>
                <c:pt idx="260">
                  <c:v>0.19389999999998508</c:v>
                </c:pt>
                <c:pt idx="261">
                  <c:v>0.19389999999998508</c:v>
                </c:pt>
                <c:pt idx="262">
                  <c:v>0.19389999999998508</c:v>
                </c:pt>
                <c:pt idx="263">
                  <c:v>0.19389999999998508</c:v>
                </c:pt>
                <c:pt idx="264">
                  <c:v>0.19389999999998508</c:v>
                </c:pt>
                <c:pt idx="265">
                  <c:v>0.19379999999995334</c:v>
                </c:pt>
                <c:pt idx="266">
                  <c:v>0.19379999999995334</c:v>
                </c:pt>
                <c:pt idx="267">
                  <c:v>0.19379999999995334</c:v>
                </c:pt>
                <c:pt idx="268">
                  <c:v>0.19379999999995334</c:v>
                </c:pt>
                <c:pt idx="269">
                  <c:v>0.19379999999995334</c:v>
                </c:pt>
                <c:pt idx="270">
                  <c:v>0.19379999999995334</c:v>
                </c:pt>
                <c:pt idx="271">
                  <c:v>0.19379999999995334</c:v>
                </c:pt>
                <c:pt idx="272">
                  <c:v>0.19379999999995334</c:v>
                </c:pt>
                <c:pt idx="273">
                  <c:v>0.19379999999995334</c:v>
                </c:pt>
                <c:pt idx="274">
                  <c:v>0.19389999999998508</c:v>
                </c:pt>
                <c:pt idx="275">
                  <c:v>0.19389999999998508</c:v>
                </c:pt>
                <c:pt idx="276">
                  <c:v>0.19389999999998508</c:v>
                </c:pt>
                <c:pt idx="277">
                  <c:v>0.19389999999998508</c:v>
                </c:pt>
                <c:pt idx="278">
                  <c:v>0.19399999999995998</c:v>
                </c:pt>
                <c:pt idx="279">
                  <c:v>0.19399999999995998</c:v>
                </c:pt>
                <c:pt idx="280">
                  <c:v>0.19399999999995998</c:v>
                </c:pt>
                <c:pt idx="281">
                  <c:v>0.19399999999995998</c:v>
                </c:pt>
                <c:pt idx="282">
                  <c:v>0.19399999999995998</c:v>
                </c:pt>
                <c:pt idx="283">
                  <c:v>0.19409999999999172</c:v>
                </c:pt>
                <c:pt idx="284">
                  <c:v>0.19409999999999172</c:v>
                </c:pt>
                <c:pt idx="285">
                  <c:v>0.19409999999999172</c:v>
                </c:pt>
                <c:pt idx="286">
                  <c:v>0.19409999999999172</c:v>
                </c:pt>
                <c:pt idx="287">
                  <c:v>0.19409999999999172</c:v>
                </c:pt>
                <c:pt idx="288">
                  <c:v>0.19419999999996662</c:v>
                </c:pt>
                <c:pt idx="289">
                  <c:v>0.19419999999996662</c:v>
                </c:pt>
                <c:pt idx="290">
                  <c:v>0.19419999999996662</c:v>
                </c:pt>
                <c:pt idx="291">
                  <c:v>0.19419999999996662</c:v>
                </c:pt>
                <c:pt idx="292">
                  <c:v>0.19419999999996662</c:v>
                </c:pt>
                <c:pt idx="293">
                  <c:v>0.19419999999996662</c:v>
                </c:pt>
                <c:pt idx="294">
                  <c:v>0.19419999999996662</c:v>
                </c:pt>
                <c:pt idx="295">
                  <c:v>0.19429999999999836</c:v>
                </c:pt>
                <c:pt idx="296">
                  <c:v>0.19429999999999836</c:v>
                </c:pt>
                <c:pt idx="297">
                  <c:v>0.19429999999999836</c:v>
                </c:pt>
                <c:pt idx="298">
                  <c:v>0.19429999999999836</c:v>
                </c:pt>
                <c:pt idx="299">
                  <c:v>0.19429999999999836</c:v>
                </c:pt>
                <c:pt idx="300">
                  <c:v>0.19429999999999836</c:v>
                </c:pt>
                <c:pt idx="301">
                  <c:v>0.19429999999999836</c:v>
                </c:pt>
                <c:pt idx="302">
                  <c:v>0.19429999999999836</c:v>
                </c:pt>
                <c:pt idx="303">
                  <c:v>0.19429999999999836</c:v>
                </c:pt>
                <c:pt idx="304">
                  <c:v>0.19429999999999836</c:v>
                </c:pt>
                <c:pt idx="305">
                  <c:v>0.19439999999997326</c:v>
                </c:pt>
                <c:pt idx="306">
                  <c:v>0.19439999999997326</c:v>
                </c:pt>
                <c:pt idx="307">
                  <c:v>0.19439999999997326</c:v>
                </c:pt>
                <c:pt idx="308">
                  <c:v>0.19439999999997326</c:v>
                </c:pt>
                <c:pt idx="309">
                  <c:v>0.19439999999997326</c:v>
                </c:pt>
                <c:pt idx="310">
                  <c:v>0.19439999999997326</c:v>
                </c:pt>
                <c:pt idx="311">
                  <c:v>0.19439999999997326</c:v>
                </c:pt>
                <c:pt idx="312">
                  <c:v>0.19439999999997326</c:v>
                </c:pt>
                <c:pt idx="313">
                  <c:v>0.19439999999997326</c:v>
                </c:pt>
                <c:pt idx="314">
                  <c:v>0.19439999999997326</c:v>
                </c:pt>
                <c:pt idx="315">
                  <c:v>0.19449999999994816</c:v>
                </c:pt>
                <c:pt idx="316">
                  <c:v>0.19449999999994816</c:v>
                </c:pt>
                <c:pt idx="317">
                  <c:v>0.19449999999994816</c:v>
                </c:pt>
                <c:pt idx="318">
                  <c:v>0.19449999999994816</c:v>
                </c:pt>
                <c:pt idx="319">
                  <c:v>0.19449999999994816</c:v>
                </c:pt>
                <c:pt idx="320">
                  <c:v>0.19439999999997326</c:v>
                </c:pt>
                <c:pt idx="321">
                  <c:v>0.19419999999996662</c:v>
                </c:pt>
                <c:pt idx="322">
                  <c:v>0.19409999999999172</c:v>
                </c:pt>
                <c:pt idx="323">
                  <c:v>0.19399999999995998</c:v>
                </c:pt>
                <c:pt idx="324">
                  <c:v>0.19379999999995334</c:v>
                </c:pt>
                <c:pt idx="325">
                  <c:v>0.19369999999997844</c:v>
                </c:pt>
                <c:pt idx="326">
                  <c:v>0.19349999999997181</c:v>
                </c:pt>
                <c:pt idx="327">
                  <c:v>0.19339999999999691</c:v>
                </c:pt>
                <c:pt idx="328">
                  <c:v>0.19329999999996517</c:v>
                </c:pt>
                <c:pt idx="329">
                  <c:v>0.19309999999995853</c:v>
                </c:pt>
                <c:pt idx="330">
                  <c:v>0.19299999999998363</c:v>
                </c:pt>
                <c:pt idx="331">
                  <c:v>0.19289999999995189</c:v>
                </c:pt>
                <c:pt idx="332">
                  <c:v>0.19279999999997699</c:v>
                </c:pt>
                <c:pt idx="333">
                  <c:v>0.19259999999997035</c:v>
                </c:pt>
                <c:pt idx="334">
                  <c:v>0.19249999999999545</c:v>
                </c:pt>
                <c:pt idx="335">
                  <c:v>0.19239999999996371</c:v>
                </c:pt>
                <c:pt idx="336">
                  <c:v>0.19229999999998881</c:v>
                </c:pt>
                <c:pt idx="337">
                  <c:v>0.19219999999995707</c:v>
                </c:pt>
                <c:pt idx="338">
                  <c:v>0.19209999999998217</c:v>
                </c:pt>
                <c:pt idx="339">
                  <c:v>0.19209999999998217</c:v>
                </c:pt>
                <c:pt idx="340">
                  <c:v>0.19189999999997553</c:v>
                </c:pt>
                <c:pt idx="341">
                  <c:v>0.19180000000000064</c:v>
                </c:pt>
                <c:pt idx="342">
                  <c:v>0.19180000000000064</c:v>
                </c:pt>
                <c:pt idx="343">
                  <c:v>0.19189999999997553</c:v>
                </c:pt>
                <c:pt idx="344">
                  <c:v>0.19199999999995043</c:v>
                </c:pt>
                <c:pt idx="345">
                  <c:v>0.19229999999998881</c:v>
                </c:pt>
                <c:pt idx="346">
                  <c:v>0.19259999999997035</c:v>
                </c:pt>
                <c:pt idx="347">
                  <c:v>0.19299999999998363</c:v>
                </c:pt>
                <c:pt idx="348">
                  <c:v>0.19339999999999691</c:v>
                </c:pt>
                <c:pt idx="349">
                  <c:v>0.19379999999995334</c:v>
                </c:pt>
                <c:pt idx="350">
                  <c:v>0.19419999999996662</c:v>
                </c:pt>
                <c:pt idx="351">
                  <c:v>0.1945999999999799</c:v>
                </c:pt>
                <c:pt idx="352">
                  <c:v>0.19499999999999318</c:v>
                </c:pt>
                <c:pt idx="353">
                  <c:v>0.19539999999994961</c:v>
                </c:pt>
                <c:pt idx="354">
                  <c:v>0.19569999999998799</c:v>
                </c:pt>
                <c:pt idx="355">
                  <c:v>0.19599999999996953</c:v>
                </c:pt>
                <c:pt idx="356">
                  <c:v>0.19629999999995107</c:v>
                </c:pt>
                <c:pt idx="357">
                  <c:v>0.19659999999998945</c:v>
                </c:pt>
                <c:pt idx="358">
                  <c:v>0.19689999999997099</c:v>
                </c:pt>
                <c:pt idx="359">
                  <c:v>0.19709999999997763</c:v>
                </c:pt>
                <c:pt idx="360">
                  <c:v>0.19739999999995916</c:v>
                </c:pt>
                <c:pt idx="361">
                  <c:v>0.19739999999995916</c:v>
                </c:pt>
                <c:pt idx="362">
                  <c:v>0.1975999999999658</c:v>
                </c:pt>
                <c:pt idx="363">
                  <c:v>0.19779999999997244</c:v>
                </c:pt>
                <c:pt idx="364">
                  <c:v>0.19799999999997908</c:v>
                </c:pt>
                <c:pt idx="365">
                  <c:v>0.19819999999998572</c:v>
                </c:pt>
                <c:pt idx="366">
                  <c:v>0.19839999999999236</c:v>
                </c:pt>
                <c:pt idx="367">
                  <c:v>0.19849999999996726</c:v>
                </c:pt>
                <c:pt idx="368">
                  <c:v>0.1986999999999739</c:v>
                </c:pt>
                <c:pt idx="369">
                  <c:v>0.1987999999999488</c:v>
                </c:pt>
                <c:pt idx="370">
                  <c:v>0.19889999999998054</c:v>
                </c:pt>
                <c:pt idx="371">
                  <c:v>0.19909999999998718</c:v>
                </c:pt>
                <c:pt idx="372">
                  <c:v>0.19919999999996207</c:v>
                </c:pt>
                <c:pt idx="373">
                  <c:v>0.19929999999999382</c:v>
                </c:pt>
                <c:pt idx="374">
                  <c:v>0.19929999999999382</c:v>
                </c:pt>
                <c:pt idx="375">
                  <c:v>0.19919999999996207</c:v>
                </c:pt>
                <c:pt idx="376">
                  <c:v>0.19909999999998718</c:v>
                </c:pt>
                <c:pt idx="377">
                  <c:v>0.19889999999998054</c:v>
                </c:pt>
                <c:pt idx="378">
                  <c:v>0.198599999999999</c:v>
                </c:pt>
                <c:pt idx="379">
                  <c:v>0.19829999999996062</c:v>
                </c:pt>
                <c:pt idx="380">
                  <c:v>0.19799999999997908</c:v>
                </c:pt>
                <c:pt idx="381">
                  <c:v>0.19779999999997244</c:v>
                </c:pt>
                <c:pt idx="382">
                  <c:v>0.19749999999999091</c:v>
                </c:pt>
                <c:pt idx="383">
                  <c:v>0.19719999999995252</c:v>
                </c:pt>
                <c:pt idx="384">
                  <c:v>0.19700000000000273</c:v>
                </c:pt>
                <c:pt idx="385">
                  <c:v>0.19679999999999609</c:v>
                </c:pt>
                <c:pt idx="386">
                  <c:v>0.19649999999995771</c:v>
                </c:pt>
                <c:pt idx="387">
                  <c:v>0.19629999999995107</c:v>
                </c:pt>
                <c:pt idx="388">
                  <c:v>0.19610000000000127</c:v>
                </c:pt>
                <c:pt idx="389">
                  <c:v>0.19599999999996953</c:v>
                </c:pt>
                <c:pt idx="390">
                  <c:v>0.19579999999996289</c:v>
                </c:pt>
                <c:pt idx="391">
                  <c:v>0.19559999999995625</c:v>
                </c:pt>
                <c:pt idx="392">
                  <c:v>0.19549999999998136</c:v>
                </c:pt>
                <c:pt idx="393">
                  <c:v>0.19539999999994961</c:v>
                </c:pt>
                <c:pt idx="394">
                  <c:v>0.19519999999999982</c:v>
                </c:pt>
                <c:pt idx="395">
                  <c:v>0.19509999999996808</c:v>
                </c:pt>
                <c:pt idx="396">
                  <c:v>0.19499999999999318</c:v>
                </c:pt>
                <c:pt idx="397">
                  <c:v>0.19489999999996144</c:v>
                </c:pt>
                <c:pt idx="398">
                  <c:v>0.19479999999998654</c:v>
                </c:pt>
                <c:pt idx="399">
                  <c:v>0.1946999999999548</c:v>
                </c:pt>
                <c:pt idx="400">
                  <c:v>0.1946999999999548</c:v>
                </c:pt>
                <c:pt idx="401">
                  <c:v>0.1945999999999799</c:v>
                </c:pt>
                <c:pt idx="402">
                  <c:v>0.19449999999994816</c:v>
                </c:pt>
                <c:pt idx="403">
                  <c:v>0.19449999999994816</c:v>
                </c:pt>
                <c:pt idx="404">
                  <c:v>0.19439999999997326</c:v>
                </c:pt>
                <c:pt idx="405">
                  <c:v>0.19429999999999836</c:v>
                </c:pt>
                <c:pt idx="406">
                  <c:v>0.19429999999999836</c:v>
                </c:pt>
                <c:pt idx="407">
                  <c:v>0.19429999999999836</c:v>
                </c:pt>
                <c:pt idx="408">
                  <c:v>0.19419999999996662</c:v>
                </c:pt>
                <c:pt idx="409">
                  <c:v>0.19419999999996662</c:v>
                </c:pt>
                <c:pt idx="410">
                  <c:v>0.19409999999999172</c:v>
                </c:pt>
                <c:pt idx="411">
                  <c:v>0.19409999999999172</c:v>
                </c:pt>
                <c:pt idx="412">
                  <c:v>0.19409999999999172</c:v>
                </c:pt>
                <c:pt idx="413">
                  <c:v>0.19399999999995998</c:v>
                </c:pt>
                <c:pt idx="414">
                  <c:v>0.19399999999995998</c:v>
                </c:pt>
                <c:pt idx="415">
                  <c:v>0.19399999999995998</c:v>
                </c:pt>
                <c:pt idx="416">
                  <c:v>0.19399999999995998</c:v>
                </c:pt>
                <c:pt idx="417">
                  <c:v>0.19389999999998508</c:v>
                </c:pt>
                <c:pt idx="418">
                  <c:v>0.19389999999998508</c:v>
                </c:pt>
                <c:pt idx="419">
                  <c:v>0.19389999999998508</c:v>
                </c:pt>
                <c:pt idx="420">
                  <c:v>0.19389999999998508</c:v>
                </c:pt>
                <c:pt idx="421">
                  <c:v>0.19389999999998508</c:v>
                </c:pt>
                <c:pt idx="422">
                  <c:v>0.19389999999998508</c:v>
                </c:pt>
                <c:pt idx="423">
                  <c:v>0.19379999999995334</c:v>
                </c:pt>
                <c:pt idx="424">
                  <c:v>0.19379999999995334</c:v>
                </c:pt>
                <c:pt idx="425">
                  <c:v>0.19379999999995334</c:v>
                </c:pt>
                <c:pt idx="426">
                  <c:v>0.19379999999995334</c:v>
                </c:pt>
                <c:pt idx="427">
                  <c:v>0.19379999999995334</c:v>
                </c:pt>
                <c:pt idx="428">
                  <c:v>0.19379999999995334</c:v>
                </c:pt>
                <c:pt idx="429">
                  <c:v>0.19379999999995334</c:v>
                </c:pt>
                <c:pt idx="430">
                  <c:v>0.19379999999995334</c:v>
                </c:pt>
                <c:pt idx="431">
                  <c:v>0.19379999999995334</c:v>
                </c:pt>
                <c:pt idx="432">
                  <c:v>0.19389999999998508</c:v>
                </c:pt>
                <c:pt idx="433">
                  <c:v>0.19389999999998508</c:v>
                </c:pt>
                <c:pt idx="434">
                  <c:v>0.19389999999998508</c:v>
                </c:pt>
                <c:pt idx="435">
                  <c:v>0.19389999999998508</c:v>
                </c:pt>
                <c:pt idx="436">
                  <c:v>0.19399999999995998</c:v>
                </c:pt>
                <c:pt idx="437">
                  <c:v>0.19399999999995998</c:v>
                </c:pt>
                <c:pt idx="438">
                  <c:v>0.19399999999995998</c:v>
                </c:pt>
                <c:pt idx="439">
                  <c:v>0.19399999999995998</c:v>
                </c:pt>
                <c:pt idx="440">
                  <c:v>0.19399999999995998</c:v>
                </c:pt>
                <c:pt idx="441">
                  <c:v>0.19409999999999172</c:v>
                </c:pt>
                <c:pt idx="442">
                  <c:v>0.19409999999999172</c:v>
                </c:pt>
                <c:pt idx="443">
                  <c:v>0.19409999999999172</c:v>
                </c:pt>
                <c:pt idx="444">
                  <c:v>0.19409999999999172</c:v>
                </c:pt>
                <c:pt idx="445">
                  <c:v>0.19409999999999172</c:v>
                </c:pt>
                <c:pt idx="446">
                  <c:v>0.19419999999996662</c:v>
                </c:pt>
                <c:pt idx="447">
                  <c:v>0.19419999999996662</c:v>
                </c:pt>
                <c:pt idx="448">
                  <c:v>0.19419999999996662</c:v>
                </c:pt>
                <c:pt idx="449">
                  <c:v>0.19419999999996662</c:v>
                </c:pt>
                <c:pt idx="450">
                  <c:v>0.19419999999996662</c:v>
                </c:pt>
                <c:pt idx="451">
                  <c:v>0.19419999999996662</c:v>
                </c:pt>
                <c:pt idx="452">
                  <c:v>0.19419999999996662</c:v>
                </c:pt>
                <c:pt idx="453">
                  <c:v>0.19419999999996662</c:v>
                </c:pt>
                <c:pt idx="454">
                  <c:v>0.19429999999999836</c:v>
                </c:pt>
                <c:pt idx="455">
                  <c:v>0.19429999999999836</c:v>
                </c:pt>
                <c:pt idx="456">
                  <c:v>0.19429999999999836</c:v>
                </c:pt>
                <c:pt idx="457">
                  <c:v>0.19429999999999836</c:v>
                </c:pt>
                <c:pt idx="458">
                  <c:v>0.19429999999999836</c:v>
                </c:pt>
                <c:pt idx="459">
                  <c:v>0.19429999999999836</c:v>
                </c:pt>
                <c:pt idx="460">
                  <c:v>0.19429999999999836</c:v>
                </c:pt>
                <c:pt idx="461">
                  <c:v>0.19429999999999836</c:v>
                </c:pt>
                <c:pt idx="462">
                  <c:v>0.19429999999999836</c:v>
                </c:pt>
                <c:pt idx="463">
                  <c:v>0.19429999999999836</c:v>
                </c:pt>
                <c:pt idx="464">
                  <c:v>0.19439999999997326</c:v>
                </c:pt>
                <c:pt idx="465">
                  <c:v>0.19439999999997326</c:v>
                </c:pt>
                <c:pt idx="466">
                  <c:v>0.19439999999997326</c:v>
                </c:pt>
                <c:pt idx="467">
                  <c:v>0.19439999999997326</c:v>
                </c:pt>
                <c:pt idx="468">
                  <c:v>0.19439999999997326</c:v>
                </c:pt>
                <c:pt idx="469">
                  <c:v>0.19439999999997326</c:v>
                </c:pt>
                <c:pt idx="470">
                  <c:v>0.19439999999997326</c:v>
                </c:pt>
                <c:pt idx="471">
                  <c:v>0.19439999999997326</c:v>
                </c:pt>
                <c:pt idx="472">
                  <c:v>0.19439999999997326</c:v>
                </c:pt>
                <c:pt idx="473">
                  <c:v>0.19439999999997326</c:v>
                </c:pt>
                <c:pt idx="474">
                  <c:v>0.19449999999994816</c:v>
                </c:pt>
                <c:pt idx="475">
                  <c:v>0.19449999999994816</c:v>
                </c:pt>
                <c:pt idx="476">
                  <c:v>0.19449999999994816</c:v>
                </c:pt>
                <c:pt idx="477">
                  <c:v>0.19449999999994816</c:v>
                </c:pt>
                <c:pt idx="478">
                  <c:v>0.19439999999997326</c:v>
                </c:pt>
                <c:pt idx="479">
                  <c:v>0.19429999999999836</c:v>
                </c:pt>
                <c:pt idx="480">
                  <c:v>0.19419999999996662</c:v>
                </c:pt>
                <c:pt idx="481">
                  <c:v>0.19409999999999172</c:v>
                </c:pt>
                <c:pt idx="482">
                  <c:v>0.19389999999998508</c:v>
                </c:pt>
                <c:pt idx="483">
                  <c:v>0.19379999999995334</c:v>
                </c:pt>
                <c:pt idx="484">
                  <c:v>0.19369999999997844</c:v>
                </c:pt>
                <c:pt idx="485">
                  <c:v>0.19349999999997181</c:v>
                </c:pt>
                <c:pt idx="486">
                  <c:v>0.19339999999999691</c:v>
                </c:pt>
                <c:pt idx="487">
                  <c:v>0.19319999999999027</c:v>
                </c:pt>
                <c:pt idx="488">
                  <c:v>0.19309999999995853</c:v>
                </c:pt>
                <c:pt idx="489">
                  <c:v>0.19299999999998363</c:v>
                </c:pt>
                <c:pt idx="490">
                  <c:v>0.19289999999995189</c:v>
                </c:pt>
                <c:pt idx="491">
                  <c:v>0.19270000000000209</c:v>
                </c:pt>
                <c:pt idx="492">
                  <c:v>0.19259999999997035</c:v>
                </c:pt>
                <c:pt idx="493">
                  <c:v>0.19249999999999545</c:v>
                </c:pt>
                <c:pt idx="494">
                  <c:v>0.19239999999996371</c:v>
                </c:pt>
                <c:pt idx="495">
                  <c:v>0.19229999999998881</c:v>
                </c:pt>
                <c:pt idx="496">
                  <c:v>0.19219999999995707</c:v>
                </c:pt>
                <c:pt idx="497">
                  <c:v>0.19209999999998217</c:v>
                </c:pt>
                <c:pt idx="498">
                  <c:v>0.19199999999995043</c:v>
                </c:pt>
                <c:pt idx="499">
                  <c:v>0.19189999999997553</c:v>
                </c:pt>
                <c:pt idx="500">
                  <c:v>0.19180000000000064</c:v>
                </c:pt>
                <c:pt idx="501">
                  <c:v>0.19180000000000064</c:v>
                </c:pt>
                <c:pt idx="502">
                  <c:v>0.19189999999997553</c:v>
                </c:pt>
                <c:pt idx="503">
                  <c:v>0.19209999999998217</c:v>
                </c:pt>
                <c:pt idx="504">
                  <c:v>0.19239999999996371</c:v>
                </c:pt>
                <c:pt idx="505">
                  <c:v>0.19270000000000209</c:v>
                </c:pt>
                <c:pt idx="506">
                  <c:v>0.19309999999995853</c:v>
                </c:pt>
                <c:pt idx="507">
                  <c:v>0.19349999999997181</c:v>
                </c:pt>
                <c:pt idx="508">
                  <c:v>0.19389999999998508</c:v>
                </c:pt>
                <c:pt idx="509">
                  <c:v>0.19429999999999836</c:v>
                </c:pt>
                <c:pt idx="510">
                  <c:v>0.1946999999999548</c:v>
                </c:pt>
                <c:pt idx="511">
                  <c:v>0.19509999999996808</c:v>
                </c:pt>
                <c:pt idx="512">
                  <c:v>0.19539999999994961</c:v>
                </c:pt>
                <c:pt idx="513">
                  <c:v>0.19569999999998799</c:v>
                </c:pt>
                <c:pt idx="514">
                  <c:v>0.19610000000000127</c:v>
                </c:pt>
                <c:pt idx="515">
                  <c:v>0.19639999999998281</c:v>
                </c:pt>
                <c:pt idx="516">
                  <c:v>0.19669999999996435</c:v>
                </c:pt>
                <c:pt idx="517">
                  <c:v>0.19689999999997099</c:v>
                </c:pt>
                <c:pt idx="518">
                  <c:v>0.19719999999995252</c:v>
                </c:pt>
                <c:pt idx="519">
                  <c:v>0.19739999999995916</c:v>
                </c:pt>
                <c:pt idx="520">
                  <c:v>0.1975999999999658</c:v>
                </c:pt>
                <c:pt idx="521">
                  <c:v>0.19779999999997244</c:v>
                </c:pt>
                <c:pt idx="522">
                  <c:v>0.19799999999997908</c:v>
                </c:pt>
                <c:pt idx="523">
                  <c:v>0.19819999999998572</c:v>
                </c:pt>
                <c:pt idx="524">
                  <c:v>0.19839999999999236</c:v>
                </c:pt>
                <c:pt idx="525">
                  <c:v>0.19849999999996726</c:v>
                </c:pt>
                <c:pt idx="526">
                  <c:v>0.1986999999999739</c:v>
                </c:pt>
                <c:pt idx="527">
                  <c:v>0.1987999999999488</c:v>
                </c:pt>
                <c:pt idx="528">
                  <c:v>0.19899999999995543</c:v>
                </c:pt>
                <c:pt idx="529">
                  <c:v>0.19909999999998718</c:v>
                </c:pt>
                <c:pt idx="530">
                  <c:v>0.19919999999996207</c:v>
                </c:pt>
                <c:pt idx="531">
                  <c:v>0.19929999999999382</c:v>
                </c:pt>
                <c:pt idx="532">
                  <c:v>0.19929999999999382</c:v>
                </c:pt>
              </c:numCache>
            </c:numRef>
          </c:yVal>
          <c:smooth val="1"/>
          <c:extLst>
            <c:ext xmlns:c16="http://schemas.microsoft.com/office/drawing/2014/chart" uri="{C3380CC4-5D6E-409C-BE32-E72D297353CC}">
              <c16:uniqueId val="{00000030-4233-4E9D-9D6D-D06060CC9530}"/>
            </c:ext>
          </c:extLst>
        </c:ser>
        <c:ser>
          <c:idx val="49"/>
          <c:order val="49"/>
          <c:tx>
            <c:strRef>
              <c:f>PM50000_Temps_oc5l2_50000!$BCZ$1</c:f>
              <c:strCache>
                <c:ptCount val="1"/>
                <c:pt idx="0">
                  <c:v>TELE_PM_INTERIOR.51</c:v>
                </c:pt>
              </c:strCache>
            </c:strRef>
          </c:tx>
          <c:spPr>
            <a:ln w="19050" cap="rnd">
              <a:solidFill>
                <a:schemeClr val="accent2">
                  <a:lumMod val="50000"/>
                  <a:lumOff val="50000"/>
                </a:schemeClr>
              </a:solidFill>
              <a:round/>
            </a:ln>
            <a:effectLst/>
          </c:spPr>
          <c:marker>
            <c:symbol val="circle"/>
            <c:size val="5"/>
            <c:spPr>
              <a:solidFill>
                <a:schemeClr val="accent2">
                  <a:lumMod val="50000"/>
                  <a:lumOff val="50000"/>
                </a:schemeClr>
              </a:solidFill>
              <a:ln w="9525">
                <a:solidFill>
                  <a:schemeClr val="accent2">
                    <a:lumMod val="50000"/>
                    <a:lumOff val="5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PM50000_Temps_oc5l2_50000!$BCZ$2:$BCZ$536</c:f>
              <c:numCache>
                <c:formatCode>General</c:formatCode>
                <c:ptCount val="533"/>
                <c:pt idx="0">
                  <c:v>0</c:v>
                </c:pt>
                <c:pt idx="1">
                  <c:v>1.0999999999967258E-2</c:v>
                </c:pt>
                <c:pt idx="2">
                  <c:v>2.7699999999981628E-2</c:v>
                </c:pt>
                <c:pt idx="3">
                  <c:v>4.2799999999999727E-2</c:v>
                </c:pt>
                <c:pt idx="4">
                  <c:v>5.6799999999952888E-2</c:v>
                </c:pt>
                <c:pt idx="5">
                  <c:v>6.9799999999986539E-2</c:v>
                </c:pt>
                <c:pt idx="6">
                  <c:v>8.1599999999980355E-2</c:v>
                </c:pt>
                <c:pt idx="7">
                  <c:v>9.2299999999966076E-2</c:v>
                </c:pt>
                <c:pt idx="8">
                  <c:v>0.10199999999997544</c:v>
                </c:pt>
                <c:pt idx="9">
                  <c:v>0.11070000000000846</c:v>
                </c:pt>
                <c:pt idx="10">
                  <c:v>0.11849999999998317</c:v>
                </c:pt>
                <c:pt idx="11">
                  <c:v>0.12559999999996307</c:v>
                </c:pt>
                <c:pt idx="12">
                  <c:v>0.132000000000005</c:v>
                </c:pt>
                <c:pt idx="13">
                  <c:v>0.13779999999997017</c:v>
                </c:pt>
                <c:pt idx="14">
                  <c:v>0.14299999999997226</c:v>
                </c:pt>
                <c:pt idx="15">
                  <c:v>0.14779999999996107</c:v>
                </c:pt>
                <c:pt idx="16">
                  <c:v>0.15209999999996171</c:v>
                </c:pt>
                <c:pt idx="17">
                  <c:v>0.15609999999998081</c:v>
                </c:pt>
                <c:pt idx="18">
                  <c:v>0.15959999999995489</c:v>
                </c:pt>
                <c:pt idx="19">
                  <c:v>0.16289999999997917</c:v>
                </c:pt>
                <c:pt idx="20">
                  <c:v>0.16589999999996508</c:v>
                </c:pt>
                <c:pt idx="21">
                  <c:v>0.16859999999996944</c:v>
                </c:pt>
                <c:pt idx="22">
                  <c:v>0.17109999999996717</c:v>
                </c:pt>
                <c:pt idx="23">
                  <c:v>0.17339999999995825</c:v>
                </c:pt>
                <c:pt idx="24">
                  <c:v>0.17549999999999955</c:v>
                </c:pt>
                <c:pt idx="25">
                  <c:v>0.17739999999997735</c:v>
                </c:pt>
                <c:pt idx="26">
                  <c:v>0.17910000000000537</c:v>
                </c:pt>
                <c:pt idx="27">
                  <c:v>0.18079999999997654</c:v>
                </c:pt>
                <c:pt idx="28">
                  <c:v>0.18250000000000455</c:v>
                </c:pt>
                <c:pt idx="29">
                  <c:v>0.18430000000000746</c:v>
                </c:pt>
                <c:pt idx="30">
                  <c:v>0.18609999999995352</c:v>
                </c:pt>
                <c:pt idx="31">
                  <c:v>0.18779999999998154</c:v>
                </c:pt>
                <c:pt idx="32">
                  <c:v>0.18939999999997781</c:v>
                </c:pt>
                <c:pt idx="33">
                  <c:v>0.19089999999999918</c:v>
                </c:pt>
                <c:pt idx="34">
                  <c:v>0.19229999999998881</c:v>
                </c:pt>
                <c:pt idx="35">
                  <c:v>0.19360000000000355</c:v>
                </c:pt>
                <c:pt idx="36">
                  <c:v>0.19479999999998654</c:v>
                </c:pt>
                <c:pt idx="37">
                  <c:v>0.19599999999996953</c:v>
                </c:pt>
                <c:pt idx="38">
                  <c:v>0.19700000000000273</c:v>
                </c:pt>
                <c:pt idx="39">
                  <c:v>0.19799999999997908</c:v>
                </c:pt>
                <c:pt idx="40">
                  <c:v>0.19889999999998054</c:v>
                </c:pt>
                <c:pt idx="41">
                  <c:v>0.19979999999998199</c:v>
                </c:pt>
                <c:pt idx="42">
                  <c:v>0.20049999999997681</c:v>
                </c:pt>
                <c:pt idx="43">
                  <c:v>0.20119999999997162</c:v>
                </c:pt>
                <c:pt idx="44">
                  <c:v>0.20189999999996644</c:v>
                </c:pt>
                <c:pt idx="45">
                  <c:v>0.20249999999998636</c:v>
                </c:pt>
                <c:pt idx="46">
                  <c:v>0.20310000000000628</c:v>
                </c:pt>
                <c:pt idx="47">
                  <c:v>0.20359999999999445</c:v>
                </c:pt>
                <c:pt idx="48">
                  <c:v>0.20409999999998263</c:v>
                </c:pt>
                <c:pt idx="49">
                  <c:v>0.20459999999997081</c:v>
                </c:pt>
                <c:pt idx="50">
                  <c:v>0.20499999999998408</c:v>
                </c:pt>
                <c:pt idx="51">
                  <c:v>0.20539999999999736</c:v>
                </c:pt>
                <c:pt idx="52">
                  <c:v>0.2057999999999538</c:v>
                </c:pt>
                <c:pt idx="53">
                  <c:v>0.20609999999999218</c:v>
                </c:pt>
                <c:pt idx="54">
                  <c:v>0.20639999999997372</c:v>
                </c:pt>
                <c:pt idx="55">
                  <c:v>0.20669999999995525</c:v>
                </c:pt>
                <c:pt idx="56">
                  <c:v>0.20699999999999363</c:v>
                </c:pt>
                <c:pt idx="57">
                  <c:v>0.20720000000000027</c:v>
                </c:pt>
                <c:pt idx="58">
                  <c:v>0.20729999999997517</c:v>
                </c:pt>
                <c:pt idx="59">
                  <c:v>0.20720000000000027</c:v>
                </c:pt>
                <c:pt idx="60">
                  <c:v>0.20699999999999363</c:v>
                </c:pt>
                <c:pt idx="61">
                  <c:v>0.20679999999998699</c:v>
                </c:pt>
                <c:pt idx="62">
                  <c:v>0.20650000000000546</c:v>
                </c:pt>
                <c:pt idx="63">
                  <c:v>0.20619999999996708</c:v>
                </c:pt>
                <c:pt idx="64">
                  <c:v>0.20589999999998554</c:v>
                </c:pt>
                <c:pt idx="65">
                  <c:v>0.205600000000004</c:v>
                </c:pt>
                <c:pt idx="66">
                  <c:v>0.20539999999999736</c:v>
                </c:pt>
                <c:pt idx="67">
                  <c:v>0.20519999999999072</c:v>
                </c:pt>
                <c:pt idx="68">
                  <c:v>0.20490000000000919</c:v>
                </c:pt>
                <c:pt idx="69">
                  <c:v>0.20470000000000255</c:v>
                </c:pt>
                <c:pt idx="70">
                  <c:v>0.20449999999999591</c:v>
                </c:pt>
                <c:pt idx="71">
                  <c:v>0.20439999999996417</c:v>
                </c:pt>
                <c:pt idx="72">
                  <c:v>0.20419999999995753</c:v>
                </c:pt>
                <c:pt idx="73">
                  <c:v>0.20400000000000773</c:v>
                </c:pt>
                <c:pt idx="74">
                  <c:v>0.20389999999997599</c:v>
                </c:pt>
                <c:pt idx="75">
                  <c:v>0.20380000000000109</c:v>
                </c:pt>
                <c:pt idx="76">
                  <c:v>0.20359999999999445</c:v>
                </c:pt>
                <c:pt idx="77">
                  <c:v>0.20349999999996271</c:v>
                </c:pt>
                <c:pt idx="78">
                  <c:v>0.20339999999998781</c:v>
                </c:pt>
                <c:pt idx="79">
                  <c:v>0.20329999999995607</c:v>
                </c:pt>
                <c:pt idx="80">
                  <c:v>0.20319999999998117</c:v>
                </c:pt>
                <c:pt idx="81">
                  <c:v>0.20319999999998117</c:v>
                </c:pt>
                <c:pt idx="82">
                  <c:v>0.20310000000000628</c:v>
                </c:pt>
                <c:pt idx="83">
                  <c:v>0.20299999999997453</c:v>
                </c:pt>
                <c:pt idx="84">
                  <c:v>0.20299999999997453</c:v>
                </c:pt>
                <c:pt idx="85">
                  <c:v>0.20289999999999964</c:v>
                </c:pt>
                <c:pt idx="86">
                  <c:v>0.20279999999996789</c:v>
                </c:pt>
                <c:pt idx="87">
                  <c:v>0.20279999999996789</c:v>
                </c:pt>
                <c:pt idx="88">
                  <c:v>0.202699999999993</c:v>
                </c:pt>
                <c:pt idx="89">
                  <c:v>0.202699999999993</c:v>
                </c:pt>
                <c:pt idx="90">
                  <c:v>0.20259999999996126</c:v>
                </c:pt>
                <c:pt idx="91">
                  <c:v>0.20259999999996126</c:v>
                </c:pt>
                <c:pt idx="92">
                  <c:v>0.20259999999996126</c:v>
                </c:pt>
                <c:pt idx="93">
                  <c:v>0.20249999999998636</c:v>
                </c:pt>
                <c:pt idx="94">
                  <c:v>0.20249999999998636</c:v>
                </c:pt>
                <c:pt idx="95">
                  <c:v>0.20249999999998636</c:v>
                </c:pt>
                <c:pt idx="96">
                  <c:v>0.20249999999998636</c:v>
                </c:pt>
                <c:pt idx="97">
                  <c:v>0.20239999999995462</c:v>
                </c:pt>
                <c:pt idx="98">
                  <c:v>0.20239999999995462</c:v>
                </c:pt>
                <c:pt idx="99">
                  <c:v>0.20239999999995462</c:v>
                </c:pt>
                <c:pt idx="100">
                  <c:v>0.20239999999995462</c:v>
                </c:pt>
                <c:pt idx="101">
                  <c:v>0.20239999999995462</c:v>
                </c:pt>
                <c:pt idx="102">
                  <c:v>0.20229999999997972</c:v>
                </c:pt>
                <c:pt idx="103">
                  <c:v>0.20229999999997972</c:v>
                </c:pt>
                <c:pt idx="104">
                  <c:v>0.20229999999997972</c:v>
                </c:pt>
                <c:pt idx="105">
                  <c:v>0.20229999999997972</c:v>
                </c:pt>
                <c:pt idx="106">
                  <c:v>0.20229999999997972</c:v>
                </c:pt>
                <c:pt idx="107">
                  <c:v>0.20229999999997972</c:v>
                </c:pt>
                <c:pt idx="108">
                  <c:v>0.20229999999997972</c:v>
                </c:pt>
                <c:pt idx="109">
                  <c:v>0.20229999999997972</c:v>
                </c:pt>
                <c:pt idx="110">
                  <c:v>0.20229999999997972</c:v>
                </c:pt>
                <c:pt idx="111">
                  <c:v>0.20229999999997972</c:v>
                </c:pt>
                <c:pt idx="112">
                  <c:v>0.20229999999997972</c:v>
                </c:pt>
                <c:pt idx="113">
                  <c:v>0.20229999999997972</c:v>
                </c:pt>
                <c:pt idx="114">
                  <c:v>0.20239999999995462</c:v>
                </c:pt>
                <c:pt idx="115">
                  <c:v>0.20239999999995462</c:v>
                </c:pt>
                <c:pt idx="116">
                  <c:v>0.20239999999995462</c:v>
                </c:pt>
                <c:pt idx="117">
                  <c:v>0.20249999999998636</c:v>
                </c:pt>
                <c:pt idx="118">
                  <c:v>0.20249999999998636</c:v>
                </c:pt>
                <c:pt idx="119">
                  <c:v>0.20249999999998636</c:v>
                </c:pt>
                <c:pt idx="120">
                  <c:v>0.20249999999998636</c:v>
                </c:pt>
                <c:pt idx="121">
                  <c:v>0.20259999999996126</c:v>
                </c:pt>
                <c:pt idx="122">
                  <c:v>0.20259999999996126</c:v>
                </c:pt>
                <c:pt idx="123">
                  <c:v>0.20259999999996126</c:v>
                </c:pt>
                <c:pt idx="124">
                  <c:v>0.202699999999993</c:v>
                </c:pt>
                <c:pt idx="125">
                  <c:v>0.202699999999993</c:v>
                </c:pt>
                <c:pt idx="126">
                  <c:v>0.202699999999993</c:v>
                </c:pt>
                <c:pt idx="127">
                  <c:v>0.202699999999993</c:v>
                </c:pt>
                <c:pt idx="128">
                  <c:v>0.202699999999993</c:v>
                </c:pt>
                <c:pt idx="129">
                  <c:v>0.20279999999996789</c:v>
                </c:pt>
                <c:pt idx="130">
                  <c:v>0.20279999999996789</c:v>
                </c:pt>
                <c:pt idx="131">
                  <c:v>0.20279999999996789</c:v>
                </c:pt>
                <c:pt idx="132">
                  <c:v>0.20279999999996789</c:v>
                </c:pt>
                <c:pt idx="133">
                  <c:v>0.20279999999996789</c:v>
                </c:pt>
                <c:pt idx="134">
                  <c:v>0.20289999999999964</c:v>
                </c:pt>
                <c:pt idx="135">
                  <c:v>0.20289999999999964</c:v>
                </c:pt>
                <c:pt idx="136">
                  <c:v>0.20289999999999964</c:v>
                </c:pt>
                <c:pt idx="137">
                  <c:v>0.20289999999999964</c:v>
                </c:pt>
                <c:pt idx="138">
                  <c:v>0.20289999999999964</c:v>
                </c:pt>
                <c:pt idx="139">
                  <c:v>0.20289999999999964</c:v>
                </c:pt>
                <c:pt idx="140">
                  <c:v>0.20289999999999964</c:v>
                </c:pt>
                <c:pt idx="141">
                  <c:v>0.20289999999999964</c:v>
                </c:pt>
                <c:pt idx="142">
                  <c:v>0.20299999999997453</c:v>
                </c:pt>
                <c:pt idx="143">
                  <c:v>0.20299999999997453</c:v>
                </c:pt>
                <c:pt idx="144">
                  <c:v>0.20299999999997453</c:v>
                </c:pt>
                <c:pt idx="145">
                  <c:v>0.20299999999997453</c:v>
                </c:pt>
                <c:pt idx="146">
                  <c:v>0.20299999999997453</c:v>
                </c:pt>
                <c:pt idx="147">
                  <c:v>0.20299999999997453</c:v>
                </c:pt>
                <c:pt idx="148">
                  <c:v>0.20299999999997453</c:v>
                </c:pt>
                <c:pt idx="149">
                  <c:v>0.20299999999997453</c:v>
                </c:pt>
                <c:pt idx="150">
                  <c:v>0.20299999999997453</c:v>
                </c:pt>
                <c:pt idx="151">
                  <c:v>0.20299999999997453</c:v>
                </c:pt>
                <c:pt idx="152">
                  <c:v>0.20299999999997453</c:v>
                </c:pt>
                <c:pt idx="153">
                  <c:v>0.20299999999997453</c:v>
                </c:pt>
                <c:pt idx="154">
                  <c:v>0.20299999999997453</c:v>
                </c:pt>
                <c:pt idx="155">
                  <c:v>0.20310000000000628</c:v>
                </c:pt>
                <c:pt idx="156">
                  <c:v>0.20310000000000628</c:v>
                </c:pt>
                <c:pt idx="157">
                  <c:v>0.20310000000000628</c:v>
                </c:pt>
                <c:pt idx="158">
                  <c:v>0.20310000000000628</c:v>
                </c:pt>
                <c:pt idx="159">
                  <c:v>0.20299999999997453</c:v>
                </c:pt>
                <c:pt idx="160">
                  <c:v>0.20289999999999964</c:v>
                </c:pt>
                <c:pt idx="161">
                  <c:v>0.20279999999996789</c:v>
                </c:pt>
                <c:pt idx="162">
                  <c:v>0.20259999999996126</c:v>
                </c:pt>
                <c:pt idx="163">
                  <c:v>0.20239999999995462</c:v>
                </c:pt>
                <c:pt idx="164">
                  <c:v>0.20229999999997972</c:v>
                </c:pt>
                <c:pt idx="165">
                  <c:v>0.20209999999997308</c:v>
                </c:pt>
                <c:pt idx="166">
                  <c:v>0.20189999999996644</c:v>
                </c:pt>
                <c:pt idx="167">
                  <c:v>0.2016999999999598</c:v>
                </c:pt>
                <c:pt idx="168">
                  <c:v>0.20149999999995316</c:v>
                </c:pt>
                <c:pt idx="169">
                  <c:v>0.20139999999997826</c:v>
                </c:pt>
                <c:pt idx="170">
                  <c:v>0.20119999999997162</c:v>
                </c:pt>
                <c:pt idx="171">
                  <c:v>0.20109999999999673</c:v>
                </c:pt>
                <c:pt idx="172">
                  <c:v>0.20089999999999009</c:v>
                </c:pt>
                <c:pt idx="173">
                  <c:v>0.20079999999995835</c:v>
                </c:pt>
                <c:pt idx="174">
                  <c:v>0.20069999999998345</c:v>
                </c:pt>
                <c:pt idx="175">
                  <c:v>0.20060000000000855</c:v>
                </c:pt>
                <c:pt idx="176">
                  <c:v>0.20040000000000191</c:v>
                </c:pt>
                <c:pt idx="177">
                  <c:v>0.20029999999997017</c:v>
                </c:pt>
                <c:pt idx="178">
                  <c:v>0.20019999999999527</c:v>
                </c:pt>
                <c:pt idx="179">
                  <c:v>0.20009999999996353</c:v>
                </c:pt>
                <c:pt idx="180">
                  <c:v>0.19999999999998863</c:v>
                </c:pt>
                <c:pt idx="181">
                  <c:v>0.19989999999995689</c:v>
                </c:pt>
                <c:pt idx="182">
                  <c:v>0.19979999999998199</c:v>
                </c:pt>
                <c:pt idx="183">
                  <c:v>0.19979999999998199</c:v>
                </c:pt>
                <c:pt idx="184">
                  <c:v>0.19979999999998199</c:v>
                </c:pt>
                <c:pt idx="185">
                  <c:v>0.20009999999996353</c:v>
                </c:pt>
                <c:pt idx="186">
                  <c:v>0.20040000000000191</c:v>
                </c:pt>
                <c:pt idx="187">
                  <c:v>0.20089999999999009</c:v>
                </c:pt>
                <c:pt idx="188">
                  <c:v>0.20139999999997826</c:v>
                </c:pt>
                <c:pt idx="189">
                  <c:v>0.20199999999999818</c:v>
                </c:pt>
                <c:pt idx="190">
                  <c:v>0.20249999999998636</c:v>
                </c:pt>
                <c:pt idx="191">
                  <c:v>0.20299999999997453</c:v>
                </c:pt>
                <c:pt idx="192">
                  <c:v>0.20349999999996271</c:v>
                </c:pt>
                <c:pt idx="193">
                  <c:v>0.20389999999997599</c:v>
                </c:pt>
                <c:pt idx="194">
                  <c:v>0.20429999999998927</c:v>
                </c:pt>
                <c:pt idx="195">
                  <c:v>0.20470000000000255</c:v>
                </c:pt>
                <c:pt idx="196">
                  <c:v>0.20509999999995898</c:v>
                </c:pt>
                <c:pt idx="197">
                  <c:v>0.20539999999999736</c:v>
                </c:pt>
                <c:pt idx="198">
                  <c:v>0.2057999999999538</c:v>
                </c:pt>
                <c:pt idx="199">
                  <c:v>0.20609999999999218</c:v>
                </c:pt>
                <c:pt idx="200">
                  <c:v>0.20639999999997372</c:v>
                </c:pt>
                <c:pt idx="201">
                  <c:v>0.20659999999998035</c:v>
                </c:pt>
                <c:pt idx="202">
                  <c:v>0.20689999999996189</c:v>
                </c:pt>
                <c:pt idx="203">
                  <c:v>0.20709999999996853</c:v>
                </c:pt>
                <c:pt idx="204">
                  <c:v>0.20740000000000691</c:v>
                </c:pt>
                <c:pt idx="205">
                  <c:v>0.20759999999995671</c:v>
                </c:pt>
                <c:pt idx="206">
                  <c:v>0.20779999999996335</c:v>
                </c:pt>
                <c:pt idx="207">
                  <c:v>0.20789999999999509</c:v>
                </c:pt>
                <c:pt idx="208">
                  <c:v>0.20810000000000173</c:v>
                </c:pt>
                <c:pt idx="209">
                  <c:v>0.20830000000000837</c:v>
                </c:pt>
                <c:pt idx="210">
                  <c:v>0.20839999999998327</c:v>
                </c:pt>
                <c:pt idx="211">
                  <c:v>0.2085999999999899</c:v>
                </c:pt>
                <c:pt idx="212">
                  <c:v>0.2086999999999648</c:v>
                </c:pt>
                <c:pt idx="213">
                  <c:v>0.20879999999999654</c:v>
                </c:pt>
                <c:pt idx="214">
                  <c:v>0.20889999999997144</c:v>
                </c:pt>
                <c:pt idx="215">
                  <c:v>0.20879999999999654</c:v>
                </c:pt>
                <c:pt idx="216">
                  <c:v>0.2085999999999899</c:v>
                </c:pt>
                <c:pt idx="217">
                  <c:v>0.20830000000000837</c:v>
                </c:pt>
                <c:pt idx="218">
                  <c:v>0.20799999999996999</c:v>
                </c:pt>
                <c:pt idx="219">
                  <c:v>0.20759999999995671</c:v>
                </c:pt>
                <c:pt idx="220">
                  <c:v>0.20720000000000027</c:v>
                </c:pt>
                <c:pt idx="221">
                  <c:v>0.20689999999996189</c:v>
                </c:pt>
                <c:pt idx="222">
                  <c:v>0.20650000000000546</c:v>
                </c:pt>
                <c:pt idx="223">
                  <c:v>0.20619999999996708</c:v>
                </c:pt>
                <c:pt idx="224">
                  <c:v>0.20589999999998554</c:v>
                </c:pt>
                <c:pt idx="225">
                  <c:v>0.205600000000004</c:v>
                </c:pt>
                <c:pt idx="226">
                  <c:v>0.20539999999999736</c:v>
                </c:pt>
                <c:pt idx="227">
                  <c:v>0.20509999999995898</c:v>
                </c:pt>
                <c:pt idx="228">
                  <c:v>0.20490000000000919</c:v>
                </c:pt>
                <c:pt idx="229">
                  <c:v>0.20470000000000255</c:v>
                </c:pt>
                <c:pt idx="230">
                  <c:v>0.20449999999999591</c:v>
                </c:pt>
                <c:pt idx="231">
                  <c:v>0.20439999999996417</c:v>
                </c:pt>
                <c:pt idx="232">
                  <c:v>0.20419999999995753</c:v>
                </c:pt>
                <c:pt idx="233">
                  <c:v>0.20400000000000773</c:v>
                </c:pt>
                <c:pt idx="234">
                  <c:v>0.20389999999997599</c:v>
                </c:pt>
                <c:pt idx="235">
                  <c:v>0.20380000000000109</c:v>
                </c:pt>
                <c:pt idx="236">
                  <c:v>0.20369999999996935</c:v>
                </c:pt>
                <c:pt idx="237">
                  <c:v>0.20349999999996271</c:v>
                </c:pt>
                <c:pt idx="238">
                  <c:v>0.20339999999998781</c:v>
                </c:pt>
                <c:pt idx="239">
                  <c:v>0.20329999999995607</c:v>
                </c:pt>
                <c:pt idx="240">
                  <c:v>0.20329999999995607</c:v>
                </c:pt>
                <c:pt idx="241">
                  <c:v>0.20319999999998117</c:v>
                </c:pt>
                <c:pt idx="242">
                  <c:v>0.20310000000000628</c:v>
                </c:pt>
                <c:pt idx="243">
                  <c:v>0.20299999999997453</c:v>
                </c:pt>
                <c:pt idx="244">
                  <c:v>0.20299999999997453</c:v>
                </c:pt>
                <c:pt idx="245">
                  <c:v>0.20289999999999964</c:v>
                </c:pt>
                <c:pt idx="246">
                  <c:v>0.20289999999999964</c:v>
                </c:pt>
                <c:pt idx="247">
                  <c:v>0.20279999999996789</c:v>
                </c:pt>
                <c:pt idx="248">
                  <c:v>0.20279999999996789</c:v>
                </c:pt>
                <c:pt idx="249">
                  <c:v>0.202699999999993</c:v>
                </c:pt>
                <c:pt idx="250">
                  <c:v>0.202699999999993</c:v>
                </c:pt>
                <c:pt idx="251">
                  <c:v>0.20259999999996126</c:v>
                </c:pt>
                <c:pt idx="252">
                  <c:v>0.20259999999996126</c:v>
                </c:pt>
                <c:pt idx="253">
                  <c:v>0.20259999999996126</c:v>
                </c:pt>
                <c:pt idx="254">
                  <c:v>0.20249999999998636</c:v>
                </c:pt>
                <c:pt idx="255">
                  <c:v>0.20249999999998636</c:v>
                </c:pt>
                <c:pt idx="256">
                  <c:v>0.20249999999998636</c:v>
                </c:pt>
                <c:pt idx="257">
                  <c:v>0.20249999999998636</c:v>
                </c:pt>
                <c:pt idx="258">
                  <c:v>0.20239999999995462</c:v>
                </c:pt>
                <c:pt idx="259">
                  <c:v>0.20239999999995462</c:v>
                </c:pt>
                <c:pt idx="260">
                  <c:v>0.20239999999995462</c:v>
                </c:pt>
                <c:pt idx="261">
                  <c:v>0.20239999999995462</c:v>
                </c:pt>
                <c:pt idx="262">
                  <c:v>0.20239999999995462</c:v>
                </c:pt>
                <c:pt idx="263">
                  <c:v>0.20229999999997972</c:v>
                </c:pt>
                <c:pt idx="264">
                  <c:v>0.20229999999997972</c:v>
                </c:pt>
                <c:pt idx="265">
                  <c:v>0.20229999999997972</c:v>
                </c:pt>
                <c:pt idx="266">
                  <c:v>0.20229999999997972</c:v>
                </c:pt>
                <c:pt idx="267">
                  <c:v>0.20229999999997972</c:v>
                </c:pt>
                <c:pt idx="268">
                  <c:v>0.20229999999997972</c:v>
                </c:pt>
                <c:pt idx="269">
                  <c:v>0.20239999999995462</c:v>
                </c:pt>
                <c:pt idx="270">
                  <c:v>0.20239999999995462</c:v>
                </c:pt>
                <c:pt idx="271">
                  <c:v>0.20239999999995462</c:v>
                </c:pt>
                <c:pt idx="272">
                  <c:v>0.20249999999998636</c:v>
                </c:pt>
                <c:pt idx="273">
                  <c:v>0.20249999999998636</c:v>
                </c:pt>
                <c:pt idx="274">
                  <c:v>0.20249999999998636</c:v>
                </c:pt>
                <c:pt idx="275">
                  <c:v>0.20249999999998636</c:v>
                </c:pt>
                <c:pt idx="276">
                  <c:v>0.20259999999996126</c:v>
                </c:pt>
                <c:pt idx="277">
                  <c:v>0.20259999999996126</c:v>
                </c:pt>
                <c:pt idx="278">
                  <c:v>0.20259999999996126</c:v>
                </c:pt>
                <c:pt idx="279">
                  <c:v>0.20259999999996126</c:v>
                </c:pt>
                <c:pt idx="280">
                  <c:v>0.202699999999993</c:v>
                </c:pt>
                <c:pt idx="281">
                  <c:v>0.202699999999993</c:v>
                </c:pt>
                <c:pt idx="282">
                  <c:v>0.202699999999993</c:v>
                </c:pt>
                <c:pt idx="283">
                  <c:v>0.202699999999993</c:v>
                </c:pt>
                <c:pt idx="284">
                  <c:v>0.202699999999993</c:v>
                </c:pt>
                <c:pt idx="285">
                  <c:v>0.20279999999996789</c:v>
                </c:pt>
                <c:pt idx="286">
                  <c:v>0.20279999999996789</c:v>
                </c:pt>
                <c:pt idx="287">
                  <c:v>0.20279999999996789</c:v>
                </c:pt>
                <c:pt idx="288">
                  <c:v>0.20279999999996789</c:v>
                </c:pt>
                <c:pt idx="289">
                  <c:v>0.20279999999996789</c:v>
                </c:pt>
                <c:pt idx="290">
                  <c:v>0.20289999999999964</c:v>
                </c:pt>
                <c:pt idx="291">
                  <c:v>0.20289999999999964</c:v>
                </c:pt>
                <c:pt idx="292">
                  <c:v>0.20289999999999964</c:v>
                </c:pt>
                <c:pt idx="293">
                  <c:v>0.20289999999999964</c:v>
                </c:pt>
                <c:pt idx="294">
                  <c:v>0.20289999999999964</c:v>
                </c:pt>
                <c:pt idx="295">
                  <c:v>0.20289999999999964</c:v>
                </c:pt>
                <c:pt idx="296">
                  <c:v>0.20289999999999964</c:v>
                </c:pt>
                <c:pt idx="297">
                  <c:v>0.20299999999997453</c:v>
                </c:pt>
                <c:pt idx="298">
                  <c:v>0.20299999999997453</c:v>
                </c:pt>
                <c:pt idx="299">
                  <c:v>0.20299999999997453</c:v>
                </c:pt>
                <c:pt idx="300">
                  <c:v>0.20299999999997453</c:v>
                </c:pt>
                <c:pt idx="301">
                  <c:v>0.20299999999997453</c:v>
                </c:pt>
                <c:pt idx="302">
                  <c:v>0.20299999999997453</c:v>
                </c:pt>
                <c:pt idx="303">
                  <c:v>0.20299999999997453</c:v>
                </c:pt>
                <c:pt idx="304">
                  <c:v>0.20299999999997453</c:v>
                </c:pt>
                <c:pt idx="305">
                  <c:v>0.20299999999997453</c:v>
                </c:pt>
                <c:pt idx="306">
                  <c:v>0.20299999999997453</c:v>
                </c:pt>
                <c:pt idx="307">
                  <c:v>0.20299999999997453</c:v>
                </c:pt>
                <c:pt idx="308">
                  <c:v>0.20299999999997453</c:v>
                </c:pt>
                <c:pt idx="309">
                  <c:v>0.20310000000000628</c:v>
                </c:pt>
                <c:pt idx="310">
                  <c:v>0.20310000000000628</c:v>
                </c:pt>
                <c:pt idx="311">
                  <c:v>0.20310000000000628</c:v>
                </c:pt>
                <c:pt idx="312">
                  <c:v>0.20310000000000628</c:v>
                </c:pt>
                <c:pt idx="313">
                  <c:v>0.20310000000000628</c:v>
                </c:pt>
                <c:pt idx="314">
                  <c:v>0.20310000000000628</c:v>
                </c:pt>
                <c:pt idx="315">
                  <c:v>0.20310000000000628</c:v>
                </c:pt>
                <c:pt idx="316">
                  <c:v>0.20299999999997453</c:v>
                </c:pt>
                <c:pt idx="317">
                  <c:v>0.20289999999999964</c:v>
                </c:pt>
                <c:pt idx="318">
                  <c:v>0.20279999999996789</c:v>
                </c:pt>
                <c:pt idx="319">
                  <c:v>0.20259999999996126</c:v>
                </c:pt>
                <c:pt idx="320">
                  <c:v>0.20239999999995462</c:v>
                </c:pt>
                <c:pt idx="321">
                  <c:v>0.20220000000000482</c:v>
                </c:pt>
                <c:pt idx="322">
                  <c:v>0.20209999999997308</c:v>
                </c:pt>
                <c:pt idx="323">
                  <c:v>0.20189999999996644</c:v>
                </c:pt>
                <c:pt idx="324">
                  <c:v>0.2016999999999598</c:v>
                </c:pt>
                <c:pt idx="325">
                  <c:v>0.20149999999995316</c:v>
                </c:pt>
                <c:pt idx="326">
                  <c:v>0.20139999999997826</c:v>
                </c:pt>
                <c:pt idx="327">
                  <c:v>0.20119999999997162</c:v>
                </c:pt>
                <c:pt idx="328">
                  <c:v>0.20109999999999673</c:v>
                </c:pt>
                <c:pt idx="329">
                  <c:v>0.20089999999999009</c:v>
                </c:pt>
                <c:pt idx="330">
                  <c:v>0.20079999999995835</c:v>
                </c:pt>
                <c:pt idx="331">
                  <c:v>0.20069999999998345</c:v>
                </c:pt>
                <c:pt idx="332">
                  <c:v>0.20049999999997681</c:v>
                </c:pt>
                <c:pt idx="333">
                  <c:v>0.20040000000000191</c:v>
                </c:pt>
                <c:pt idx="334">
                  <c:v>0.20029999999997017</c:v>
                </c:pt>
                <c:pt idx="335">
                  <c:v>0.20019999999999527</c:v>
                </c:pt>
                <c:pt idx="336">
                  <c:v>0.20009999999996353</c:v>
                </c:pt>
                <c:pt idx="337">
                  <c:v>0.19999999999998863</c:v>
                </c:pt>
                <c:pt idx="338">
                  <c:v>0.19989999999995689</c:v>
                </c:pt>
                <c:pt idx="339">
                  <c:v>0.19979999999998199</c:v>
                </c:pt>
                <c:pt idx="340">
                  <c:v>0.19979999999998199</c:v>
                </c:pt>
                <c:pt idx="341">
                  <c:v>0.19989999999995689</c:v>
                </c:pt>
                <c:pt idx="342">
                  <c:v>0.20009999999996353</c:v>
                </c:pt>
                <c:pt idx="343">
                  <c:v>0.20049999999997681</c:v>
                </c:pt>
                <c:pt idx="344">
                  <c:v>0.20099999999996498</c:v>
                </c:pt>
                <c:pt idx="345">
                  <c:v>0.20149999999995316</c:v>
                </c:pt>
                <c:pt idx="346">
                  <c:v>0.20199999999999818</c:v>
                </c:pt>
                <c:pt idx="347">
                  <c:v>0.20259999999996126</c:v>
                </c:pt>
                <c:pt idx="348">
                  <c:v>0.20310000000000628</c:v>
                </c:pt>
                <c:pt idx="349">
                  <c:v>0.20349999999996271</c:v>
                </c:pt>
                <c:pt idx="350">
                  <c:v>0.20400000000000773</c:v>
                </c:pt>
                <c:pt idx="351">
                  <c:v>0.20439999999996417</c:v>
                </c:pt>
                <c:pt idx="352">
                  <c:v>0.20479999999997744</c:v>
                </c:pt>
                <c:pt idx="353">
                  <c:v>0.20519999999999072</c:v>
                </c:pt>
                <c:pt idx="354">
                  <c:v>0.20549999999997226</c:v>
                </c:pt>
                <c:pt idx="355">
                  <c:v>0.2057999999999538</c:v>
                </c:pt>
                <c:pt idx="356">
                  <c:v>0.20609999999999218</c:v>
                </c:pt>
                <c:pt idx="357">
                  <c:v>0.20639999999997372</c:v>
                </c:pt>
                <c:pt idx="358">
                  <c:v>0.20669999999995525</c:v>
                </c:pt>
                <c:pt idx="359">
                  <c:v>0.20689999999996189</c:v>
                </c:pt>
                <c:pt idx="360">
                  <c:v>0.20720000000000027</c:v>
                </c:pt>
                <c:pt idx="361">
                  <c:v>0.20720000000000027</c:v>
                </c:pt>
                <c:pt idx="362">
                  <c:v>0.20740000000000691</c:v>
                </c:pt>
                <c:pt idx="363">
                  <c:v>0.20759999999995671</c:v>
                </c:pt>
                <c:pt idx="364">
                  <c:v>0.20779999999996335</c:v>
                </c:pt>
                <c:pt idx="365">
                  <c:v>0.20799999999996999</c:v>
                </c:pt>
                <c:pt idx="366">
                  <c:v>0.20810000000000173</c:v>
                </c:pt>
                <c:pt idx="367">
                  <c:v>0.20830000000000837</c:v>
                </c:pt>
                <c:pt idx="368">
                  <c:v>0.20839999999998327</c:v>
                </c:pt>
                <c:pt idx="369">
                  <c:v>0.2085999999999899</c:v>
                </c:pt>
                <c:pt idx="370">
                  <c:v>0.2086999999999648</c:v>
                </c:pt>
                <c:pt idx="371">
                  <c:v>0.20879999999999654</c:v>
                </c:pt>
                <c:pt idx="372">
                  <c:v>0.20889999999997144</c:v>
                </c:pt>
                <c:pt idx="373">
                  <c:v>0.20879999999999654</c:v>
                </c:pt>
                <c:pt idx="374">
                  <c:v>0.2085999999999899</c:v>
                </c:pt>
                <c:pt idx="375">
                  <c:v>0.20830000000000837</c:v>
                </c:pt>
                <c:pt idx="376">
                  <c:v>0.20789999999999509</c:v>
                </c:pt>
                <c:pt idx="377">
                  <c:v>0.20749999999998181</c:v>
                </c:pt>
                <c:pt idx="378">
                  <c:v>0.20720000000000027</c:v>
                </c:pt>
                <c:pt idx="379">
                  <c:v>0.20679999999998699</c:v>
                </c:pt>
                <c:pt idx="380">
                  <c:v>0.20650000000000546</c:v>
                </c:pt>
                <c:pt idx="381">
                  <c:v>0.20619999999996708</c:v>
                </c:pt>
                <c:pt idx="382">
                  <c:v>0.20589999999998554</c:v>
                </c:pt>
                <c:pt idx="383">
                  <c:v>0.205600000000004</c:v>
                </c:pt>
                <c:pt idx="384">
                  <c:v>0.20529999999996562</c:v>
                </c:pt>
                <c:pt idx="385">
                  <c:v>0.20509999999995898</c:v>
                </c:pt>
                <c:pt idx="386">
                  <c:v>0.20490000000000919</c:v>
                </c:pt>
                <c:pt idx="387">
                  <c:v>0.20470000000000255</c:v>
                </c:pt>
                <c:pt idx="388">
                  <c:v>0.20449999999999591</c:v>
                </c:pt>
                <c:pt idx="389">
                  <c:v>0.20429999999998927</c:v>
                </c:pt>
                <c:pt idx="390">
                  <c:v>0.20419999999995753</c:v>
                </c:pt>
                <c:pt idx="391">
                  <c:v>0.20400000000000773</c:v>
                </c:pt>
                <c:pt idx="392">
                  <c:v>0.20389999999997599</c:v>
                </c:pt>
                <c:pt idx="393">
                  <c:v>0.20380000000000109</c:v>
                </c:pt>
                <c:pt idx="394">
                  <c:v>0.20359999999999445</c:v>
                </c:pt>
                <c:pt idx="395">
                  <c:v>0.20349999999996271</c:v>
                </c:pt>
                <c:pt idx="396">
                  <c:v>0.20339999999998781</c:v>
                </c:pt>
                <c:pt idx="397">
                  <c:v>0.20329999999995607</c:v>
                </c:pt>
                <c:pt idx="398">
                  <c:v>0.20319999999998117</c:v>
                </c:pt>
                <c:pt idx="399">
                  <c:v>0.20319999999998117</c:v>
                </c:pt>
                <c:pt idx="400">
                  <c:v>0.20310000000000628</c:v>
                </c:pt>
                <c:pt idx="401">
                  <c:v>0.20299999999997453</c:v>
                </c:pt>
                <c:pt idx="402">
                  <c:v>0.20299999999997453</c:v>
                </c:pt>
                <c:pt idx="403">
                  <c:v>0.20289999999999964</c:v>
                </c:pt>
                <c:pt idx="404">
                  <c:v>0.20279999999996789</c:v>
                </c:pt>
                <c:pt idx="405">
                  <c:v>0.20279999999996789</c:v>
                </c:pt>
                <c:pt idx="406">
                  <c:v>0.20279999999996789</c:v>
                </c:pt>
                <c:pt idx="407">
                  <c:v>0.202699999999993</c:v>
                </c:pt>
                <c:pt idx="408">
                  <c:v>0.202699999999993</c:v>
                </c:pt>
                <c:pt idx="409">
                  <c:v>0.20259999999996126</c:v>
                </c:pt>
                <c:pt idx="410">
                  <c:v>0.20259999999996126</c:v>
                </c:pt>
                <c:pt idx="411">
                  <c:v>0.20259999999996126</c:v>
                </c:pt>
                <c:pt idx="412">
                  <c:v>0.20249999999998636</c:v>
                </c:pt>
                <c:pt idx="413">
                  <c:v>0.20249999999998636</c:v>
                </c:pt>
                <c:pt idx="414">
                  <c:v>0.20249999999998636</c:v>
                </c:pt>
                <c:pt idx="415">
                  <c:v>0.20249999999998636</c:v>
                </c:pt>
                <c:pt idx="416">
                  <c:v>0.20239999999995462</c:v>
                </c:pt>
                <c:pt idx="417">
                  <c:v>0.20239999999995462</c:v>
                </c:pt>
                <c:pt idx="418">
                  <c:v>0.20239999999995462</c:v>
                </c:pt>
                <c:pt idx="419">
                  <c:v>0.20239999999995462</c:v>
                </c:pt>
                <c:pt idx="420">
                  <c:v>0.20239999999995462</c:v>
                </c:pt>
                <c:pt idx="421">
                  <c:v>0.20229999999997972</c:v>
                </c:pt>
                <c:pt idx="422">
                  <c:v>0.20229999999997972</c:v>
                </c:pt>
                <c:pt idx="423">
                  <c:v>0.20229999999997972</c:v>
                </c:pt>
                <c:pt idx="424">
                  <c:v>0.20229999999997972</c:v>
                </c:pt>
                <c:pt idx="425">
                  <c:v>0.20229999999997972</c:v>
                </c:pt>
                <c:pt idx="426">
                  <c:v>0.20229999999997972</c:v>
                </c:pt>
                <c:pt idx="427">
                  <c:v>0.20239999999995462</c:v>
                </c:pt>
                <c:pt idx="428">
                  <c:v>0.20239999999995462</c:v>
                </c:pt>
                <c:pt idx="429">
                  <c:v>0.20239999999995462</c:v>
                </c:pt>
                <c:pt idx="430">
                  <c:v>0.20249999999998636</c:v>
                </c:pt>
                <c:pt idx="431">
                  <c:v>0.20249999999998636</c:v>
                </c:pt>
                <c:pt idx="432">
                  <c:v>0.20249999999998636</c:v>
                </c:pt>
                <c:pt idx="433">
                  <c:v>0.20249999999998636</c:v>
                </c:pt>
                <c:pt idx="434">
                  <c:v>0.20259999999996126</c:v>
                </c:pt>
                <c:pt idx="435">
                  <c:v>0.20259999999996126</c:v>
                </c:pt>
                <c:pt idx="436">
                  <c:v>0.20259999999996126</c:v>
                </c:pt>
                <c:pt idx="437">
                  <c:v>0.20259999999996126</c:v>
                </c:pt>
                <c:pt idx="438">
                  <c:v>0.202699999999993</c:v>
                </c:pt>
                <c:pt idx="439">
                  <c:v>0.202699999999993</c:v>
                </c:pt>
                <c:pt idx="440">
                  <c:v>0.202699999999993</c:v>
                </c:pt>
                <c:pt idx="441">
                  <c:v>0.202699999999993</c:v>
                </c:pt>
                <c:pt idx="442">
                  <c:v>0.20279999999996789</c:v>
                </c:pt>
                <c:pt idx="443">
                  <c:v>0.20279999999996789</c:v>
                </c:pt>
                <c:pt idx="444">
                  <c:v>0.20279999999996789</c:v>
                </c:pt>
                <c:pt idx="445">
                  <c:v>0.20279999999996789</c:v>
                </c:pt>
                <c:pt idx="446">
                  <c:v>0.20279999999996789</c:v>
                </c:pt>
                <c:pt idx="447">
                  <c:v>0.20279999999996789</c:v>
                </c:pt>
                <c:pt idx="448">
                  <c:v>0.20289999999999964</c:v>
                </c:pt>
                <c:pt idx="449">
                  <c:v>0.20289999999999964</c:v>
                </c:pt>
                <c:pt idx="450">
                  <c:v>0.20289999999999964</c:v>
                </c:pt>
                <c:pt idx="451">
                  <c:v>0.20289999999999964</c:v>
                </c:pt>
                <c:pt idx="452">
                  <c:v>0.20289999999999964</c:v>
                </c:pt>
                <c:pt idx="453">
                  <c:v>0.20289999999999964</c:v>
                </c:pt>
                <c:pt idx="454">
                  <c:v>0.20289999999999964</c:v>
                </c:pt>
                <c:pt idx="455">
                  <c:v>0.20289999999999964</c:v>
                </c:pt>
                <c:pt idx="456">
                  <c:v>0.20299999999997453</c:v>
                </c:pt>
                <c:pt idx="457">
                  <c:v>0.20299999999997453</c:v>
                </c:pt>
                <c:pt idx="458">
                  <c:v>0.20299999999997453</c:v>
                </c:pt>
                <c:pt idx="459">
                  <c:v>0.20299999999997453</c:v>
                </c:pt>
                <c:pt idx="460">
                  <c:v>0.20299999999997453</c:v>
                </c:pt>
                <c:pt idx="461">
                  <c:v>0.20299999999997453</c:v>
                </c:pt>
                <c:pt idx="462">
                  <c:v>0.20299999999997453</c:v>
                </c:pt>
                <c:pt idx="463">
                  <c:v>0.20299999999997453</c:v>
                </c:pt>
                <c:pt idx="464">
                  <c:v>0.20299999999997453</c:v>
                </c:pt>
                <c:pt idx="465">
                  <c:v>0.20299999999997453</c:v>
                </c:pt>
                <c:pt idx="466">
                  <c:v>0.20299999999997453</c:v>
                </c:pt>
                <c:pt idx="467">
                  <c:v>0.20299999999997453</c:v>
                </c:pt>
                <c:pt idx="468">
                  <c:v>0.20310000000000628</c:v>
                </c:pt>
                <c:pt idx="469">
                  <c:v>0.20310000000000628</c:v>
                </c:pt>
                <c:pt idx="470">
                  <c:v>0.20310000000000628</c:v>
                </c:pt>
                <c:pt idx="471">
                  <c:v>0.20310000000000628</c:v>
                </c:pt>
                <c:pt idx="472">
                  <c:v>0.20310000000000628</c:v>
                </c:pt>
                <c:pt idx="473">
                  <c:v>0.20310000000000628</c:v>
                </c:pt>
                <c:pt idx="474">
                  <c:v>0.20310000000000628</c:v>
                </c:pt>
                <c:pt idx="475">
                  <c:v>0.20299999999997453</c:v>
                </c:pt>
                <c:pt idx="476">
                  <c:v>0.20289999999999964</c:v>
                </c:pt>
                <c:pt idx="477">
                  <c:v>0.202699999999993</c:v>
                </c:pt>
                <c:pt idx="478">
                  <c:v>0.20259999999996126</c:v>
                </c:pt>
                <c:pt idx="479">
                  <c:v>0.20239999999995462</c:v>
                </c:pt>
                <c:pt idx="480">
                  <c:v>0.20220000000000482</c:v>
                </c:pt>
                <c:pt idx="481">
                  <c:v>0.20199999999999818</c:v>
                </c:pt>
                <c:pt idx="482">
                  <c:v>0.20179999999999154</c:v>
                </c:pt>
                <c:pt idx="483">
                  <c:v>0.2016999999999598</c:v>
                </c:pt>
                <c:pt idx="484">
                  <c:v>0.20149999999995316</c:v>
                </c:pt>
                <c:pt idx="485">
                  <c:v>0.20139999999997826</c:v>
                </c:pt>
                <c:pt idx="486">
                  <c:v>0.20119999999997162</c:v>
                </c:pt>
                <c:pt idx="487">
                  <c:v>0.20109999999999673</c:v>
                </c:pt>
                <c:pt idx="488">
                  <c:v>0.20089999999999009</c:v>
                </c:pt>
                <c:pt idx="489">
                  <c:v>0.20079999999995835</c:v>
                </c:pt>
                <c:pt idx="490">
                  <c:v>0.20060000000000855</c:v>
                </c:pt>
                <c:pt idx="491">
                  <c:v>0.20049999999997681</c:v>
                </c:pt>
                <c:pt idx="492">
                  <c:v>0.20040000000000191</c:v>
                </c:pt>
                <c:pt idx="493">
                  <c:v>0.20029999999997017</c:v>
                </c:pt>
                <c:pt idx="494">
                  <c:v>0.20019999999999527</c:v>
                </c:pt>
                <c:pt idx="495">
                  <c:v>0.20009999999996353</c:v>
                </c:pt>
                <c:pt idx="496">
                  <c:v>0.19999999999998863</c:v>
                </c:pt>
                <c:pt idx="497">
                  <c:v>0.19989999999995689</c:v>
                </c:pt>
                <c:pt idx="498">
                  <c:v>0.19979999999998199</c:v>
                </c:pt>
                <c:pt idx="499">
                  <c:v>0.19979999999998199</c:v>
                </c:pt>
                <c:pt idx="500">
                  <c:v>0.19989999999995689</c:v>
                </c:pt>
                <c:pt idx="501">
                  <c:v>0.20019999999999527</c:v>
                </c:pt>
                <c:pt idx="502">
                  <c:v>0.20060000000000855</c:v>
                </c:pt>
                <c:pt idx="503">
                  <c:v>0.20109999999999673</c:v>
                </c:pt>
                <c:pt idx="504">
                  <c:v>0.2015999999999849</c:v>
                </c:pt>
                <c:pt idx="505">
                  <c:v>0.20209999999997308</c:v>
                </c:pt>
                <c:pt idx="506">
                  <c:v>0.202699999999993</c:v>
                </c:pt>
                <c:pt idx="507">
                  <c:v>0.20310000000000628</c:v>
                </c:pt>
                <c:pt idx="508">
                  <c:v>0.20359999999999445</c:v>
                </c:pt>
                <c:pt idx="509">
                  <c:v>0.20400000000000773</c:v>
                </c:pt>
                <c:pt idx="510">
                  <c:v>0.20449999999999591</c:v>
                </c:pt>
                <c:pt idx="511">
                  <c:v>0.20479999999997744</c:v>
                </c:pt>
                <c:pt idx="512">
                  <c:v>0.20519999999999072</c:v>
                </c:pt>
                <c:pt idx="513">
                  <c:v>0.205600000000004</c:v>
                </c:pt>
                <c:pt idx="514">
                  <c:v>0.20589999999998554</c:v>
                </c:pt>
                <c:pt idx="515">
                  <c:v>0.20619999999996708</c:v>
                </c:pt>
                <c:pt idx="516">
                  <c:v>0.20650000000000546</c:v>
                </c:pt>
                <c:pt idx="517">
                  <c:v>0.20669999999995525</c:v>
                </c:pt>
                <c:pt idx="518">
                  <c:v>0.20699999999999363</c:v>
                </c:pt>
                <c:pt idx="519">
                  <c:v>0.20720000000000027</c:v>
                </c:pt>
                <c:pt idx="520">
                  <c:v>0.20740000000000691</c:v>
                </c:pt>
                <c:pt idx="521">
                  <c:v>0.20759999999995671</c:v>
                </c:pt>
                <c:pt idx="522">
                  <c:v>0.20779999999996335</c:v>
                </c:pt>
                <c:pt idx="523">
                  <c:v>0.20799999999996999</c:v>
                </c:pt>
                <c:pt idx="524">
                  <c:v>0.20819999999997663</c:v>
                </c:pt>
                <c:pt idx="525">
                  <c:v>0.20830000000000837</c:v>
                </c:pt>
                <c:pt idx="526">
                  <c:v>0.20849999999995816</c:v>
                </c:pt>
                <c:pt idx="527">
                  <c:v>0.2085999999999899</c:v>
                </c:pt>
                <c:pt idx="528">
                  <c:v>0.2086999999999648</c:v>
                </c:pt>
                <c:pt idx="529">
                  <c:v>0.20889999999997144</c:v>
                </c:pt>
                <c:pt idx="530">
                  <c:v>0.20889999999997144</c:v>
                </c:pt>
                <c:pt idx="531">
                  <c:v>0.20879999999999654</c:v>
                </c:pt>
                <c:pt idx="532">
                  <c:v>0.20849999999995816</c:v>
                </c:pt>
              </c:numCache>
            </c:numRef>
          </c:yVal>
          <c:smooth val="1"/>
          <c:extLst>
            <c:ext xmlns:c16="http://schemas.microsoft.com/office/drawing/2014/chart" uri="{C3380CC4-5D6E-409C-BE32-E72D297353CC}">
              <c16:uniqueId val="{00000031-4233-4E9D-9D6D-D06060CC9530}"/>
            </c:ext>
          </c:extLst>
        </c:ser>
        <c:ser>
          <c:idx val="50"/>
          <c:order val="50"/>
          <c:tx>
            <c:strRef>
              <c:f>PM50000_Temps_oc5l2_50000!$BDA$1</c:f>
              <c:strCache>
                <c:ptCount val="1"/>
                <c:pt idx="0">
                  <c:v>TELE_PM_INTERIOR.52</c:v>
                </c:pt>
              </c:strCache>
            </c:strRef>
          </c:tx>
          <c:spPr>
            <a:ln w="19050" cap="rnd">
              <a:solidFill>
                <a:schemeClr val="accent3">
                  <a:lumMod val="50000"/>
                  <a:lumOff val="50000"/>
                </a:schemeClr>
              </a:solidFill>
              <a:round/>
            </a:ln>
            <a:effectLst/>
          </c:spPr>
          <c:marker>
            <c:symbol val="circle"/>
            <c:size val="5"/>
            <c:spPr>
              <a:solidFill>
                <a:schemeClr val="accent3">
                  <a:lumMod val="50000"/>
                  <a:lumOff val="50000"/>
                </a:schemeClr>
              </a:solidFill>
              <a:ln w="9525">
                <a:solidFill>
                  <a:schemeClr val="accent3">
                    <a:lumMod val="50000"/>
                    <a:lumOff val="5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PM50000_Temps_oc5l2_50000!$BDA$2:$BDA$536</c:f>
              <c:numCache>
                <c:formatCode>General</c:formatCode>
                <c:ptCount val="533"/>
                <c:pt idx="0">
                  <c:v>0</c:v>
                </c:pt>
                <c:pt idx="1">
                  <c:v>2.3700000000019372E-2</c:v>
                </c:pt>
                <c:pt idx="2">
                  <c:v>5.2099999999995816E-2</c:v>
                </c:pt>
                <c:pt idx="3">
                  <c:v>7.6300000000003365E-2</c:v>
                </c:pt>
                <c:pt idx="4">
                  <c:v>9.6400000000016917E-2</c:v>
                </c:pt>
                <c:pt idx="5">
                  <c:v>0.11279999999999291</c:v>
                </c:pt>
                <c:pt idx="6">
                  <c:v>0.12650000000002137</c:v>
                </c:pt>
                <c:pt idx="7">
                  <c:v>0.13810000000000855</c:v>
                </c:pt>
                <c:pt idx="8">
                  <c:v>0.14789999999999281</c:v>
                </c:pt>
                <c:pt idx="9">
                  <c:v>0.15649999999999409</c:v>
                </c:pt>
                <c:pt idx="10">
                  <c:v>0.16410000000001901</c:v>
                </c:pt>
                <c:pt idx="11">
                  <c:v>0.17070000000001073</c:v>
                </c:pt>
                <c:pt idx="12">
                  <c:v>0.17669999999998254</c:v>
                </c:pt>
                <c:pt idx="13">
                  <c:v>0.18209999999999127</c:v>
                </c:pt>
                <c:pt idx="14">
                  <c:v>0.18690000000003693</c:v>
                </c:pt>
                <c:pt idx="15">
                  <c:v>0.19120000000003756</c:v>
                </c:pt>
                <c:pt idx="16">
                  <c:v>0.19519999999999982</c:v>
                </c:pt>
                <c:pt idx="17">
                  <c:v>0.19880000000000564</c:v>
                </c:pt>
                <c:pt idx="18">
                  <c:v>0.20199999999999818</c:v>
                </c:pt>
                <c:pt idx="19">
                  <c:v>0.20499999999998408</c:v>
                </c:pt>
                <c:pt idx="20">
                  <c:v>0.20769999999998845</c:v>
                </c:pt>
                <c:pt idx="21">
                  <c:v>0.21010000000001128</c:v>
                </c:pt>
                <c:pt idx="22">
                  <c:v>0.21230000000002747</c:v>
                </c:pt>
                <c:pt idx="23">
                  <c:v>0.21440000000001191</c:v>
                </c:pt>
                <c:pt idx="24">
                  <c:v>0.21629999999998972</c:v>
                </c:pt>
                <c:pt idx="25">
                  <c:v>0.21800000000001774</c:v>
                </c:pt>
                <c:pt idx="26">
                  <c:v>0.2196999999999889</c:v>
                </c:pt>
                <c:pt idx="27">
                  <c:v>0.22219999999998663</c:v>
                </c:pt>
                <c:pt idx="28">
                  <c:v>0.22509999999999764</c:v>
                </c:pt>
                <c:pt idx="29">
                  <c:v>0.2277000000000271</c:v>
                </c:pt>
                <c:pt idx="30">
                  <c:v>0.23009999999999309</c:v>
                </c:pt>
                <c:pt idx="31">
                  <c:v>0.23230000000000928</c:v>
                </c:pt>
                <c:pt idx="32">
                  <c:v>0.23419999999998709</c:v>
                </c:pt>
                <c:pt idx="33">
                  <c:v>0.2359000000000151</c:v>
                </c:pt>
                <c:pt idx="34">
                  <c:v>0.23740000000003647</c:v>
                </c:pt>
                <c:pt idx="35">
                  <c:v>0.2388000000000261</c:v>
                </c:pt>
                <c:pt idx="36">
                  <c:v>0.24009999999998399</c:v>
                </c:pt>
                <c:pt idx="37">
                  <c:v>0.24130000000002383</c:v>
                </c:pt>
                <c:pt idx="38">
                  <c:v>0.24230000000000018</c:v>
                </c:pt>
                <c:pt idx="39">
                  <c:v>0.24330000000003338</c:v>
                </c:pt>
                <c:pt idx="40">
                  <c:v>0.24420000000003483</c:v>
                </c:pt>
                <c:pt idx="41">
                  <c:v>0.24510000000003629</c:v>
                </c:pt>
                <c:pt idx="42">
                  <c:v>0.245900000000006</c:v>
                </c:pt>
                <c:pt idx="43">
                  <c:v>0.24660000000000082</c:v>
                </c:pt>
                <c:pt idx="44">
                  <c:v>0.24729999999999563</c:v>
                </c:pt>
                <c:pt idx="45">
                  <c:v>0.24790000000001555</c:v>
                </c:pt>
                <c:pt idx="46">
                  <c:v>0.24850000000003547</c:v>
                </c:pt>
                <c:pt idx="47">
                  <c:v>0.24900000000002365</c:v>
                </c:pt>
                <c:pt idx="48">
                  <c:v>0.24950000000001182</c:v>
                </c:pt>
                <c:pt idx="49">
                  <c:v>0.2499000000000251</c:v>
                </c:pt>
                <c:pt idx="50">
                  <c:v>0.25040000000001328</c:v>
                </c:pt>
                <c:pt idx="51">
                  <c:v>0.25080000000002656</c:v>
                </c:pt>
                <c:pt idx="52">
                  <c:v>0.25110000000000809</c:v>
                </c:pt>
                <c:pt idx="53">
                  <c:v>0.25150000000002137</c:v>
                </c:pt>
                <c:pt idx="54">
                  <c:v>0.25180000000000291</c:v>
                </c:pt>
                <c:pt idx="55">
                  <c:v>0.25209999999998445</c:v>
                </c:pt>
                <c:pt idx="56">
                  <c:v>0.25229999999999109</c:v>
                </c:pt>
                <c:pt idx="57">
                  <c:v>0.25200000000000955</c:v>
                </c:pt>
                <c:pt idx="58">
                  <c:v>0.25119999999998299</c:v>
                </c:pt>
                <c:pt idx="59">
                  <c:v>0.25030000000003838</c:v>
                </c:pt>
                <c:pt idx="60">
                  <c:v>0.24940000000003693</c:v>
                </c:pt>
                <c:pt idx="61">
                  <c:v>0.24869999999998527</c:v>
                </c:pt>
                <c:pt idx="62">
                  <c:v>0.24799999999999045</c:v>
                </c:pt>
                <c:pt idx="63">
                  <c:v>0.24750000000000227</c:v>
                </c:pt>
                <c:pt idx="64">
                  <c:v>0.247099999999989</c:v>
                </c:pt>
                <c:pt idx="65">
                  <c:v>0.24670000000003256</c:v>
                </c:pt>
                <c:pt idx="66">
                  <c:v>0.24630000000001928</c:v>
                </c:pt>
                <c:pt idx="67">
                  <c:v>0.24600000000003774</c:v>
                </c:pt>
                <c:pt idx="68">
                  <c:v>0.24569999999999936</c:v>
                </c:pt>
                <c:pt idx="69">
                  <c:v>0.24549999999999272</c:v>
                </c:pt>
                <c:pt idx="70">
                  <c:v>0.24520000000001119</c:v>
                </c:pt>
                <c:pt idx="71">
                  <c:v>0.24500000000000455</c:v>
                </c:pt>
                <c:pt idx="72">
                  <c:v>0.24479999999999791</c:v>
                </c:pt>
                <c:pt idx="73">
                  <c:v>0.24459999999999127</c:v>
                </c:pt>
                <c:pt idx="74">
                  <c:v>0.24450000000001637</c:v>
                </c:pt>
                <c:pt idx="75">
                  <c:v>0.24430000000000973</c:v>
                </c:pt>
                <c:pt idx="76">
                  <c:v>0.24420000000003483</c:v>
                </c:pt>
                <c:pt idx="77">
                  <c:v>0.24410000000000309</c:v>
                </c:pt>
                <c:pt idx="78">
                  <c:v>0.24389999999999645</c:v>
                </c:pt>
                <c:pt idx="79">
                  <c:v>0.24380000000002156</c:v>
                </c:pt>
                <c:pt idx="80">
                  <c:v>0.24369999999998981</c:v>
                </c:pt>
                <c:pt idx="81">
                  <c:v>0.24360000000001492</c:v>
                </c:pt>
                <c:pt idx="82">
                  <c:v>0.24360000000001492</c:v>
                </c:pt>
                <c:pt idx="83">
                  <c:v>0.24349999999998317</c:v>
                </c:pt>
                <c:pt idx="84">
                  <c:v>0.24340000000000828</c:v>
                </c:pt>
                <c:pt idx="85">
                  <c:v>0.24330000000003338</c:v>
                </c:pt>
                <c:pt idx="86">
                  <c:v>0.24330000000003338</c:v>
                </c:pt>
                <c:pt idx="87">
                  <c:v>0.24320000000000164</c:v>
                </c:pt>
                <c:pt idx="88">
                  <c:v>0.24320000000000164</c:v>
                </c:pt>
                <c:pt idx="89">
                  <c:v>0.24310000000002674</c:v>
                </c:pt>
                <c:pt idx="90">
                  <c:v>0.24310000000002674</c:v>
                </c:pt>
                <c:pt idx="91">
                  <c:v>0.242999999999995</c:v>
                </c:pt>
                <c:pt idx="92">
                  <c:v>0.242999999999995</c:v>
                </c:pt>
                <c:pt idx="93">
                  <c:v>0.2429000000000201</c:v>
                </c:pt>
                <c:pt idx="94">
                  <c:v>0.2429000000000201</c:v>
                </c:pt>
                <c:pt idx="95">
                  <c:v>0.2429000000000201</c:v>
                </c:pt>
                <c:pt idx="96">
                  <c:v>0.2429000000000201</c:v>
                </c:pt>
                <c:pt idx="97">
                  <c:v>0.24279999999998836</c:v>
                </c:pt>
                <c:pt idx="98">
                  <c:v>0.24279999999998836</c:v>
                </c:pt>
                <c:pt idx="99">
                  <c:v>0.24279999999998836</c:v>
                </c:pt>
                <c:pt idx="100">
                  <c:v>0.24279999999998836</c:v>
                </c:pt>
                <c:pt idx="101">
                  <c:v>0.24270000000001346</c:v>
                </c:pt>
                <c:pt idx="102">
                  <c:v>0.24270000000001346</c:v>
                </c:pt>
                <c:pt idx="103">
                  <c:v>0.24270000000001346</c:v>
                </c:pt>
                <c:pt idx="104">
                  <c:v>0.24270000000001346</c:v>
                </c:pt>
                <c:pt idx="105">
                  <c:v>0.24270000000001346</c:v>
                </c:pt>
                <c:pt idx="106">
                  <c:v>0.24270000000001346</c:v>
                </c:pt>
                <c:pt idx="107">
                  <c:v>0.24259999999998172</c:v>
                </c:pt>
                <c:pt idx="108">
                  <c:v>0.24270000000001346</c:v>
                </c:pt>
                <c:pt idx="109">
                  <c:v>0.24279999999998836</c:v>
                </c:pt>
                <c:pt idx="110">
                  <c:v>0.24279999999998836</c:v>
                </c:pt>
                <c:pt idx="111">
                  <c:v>0.2429000000000201</c:v>
                </c:pt>
                <c:pt idx="112">
                  <c:v>0.242999999999995</c:v>
                </c:pt>
                <c:pt idx="113">
                  <c:v>0.242999999999995</c:v>
                </c:pt>
                <c:pt idx="114">
                  <c:v>0.24310000000002674</c:v>
                </c:pt>
                <c:pt idx="115">
                  <c:v>0.24310000000002674</c:v>
                </c:pt>
                <c:pt idx="116">
                  <c:v>0.24310000000002674</c:v>
                </c:pt>
                <c:pt idx="117">
                  <c:v>0.24320000000000164</c:v>
                </c:pt>
                <c:pt idx="118">
                  <c:v>0.24320000000000164</c:v>
                </c:pt>
                <c:pt idx="119">
                  <c:v>0.24320000000000164</c:v>
                </c:pt>
                <c:pt idx="120">
                  <c:v>0.24330000000003338</c:v>
                </c:pt>
                <c:pt idx="121">
                  <c:v>0.24330000000003338</c:v>
                </c:pt>
                <c:pt idx="122">
                  <c:v>0.24330000000003338</c:v>
                </c:pt>
                <c:pt idx="123">
                  <c:v>0.24330000000003338</c:v>
                </c:pt>
                <c:pt idx="124">
                  <c:v>0.24340000000000828</c:v>
                </c:pt>
                <c:pt idx="125">
                  <c:v>0.24340000000000828</c:v>
                </c:pt>
                <c:pt idx="126">
                  <c:v>0.24340000000000828</c:v>
                </c:pt>
                <c:pt idx="127">
                  <c:v>0.24340000000000828</c:v>
                </c:pt>
                <c:pt idx="128">
                  <c:v>0.24349999999998317</c:v>
                </c:pt>
                <c:pt idx="129">
                  <c:v>0.24349999999998317</c:v>
                </c:pt>
                <c:pt idx="130">
                  <c:v>0.24349999999998317</c:v>
                </c:pt>
                <c:pt idx="131">
                  <c:v>0.24349999999998317</c:v>
                </c:pt>
                <c:pt idx="132">
                  <c:v>0.24349999999998317</c:v>
                </c:pt>
                <c:pt idx="133">
                  <c:v>0.24349999999998317</c:v>
                </c:pt>
                <c:pt idx="134">
                  <c:v>0.24360000000001492</c:v>
                </c:pt>
                <c:pt idx="135">
                  <c:v>0.24360000000001492</c:v>
                </c:pt>
                <c:pt idx="136">
                  <c:v>0.24360000000001492</c:v>
                </c:pt>
                <c:pt idx="137">
                  <c:v>0.24360000000001492</c:v>
                </c:pt>
                <c:pt idx="138">
                  <c:v>0.24360000000001492</c:v>
                </c:pt>
                <c:pt idx="139">
                  <c:v>0.24360000000001492</c:v>
                </c:pt>
                <c:pt idx="140">
                  <c:v>0.24360000000001492</c:v>
                </c:pt>
                <c:pt idx="141">
                  <c:v>0.24360000000001492</c:v>
                </c:pt>
                <c:pt idx="142">
                  <c:v>0.24360000000001492</c:v>
                </c:pt>
                <c:pt idx="143">
                  <c:v>0.24369999999998981</c:v>
                </c:pt>
                <c:pt idx="144">
                  <c:v>0.24369999999998981</c:v>
                </c:pt>
                <c:pt idx="145">
                  <c:v>0.24369999999998981</c:v>
                </c:pt>
                <c:pt idx="146">
                  <c:v>0.24369999999998981</c:v>
                </c:pt>
                <c:pt idx="147">
                  <c:v>0.24369999999998981</c:v>
                </c:pt>
                <c:pt idx="148">
                  <c:v>0.24369999999998981</c:v>
                </c:pt>
                <c:pt idx="149">
                  <c:v>0.24369999999998981</c:v>
                </c:pt>
                <c:pt idx="150">
                  <c:v>0.24369999999998981</c:v>
                </c:pt>
                <c:pt idx="151">
                  <c:v>0.24369999999998981</c:v>
                </c:pt>
                <c:pt idx="152">
                  <c:v>0.24369999999998981</c:v>
                </c:pt>
                <c:pt idx="153">
                  <c:v>0.24369999999998981</c:v>
                </c:pt>
                <c:pt idx="154">
                  <c:v>0.24369999999998981</c:v>
                </c:pt>
                <c:pt idx="155">
                  <c:v>0.24369999999998981</c:v>
                </c:pt>
                <c:pt idx="156">
                  <c:v>0.24369999999998981</c:v>
                </c:pt>
                <c:pt idx="157">
                  <c:v>0.24369999999998981</c:v>
                </c:pt>
                <c:pt idx="158">
                  <c:v>0.24349999999998317</c:v>
                </c:pt>
                <c:pt idx="159">
                  <c:v>0.242999999999995</c:v>
                </c:pt>
                <c:pt idx="160">
                  <c:v>0.24259999999998172</c:v>
                </c:pt>
                <c:pt idx="161">
                  <c:v>0.24209999999999354</c:v>
                </c:pt>
                <c:pt idx="162">
                  <c:v>0.24170000000003711</c:v>
                </c:pt>
                <c:pt idx="163">
                  <c:v>0.24139999999999873</c:v>
                </c:pt>
                <c:pt idx="164">
                  <c:v>0.24110000000001719</c:v>
                </c:pt>
                <c:pt idx="165">
                  <c:v>0.24080000000003565</c:v>
                </c:pt>
                <c:pt idx="166">
                  <c:v>0.24049999999999727</c:v>
                </c:pt>
                <c:pt idx="167">
                  <c:v>0.24029999999999063</c:v>
                </c:pt>
                <c:pt idx="168">
                  <c:v>0.24009999999998399</c:v>
                </c:pt>
                <c:pt idx="169">
                  <c:v>0.23980000000000246</c:v>
                </c:pt>
                <c:pt idx="170">
                  <c:v>0.23959999999999582</c:v>
                </c:pt>
                <c:pt idx="171">
                  <c:v>0.23950000000002092</c:v>
                </c:pt>
                <c:pt idx="172">
                  <c:v>0.23930000000001428</c:v>
                </c:pt>
                <c:pt idx="173">
                  <c:v>0.23910000000000764</c:v>
                </c:pt>
                <c:pt idx="174">
                  <c:v>0.23900000000003274</c:v>
                </c:pt>
                <c:pt idx="175">
                  <c:v>0.2388000000000261</c:v>
                </c:pt>
                <c:pt idx="176">
                  <c:v>0.23869999999999436</c:v>
                </c:pt>
                <c:pt idx="177">
                  <c:v>0.23849999999998772</c:v>
                </c:pt>
                <c:pt idx="178">
                  <c:v>0.23840000000001282</c:v>
                </c:pt>
                <c:pt idx="179">
                  <c:v>0.23830000000003793</c:v>
                </c:pt>
                <c:pt idx="180">
                  <c:v>0.23820000000000618</c:v>
                </c:pt>
                <c:pt idx="181">
                  <c:v>0.23810000000003129</c:v>
                </c:pt>
                <c:pt idx="182">
                  <c:v>0.23799999999999955</c:v>
                </c:pt>
                <c:pt idx="183">
                  <c:v>0.23820000000000618</c:v>
                </c:pt>
                <c:pt idx="184">
                  <c:v>0.23930000000001428</c:v>
                </c:pt>
                <c:pt idx="185">
                  <c:v>0.24080000000003565</c:v>
                </c:pt>
                <c:pt idx="186">
                  <c:v>0.24220000000002528</c:v>
                </c:pt>
                <c:pt idx="187">
                  <c:v>0.24340000000000828</c:v>
                </c:pt>
                <c:pt idx="188">
                  <c:v>0.24439999999998463</c:v>
                </c:pt>
                <c:pt idx="189">
                  <c:v>0.24529999999998608</c:v>
                </c:pt>
                <c:pt idx="190">
                  <c:v>0.24610000000001264</c:v>
                </c:pt>
                <c:pt idx="191">
                  <c:v>0.24680000000000746</c:v>
                </c:pt>
                <c:pt idx="192">
                  <c:v>0.24740000000002738</c:v>
                </c:pt>
                <c:pt idx="193">
                  <c:v>0.24799999999999045</c:v>
                </c:pt>
                <c:pt idx="194">
                  <c:v>0.24860000000001037</c:v>
                </c:pt>
                <c:pt idx="195">
                  <c:v>0.24900000000002365</c:v>
                </c:pt>
                <c:pt idx="196">
                  <c:v>0.24950000000001182</c:v>
                </c:pt>
                <c:pt idx="197">
                  <c:v>0.2499000000000251</c:v>
                </c:pt>
                <c:pt idx="198">
                  <c:v>0.25030000000003838</c:v>
                </c:pt>
                <c:pt idx="199">
                  <c:v>0.25069999999999482</c:v>
                </c:pt>
                <c:pt idx="200">
                  <c:v>0.2510000000000332</c:v>
                </c:pt>
                <c:pt idx="201">
                  <c:v>0.25130000000001473</c:v>
                </c:pt>
                <c:pt idx="202">
                  <c:v>0.25159999999999627</c:v>
                </c:pt>
                <c:pt idx="203">
                  <c:v>0.25190000000003465</c:v>
                </c:pt>
                <c:pt idx="204">
                  <c:v>0.25220000000001619</c:v>
                </c:pt>
                <c:pt idx="205">
                  <c:v>0.25240000000002283</c:v>
                </c:pt>
                <c:pt idx="206">
                  <c:v>0.25260000000002947</c:v>
                </c:pt>
                <c:pt idx="207">
                  <c:v>0.252900000000011</c:v>
                </c:pt>
                <c:pt idx="208">
                  <c:v>0.25310000000001764</c:v>
                </c:pt>
                <c:pt idx="209">
                  <c:v>0.25319999999999254</c:v>
                </c:pt>
                <c:pt idx="210">
                  <c:v>0.25339999999999918</c:v>
                </c:pt>
                <c:pt idx="211">
                  <c:v>0.25360000000000582</c:v>
                </c:pt>
                <c:pt idx="212">
                  <c:v>0.25370000000003756</c:v>
                </c:pt>
                <c:pt idx="213">
                  <c:v>0.25380000000001246</c:v>
                </c:pt>
                <c:pt idx="214">
                  <c:v>0.25330000000002428</c:v>
                </c:pt>
                <c:pt idx="215">
                  <c:v>0.25240000000002283</c:v>
                </c:pt>
                <c:pt idx="216">
                  <c:v>0.25130000000001473</c:v>
                </c:pt>
                <c:pt idx="217">
                  <c:v>0.25040000000001328</c:v>
                </c:pt>
                <c:pt idx="218">
                  <c:v>0.24959999999998672</c:v>
                </c:pt>
                <c:pt idx="219">
                  <c:v>0.24889999999999191</c:v>
                </c:pt>
                <c:pt idx="220">
                  <c:v>0.24830000000002883</c:v>
                </c:pt>
                <c:pt idx="221">
                  <c:v>0.24779999999998381</c:v>
                </c:pt>
                <c:pt idx="222">
                  <c:v>0.24729999999999563</c:v>
                </c:pt>
                <c:pt idx="223">
                  <c:v>0.24689999999998236</c:v>
                </c:pt>
                <c:pt idx="224">
                  <c:v>0.24660000000000082</c:v>
                </c:pt>
                <c:pt idx="225">
                  <c:v>0.24630000000001928</c:v>
                </c:pt>
                <c:pt idx="226">
                  <c:v>0.24600000000003774</c:v>
                </c:pt>
                <c:pt idx="227">
                  <c:v>0.24569999999999936</c:v>
                </c:pt>
                <c:pt idx="228">
                  <c:v>0.24540000000001783</c:v>
                </c:pt>
                <c:pt idx="229">
                  <c:v>0.24520000000001119</c:v>
                </c:pt>
                <c:pt idx="230">
                  <c:v>0.24500000000000455</c:v>
                </c:pt>
                <c:pt idx="231">
                  <c:v>0.24479999999999791</c:v>
                </c:pt>
                <c:pt idx="232">
                  <c:v>0.24459999999999127</c:v>
                </c:pt>
                <c:pt idx="233">
                  <c:v>0.24450000000001637</c:v>
                </c:pt>
                <c:pt idx="234">
                  <c:v>0.24430000000000973</c:v>
                </c:pt>
                <c:pt idx="235">
                  <c:v>0.24420000000003483</c:v>
                </c:pt>
                <c:pt idx="236">
                  <c:v>0.24410000000000309</c:v>
                </c:pt>
                <c:pt idx="237">
                  <c:v>0.24389999999999645</c:v>
                </c:pt>
                <c:pt idx="238">
                  <c:v>0.24380000000002156</c:v>
                </c:pt>
                <c:pt idx="239">
                  <c:v>0.24369999999998981</c:v>
                </c:pt>
                <c:pt idx="240">
                  <c:v>0.24360000000001492</c:v>
                </c:pt>
                <c:pt idx="241">
                  <c:v>0.24360000000001492</c:v>
                </c:pt>
                <c:pt idx="242">
                  <c:v>0.24349999999998317</c:v>
                </c:pt>
                <c:pt idx="243">
                  <c:v>0.24340000000000828</c:v>
                </c:pt>
                <c:pt idx="244">
                  <c:v>0.24330000000003338</c:v>
                </c:pt>
                <c:pt idx="245">
                  <c:v>0.24330000000003338</c:v>
                </c:pt>
                <c:pt idx="246">
                  <c:v>0.24320000000000164</c:v>
                </c:pt>
                <c:pt idx="247">
                  <c:v>0.24320000000000164</c:v>
                </c:pt>
                <c:pt idx="248">
                  <c:v>0.24310000000002674</c:v>
                </c:pt>
                <c:pt idx="249">
                  <c:v>0.24310000000002674</c:v>
                </c:pt>
                <c:pt idx="250">
                  <c:v>0.242999999999995</c:v>
                </c:pt>
                <c:pt idx="251">
                  <c:v>0.242999999999995</c:v>
                </c:pt>
                <c:pt idx="252">
                  <c:v>0.2429000000000201</c:v>
                </c:pt>
                <c:pt idx="253">
                  <c:v>0.2429000000000201</c:v>
                </c:pt>
                <c:pt idx="254">
                  <c:v>0.2429000000000201</c:v>
                </c:pt>
                <c:pt idx="255">
                  <c:v>0.2429000000000201</c:v>
                </c:pt>
                <c:pt idx="256">
                  <c:v>0.24279999999998836</c:v>
                </c:pt>
                <c:pt idx="257">
                  <c:v>0.24279999999998836</c:v>
                </c:pt>
                <c:pt idx="258">
                  <c:v>0.24279999999998836</c:v>
                </c:pt>
                <c:pt idx="259">
                  <c:v>0.24279999999998836</c:v>
                </c:pt>
                <c:pt idx="260">
                  <c:v>0.24270000000001346</c:v>
                </c:pt>
                <c:pt idx="261">
                  <c:v>0.24270000000001346</c:v>
                </c:pt>
                <c:pt idx="262">
                  <c:v>0.24270000000001346</c:v>
                </c:pt>
                <c:pt idx="263">
                  <c:v>0.24270000000001346</c:v>
                </c:pt>
                <c:pt idx="264">
                  <c:v>0.24270000000001346</c:v>
                </c:pt>
                <c:pt idx="265">
                  <c:v>0.24270000000001346</c:v>
                </c:pt>
                <c:pt idx="266">
                  <c:v>0.24279999999998836</c:v>
                </c:pt>
                <c:pt idx="267">
                  <c:v>0.2429000000000201</c:v>
                </c:pt>
                <c:pt idx="268">
                  <c:v>0.2429000000000201</c:v>
                </c:pt>
                <c:pt idx="269">
                  <c:v>0.242999999999995</c:v>
                </c:pt>
                <c:pt idx="270">
                  <c:v>0.242999999999995</c:v>
                </c:pt>
                <c:pt idx="271">
                  <c:v>0.24310000000002674</c:v>
                </c:pt>
                <c:pt idx="272">
                  <c:v>0.24310000000002674</c:v>
                </c:pt>
                <c:pt idx="273">
                  <c:v>0.24320000000000164</c:v>
                </c:pt>
                <c:pt idx="274">
                  <c:v>0.24320000000000164</c:v>
                </c:pt>
                <c:pt idx="275">
                  <c:v>0.24320000000000164</c:v>
                </c:pt>
                <c:pt idx="276">
                  <c:v>0.24320000000000164</c:v>
                </c:pt>
                <c:pt idx="277">
                  <c:v>0.24330000000003338</c:v>
                </c:pt>
                <c:pt idx="278">
                  <c:v>0.24330000000003338</c:v>
                </c:pt>
                <c:pt idx="279">
                  <c:v>0.24330000000003338</c:v>
                </c:pt>
                <c:pt idx="280">
                  <c:v>0.24340000000000828</c:v>
                </c:pt>
                <c:pt idx="281">
                  <c:v>0.24340000000000828</c:v>
                </c:pt>
                <c:pt idx="282">
                  <c:v>0.24340000000000828</c:v>
                </c:pt>
                <c:pt idx="283">
                  <c:v>0.24340000000000828</c:v>
                </c:pt>
                <c:pt idx="284">
                  <c:v>0.24340000000000828</c:v>
                </c:pt>
                <c:pt idx="285">
                  <c:v>0.24349999999998317</c:v>
                </c:pt>
                <c:pt idx="286">
                  <c:v>0.24349999999998317</c:v>
                </c:pt>
                <c:pt idx="287">
                  <c:v>0.24349999999998317</c:v>
                </c:pt>
                <c:pt idx="288">
                  <c:v>0.24349999999998317</c:v>
                </c:pt>
                <c:pt idx="289">
                  <c:v>0.24349999999998317</c:v>
                </c:pt>
                <c:pt idx="290">
                  <c:v>0.24349999999998317</c:v>
                </c:pt>
                <c:pt idx="291">
                  <c:v>0.24360000000001492</c:v>
                </c:pt>
                <c:pt idx="292">
                  <c:v>0.24360000000001492</c:v>
                </c:pt>
                <c:pt idx="293">
                  <c:v>0.24360000000001492</c:v>
                </c:pt>
                <c:pt idx="294">
                  <c:v>0.24360000000001492</c:v>
                </c:pt>
                <c:pt idx="295">
                  <c:v>0.24360000000001492</c:v>
                </c:pt>
                <c:pt idx="296">
                  <c:v>0.24360000000001492</c:v>
                </c:pt>
                <c:pt idx="297">
                  <c:v>0.24360000000001492</c:v>
                </c:pt>
                <c:pt idx="298">
                  <c:v>0.24360000000001492</c:v>
                </c:pt>
                <c:pt idx="299">
                  <c:v>0.24360000000001492</c:v>
                </c:pt>
                <c:pt idx="300">
                  <c:v>0.24369999999998981</c:v>
                </c:pt>
                <c:pt idx="301">
                  <c:v>0.24369999999998981</c:v>
                </c:pt>
                <c:pt idx="302">
                  <c:v>0.24369999999998981</c:v>
                </c:pt>
                <c:pt idx="303">
                  <c:v>0.24369999999998981</c:v>
                </c:pt>
                <c:pt idx="304">
                  <c:v>0.24369999999998981</c:v>
                </c:pt>
                <c:pt idx="305">
                  <c:v>0.24369999999998981</c:v>
                </c:pt>
                <c:pt idx="306">
                  <c:v>0.24369999999998981</c:v>
                </c:pt>
                <c:pt idx="307">
                  <c:v>0.24369999999998981</c:v>
                </c:pt>
                <c:pt idx="308">
                  <c:v>0.24369999999998981</c:v>
                </c:pt>
                <c:pt idx="309">
                  <c:v>0.24369999999998981</c:v>
                </c:pt>
                <c:pt idx="310">
                  <c:v>0.24369999999998981</c:v>
                </c:pt>
                <c:pt idx="311">
                  <c:v>0.24369999999998981</c:v>
                </c:pt>
                <c:pt idx="312">
                  <c:v>0.24369999999998981</c:v>
                </c:pt>
                <c:pt idx="313">
                  <c:v>0.24369999999998981</c:v>
                </c:pt>
                <c:pt idx="314">
                  <c:v>0.24369999999998981</c:v>
                </c:pt>
                <c:pt idx="315">
                  <c:v>0.24340000000000828</c:v>
                </c:pt>
                <c:pt idx="316">
                  <c:v>0.242999999999995</c:v>
                </c:pt>
                <c:pt idx="317">
                  <c:v>0.24250000000000682</c:v>
                </c:pt>
                <c:pt idx="318">
                  <c:v>0.24209999999999354</c:v>
                </c:pt>
                <c:pt idx="319">
                  <c:v>0.24170000000003711</c:v>
                </c:pt>
                <c:pt idx="320">
                  <c:v>0.24130000000002383</c:v>
                </c:pt>
                <c:pt idx="321">
                  <c:v>0.24099999999998545</c:v>
                </c:pt>
                <c:pt idx="322">
                  <c:v>0.24080000000003565</c:v>
                </c:pt>
                <c:pt idx="323">
                  <c:v>0.24049999999999727</c:v>
                </c:pt>
                <c:pt idx="324">
                  <c:v>0.24029999999999063</c:v>
                </c:pt>
                <c:pt idx="325">
                  <c:v>0.24000000000000909</c:v>
                </c:pt>
                <c:pt idx="326">
                  <c:v>0.23980000000000246</c:v>
                </c:pt>
                <c:pt idx="327">
                  <c:v>0.23959999999999582</c:v>
                </c:pt>
                <c:pt idx="328">
                  <c:v>0.23939999999998918</c:v>
                </c:pt>
                <c:pt idx="329">
                  <c:v>0.23930000000001428</c:v>
                </c:pt>
                <c:pt idx="330">
                  <c:v>0.23910000000000764</c:v>
                </c:pt>
                <c:pt idx="331">
                  <c:v>0.238900000000001</c:v>
                </c:pt>
                <c:pt idx="332">
                  <c:v>0.2388000000000261</c:v>
                </c:pt>
                <c:pt idx="333">
                  <c:v>0.23860000000001946</c:v>
                </c:pt>
                <c:pt idx="334">
                  <c:v>0.23849999999998772</c:v>
                </c:pt>
                <c:pt idx="335">
                  <c:v>0.23840000000001282</c:v>
                </c:pt>
                <c:pt idx="336">
                  <c:v>0.23830000000003793</c:v>
                </c:pt>
                <c:pt idx="337">
                  <c:v>0.23820000000000618</c:v>
                </c:pt>
                <c:pt idx="338">
                  <c:v>0.23799999999999955</c:v>
                </c:pt>
                <c:pt idx="339">
                  <c:v>0.23790000000002465</c:v>
                </c:pt>
                <c:pt idx="340">
                  <c:v>0.23830000000003793</c:v>
                </c:pt>
                <c:pt idx="341">
                  <c:v>0.23950000000002092</c:v>
                </c:pt>
                <c:pt idx="342">
                  <c:v>0.24099999999998545</c:v>
                </c:pt>
                <c:pt idx="343">
                  <c:v>0.24230000000000018</c:v>
                </c:pt>
                <c:pt idx="344">
                  <c:v>0.24349999999998317</c:v>
                </c:pt>
                <c:pt idx="345">
                  <c:v>0.24450000000001637</c:v>
                </c:pt>
                <c:pt idx="346">
                  <c:v>0.24540000000001783</c:v>
                </c:pt>
                <c:pt idx="347">
                  <c:v>0.24619999999998754</c:v>
                </c:pt>
                <c:pt idx="348">
                  <c:v>0.24689999999998236</c:v>
                </c:pt>
                <c:pt idx="349">
                  <c:v>0.24750000000000227</c:v>
                </c:pt>
                <c:pt idx="350">
                  <c:v>0.24810000000002219</c:v>
                </c:pt>
                <c:pt idx="351">
                  <c:v>0.24860000000001037</c:v>
                </c:pt>
                <c:pt idx="352">
                  <c:v>0.24909999999999854</c:v>
                </c:pt>
                <c:pt idx="353">
                  <c:v>0.24959999999998672</c:v>
                </c:pt>
                <c:pt idx="354">
                  <c:v>0.25</c:v>
                </c:pt>
                <c:pt idx="355">
                  <c:v>0.25040000000001328</c:v>
                </c:pt>
                <c:pt idx="356">
                  <c:v>0.25069999999999482</c:v>
                </c:pt>
                <c:pt idx="357">
                  <c:v>0.25110000000000809</c:v>
                </c:pt>
                <c:pt idx="358">
                  <c:v>0.25139999999998963</c:v>
                </c:pt>
                <c:pt idx="359">
                  <c:v>0.25170000000002801</c:v>
                </c:pt>
                <c:pt idx="360">
                  <c:v>0.25190000000003465</c:v>
                </c:pt>
                <c:pt idx="361">
                  <c:v>0.25190000000003465</c:v>
                </c:pt>
                <c:pt idx="362">
                  <c:v>0.25220000000001619</c:v>
                </c:pt>
                <c:pt idx="363">
                  <c:v>0.25240000000002283</c:v>
                </c:pt>
                <c:pt idx="364">
                  <c:v>0.25270000000000437</c:v>
                </c:pt>
                <c:pt idx="365">
                  <c:v>0.252900000000011</c:v>
                </c:pt>
                <c:pt idx="366">
                  <c:v>0.25310000000001764</c:v>
                </c:pt>
                <c:pt idx="367">
                  <c:v>0.25330000000002428</c:v>
                </c:pt>
                <c:pt idx="368">
                  <c:v>0.25339999999999918</c:v>
                </c:pt>
                <c:pt idx="369">
                  <c:v>0.25360000000000582</c:v>
                </c:pt>
                <c:pt idx="370">
                  <c:v>0.25370000000003756</c:v>
                </c:pt>
                <c:pt idx="371">
                  <c:v>0.25380000000001246</c:v>
                </c:pt>
                <c:pt idx="372">
                  <c:v>0.25319999999999254</c:v>
                </c:pt>
                <c:pt idx="373">
                  <c:v>0.25220000000001619</c:v>
                </c:pt>
                <c:pt idx="374">
                  <c:v>0.25119999999998299</c:v>
                </c:pt>
                <c:pt idx="375">
                  <c:v>0.25020000000000664</c:v>
                </c:pt>
                <c:pt idx="376">
                  <c:v>0.24940000000003693</c:v>
                </c:pt>
                <c:pt idx="377">
                  <c:v>0.24880000000001701</c:v>
                </c:pt>
                <c:pt idx="378">
                  <c:v>0.24819999999999709</c:v>
                </c:pt>
                <c:pt idx="379">
                  <c:v>0.24770000000000891</c:v>
                </c:pt>
                <c:pt idx="380">
                  <c:v>0.24729999999999563</c:v>
                </c:pt>
                <c:pt idx="381">
                  <c:v>0.24689999999998236</c:v>
                </c:pt>
                <c:pt idx="382">
                  <c:v>0.24650000000002592</c:v>
                </c:pt>
                <c:pt idx="383">
                  <c:v>0.24619999999998754</c:v>
                </c:pt>
                <c:pt idx="384">
                  <c:v>0.245900000000006</c:v>
                </c:pt>
                <c:pt idx="385">
                  <c:v>0.24569999999999936</c:v>
                </c:pt>
                <c:pt idx="386">
                  <c:v>0.24540000000001783</c:v>
                </c:pt>
                <c:pt idx="387">
                  <c:v>0.24520000000001119</c:v>
                </c:pt>
                <c:pt idx="388">
                  <c:v>0.24500000000000455</c:v>
                </c:pt>
                <c:pt idx="389">
                  <c:v>0.24479999999999791</c:v>
                </c:pt>
                <c:pt idx="390">
                  <c:v>0.24459999999999127</c:v>
                </c:pt>
                <c:pt idx="391">
                  <c:v>0.24450000000001637</c:v>
                </c:pt>
                <c:pt idx="392">
                  <c:v>0.24430000000000973</c:v>
                </c:pt>
                <c:pt idx="393">
                  <c:v>0.24420000000003483</c:v>
                </c:pt>
                <c:pt idx="394">
                  <c:v>0.24400000000002819</c:v>
                </c:pt>
                <c:pt idx="395">
                  <c:v>0.24389999999999645</c:v>
                </c:pt>
                <c:pt idx="396">
                  <c:v>0.24380000000002156</c:v>
                </c:pt>
                <c:pt idx="397">
                  <c:v>0.24369999999998981</c:v>
                </c:pt>
                <c:pt idx="398">
                  <c:v>0.24360000000001492</c:v>
                </c:pt>
                <c:pt idx="399">
                  <c:v>0.24349999999998317</c:v>
                </c:pt>
                <c:pt idx="400">
                  <c:v>0.24349999999998317</c:v>
                </c:pt>
                <c:pt idx="401">
                  <c:v>0.24340000000000828</c:v>
                </c:pt>
                <c:pt idx="402">
                  <c:v>0.24330000000003338</c:v>
                </c:pt>
                <c:pt idx="403">
                  <c:v>0.24330000000003338</c:v>
                </c:pt>
                <c:pt idx="404">
                  <c:v>0.24320000000000164</c:v>
                </c:pt>
                <c:pt idx="405">
                  <c:v>0.24320000000000164</c:v>
                </c:pt>
                <c:pt idx="406">
                  <c:v>0.24310000000002674</c:v>
                </c:pt>
                <c:pt idx="407">
                  <c:v>0.24310000000002674</c:v>
                </c:pt>
                <c:pt idx="408">
                  <c:v>0.242999999999995</c:v>
                </c:pt>
                <c:pt idx="409">
                  <c:v>0.242999999999995</c:v>
                </c:pt>
                <c:pt idx="410">
                  <c:v>0.2429000000000201</c:v>
                </c:pt>
                <c:pt idx="411">
                  <c:v>0.2429000000000201</c:v>
                </c:pt>
                <c:pt idx="412">
                  <c:v>0.2429000000000201</c:v>
                </c:pt>
                <c:pt idx="413">
                  <c:v>0.24279999999998836</c:v>
                </c:pt>
                <c:pt idx="414">
                  <c:v>0.24279999999998836</c:v>
                </c:pt>
                <c:pt idx="415">
                  <c:v>0.24279999999998836</c:v>
                </c:pt>
                <c:pt idx="416">
                  <c:v>0.24279999999998836</c:v>
                </c:pt>
                <c:pt idx="417">
                  <c:v>0.24270000000001346</c:v>
                </c:pt>
                <c:pt idx="418">
                  <c:v>0.24270000000001346</c:v>
                </c:pt>
                <c:pt idx="419">
                  <c:v>0.24270000000001346</c:v>
                </c:pt>
                <c:pt idx="420">
                  <c:v>0.24270000000001346</c:v>
                </c:pt>
                <c:pt idx="421">
                  <c:v>0.24270000000001346</c:v>
                </c:pt>
                <c:pt idx="422">
                  <c:v>0.24270000000001346</c:v>
                </c:pt>
                <c:pt idx="423">
                  <c:v>0.24270000000001346</c:v>
                </c:pt>
                <c:pt idx="424">
                  <c:v>0.24279999999998836</c:v>
                </c:pt>
                <c:pt idx="425">
                  <c:v>0.2429000000000201</c:v>
                </c:pt>
                <c:pt idx="426">
                  <c:v>0.2429000000000201</c:v>
                </c:pt>
                <c:pt idx="427">
                  <c:v>0.242999999999995</c:v>
                </c:pt>
                <c:pt idx="428">
                  <c:v>0.242999999999995</c:v>
                </c:pt>
                <c:pt idx="429">
                  <c:v>0.24310000000002674</c:v>
                </c:pt>
                <c:pt idx="430">
                  <c:v>0.24310000000002674</c:v>
                </c:pt>
                <c:pt idx="431">
                  <c:v>0.24320000000000164</c:v>
                </c:pt>
                <c:pt idx="432">
                  <c:v>0.24320000000000164</c:v>
                </c:pt>
                <c:pt idx="433">
                  <c:v>0.24320000000000164</c:v>
                </c:pt>
                <c:pt idx="434">
                  <c:v>0.24330000000003338</c:v>
                </c:pt>
                <c:pt idx="435">
                  <c:v>0.24330000000003338</c:v>
                </c:pt>
                <c:pt idx="436">
                  <c:v>0.24330000000003338</c:v>
                </c:pt>
                <c:pt idx="437">
                  <c:v>0.24330000000003338</c:v>
                </c:pt>
                <c:pt idx="438">
                  <c:v>0.24340000000000828</c:v>
                </c:pt>
                <c:pt idx="439">
                  <c:v>0.24340000000000828</c:v>
                </c:pt>
                <c:pt idx="440">
                  <c:v>0.24340000000000828</c:v>
                </c:pt>
                <c:pt idx="441">
                  <c:v>0.24340000000000828</c:v>
                </c:pt>
                <c:pt idx="442">
                  <c:v>0.24340000000000828</c:v>
                </c:pt>
                <c:pt idx="443">
                  <c:v>0.24349999999998317</c:v>
                </c:pt>
                <c:pt idx="444">
                  <c:v>0.24349999999998317</c:v>
                </c:pt>
                <c:pt idx="445">
                  <c:v>0.24349999999998317</c:v>
                </c:pt>
                <c:pt idx="446">
                  <c:v>0.24349999999998317</c:v>
                </c:pt>
                <c:pt idx="447">
                  <c:v>0.24349999999998317</c:v>
                </c:pt>
                <c:pt idx="448">
                  <c:v>0.24360000000001492</c:v>
                </c:pt>
                <c:pt idx="449">
                  <c:v>0.24360000000001492</c:v>
                </c:pt>
                <c:pt idx="450">
                  <c:v>0.24360000000001492</c:v>
                </c:pt>
                <c:pt idx="451">
                  <c:v>0.24360000000001492</c:v>
                </c:pt>
                <c:pt idx="452">
                  <c:v>0.24360000000001492</c:v>
                </c:pt>
                <c:pt idx="453">
                  <c:v>0.24360000000001492</c:v>
                </c:pt>
                <c:pt idx="454">
                  <c:v>0.24360000000001492</c:v>
                </c:pt>
                <c:pt idx="455">
                  <c:v>0.24360000000001492</c:v>
                </c:pt>
                <c:pt idx="456">
                  <c:v>0.24360000000001492</c:v>
                </c:pt>
                <c:pt idx="457">
                  <c:v>0.24360000000001492</c:v>
                </c:pt>
                <c:pt idx="458">
                  <c:v>0.24360000000001492</c:v>
                </c:pt>
                <c:pt idx="459">
                  <c:v>0.24369999999998981</c:v>
                </c:pt>
                <c:pt idx="460">
                  <c:v>0.24369999999998981</c:v>
                </c:pt>
                <c:pt idx="461">
                  <c:v>0.24369999999998981</c:v>
                </c:pt>
                <c:pt idx="462">
                  <c:v>0.24369999999998981</c:v>
                </c:pt>
                <c:pt idx="463">
                  <c:v>0.24369999999998981</c:v>
                </c:pt>
                <c:pt idx="464">
                  <c:v>0.24369999999998981</c:v>
                </c:pt>
                <c:pt idx="465">
                  <c:v>0.24369999999998981</c:v>
                </c:pt>
                <c:pt idx="466">
                  <c:v>0.24369999999998981</c:v>
                </c:pt>
                <c:pt idx="467">
                  <c:v>0.24369999999998981</c:v>
                </c:pt>
                <c:pt idx="468">
                  <c:v>0.24369999999998981</c:v>
                </c:pt>
                <c:pt idx="469">
                  <c:v>0.24369999999998981</c:v>
                </c:pt>
                <c:pt idx="470">
                  <c:v>0.24369999999998981</c:v>
                </c:pt>
                <c:pt idx="471">
                  <c:v>0.24369999999998981</c:v>
                </c:pt>
                <c:pt idx="472">
                  <c:v>0.24369999999998981</c:v>
                </c:pt>
                <c:pt idx="473">
                  <c:v>0.24369999999998981</c:v>
                </c:pt>
                <c:pt idx="474">
                  <c:v>0.24340000000000828</c:v>
                </c:pt>
                <c:pt idx="475">
                  <c:v>0.2429000000000201</c:v>
                </c:pt>
                <c:pt idx="476">
                  <c:v>0.24240000000003192</c:v>
                </c:pt>
                <c:pt idx="477">
                  <c:v>0.24200000000001864</c:v>
                </c:pt>
                <c:pt idx="478">
                  <c:v>0.24160000000000537</c:v>
                </c:pt>
                <c:pt idx="479">
                  <c:v>0.24130000000002383</c:v>
                </c:pt>
                <c:pt idx="480">
                  <c:v>0.24099999999998545</c:v>
                </c:pt>
                <c:pt idx="481">
                  <c:v>0.24070000000000391</c:v>
                </c:pt>
                <c:pt idx="482">
                  <c:v>0.24049999999999727</c:v>
                </c:pt>
                <c:pt idx="483">
                  <c:v>0.24020000000001573</c:v>
                </c:pt>
                <c:pt idx="484">
                  <c:v>0.24000000000000909</c:v>
                </c:pt>
                <c:pt idx="485">
                  <c:v>0.23980000000000246</c:v>
                </c:pt>
                <c:pt idx="486">
                  <c:v>0.23959999999999582</c:v>
                </c:pt>
                <c:pt idx="487">
                  <c:v>0.23939999999998918</c:v>
                </c:pt>
                <c:pt idx="488">
                  <c:v>0.23919999999998254</c:v>
                </c:pt>
                <c:pt idx="489">
                  <c:v>0.23910000000000764</c:v>
                </c:pt>
                <c:pt idx="490">
                  <c:v>0.238900000000001</c:v>
                </c:pt>
                <c:pt idx="491">
                  <c:v>0.2388000000000261</c:v>
                </c:pt>
                <c:pt idx="492">
                  <c:v>0.23860000000001946</c:v>
                </c:pt>
                <c:pt idx="493">
                  <c:v>0.23849999999998772</c:v>
                </c:pt>
                <c:pt idx="494">
                  <c:v>0.23840000000001282</c:v>
                </c:pt>
                <c:pt idx="495">
                  <c:v>0.23820000000000618</c:v>
                </c:pt>
                <c:pt idx="496">
                  <c:v>0.23810000000003129</c:v>
                </c:pt>
                <c:pt idx="497">
                  <c:v>0.23799999999999955</c:v>
                </c:pt>
                <c:pt idx="498">
                  <c:v>0.23790000000002465</c:v>
                </c:pt>
                <c:pt idx="499">
                  <c:v>0.23849999999998772</c:v>
                </c:pt>
                <c:pt idx="500">
                  <c:v>0.23980000000000246</c:v>
                </c:pt>
                <c:pt idx="501">
                  <c:v>0.24119999999999209</c:v>
                </c:pt>
                <c:pt idx="502">
                  <c:v>0.24250000000000682</c:v>
                </c:pt>
                <c:pt idx="503">
                  <c:v>0.24369999999998981</c:v>
                </c:pt>
                <c:pt idx="504">
                  <c:v>0.24470000000002301</c:v>
                </c:pt>
                <c:pt idx="505">
                  <c:v>0.24560000000002447</c:v>
                </c:pt>
                <c:pt idx="506">
                  <c:v>0.24630000000001928</c:v>
                </c:pt>
                <c:pt idx="507">
                  <c:v>0.2470000000000141</c:v>
                </c:pt>
                <c:pt idx="508">
                  <c:v>0.24760000000003402</c:v>
                </c:pt>
                <c:pt idx="509">
                  <c:v>0.24819999999999709</c:v>
                </c:pt>
                <c:pt idx="510">
                  <c:v>0.24869999999998527</c:v>
                </c:pt>
                <c:pt idx="511">
                  <c:v>0.24920000000003029</c:v>
                </c:pt>
                <c:pt idx="512">
                  <c:v>0.24959999999998672</c:v>
                </c:pt>
                <c:pt idx="513">
                  <c:v>0.25</c:v>
                </c:pt>
                <c:pt idx="514">
                  <c:v>0.25040000000001328</c:v>
                </c:pt>
                <c:pt idx="515">
                  <c:v>0.25080000000002656</c:v>
                </c:pt>
                <c:pt idx="516">
                  <c:v>0.25110000000000809</c:v>
                </c:pt>
                <c:pt idx="517">
                  <c:v>0.25139999999998963</c:v>
                </c:pt>
                <c:pt idx="518">
                  <c:v>0.25170000000002801</c:v>
                </c:pt>
                <c:pt idx="519">
                  <c:v>0.25200000000000955</c:v>
                </c:pt>
                <c:pt idx="520">
                  <c:v>0.25220000000001619</c:v>
                </c:pt>
                <c:pt idx="521">
                  <c:v>0.25249999999999773</c:v>
                </c:pt>
                <c:pt idx="522">
                  <c:v>0.25270000000000437</c:v>
                </c:pt>
                <c:pt idx="523">
                  <c:v>0.252900000000011</c:v>
                </c:pt>
                <c:pt idx="524">
                  <c:v>0.25310000000001764</c:v>
                </c:pt>
                <c:pt idx="525">
                  <c:v>0.25330000000002428</c:v>
                </c:pt>
                <c:pt idx="526">
                  <c:v>0.25350000000003092</c:v>
                </c:pt>
                <c:pt idx="527">
                  <c:v>0.25360000000000582</c:v>
                </c:pt>
                <c:pt idx="528">
                  <c:v>0.25380000000001246</c:v>
                </c:pt>
                <c:pt idx="529">
                  <c:v>0.25380000000001246</c:v>
                </c:pt>
                <c:pt idx="530">
                  <c:v>0.25310000000001764</c:v>
                </c:pt>
                <c:pt idx="531">
                  <c:v>0.25200000000000955</c:v>
                </c:pt>
                <c:pt idx="532">
                  <c:v>0.2510000000000332</c:v>
                </c:pt>
              </c:numCache>
            </c:numRef>
          </c:yVal>
          <c:smooth val="1"/>
          <c:extLst>
            <c:ext xmlns:c16="http://schemas.microsoft.com/office/drawing/2014/chart" uri="{C3380CC4-5D6E-409C-BE32-E72D297353CC}">
              <c16:uniqueId val="{00000032-4233-4E9D-9D6D-D06060CC9530}"/>
            </c:ext>
          </c:extLst>
        </c:ser>
        <c:ser>
          <c:idx val="51"/>
          <c:order val="51"/>
          <c:tx>
            <c:strRef>
              <c:f>PM50000_Temps_oc5l2_50000!$BDB$1</c:f>
              <c:strCache>
                <c:ptCount val="1"/>
                <c:pt idx="0">
                  <c:v>TELE_PM_INTERIOR.53</c:v>
                </c:pt>
              </c:strCache>
            </c:strRef>
          </c:tx>
          <c:spPr>
            <a:ln w="19050" cap="rnd">
              <a:solidFill>
                <a:schemeClr val="accent4">
                  <a:lumMod val="50000"/>
                  <a:lumOff val="50000"/>
                </a:schemeClr>
              </a:solidFill>
              <a:round/>
            </a:ln>
            <a:effectLst/>
          </c:spPr>
          <c:marker>
            <c:symbol val="circle"/>
            <c:size val="5"/>
            <c:spPr>
              <a:solidFill>
                <a:schemeClr val="accent4">
                  <a:lumMod val="50000"/>
                  <a:lumOff val="50000"/>
                </a:schemeClr>
              </a:solidFill>
              <a:ln w="9525">
                <a:solidFill>
                  <a:schemeClr val="accent4">
                    <a:lumMod val="50000"/>
                    <a:lumOff val="5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PM50000_Temps_oc5l2_50000!$BDB$2:$BDB$536</c:f>
              <c:numCache>
                <c:formatCode>General</c:formatCode>
                <c:ptCount val="533"/>
                <c:pt idx="0">
                  <c:v>0</c:v>
                </c:pt>
                <c:pt idx="1">
                  <c:v>1.8699999999967076E-2</c:v>
                </c:pt>
                <c:pt idx="2">
                  <c:v>4.3299999999987904E-2</c:v>
                </c:pt>
                <c:pt idx="3">
                  <c:v>6.5299999999979264E-2</c:v>
                </c:pt>
                <c:pt idx="4">
                  <c:v>8.4000000000003183E-2</c:v>
                </c:pt>
                <c:pt idx="5">
                  <c:v>9.9999999999965894E-2</c:v>
                </c:pt>
                <c:pt idx="6">
                  <c:v>0.11359999999996262</c:v>
                </c:pt>
                <c:pt idx="7">
                  <c:v>0.12529999999998154</c:v>
                </c:pt>
                <c:pt idx="8">
                  <c:v>0.13549999999997908</c:v>
                </c:pt>
                <c:pt idx="9">
                  <c:v>0.14439999999996189</c:v>
                </c:pt>
                <c:pt idx="10">
                  <c:v>0.15240000000000009</c:v>
                </c:pt>
                <c:pt idx="11">
                  <c:v>0.15960000000001173</c:v>
                </c:pt>
                <c:pt idx="12">
                  <c:v>0.16599999999999682</c:v>
                </c:pt>
                <c:pt idx="13">
                  <c:v>0.17179999999996198</c:v>
                </c:pt>
                <c:pt idx="14">
                  <c:v>0.17709999999999582</c:v>
                </c:pt>
                <c:pt idx="15">
                  <c:v>0.18189999999998463</c:v>
                </c:pt>
                <c:pt idx="16">
                  <c:v>0.18629999999996016</c:v>
                </c:pt>
                <c:pt idx="17">
                  <c:v>0.19020000000000437</c:v>
                </c:pt>
                <c:pt idx="18">
                  <c:v>0.19389999999998508</c:v>
                </c:pt>
                <c:pt idx="19">
                  <c:v>0.19720000000000937</c:v>
                </c:pt>
                <c:pt idx="20">
                  <c:v>0.20019999999999527</c:v>
                </c:pt>
                <c:pt idx="21">
                  <c:v>0.20299999999997453</c:v>
                </c:pt>
                <c:pt idx="22">
                  <c:v>0.20549999999997226</c:v>
                </c:pt>
                <c:pt idx="23">
                  <c:v>0.20779999999996335</c:v>
                </c:pt>
                <c:pt idx="24">
                  <c:v>0.20990000000000464</c:v>
                </c:pt>
                <c:pt idx="25">
                  <c:v>0.21190000000001419</c:v>
                </c:pt>
                <c:pt idx="26">
                  <c:v>0.213799999999992</c:v>
                </c:pt>
                <c:pt idx="27">
                  <c:v>0.21649999999999636</c:v>
                </c:pt>
                <c:pt idx="28">
                  <c:v>0.2196999999999889</c:v>
                </c:pt>
                <c:pt idx="29">
                  <c:v>0.22269999999997481</c:v>
                </c:pt>
                <c:pt idx="30">
                  <c:v>0.22550000000001091</c:v>
                </c:pt>
                <c:pt idx="31">
                  <c:v>0.22800000000000864</c:v>
                </c:pt>
                <c:pt idx="32">
                  <c:v>0.23019999999996799</c:v>
                </c:pt>
                <c:pt idx="33">
                  <c:v>0.23210000000000264</c:v>
                </c:pt>
                <c:pt idx="34">
                  <c:v>0.23390000000000555</c:v>
                </c:pt>
                <c:pt idx="35">
                  <c:v>0.23550000000000182</c:v>
                </c:pt>
                <c:pt idx="36">
                  <c:v>0.23699999999996635</c:v>
                </c:pt>
                <c:pt idx="37">
                  <c:v>0.23829999999998108</c:v>
                </c:pt>
                <c:pt idx="38">
                  <c:v>0.23959999999999582</c:v>
                </c:pt>
                <c:pt idx="39">
                  <c:v>0.24070000000000391</c:v>
                </c:pt>
                <c:pt idx="40">
                  <c:v>0.24180000000001201</c:v>
                </c:pt>
                <c:pt idx="41">
                  <c:v>0.24279999999998836</c:v>
                </c:pt>
                <c:pt idx="42">
                  <c:v>0.24369999999998981</c:v>
                </c:pt>
                <c:pt idx="43">
                  <c:v>0.24450000000001637</c:v>
                </c:pt>
                <c:pt idx="44">
                  <c:v>0.24529999999998608</c:v>
                </c:pt>
                <c:pt idx="45">
                  <c:v>0.2459999999999809</c:v>
                </c:pt>
                <c:pt idx="46">
                  <c:v>0.24669999999997572</c:v>
                </c:pt>
                <c:pt idx="47">
                  <c:v>0.24729999999999563</c:v>
                </c:pt>
                <c:pt idx="48">
                  <c:v>0.24790000000001555</c:v>
                </c:pt>
                <c:pt idx="49">
                  <c:v>0.24840000000000373</c:v>
                </c:pt>
                <c:pt idx="50">
                  <c:v>0.24889999999999191</c:v>
                </c:pt>
                <c:pt idx="51">
                  <c:v>0.24930000000000518</c:v>
                </c:pt>
                <c:pt idx="52">
                  <c:v>0.24979999999999336</c:v>
                </c:pt>
                <c:pt idx="53">
                  <c:v>0.2500999999999749</c:v>
                </c:pt>
                <c:pt idx="54">
                  <c:v>0.25049999999998818</c:v>
                </c:pt>
                <c:pt idx="55">
                  <c:v>0.25090000000000146</c:v>
                </c:pt>
                <c:pt idx="56">
                  <c:v>0.25119999999998299</c:v>
                </c:pt>
                <c:pt idx="57">
                  <c:v>0.25099999999997635</c:v>
                </c:pt>
                <c:pt idx="58">
                  <c:v>0.2500999999999749</c:v>
                </c:pt>
                <c:pt idx="59">
                  <c:v>0.2489999999999668</c:v>
                </c:pt>
                <c:pt idx="60">
                  <c:v>0.24799999999999045</c:v>
                </c:pt>
                <c:pt idx="61">
                  <c:v>0.24719999999996389</c:v>
                </c:pt>
                <c:pt idx="62">
                  <c:v>0.24639999999999418</c:v>
                </c:pt>
                <c:pt idx="63">
                  <c:v>0.24579999999997426</c:v>
                </c:pt>
                <c:pt idx="64">
                  <c:v>0.24529999999998608</c:v>
                </c:pt>
                <c:pt idx="65">
                  <c:v>0.24479999999999791</c:v>
                </c:pt>
                <c:pt idx="66">
                  <c:v>0.24439999999998463</c:v>
                </c:pt>
                <c:pt idx="67">
                  <c:v>0.24399999999997135</c:v>
                </c:pt>
                <c:pt idx="68">
                  <c:v>0.24369999999998981</c:v>
                </c:pt>
                <c:pt idx="69">
                  <c:v>0.24340000000000828</c:v>
                </c:pt>
                <c:pt idx="70">
                  <c:v>0.2430999999999699</c:v>
                </c:pt>
                <c:pt idx="71">
                  <c:v>0.24289999999996326</c:v>
                </c:pt>
                <c:pt idx="72">
                  <c:v>0.24270000000001346</c:v>
                </c:pt>
                <c:pt idx="73">
                  <c:v>0.24239999999997508</c:v>
                </c:pt>
                <c:pt idx="74">
                  <c:v>0.24219999999996844</c:v>
                </c:pt>
                <c:pt idx="75">
                  <c:v>0.24209999999999354</c:v>
                </c:pt>
                <c:pt idx="76">
                  <c:v>0.2418999999999869</c:v>
                </c:pt>
                <c:pt idx="77">
                  <c:v>0.24169999999998026</c:v>
                </c:pt>
                <c:pt idx="78">
                  <c:v>0.24160000000000537</c:v>
                </c:pt>
                <c:pt idx="79">
                  <c:v>0.24149999999997362</c:v>
                </c:pt>
                <c:pt idx="80">
                  <c:v>0.24139999999999873</c:v>
                </c:pt>
                <c:pt idx="81">
                  <c:v>0.24119999999999209</c:v>
                </c:pt>
                <c:pt idx="82">
                  <c:v>0.24109999999996035</c:v>
                </c:pt>
                <c:pt idx="83">
                  <c:v>0.24099999999998545</c:v>
                </c:pt>
                <c:pt idx="84">
                  <c:v>0.24099999999998545</c:v>
                </c:pt>
                <c:pt idx="85">
                  <c:v>0.24090000000001055</c:v>
                </c:pt>
                <c:pt idx="86">
                  <c:v>0.24079999999997881</c:v>
                </c:pt>
                <c:pt idx="87">
                  <c:v>0.24070000000000391</c:v>
                </c:pt>
                <c:pt idx="88">
                  <c:v>0.24070000000000391</c:v>
                </c:pt>
                <c:pt idx="89">
                  <c:v>0.24059999999997217</c:v>
                </c:pt>
                <c:pt idx="90">
                  <c:v>0.24059999999997217</c:v>
                </c:pt>
                <c:pt idx="91">
                  <c:v>0.24049999999999727</c:v>
                </c:pt>
                <c:pt idx="92">
                  <c:v>0.24049999999999727</c:v>
                </c:pt>
                <c:pt idx="93">
                  <c:v>0.24039999999996553</c:v>
                </c:pt>
                <c:pt idx="94">
                  <c:v>0.24039999999996553</c:v>
                </c:pt>
                <c:pt idx="95">
                  <c:v>0.24029999999999063</c:v>
                </c:pt>
                <c:pt idx="96">
                  <c:v>0.24029999999999063</c:v>
                </c:pt>
                <c:pt idx="97">
                  <c:v>0.24029999999999063</c:v>
                </c:pt>
                <c:pt idx="98">
                  <c:v>0.24020000000001573</c:v>
                </c:pt>
                <c:pt idx="99">
                  <c:v>0.24020000000001573</c:v>
                </c:pt>
                <c:pt idx="100">
                  <c:v>0.24020000000001573</c:v>
                </c:pt>
                <c:pt idx="101">
                  <c:v>0.24020000000001573</c:v>
                </c:pt>
                <c:pt idx="102">
                  <c:v>0.24020000000001573</c:v>
                </c:pt>
                <c:pt idx="103">
                  <c:v>0.24009999999998399</c:v>
                </c:pt>
                <c:pt idx="104">
                  <c:v>0.24009999999998399</c:v>
                </c:pt>
                <c:pt idx="105">
                  <c:v>0.24009999999998399</c:v>
                </c:pt>
                <c:pt idx="106">
                  <c:v>0.24009999999998399</c:v>
                </c:pt>
                <c:pt idx="107">
                  <c:v>0.24009999999998399</c:v>
                </c:pt>
                <c:pt idx="108">
                  <c:v>0.24009999999998399</c:v>
                </c:pt>
                <c:pt idx="109">
                  <c:v>0.24020000000001573</c:v>
                </c:pt>
                <c:pt idx="110">
                  <c:v>0.24029999999999063</c:v>
                </c:pt>
                <c:pt idx="111">
                  <c:v>0.24039999999996553</c:v>
                </c:pt>
                <c:pt idx="112">
                  <c:v>0.24039999999996553</c:v>
                </c:pt>
                <c:pt idx="113">
                  <c:v>0.24049999999999727</c:v>
                </c:pt>
                <c:pt idx="114">
                  <c:v>0.24049999999999727</c:v>
                </c:pt>
                <c:pt idx="115">
                  <c:v>0.24059999999997217</c:v>
                </c:pt>
                <c:pt idx="116">
                  <c:v>0.24059999999997217</c:v>
                </c:pt>
                <c:pt idx="117">
                  <c:v>0.24070000000000391</c:v>
                </c:pt>
                <c:pt idx="118">
                  <c:v>0.24070000000000391</c:v>
                </c:pt>
                <c:pt idx="119">
                  <c:v>0.24070000000000391</c:v>
                </c:pt>
                <c:pt idx="120">
                  <c:v>0.24079999999997881</c:v>
                </c:pt>
                <c:pt idx="121">
                  <c:v>0.24079999999997881</c:v>
                </c:pt>
                <c:pt idx="122">
                  <c:v>0.24079999999997881</c:v>
                </c:pt>
                <c:pt idx="123">
                  <c:v>0.24090000000001055</c:v>
                </c:pt>
                <c:pt idx="124">
                  <c:v>0.24090000000001055</c:v>
                </c:pt>
                <c:pt idx="125">
                  <c:v>0.24090000000001055</c:v>
                </c:pt>
                <c:pt idx="126">
                  <c:v>0.24099999999998545</c:v>
                </c:pt>
                <c:pt idx="127">
                  <c:v>0.24099999999998545</c:v>
                </c:pt>
                <c:pt idx="128">
                  <c:v>0.24099999999998545</c:v>
                </c:pt>
                <c:pt idx="129">
                  <c:v>0.24099999999998545</c:v>
                </c:pt>
                <c:pt idx="130">
                  <c:v>0.24109999999996035</c:v>
                </c:pt>
                <c:pt idx="131">
                  <c:v>0.24109999999996035</c:v>
                </c:pt>
                <c:pt idx="132">
                  <c:v>0.24109999999996035</c:v>
                </c:pt>
                <c:pt idx="133">
                  <c:v>0.24109999999996035</c:v>
                </c:pt>
                <c:pt idx="134">
                  <c:v>0.24109999999996035</c:v>
                </c:pt>
                <c:pt idx="135">
                  <c:v>0.24109999999996035</c:v>
                </c:pt>
                <c:pt idx="136">
                  <c:v>0.24119999999999209</c:v>
                </c:pt>
                <c:pt idx="137">
                  <c:v>0.24119999999999209</c:v>
                </c:pt>
                <c:pt idx="138">
                  <c:v>0.24119999999999209</c:v>
                </c:pt>
                <c:pt idx="139">
                  <c:v>0.24119999999999209</c:v>
                </c:pt>
                <c:pt idx="140">
                  <c:v>0.24119999999999209</c:v>
                </c:pt>
                <c:pt idx="141">
                  <c:v>0.24119999999999209</c:v>
                </c:pt>
                <c:pt idx="142">
                  <c:v>0.24119999999999209</c:v>
                </c:pt>
                <c:pt idx="143">
                  <c:v>0.24119999999999209</c:v>
                </c:pt>
                <c:pt idx="144">
                  <c:v>0.24129999999996699</c:v>
                </c:pt>
                <c:pt idx="145">
                  <c:v>0.24129999999996699</c:v>
                </c:pt>
                <c:pt idx="146">
                  <c:v>0.24129999999996699</c:v>
                </c:pt>
                <c:pt idx="147">
                  <c:v>0.24129999999996699</c:v>
                </c:pt>
                <c:pt idx="148">
                  <c:v>0.24129999999996699</c:v>
                </c:pt>
                <c:pt idx="149">
                  <c:v>0.24129999999996699</c:v>
                </c:pt>
                <c:pt idx="150">
                  <c:v>0.24129999999996699</c:v>
                </c:pt>
                <c:pt idx="151">
                  <c:v>0.24129999999996699</c:v>
                </c:pt>
                <c:pt idx="152">
                  <c:v>0.24129999999996699</c:v>
                </c:pt>
                <c:pt idx="153">
                  <c:v>0.24129999999996699</c:v>
                </c:pt>
                <c:pt idx="154">
                  <c:v>0.24129999999996699</c:v>
                </c:pt>
                <c:pt idx="155">
                  <c:v>0.24129999999996699</c:v>
                </c:pt>
                <c:pt idx="156">
                  <c:v>0.24129999999996699</c:v>
                </c:pt>
                <c:pt idx="157">
                  <c:v>0.24129999999996699</c:v>
                </c:pt>
                <c:pt idx="158">
                  <c:v>0.24109999999996035</c:v>
                </c:pt>
                <c:pt idx="159">
                  <c:v>0.24059999999997217</c:v>
                </c:pt>
                <c:pt idx="160">
                  <c:v>0.24009999999998399</c:v>
                </c:pt>
                <c:pt idx="161">
                  <c:v>0.23959999999999582</c:v>
                </c:pt>
                <c:pt idx="162">
                  <c:v>0.23910000000000764</c:v>
                </c:pt>
                <c:pt idx="163">
                  <c:v>0.23869999999999436</c:v>
                </c:pt>
                <c:pt idx="164">
                  <c:v>0.23840000000001282</c:v>
                </c:pt>
                <c:pt idx="165">
                  <c:v>0.23799999999999955</c:v>
                </c:pt>
                <c:pt idx="166">
                  <c:v>0.23769999999996116</c:v>
                </c:pt>
                <c:pt idx="167">
                  <c:v>0.23739999999997963</c:v>
                </c:pt>
                <c:pt idx="168">
                  <c:v>0.23719999999997299</c:v>
                </c:pt>
                <c:pt idx="169">
                  <c:v>0.23689999999999145</c:v>
                </c:pt>
                <c:pt idx="170">
                  <c:v>0.23669999999998481</c:v>
                </c:pt>
                <c:pt idx="171">
                  <c:v>0.23649999999997817</c:v>
                </c:pt>
                <c:pt idx="172">
                  <c:v>0.23629999999997153</c:v>
                </c:pt>
                <c:pt idx="173">
                  <c:v>0.23609999999996489</c:v>
                </c:pt>
                <c:pt idx="174">
                  <c:v>0.2359000000000151</c:v>
                </c:pt>
                <c:pt idx="175">
                  <c:v>0.23570000000000846</c:v>
                </c:pt>
                <c:pt idx="176">
                  <c:v>0.23550000000000182</c:v>
                </c:pt>
                <c:pt idx="177">
                  <c:v>0.23539999999997008</c:v>
                </c:pt>
                <c:pt idx="178">
                  <c:v>0.23519999999996344</c:v>
                </c:pt>
                <c:pt idx="179">
                  <c:v>0.23509999999998854</c:v>
                </c:pt>
                <c:pt idx="180">
                  <c:v>0.2348999999999819</c:v>
                </c:pt>
                <c:pt idx="181">
                  <c:v>0.234800000000007</c:v>
                </c:pt>
                <c:pt idx="182">
                  <c:v>0.23469999999997526</c:v>
                </c:pt>
                <c:pt idx="183">
                  <c:v>0.2348999999999819</c:v>
                </c:pt>
                <c:pt idx="184">
                  <c:v>0.23599999999999</c:v>
                </c:pt>
                <c:pt idx="185">
                  <c:v>0.23759999999998627</c:v>
                </c:pt>
                <c:pt idx="186">
                  <c:v>0.23919999999998254</c:v>
                </c:pt>
                <c:pt idx="187">
                  <c:v>0.24059999999997217</c:v>
                </c:pt>
                <c:pt idx="188">
                  <c:v>0.24180000000001201</c:v>
                </c:pt>
                <c:pt idx="189">
                  <c:v>0.24289999999996326</c:v>
                </c:pt>
                <c:pt idx="190">
                  <c:v>0.24379999999996471</c:v>
                </c:pt>
                <c:pt idx="191">
                  <c:v>0.24459999999999127</c:v>
                </c:pt>
                <c:pt idx="192">
                  <c:v>0.24539999999996098</c:v>
                </c:pt>
                <c:pt idx="193">
                  <c:v>0.2459999999999809</c:v>
                </c:pt>
                <c:pt idx="194">
                  <c:v>0.24669999999997572</c:v>
                </c:pt>
                <c:pt idx="195">
                  <c:v>0.24719999999996389</c:v>
                </c:pt>
                <c:pt idx="196">
                  <c:v>0.24779999999998381</c:v>
                </c:pt>
                <c:pt idx="197">
                  <c:v>0.24829999999997199</c:v>
                </c:pt>
                <c:pt idx="198">
                  <c:v>0.24869999999998527</c:v>
                </c:pt>
                <c:pt idx="199">
                  <c:v>0.24919999999997344</c:v>
                </c:pt>
                <c:pt idx="200">
                  <c:v>0.24959999999998672</c:v>
                </c:pt>
                <c:pt idx="201">
                  <c:v>0.24989999999996826</c:v>
                </c:pt>
                <c:pt idx="202">
                  <c:v>0.25029999999998154</c:v>
                </c:pt>
                <c:pt idx="203">
                  <c:v>0.25059999999996307</c:v>
                </c:pt>
                <c:pt idx="204">
                  <c:v>0.25090000000000146</c:v>
                </c:pt>
                <c:pt idx="205">
                  <c:v>0.25119999999998299</c:v>
                </c:pt>
                <c:pt idx="206">
                  <c:v>0.25149999999996453</c:v>
                </c:pt>
                <c:pt idx="207">
                  <c:v>0.25169999999997117</c:v>
                </c:pt>
                <c:pt idx="208">
                  <c:v>0.25189999999997781</c:v>
                </c:pt>
                <c:pt idx="209">
                  <c:v>0.25220000000001619</c:v>
                </c:pt>
                <c:pt idx="210">
                  <c:v>0.25239999999996598</c:v>
                </c:pt>
                <c:pt idx="211">
                  <c:v>0.25259999999997262</c:v>
                </c:pt>
                <c:pt idx="212">
                  <c:v>0.25270000000000437</c:v>
                </c:pt>
                <c:pt idx="213">
                  <c:v>0.252900000000011</c:v>
                </c:pt>
                <c:pt idx="214">
                  <c:v>0.25239999999996598</c:v>
                </c:pt>
                <c:pt idx="215">
                  <c:v>0.25139999999998963</c:v>
                </c:pt>
                <c:pt idx="216">
                  <c:v>0.25020000000000664</c:v>
                </c:pt>
                <c:pt idx="217">
                  <c:v>0.24909999999999854</c:v>
                </c:pt>
                <c:pt idx="218">
                  <c:v>0.24819999999999709</c:v>
                </c:pt>
                <c:pt idx="219">
                  <c:v>0.24739999999997053</c:v>
                </c:pt>
                <c:pt idx="220">
                  <c:v>0.24669999999997572</c:v>
                </c:pt>
                <c:pt idx="221">
                  <c:v>0.24610000000001264</c:v>
                </c:pt>
                <c:pt idx="222">
                  <c:v>0.24559999999996762</c:v>
                </c:pt>
                <c:pt idx="223">
                  <c:v>0.24509999999997945</c:v>
                </c:pt>
                <c:pt idx="224">
                  <c:v>0.24469999999996617</c:v>
                </c:pt>
                <c:pt idx="225">
                  <c:v>0.24430000000000973</c:v>
                </c:pt>
                <c:pt idx="226">
                  <c:v>0.24399999999997135</c:v>
                </c:pt>
                <c:pt idx="227">
                  <c:v>0.24369999999998981</c:v>
                </c:pt>
                <c:pt idx="228">
                  <c:v>0.24340000000000828</c:v>
                </c:pt>
                <c:pt idx="229">
                  <c:v>0.2430999999999699</c:v>
                </c:pt>
                <c:pt idx="230">
                  <c:v>0.24289999999996326</c:v>
                </c:pt>
                <c:pt idx="231">
                  <c:v>0.24259999999998172</c:v>
                </c:pt>
                <c:pt idx="232">
                  <c:v>0.24239999999997508</c:v>
                </c:pt>
                <c:pt idx="233">
                  <c:v>0.24219999999996844</c:v>
                </c:pt>
                <c:pt idx="234">
                  <c:v>0.2419999999999618</c:v>
                </c:pt>
                <c:pt idx="235">
                  <c:v>0.2418999999999869</c:v>
                </c:pt>
                <c:pt idx="236">
                  <c:v>0.24169999999998026</c:v>
                </c:pt>
                <c:pt idx="237">
                  <c:v>0.24160000000000537</c:v>
                </c:pt>
                <c:pt idx="238">
                  <c:v>0.24149999999997362</c:v>
                </c:pt>
                <c:pt idx="239">
                  <c:v>0.24129999999996699</c:v>
                </c:pt>
                <c:pt idx="240">
                  <c:v>0.24119999999999209</c:v>
                </c:pt>
                <c:pt idx="241">
                  <c:v>0.24109999999996035</c:v>
                </c:pt>
                <c:pt idx="242">
                  <c:v>0.24099999999998545</c:v>
                </c:pt>
                <c:pt idx="243">
                  <c:v>0.24099999999998545</c:v>
                </c:pt>
                <c:pt idx="244">
                  <c:v>0.24090000000001055</c:v>
                </c:pt>
                <c:pt idx="245">
                  <c:v>0.24079999999997881</c:v>
                </c:pt>
                <c:pt idx="246">
                  <c:v>0.24070000000000391</c:v>
                </c:pt>
                <c:pt idx="247">
                  <c:v>0.24070000000000391</c:v>
                </c:pt>
                <c:pt idx="248">
                  <c:v>0.24059999999997217</c:v>
                </c:pt>
                <c:pt idx="249">
                  <c:v>0.24059999999997217</c:v>
                </c:pt>
                <c:pt idx="250">
                  <c:v>0.24049999999999727</c:v>
                </c:pt>
                <c:pt idx="251">
                  <c:v>0.24049999999999727</c:v>
                </c:pt>
                <c:pt idx="252">
                  <c:v>0.24039999999996553</c:v>
                </c:pt>
                <c:pt idx="253">
                  <c:v>0.24039999999996553</c:v>
                </c:pt>
                <c:pt idx="254">
                  <c:v>0.24029999999999063</c:v>
                </c:pt>
                <c:pt idx="255">
                  <c:v>0.24029999999999063</c:v>
                </c:pt>
                <c:pt idx="256">
                  <c:v>0.24029999999999063</c:v>
                </c:pt>
                <c:pt idx="257">
                  <c:v>0.24020000000001573</c:v>
                </c:pt>
                <c:pt idx="258">
                  <c:v>0.24020000000001573</c:v>
                </c:pt>
                <c:pt idx="259">
                  <c:v>0.24020000000001573</c:v>
                </c:pt>
                <c:pt idx="260">
                  <c:v>0.24020000000001573</c:v>
                </c:pt>
                <c:pt idx="261">
                  <c:v>0.24009999999998399</c:v>
                </c:pt>
                <c:pt idx="262">
                  <c:v>0.24009999999998399</c:v>
                </c:pt>
                <c:pt idx="263">
                  <c:v>0.24009999999998399</c:v>
                </c:pt>
                <c:pt idx="264">
                  <c:v>0.24009999999998399</c:v>
                </c:pt>
                <c:pt idx="265">
                  <c:v>0.24020000000001573</c:v>
                </c:pt>
                <c:pt idx="266">
                  <c:v>0.24020000000001573</c:v>
                </c:pt>
                <c:pt idx="267">
                  <c:v>0.24029999999999063</c:v>
                </c:pt>
                <c:pt idx="268">
                  <c:v>0.24039999999996553</c:v>
                </c:pt>
                <c:pt idx="269">
                  <c:v>0.24049999999999727</c:v>
                </c:pt>
                <c:pt idx="270">
                  <c:v>0.24049999999999727</c:v>
                </c:pt>
                <c:pt idx="271">
                  <c:v>0.24059999999997217</c:v>
                </c:pt>
                <c:pt idx="272">
                  <c:v>0.24059999999997217</c:v>
                </c:pt>
                <c:pt idx="273">
                  <c:v>0.24059999999997217</c:v>
                </c:pt>
                <c:pt idx="274">
                  <c:v>0.24070000000000391</c:v>
                </c:pt>
                <c:pt idx="275">
                  <c:v>0.24070000000000391</c:v>
                </c:pt>
                <c:pt idx="276">
                  <c:v>0.24079999999997881</c:v>
                </c:pt>
                <c:pt idx="277">
                  <c:v>0.24079999999997881</c:v>
                </c:pt>
                <c:pt idx="278">
                  <c:v>0.24079999999997881</c:v>
                </c:pt>
                <c:pt idx="279">
                  <c:v>0.24090000000001055</c:v>
                </c:pt>
                <c:pt idx="280">
                  <c:v>0.24090000000001055</c:v>
                </c:pt>
                <c:pt idx="281">
                  <c:v>0.24090000000001055</c:v>
                </c:pt>
                <c:pt idx="282">
                  <c:v>0.24090000000001055</c:v>
                </c:pt>
                <c:pt idx="283">
                  <c:v>0.24099999999998545</c:v>
                </c:pt>
                <c:pt idx="284">
                  <c:v>0.24099999999998545</c:v>
                </c:pt>
                <c:pt idx="285">
                  <c:v>0.24099999999998545</c:v>
                </c:pt>
                <c:pt idx="286">
                  <c:v>0.24099999999998545</c:v>
                </c:pt>
                <c:pt idx="287">
                  <c:v>0.24109999999996035</c:v>
                </c:pt>
                <c:pt idx="288">
                  <c:v>0.24109999999996035</c:v>
                </c:pt>
                <c:pt idx="289">
                  <c:v>0.24109999999996035</c:v>
                </c:pt>
                <c:pt idx="290">
                  <c:v>0.24109999999996035</c:v>
                </c:pt>
                <c:pt idx="291">
                  <c:v>0.24109999999996035</c:v>
                </c:pt>
                <c:pt idx="292">
                  <c:v>0.24119999999999209</c:v>
                </c:pt>
                <c:pt idx="293">
                  <c:v>0.24119999999999209</c:v>
                </c:pt>
                <c:pt idx="294">
                  <c:v>0.24119999999999209</c:v>
                </c:pt>
                <c:pt idx="295">
                  <c:v>0.24119999999999209</c:v>
                </c:pt>
                <c:pt idx="296">
                  <c:v>0.24119999999999209</c:v>
                </c:pt>
                <c:pt idx="297">
                  <c:v>0.24119999999999209</c:v>
                </c:pt>
                <c:pt idx="298">
                  <c:v>0.24119999999999209</c:v>
                </c:pt>
                <c:pt idx="299">
                  <c:v>0.24119999999999209</c:v>
                </c:pt>
                <c:pt idx="300">
                  <c:v>0.24119999999999209</c:v>
                </c:pt>
                <c:pt idx="301">
                  <c:v>0.24129999999996699</c:v>
                </c:pt>
                <c:pt idx="302">
                  <c:v>0.24129999999996699</c:v>
                </c:pt>
                <c:pt idx="303">
                  <c:v>0.24129999999996699</c:v>
                </c:pt>
                <c:pt idx="304">
                  <c:v>0.24129999999996699</c:v>
                </c:pt>
                <c:pt idx="305">
                  <c:v>0.24129999999996699</c:v>
                </c:pt>
                <c:pt idx="306">
                  <c:v>0.24129999999996699</c:v>
                </c:pt>
                <c:pt idx="307">
                  <c:v>0.24129999999996699</c:v>
                </c:pt>
                <c:pt idx="308">
                  <c:v>0.24129999999996699</c:v>
                </c:pt>
                <c:pt idx="309">
                  <c:v>0.24129999999996699</c:v>
                </c:pt>
                <c:pt idx="310">
                  <c:v>0.24129999999996699</c:v>
                </c:pt>
                <c:pt idx="311">
                  <c:v>0.24129999999996699</c:v>
                </c:pt>
                <c:pt idx="312">
                  <c:v>0.24129999999996699</c:v>
                </c:pt>
                <c:pt idx="313">
                  <c:v>0.24129999999996699</c:v>
                </c:pt>
                <c:pt idx="314">
                  <c:v>0.24129999999996699</c:v>
                </c:pt>
                <c:pt idx="315">
                  <c:v>0.24109999999996035</c:v>
                </c:pt>
                <c:pt idx="316">
                  <c:v>0.24059999999997217</c:v>
                </c:pt>
                <c:pt idx="317">
                  <c:v>0.24000000000000909</c:v>
                </c:pt>
                <c:pt idx="318">
                  <c:v>0.23949999999996407</c:v>
                </c:pt>
                <c:pt idx="319">
                  <c:v>0.23910000000000764</c:v>
                </c:pt>
                <c:pt idx="320">
                  <c:v>0.23869999999999436</c:v>
                </c:pt>
                <c:pt idx="321">
                  <c:v>0.23829999999998108</c:v>
                </c:pt>
                <c:pt idx="322">
                  <c:v>0.23799999999999955</c:v>
                </c:pt>
                <c:pt idx="323">
                  <c:v>0.23769999999996116</c:v>
                </c:pt>
                <c:pt idx="324">
                  <c:v>0.23739999999997963</c:v>
                </c:pt>
                <c:pt idx="325">
                  <c:v>0.23709999999999809</c:v>
                </c:pt>
                <c:pt idx="326">
                  <c:v>0.23689999999999145</c:v>
                </c:pt>
                <c:pt idx="327">
                  <c:v>0.23669999999998481</c:v>
                </c:pt>
                <c:pt idx="328">
                  <c:v>0.23640000000000327</c:v>
                </c:pt>
                <c:pt idx="329">
                  <c:v>0.23619999999999663</c:v>
                </c:pt>
                <c:pt idx="330">
                  <c:v>0.23599999999999</c:v>
                </c:pt>
                <c:pt idx="331">
                  <c:v>0.2359000000000151</c:v>
                </c:pt>
                <c:pt idx="332">
                  <c:v>0.23570000000000846</c:v>
                </c:pt>
                <c:pt idx="333">
                  <c:v>0.23550000000000182</c:v>
                </c:pt>
                <c:pt idx="334">
                  <c:v>0.23539999999997008</c:v>
                </c:pt>
                <c:pt idx="335">
                  <c:v>0.23519999999996344</c:v>
                </c:pt>
                <c:pt idx="336">
                  <c:v>0.23509999999998854</c:v>
                </c:pt>
                <c:pt idx="337">
                  <c:v>0.2348999999999819</c:v>
                </c:pt>
                <c:pt idx="338">
                  <c:v>0.234800000000007</c:v>
                </c:pt>
                <c:pt idx="339">
                  <c:v>0.23469999999997526</c:v>
                </c:pt>
                <c:pt idx="340">
                  <c:v>0.23500000000001364</c:v>
                </c:pt>
                <c:pt idx="341">
                  <c:v>0.23619999999999663</c:v>
                </c:pt>
                <c:pt idx="342">
                  <c:v>0.23779999999999291</c:v>
                </c:pt>
                <c:pt idx="343">
                  <c:v>0.23939999999998918</c:v>
                </c:pt>
                <c:pt idx="344">
                  <c:v>0.24079999999997881</c:v>
                </c:pt>
                <c:pt idx="345">
                  <c:v>0.2419999999999618</c:v>
                </c:pt>
                <c:pt idx="346">
                  <c:v>0.242999999999995</c:v>
                </c:pt>
                <c:pt idx="347">
                  <c:v>0.24389999999999645</c:v>
                </c:pt>
                <c:pt idx="348">
                  <c:v>0.24469999999996617</c:v>
                </c:pt>
                <c:pt idx="349">
                  <c:v>0.24549999999999272</c:v>
                </c:pt>
                <c:pt idx="350">
                  <c:v>0.24610000000001264</c:v>
                </c:pt>
                <c:pt idx="351">
                  <c:v>0.24669999999997572</c:v>
                </c:pt>
                <c:pt idx="352">
                  <c:v>0.24729999999999563</c:v>
                </c:pt>
                <c:pt idx="353">
                  <c:v>0.24779999999998381</c:v>
                </c:pt>
                <c:pt idx="354">
                  <c:v>0.24829999999997199</c:v>
                </c:pt>
                <c:pt idx="355">
                  <c:v>0.24879999999996016</c:v>
                </c:pt>
                <c:pt idx="356">
                  <c:v>0.24919999999997344</c:v>
                </c:pt>
                <c:pt idx="357">
                  <c:v>0.24959999999998672</c:v>
                </c:pt>
                <c:pt idx="358">
                  <c:v>0.25</c:v>
                </c:pt>
                <c:pt idx="359">
                  <c:v>0.25029999999998154</c:v>
                </c:pt>
                <c:pt idx="360">
                  <c:v>0.25059999999996307</c:v>
                </c:pt>
                <c:pt idx="361">
                  <c:v>0.25059999999996307</c:v>
                </c:pt>
                <c:pt idx="362">
                  <c:v>0.25099999999997635</c:v>
                </c:pt>
                <c:pt idx="363">
                  <c:v>0.25119999999998299</c:v>
                </c:pt>
                <c:pt idx="364">
                  <c:v>0.25149999999996453</c:v>
                </c:pt>
                <c:pt idx="365">
                  <c:v>0.25169999999997117</c:v>
                </c:pt>
                <c:pt idx="366">
                  <c:v>0.25200000000000955</c:v>
                </c:pt>
                <c:pt idx="367">
                  <c:v>0.25220000000001619</c:v>
                </c:pt>
                <c:pt idx="368">
                  <c:v>0.25239999999996598</c:v>
                </c:pt>
                <c:pt idx="369">
                  <c:v>0.25259999999997262</c:v>
                </c:pt>
                <c:pt idx="370">
                  <c:v>0.25279999999997926</c:v>
                </c:pt>
                <c:pt idx="371">
                  <c:v>0.252900000000011</c:v>
                </c:pt>
                <c:pt idx="372">
                  <c:v>0.25229999999999109</c:v>
                </c:pt>
                <c:pt idx="373">
                  <c:v>0.25119999999998299</c:v>
                </c:pt>
                <c:pt idx="374">
                  <c:v>0.25</c:v>
                </c:pt>
                <c:pt idx="375">
                  <c:v>0.2489999999999668</c:v>
                </c:pt>
                <c:pt idx="376">
                  <c:v>0.24809999999996535</c:v>
                </c:pt>
                <c:pt idx="377">
                  <c:v>0.24729999999999563</c:v>
                </c:pt>
                <c:pt idx="378">
                  <c:v>0.24660000000000082</c:v>
                </c:pt>
                <c:pt idx="379">
                  <c:v>0.2459999999999809</c:v>
                </c:pt>
                <c:pt idx="380">
                  <c:v>0.24549999999999272</c:v>
                </c:pt>
                <c:pt idx="381">
                  <c:v>0.24500000000000455</c:v>
                </c:pt>
                <c:pt idx="382">
                  <c:v>0.24459999999999127</c:v>
                </c:pt>
                <c:pt idx="383">
                  <c:v>0.24430000000000973</c:v>
                </c:pt>
                <c:pt idx="384">
                  <c:v>0.24389999999999645</c:v>
                </c:pt>
                <c:pt idx="385">
                  <c:v>0.24360000000001492</c:v>
                </c:pt>
                <c:pt idx="386">
                  <c:v>0.24329999999997654</c:v>
                </c:pt>
                <c:pt idx="387">
                  <c:v>0.2430999999999699</c:v>
                </c:pt>
                <c:pt idx="388">
                  <c:v>0.24279999999998836</c:v>
                </c:pt>
                <c:pt idx="389">
                  <c:v>0.24259999999998172</c:v>
                </c:pt>
                <c:pt idx="390">
                  <c:v>0.24239999999997508</c:v>
                </c:pt>
                <c:pt idx="391">
                  <c:v>0.24219999999996844</c:v>
                </c:pt>
                <c:pt idx="392">
                  <c:v>0.2419999999999618</c:v>
                </c:pt>
                <c:pt idx="393">
                  <c:v>0.2418999999999869</c:v>
                </c:pt>
                <c:pt idx="394">
                  <c:v>0.24169999999998026</c:v>
                </c:pt>
                <c:pt idx="395">
                  <c:v>0.24160000000000537</c:v>
                </c:pt>
                <c:pt idx="396">
                  <c:v>0.24139999999999873</c:v>
                </c:pt>
                <c:pt idx="397">
                  <c:v>0.24129999999996699</c:v>
                </c:pt>
                <c:pt idx="398">
                  <c:v>0.24119999999999209</c:v>
                </c:pt>
                <c:pt idx="399">
                  <c:v>0.24109999999996035</c:v>
                </c:pt>
                <c:pt idx="400">
                  <c:v>0.24099999999998545</c:v>
                </c:pt>
                <c:pt idx="401">
                  <c:v>0.24090000000001055</c:v>
                </c:pt>
                <c:pt idx="402">
                  <c:v>0.24090000000001055</c:v>
                </c:pt>
                <c:pt idx="403">
                  <c:v>0.24079999999997881</c:v>
                </c:pt>
                <c:pt idx="404">
                  <c:v>0.24070000000000391</c:v>
                </c:pt>
                <c:pt idx="405">
                  <c:v>0.24070000000000391</c:v>
                </c:pt>
                <c:pt idx="406">
                  <c:v>0.24059999999997217</c:v>
                </c:pt>
                <c:pt idx="407">
                  <c:v>0.24059999999997217</c:v>
                </c:pt>
                <c:pt idx="408">
                  <c:v>0.24049999999999727</c:v>
                </c:pt>
                <c:pt idx="409">
                  <c:v>0.24049999999999727</c:v>
                </c:pt>
                <c:pt idx="410">
                  <c:v>0.24039999999996553</c:v>
                </c:pt>
                <c:pt idx="411">
                  <c:v>0.24039999999996553</c:v>
                </c:pt>
                <c:pt idx="412">
                  <c:v>0.24029999999999063</c:v>
                </c:pt>
                <c:pt idx="413">
                  <c:v>0.24029999999999063</c:v>
                </c:pt>
                <c:pt idx="414">
                  <c:v>0.24029999999999063</c:v>
                </c:pt>
                <c:pt idx="415">
                  <c:v>0.24020000000001573</c:v>
                </c:pt>
                <c:pt idx="416">
                  <c:v>0.24020000000001573</c:v>
                </c:pt>
                <c:pt idx="417">
                  <c:v>0.24020000000001573</c:v>
                </c:pt>
                <c:pt idx="418">
                  <c:v>0.24020000000001573</c:v>
                </c:pt>
                <c:pt idx="419">
                  <c:v>0.24009999999998399</c:v>
                </c:pt>
                <c:pt idx="420">
                  <c:v>0.24009999999998399</c:v>
                </c:pt>
                <c:pt idx="421">
                  <c:v>0.24009999999998399</c:v>
                </c:pt>
                <c:pt idx="422">
                  <c:v>0.24009999999998399</c:v>
                </c:pt>
                <c:pt idx="423">
                  <c:v>0.24020000000001573</c:v>
                </c:pt>
                <c:pt idx="424">
                  <c:v>0.24020000000001573</c:v>
                </c:pt>
                <c:pt idx="425">
                  <c:v>0.24029999999999063</c:v>
                </c:pt>
                <c:pt idx="426">
                  <c:v>0.24039999999996553</c:v>
                </c:pt>
                <c:pt idx="427">
                  <c:v>0.24049999999999727</c:v>
                </c:pt>
                <c:pt idx="428">
                  <c:v>0.24049999999999727</c:v>
                </c:pt>
                <c:pt idx="429">
                  <c:v>0.24059999999997217</c:v>
                </c:pt>
                <c:pt idx="430">
                  <c:v>0.24059999999997217</c:v>
                </c:pt>
                <c:pt idx="431">
                  <c:v>0.24059999999997217</c:v>
                </c:pt>
                <c:pt idx="432">
                  <c:v>0.24070000000000391</c:v>
                </c:pt>
                <c:pt idx="433">
                  <c:v>0.24070000000000391</c:v>
                </c:pt>
                <c:pt idx="434">
                  <c:v>0.24079999999997881</c:v>
                </c:pt>
                <c:pt idx="435">
                  <c:v>0.24079999999997881</c:v>
                </c:pt>
                <c:pt idx="436">
                  <c:v>0.24079999999997881</c:v>
                </c:pt>
                <c:pt idx="437">
                  <c:v>0.24090000000001055</c:v>
                </c:pt>
                <c:pt idx="438">
                  <c:v>0.24090000000001055</c:v>
                </c:pt>
                <c:pt idx="439">
                  <c:v>0.24090000000001055</c:v>
                </c:pt>
                <c:pt idx="440">
                  <c:v>0.24090000000001055</c:v>
                </c:pt>
                <c:pt idx="441">
                  <c:v>0.24099999999998545</c:v>
                </c:pt>
                <c:pt idx="442">
                  <c:v>0.24099999999998545</c:v>
                </c:pt>
                <c:pt idx="443">
                  <c:v>0.24099999999998545</c:v>
                </c:pt>
                <c:pt idx="444">
                  <c:v>0.24099999999998545</c:v>
                </c:pt>
                <c:pt idx="445">
                  <c:v>0.24109999999996035</c:v>
                </c:pt>
                <c:pt idx="446">
                  <c:v>0.24109999999996035</c:v>
                </c:pt>
                <c:pt idx="447">
                  <c:v>0.24109999999996035</c:v>
                </c:pt>
                <c:pt idx="448">
                  <c:v>0.24109999999996035</c:v>
                </c:pt>
                <c:pt idx="449">
                  <c:v>0.24109999999996035</c:v>
                </c:pt>
                <c:pt idx="450">
                  <c:v>0.24119999999999209</c:v>
                </c:pt>
                <c:pt idx="451">
                  <c:v>0.24119999999999209</c:v>
                </c:pt>
                <c:pt idx="452">
                  <c:v>0.24119999999999209</c:v>
                </c:pt>
                <c:pt idx="453">
                  <c:v>0.24119999999999209</c:v>
                </c:pt>
                <c:pt idx="454">
                  <c:v>0.24119999999999209</c:v>
                </c:pt>
                <c:pt idx="455">
                  <c:v>0.24119999999999209</c:v>
                </c:pt>
                <c:pt idx="456">
                  <c:v>0.24119999999999209</c:v>
                </c:pt>
                <c:pt idx="457">
                  <c:v>0.24119999999999209</c:v>
                </c:pt>
                <c:pt idx="458">
                  <c:v>0.24119999999999209</c:v>
                </c:pt>
                <c:pt idx="459">
                  <c:v>0.24119999999999209</c:v>
                </c:pt>
                <c:pt idx="460">
                  <c:v>0.24129999999996699</c:v>
                </c:pt>
                <c:pt idx="461">
                  <c:v>0.24129999999996699</c:v>
                </c:pt>
                <c:pt idx="462">
                  <c:v>0.24129999999996699</c:v>
                </c:pt>
                <c:pt idx="463">
                  <c:v>0.24129999999996699</c:v>
                </c:pt>
                <c:pt idx="464">
                  <c:v>0.24129999999996699</c:v>
                </c:pt>
                <c:pt idx="465">
                  <c:v>0.24129999999996699</c:v>
                </c:pt>
                <c:pt idx="466">
                  <c:v>0.24129999999996699</c:v>
                </c:pt>
                <c:pt idx="467">
                  <c:v>0.24129999999996699</c:v>
                </c:pt>
                <c:pt idx="468">
                  <c:v>0.24129999999996699</c:v>
                </c:pt>
                <c:pt idx="469">
                  <c:v>0.24129999999996699</c:v>
                </c:pt>
                <c:pt idx="470">
                  <c:v>0.24129999999996699</c:v>
                </c:pt>
                <c:pt idx="471">
                  <c:v>0.24129999999996699</c:v>
                </c:pt>
                <c:pt idx="472">
                  <c:v>0.24129999999996699</c:v>
                </c:pt>
                <c:pt idx="473">
                  <c:v>0.24129999999996699</c:v>
                </c:pt>
                <c:pt idx="474">
                  <c:v>0.24099999999998545</c:v>
                </c:pt>
                <c:pt idx="475">
                  <c:v>0.24049999999999727</c:v>
                </c:pt>
                <c:pt idx="476">
                  <c:v>0.24000000000000909</c:v>
                </c:pt>
                <c:pt idx="477">
                  <c:v>0.23949999999996407</c:v>
                </c:pt>
                <c:pt idx="478">
                  <c:v>0.2389999999999759</c:v>
                </c:pt>
                <c:pt idx="479">
                  <c:v>0.23859999999996262</c:v>
                </c:pt>
                <c:pt idx="480">
                  <c:v>0.23829999999998108</c:v>
                </c:pt>
                <c:pt idx="481">
                  <c:v>0.2378999999999678</c:v>
                </c:pt>
                <c:pt idx="482">
                  <c:v>0.23759999999998627</c:v>
                </c:pt>
                <c:pt idx="483">
                  <c:v>0.23739999999997963</c:v>
                </c:pt>
                <c:pt idx="484">
                  <c:v>0.23709999999999809</c:v>
                </c:pt>
                <c:pt idx="485">
                  <c:v>0.23689999999999145</c:v>
                </c:pt>
                <c:pt idx="486">
                  <c:v>0.23660000000000991</c:v>
                </c:pt>
                <c:pt idx="487">
                  <c:v>0.23640000000000327</c:v>
                </c:pt>
                <c:pt idx="488">
                  <c:v>0.23619999999999663</c:v>
                </c:pt>
                <c:pt idx="489">
                  <c:v>0.23599999999999</c:v>
                </c:pt>
                <c:pt idx="490">
                  <c:v>0.23579999999998336</c:v>
                </c:pt>
                <c:pt idx="491">
                  <c:v>0.23570000000000846</c:v>
                </c:pt>
                <c:pt idx="492">
                  <c:v>0.23550000000000182</c:v>
                </c:pt>
                <c:pt idx="493">
                  <c:v>0.23529999999999518</c:v>
                </c:pt>
                <c:pt idx="494">
                  <c:v>0.23519999999996344</c:v>
                </c:pt>
                <c:pt idx="495">
                  <c:v>0.23500000000001364</c:v>
                </c:pt>
                <c:pt idx="496">
                  <c:v>0.2348999999999819</c:v>
                </c:pt>
                <c:pt idx="497">
                  <c:v>0.234800000000007</c:v>
                </c:pt>
                <c:pt idx="498">
                  <c:v>0.23469999999997526</c:v>
                </c:pt>
                <c:pt idx="499">
                  <c:v>0.23509999999998854</c:v>
                </c:pt>
                <c:pt idx="500">
                  <c:v>0.23649999999997817</c:v>
                </c:pt>
                <c:pt idx="501">
                  <c:v>0.23809999999997444</c:v>
                </c:pt>
                <c:pt idx="502">
                  <c:v>0.23959999999999582</c:v>
                </c:pt>
                <c:pt idx="503">
                  <c:v>0.24099999999998545</c:v>
                </c:pt>
                <c:pt idx="504">
                  <c:v>0.24219999999996844</c:v>
                </c:pt>
                <c:pt idx="505">
                  <c:v>0.24320000000000164</c:v>
                </c:pt>
                <c:pt idx="506">
                  <c:v>0.24410000000000309</c:v>
                </c:pt>
                <c:pt idx="507">
                  <c:v>0.24489999999997281</c:v>
                </c:pt>
                <c:pt idx="508">
                  <c:v>0.24559999999996762</c:v>
                </c:pt>
                <c:pt idx="509">
                  <c:v>0.24619999999998754</c:v>
                </c:pt>
                <c:pt idx="510">
                  <c:v>0.24680000000000746</c:v>
                </c:pt>
                <c:pt idx="511">
                  <c:v>0.24739999999997053</c:v>
                </c:pt>
                <c:pt idx="512">
                  <c:v>0.24790000000001555</c:v>
                </c:pt>
                <c:pt idx="513">
                  <c:v>0.24840000000000373</c:v>
                </c:pt>
                <c:pt idx="514">
                  <c:v>0.24889999999999191</c:v>
                </c:pt>
                <c:pt idx="515">
                  <c:v>0.24930000000000518</c:v>
                </c:pt>
                <c:pt idx="516">
                  <c:v>0.24969999999996162</c:v>
                </c:pt>
                <c:pt idx="517">
                  <c:v>0.25</c:v>
                </c:pt>
                <c:pt idx="518">
                  <c:v>0.25040000000001328</c:v>
                </c:pt>
                <c:pt idx="519">
                  <c:v>0.25069999999999482</c:v>
                </c:pt>
                <c:pt idx="520">
                  <c:v>0.25099999999997635</c:v>
                </c:pt>
                <c:pt idx="521">
                  <c:v>0.25130000000001473</c:v>
                </c:pt>
                <c:pt idx="522">
                  <c:v>0.25149999999996453</c:v>
                </c:pt>
                <c:pt idx="523">
                  <c:v>0.25180000000000291</c:v>
                </c:pt>
                <c:pt idx="524">
                  <c:v>0.25200000000000955</c:v>
                </c:pt>
                <c:pt idx="525">
                  <c:v>0.25220000000001619</c:v>
                </c:pt>
                <c:pt idx="526">
                  <c:v>0.25239999999996598</c:v>
                </c:pt>
                <c:pt idx="527">
                  <c:v>0.25259999999997262</c:v>
                </c:pt>
                <c:pt idx="528">
                  <c:v>0.25279999999997926</c:v>
                </c:pt>
                <c:pt idx="529">
                  <c:v>0.25279999999997926</c:v>
                </c:pt>
                <c:pt idx="530">
                  <c:v>0.25209999999998445</c:v>
                </c:pt>
                <c:pt idx="531">
                  <c:v>0.25099999999997635</c:v>
                </c:pt>
                <c:pt idx="532">
                  <c:v>0.24989999999996826</c:v>
                </c:pt>
              </c:numCache>
            </c:numRef>
          </c:yVal>
          <c:smooth val="1"/>
          <c:extLst>
            <c:ext xmlns:c16="http://schemas.microsoft.com/office/drawing/2014/chart" uri="{C3380CC4-5D6E-409C-BE32-E72D297353CC}">
              <c16:uniqueId val="{00000033-4233-4E9D-9D6D-D06060CC9530}"/>
            </c:ext>
          </c:extLst>
        </c:ser>
        <c:ser>
          <c:idx val="52"/>
          <c:order val="52"/>
          <c:tx>
            <c:strRef>
              <c:f>PM50000_Temps_oc5l2_50000!$BDC$1</c:f>
              <c:strCache>
                <c:ptCount val="1"/>
                <c:pt idx="0">
                  <c:v>TELE_PM_INTERIOR.54</c:v>
                </c:pt>
              </c:strCache>
            </c:strRef>
          </c:tx>
          <c:spPr>
            <a:ln w="19050" cap="rnd">
              <a:solidFill>
                <a:schemeClr val="accent5">
                  <a:lumMod val="50000"/>
                  <a:lumOff val="50000"/>
                </a:schemeClr>
              </a:solidFill>
              <a:round/>
            </a:ln>
            <a:effectLst/>
          </c:spPr>
          <c:marker>
            <c:symbol val="circle"/>
            <c:size val="5"/>
            <c:spPr>
              <a:solidFill>
                <a:schemeClr val="accent5">
                  <a:lumMod val="50000"/>
                  <a:lumOff val="50000"/>
                </a:schemeClr>
              </a:solidFill>
              <a:ln w="9525">
                <a:solidFill>
                  <a:schemeClr val="accent5">
                    <a:lumMod val="50000"/>
                    <a:lumOff val="5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PM50000_Temps_oc5l2_50000!$BDC$2:$BDC$536</c:f>
              <c:numCache>
                <c:formatCode>General</c:formatCode>
                <c:ptCount val="533"/>
                <c:pt idx="0">
                  <c:v>0</c:v>
                </c:pt>
                <c:pt idx="1">
                  <c:v>1.6099999999994452E-2</c:v>
                </c:pt>
                <c:pt idx="2">
                  <c:v>3.8399999999967349E-2</c:v>
                </c:pt>
                <c:pt idx="3">
                  <c:v>5.8999999999969077E-2</c:v>
                </c:pt>
                <c:pt idx="4">
                  <c:v>7.6999999999998181E-2</c:v>
                </c:pt>
                <c:pt idx="5">
                  <c:v>9.2600000000004457E-2</c:v>
                </c:pt>
                <c:pt idx="6">
                  <c:v>0.10609999999996944</c:v>
                </c:pt>
                <c:pt idx="7">
                  <c:v>0.11789999999996326</c:v>
                </c:pt>
                <c:pt idx="8">
                  <c:v>0.12819999999999254</c:v>
                </c:pt>
                <c:pt idx="9">
                  <c:v>0.13740000000001373</c:v>
                </c:pt>
                <c:pt idx="10">
                  <c:v>0.14560000000000173</c:v>
                </c:pt>
                <c:pt idx="11">
                  <c:v>0.15289999999998827</c:v>
                </c:pt>
                <c:pt idx="12">
                  <c:v>0.15960000000001173</c:v>
                </c:pt>
                <c:pt idx="13">
                  <c:v>0.16559999999998354</c:v>
                </c:pt>
                <c:pt idx="14">
                  <c:v>0.17109999999996717</c:v>
                </c:pt>
                <c:pt idx="15">
                  <c:v>0.17609999999996262</c:v>
                </c:pt>
                <c:pt idx="16">
                  <c:v>0.1805999999999699</c:v>
                </c:pt>
                <c:pt idx="17">
                  <c:v>0.18479999999999563</c:v>
                </c:pt>
                <c:pt idx="18">
                  <c:v>0.18860000000000809</c:v>
                </c:pt>
                <c:pt idx="19">
                  <c:v>0.19200000000000728</c:v>
                </c:pt>
                <c:pt idx="20">
                  <c:v>0.19519999999999982</c:v>
                </c:pt>
                <c:pt idx="21">
                  <c:v>0.19799999999997908</c:v>
                </c:pt>
                <c:pt idx="22">
                  <c:v>0.20069999999998345</c:v>
                </c:pt>
                <c:pt idx="23">
                  <c:v>0.20310000000000628</c:v>
                </c:pt>
                <c:pt idx="24">
                  <c:v>0.20529999999996562</c:v>
                </c:pt>
                <c:pt idx="25">
                  <c:v>0.20729999999997517</c:v>
                </c:pt>
                <c:pt idx="26">
                  <c:v>0.20929999999998472</c:v>
                </c:pt>
                <c:pt idx="27">
                  <c:v>0.21199999999998909</c:v>
                </c:pt>
                <c:pt idx="28">
                  <c:v>0.21499999999997499</c:v>
                </c:pt>
                <c:pt idx="29">
                  <c:v>0.21800000000001774</c:v>
                </c:pt>
                <c:pt idx="30">
                  <c:v>0.22069999999996526</c:v>
                </c:pt>
                <c:pt idx="31">
                  <c:v>0.22319999999996298</c:v>
                </c:pt>
                <c:pt idx="32">
                  <c:v>0.22539999999997917</c:v>
                </c:pt>
                <c:pt idx="33">
                  <c:v>0.22739999999998872</c:v>
                </c:pt>
                <c:pt idx="34">
                  <c:v>0.22919999999999163</c:v>
                </c:pt>
                <c:pt idx="35">
                  <c:v>0.2307999999999879</c:v>
                </c:pt>
                <c:pt idx="36">
                  <c:v>0.23230000000000928</c:v>
                </c:pt>
                <c:pt idx="37">
                  <c:v>0.23369999999999891</c:v>
                </c:pt>
                <c:pt idx="38">
                  <c:v>0.23500000000001364</c:v>
                </c:pt>
                <c:pt idx="39">
                  <c:v>0.23609999999996489</c:v>
                </c:pt>
                <c:pt idx="40">
                  <c:v>0.23719999999997299</c:v>
                </c:pt>
                <c:pt idx="41">
                  <c:v>0.23820000000000618</c:v>
                </c:pt>
                <c:pt idx="42">
                  <c:v>0.23910000000000764</c:v>
                </c:pt>
                <c:pt idx="43">
                  <c:v>0.24000000000000909</c:v>
                </c:pt>
                <c:pt idx="44">
                  <c:v>0.24079999999997881</c:v>
                </c:pt>
                <c:pt idx="45">
                  <c:v>0.24149999999997362</c:v>
                </c:pt>
                <c:pt idx="46">
                  <c:v>0.24219999999996844</c:v>
                </c:pt>
                <c:pt idx="47">
                  <c:v>0.24279999999998836</c:v>
                </c:pt>
                <c:pt idx="48">
                  <c:v>0.24340000000000828</c:v>
                </c:pt>
                <c:pt idx="49">
                  <c:v>0.24399999999997135</c:v>
                </c:pt>
                <c:pt idx="50">
                  <c:v>0.24450000000001637</c:v>
                </c:pt>
                <c:pt idx="51">
                  <c:v>0.24489999999997281</c:v>
                </c:pt>
                <c:pt idx="52">
                  <c:v>0.24540000000001783</c:v>
                </c:pt>
                <c:pt idx="53">
                  <c:v>0.24579999999997426</c:v>
                </c:pt>
                <c:pt idx="54">
                  <c:v>0.24619999999998754</c:v>
                </c:pt>
                <c:pt idx="55">
                  <c:v>0.24649999999996908</c:v>
                </c:pt>
                <c:pt idx="56">
                  <c:v>0.24680000000000746</c:v>
                </c:pt>
                <c:pt idx="57">
                  <c:v>0.24669999999997572</c:v>
                </c:pt>
                <c:pt idx="58">
                  <c:v>0.2459999999999809</c:v>
                </c:pt>
                <c:pt idx="59">
                  <c:v>0.24500000000000455</c:v>
                </c:pt>
                <c:pt idx="60">
                  <c:v>0.24410000000000309</c:v>
                </c:pt>
                <c:pt idx="61">
                  <c:v>0.24329999999997654</c:v>
                </c:pt>
                <c:pt idx="62">
                  <c:v>0.24259999999998172</c:v>
                </c:pt>
                <c:pt idx="63">
                  <c:v>0.24200000000001864</c:v>
                </c:pt>
                <c:pt idx="64">
                  <c:v>0.24149999999997362</c:v>
                </c:pt>
                <c:pt idx="65">
                  <c:v>0.24099999999998545</c:v>
                </c:pt>
                <c:pt idx="66">
                  <c:v>0.24059999999997217</c:v>
                </c:pt>
                <c:pt idx="67">
                  <c:v>0.24029999999999063</c:v>
                </c:pt>
                <c:pt idx="68">
                  <c:v>0.23989999999997735</c:v>
                </c:pt>
                <c:pt idx="69">
                  <c:v>0.23959999999999582</c:v>
                </c:pt>
                <c:pt idx="70">
                  <c:v>0.23939999999998918</c:v>
                </c:pt>
                <c:pt idx="71">
                  <c:v>0.23910000000000764</c:v>
                </c:pt>
                <c:pt idx="72">
                  <c:v>0.238900000000001</c:v>
                </c:pt>
                <c:pt idx="73">
                  <c:v>0.23869999999999436</c:v>
                </c:pt>
                <c:pt idx="74">
                  <c:v>0.23849999999998772</c:v>
                </c:pt>
                <c:pt idx="75">
                  <c:v>0.23829999999998108</c:v>
                </c:pt>
                <c:pt idx="76">
                  <c:v>0.23809999999997444</c:v>
                </c:pt>
                <c:pt idx="77">
                  <c:v>0.23799999999999955</c:v>
                </c:pt>
                <c:pt idx="78">
                  <c:v>0.23779999999999291</c:v>
                </c:pt>
                <c:pt idx="79">
                  <c:v>0.23770000000001801</c:v>
                </c:pt>
                <c:pt idx="80">
                  <c:v>0.23759999999998627</c:v>
                </c:pt>
                <c:pt idx="81">
                  <c:v>0.23750000000001137</c:v>
                </c:pt>
                <c:pt idx="82">
                  <c:v>0.23739999999997963</c:v>
                </c:pt>
                <c:pt idx="83">
                  <c:v>0.23730000000000473</c:v>
                </c:pt>
                <c:pt idx="84">
                  <c:v>0.23719999999997299</c:v>
                </c:pt>
                <c:pt idx="85">
                  <c:v>0.23709999999999809</c:v>
                </c:pt>
                <c:pt idx="86">
                  <c:v>0.23699999999996635</c:v>
                </c:pt>
                <c:pt idx="87">
                  <c:v>0.23699999999996635</c:v>
                </c:pt>
                <c:pt idx="88">
                  <c:v>0.23689999999999145</c:v>
                </c:pt>
                <c:pt idx="89">
                  <c:v>0.23680000000001655</c:v>
                </c:pt>
                <c:pt idx="90">
                  <c:v>0.23680000000001655</c:v>
                </c:pt>
                <c:pt idx="91">
                  <c:v>0.23669999999998481</c:v>
                </c:pt>
                <c:pt idx="92">
                  <c:v>0.23669999999998481</c:v>
                </c:pt>
                <c:pt idx="93">
                  <c:v>0.23660000000000991</c:v>
                </c:pt>
                <c:pt idx="94">
                  <c:v>0.23660000000000991</c:v>
                </c:pt>
                <c:pt idx="95">
                  <c:v>0.23660000000000991</c:v>
                </c:pt>
                <c:pt idx="96">
                  <c:v>0.23649999999997817</c:v>
                </c:pt>
                <c:pt idx="97">
                  <c:v>0.23649999999997817</c:v>
                </c:pt>
                <c:pt idx="98">
                  <c:v>0.23649999999997817</c:v>
                </c:pt>
                <c:pt idx="99">
                  <c:v>0.23640000000000327</c:v>
                </c:pt>
                <c:pt idx="100">
                  <c:v>0.23640000000000327</c:v>
                </c:pt>
                <c:pt idx="101">
                  <c:v>0.23640000000000327</c:v>
                </c:pt>
                <c:pt idx="102">
                  <c:v>0.23640000000000327</c:v>
                </c:pt>
                <c:pt idx="103">
                  <c:v>0.23629999999997153</c:v>
                </c:pt>
                <c:pt idx="104">
                  <c:v>0.23629999999997153</c:v>
                </c:pt>
                <c:pt idx="105">
                  <c:v>0.23629999999997153</c:v>
                </c:pt>
                <c:pt idx="106">
                  <c:v>0.23629999999997153</c:v>
                </c:pt>
                <c:pt idx="107">
                  <c:v>0.23629999999997153</c:v>
                </c:pt>
                <c:pt idx="108">
                  <c:v>0.23629999999997153</c:v>
                </c:pt>
                <c:pt idx="109">
                  <c:v>0.23640000000000327</c:v>
                </c:pt>
                <c:pt idx="110">
                  <c:v>0.23649999999997817</c:v>
                </c:pt>
                <c:pt idx="111">
                  <c:v>0.23649999999997817</c:v>
                </c:pt>
                <c:pt idx="112">
                  <c:v>0.23660000000000991</c:v>
                </c:pt>
                <c:pt idx="113">
                  <c:v>0.23660000000000991</c:v>
                </c:pt>
                <c:pt idx="114">
                  <c:v>0.23669999999998481</c:v>
                </c:pt>
                <c:pt idx="115">
                  <c:v>0.23669999999998481</c:v>
                </c:pt>
                <c:pt idx="116">
                  <c:v>0.23680000000001655</c:v>
                </c:pt>
                <c:pt idx="117">
                  <c:v>0.23680000000001655</c:v>
                </c:pt>
                <c:pt idx="118">
                  <c:v>0.23689999999999145</c:v>
                </c:pt>
                <c:pt idx="119">
                  <c:v>0.23689999999999145</c:v>
                </c:pt>
                <c:pt idx="120">
                  <c:v>0.23689999999999145</c:v>
                </c:pt>
                <c:pt idx="121">
                  <c:v>0.23699999999996635</c:v>
                </c:pt>
                <c:pt idx="122">
                  <c:v>0.23699999999996635</c:v>
                </c:pt>
                <c:pt idx="123">
                  <c:v>0.23699999999996635</c:v>
                </c:pt>
                <c:pt idx="124">
                  <c:v>0.23699999999996635</c:v>
                </c:pt>
                <c:pt idx="125">
                  <c:v>0.23709999999999809</c:v>
                </c:pt>
                <c:pt idx="126">
                  <c:v>0.23709999999999809</c:v>
                </c:pt>
                <c:pt idx="127">
                  <c:v>0.23709999999999809</c:v>
                </c:pt>
                <c:pt idx="128">
                  <c:v>0.23709999999999809</c:v>
                </c:pt>
                <c:pt idx="129">
                  <c:v>0.23719999999997299</c:v>
                </c:pt>
                <c:pt idx="130">
                  <c:v>0.23719999999997299</c:v>
                </c:pt>
                <c:pt idx="131">
                  <c:v>0.23719999999997299</c:v>
                </c:pt>
                <c:pt idx="132">
                  <c:v>0.23719999999997299</c:v>
                </c:pt>
                <c:pt idx="133">
                  <c:v>0.23719999999997299</c:v>
                </c:pt>
                <c:pt idx="134">
                  <c:v>0.23730000000000473</c:v>
                </c:pt>
                <c:pt idx="135">
                  <c:v>0.23730000000000473</c:v>
                </c:pt>
                <c:pt idx="136">
                  <c:v>0.23730000000000473</c:v>
                </c:pt>
                <c:pt idx="137">
                  <c:v>0.23730000000000473</c:v>
                </c:pt>
                <c:pt idx="138">
                  <c:v>0.23730000000000473</c:v>
                </c:pt>
                <c:pt idx="139">
                  <c:v>0.23730000000000473</c:v>
                </c:pt>
                <c:pt idx="140">
                  <c:v>0.23730000000000473</c:v>
                </c:pt>
                <c:pt idx="141">
                  <c:v>0.23730000000000473</c:v>
                </c:pt>
                <c:pt idx="142">
                  <c:v>0.23739999999997963</c:v>
                </c:pt>
                <c:pt idx="143">
                  <c:v>0.23739999999997963</c:v>
                </c:pt>
                <c:pt idx="144">
                  <c:v>0.23739999999997963</c:v>
                </c:pt>
                <c:pt idx="145">
                  <c:v>0.23739999999997963</c:v>
                </c:pt>
                <c:pt idx="146">
                  <c:v>0.23739999999997963</c:v>
                </c:pt>
                <c:pt idx="147">
                  <c:v>0.23739999999997963</c:v>
                </c:pt>
                <c:pt idx="148">
                  <c:v>0.23739999999997963</c:v>
                </c:pt>
                <c:pt idx="149">
                  <c:v>0.23739999999997963</c:v>
                </c:pt>
                <c:pt idx="150">
                  <c:v>0.23739999999997963</c:v>
                </c:pt>
                <c:pt idx="151">
                  <c:v>0.23739999999997963</c:v>
                </c:pt>
                <c:pt idx="152">
                  <c:v>0.23739999999997963</c:v>
                </c:pt>
                <c:pt idx="153">
                  <c:v>0.23739999999997963</c:v>
                </c:pt>
                <c:pt idx="154">
                  <c:v>0.23739999999997963</c:v>
                </c:pt>
                <c:pt idx="155">
                  <c:v>0.23739999999997963</c:v>
                </c:pt>
                <c:pt idx="156">
                  <c:v>0.23739999999997963</c:v>
                </c:pt>
                <c:pt idx="157">
                  <c:v>0.23739999999997963</c:v>
                </c:pt>
                <c:pt idx="158">
                  <c:v>0.23730000000000473</c:v>
                </c:pt>
                <c:pt idx="159">
                  <c:v>0.23680000000001655</c:v>
                </c:pt>
                <c:pt idx="160">
                  <c:v>0.23640000000000327</c:v>
                </c:pt>
                <c:pt idx="161">
                  <c:v>0.2359000000000151</c:v>
                </c:pt>
                <c:pt idx="162">
                  <c:v>0.23550000000000182</c:v>
                </c:pt>
                <c:pt idx="163">
                  <c:v>0.23509999999998854</c:v>
                </c:pt>
                <c:pt idx="164">
                  <c:v>0.23469999999997526</c:v>
                </c:pt>
                <c:pt idx="165">
                  <c:v>0.23439999999999372</c:v>
                </c:pt>
                <c:pt idx="166">
                  <c:v>0.23410000000001219</c:v>
                </c:pt>
                <c:pt idx="167">
                  <c:v>0.23379999999997381</c:v>
                </c:pt>
                <c:pt idx="168">
                  <c:v>0.23359999999996717</c:v>
                </c:pt>
                <c:pt idx="169">
                  <c:v>0.23329999999998563</c:v>
                </c:pt>
                <c:pt idx="170">
                  <c:v>0.23309999999997899</c:v>
                </c:pt>
                <c:pt idx="171">
                  <c:v>0.23289999999997235</c:v>
                </c:pt>
                <c:pt idx="172">
                  <c:v>0.23269999999996571</c:v>
                </c:pt>
                <c:pt idx="173">
                  <c:v>0.23250000000001592</c:v>
                </c:pt>
                <c:pt idx="174">
                  <c:v>0.23230000000000928</c:v>
                </c:pt>
                <c:pt idx="175">
                  <c:v>0.23210000000000264</c:v>
                </c:pt>
                <c:pt idx="176">
                  <c:v>0.231899999999996</c:v>
                </c:pt>
                <c:pt idx="177">
                  <c:v>0.23179999999996426</c:v>
                </c:pt>
                <c:pt idx="178">
                  <c:v>0.23160000000001446</c:v>
                </c:pt>
                <c:pt idx="179">
                  <c:v>0.23149999999998272</c:v>
                </c:pt>
                <c:pt idx="180">
                  <c:v>0.23140000000000782</c:v>
                </c:pt>
                <c:pt idx="181">
                  <c:v>0.23120000000000118</c:v>
                </c:pt>
                <c:pt idx="182">
                  <c:v>0.23109999999996944</c:v>
                </c:pt>
                <c:pt idx="183">
                  <c:v>0.23120000000000118</c:v>
                </c:pt>
                <c:pt idx="184">
                  <c:v>0.23230000000000928</c:v>
                </c:pt>
                <c:pt idx="185">
                  <c:v>0.23369999999999891</c:v>
                </c:pt>
                <c:pt idx="186">
                  <c:v>0.23509999999998854</c:v>
                </c:pt>
                <c:pt idx="187">
                  <c:v>0.23649999999997817</c:v>
                </c:pt>
                <c:pt idx="188">
                  <c:v>0.23759999999998627</c:v>
                </c:pt>
                <c:pt idx="189">
                  <c:v>0.23859999999996262</c:v>
                </c:pt>
                <c:pt idx="190">
                  <c:v>0.23949999999996407</c:v>
                </c:pt>
                <c:pt idx="191">
                  <c:v>0.24039999999996553</c:v>
                </c:pt>
                <c:pt idx="192">
                  <c:v>0.24110000000001719</c:v>
                </c:pt>
                <c:pt idx="193">
                  <c:v>0.24180000000001201</c:v>
                </c:pt>
                <c:pt idx="194">
                  <c:v>0.24239999999997508</c:v>
                </c:pt>
                <c:pt idx="195">
                  <c:v>0.242999999999995</c:v>
                </c:pt>
                <c:pt idx="196">
                  <c:v>0.24349999999998317</c:v>
                </c:pt>
                <c:pt idx="197">
                  <c:v>0.24399999999997135</c:v>
                </c:pt>
                <c:pt idx="198">
                  <c:v>0.24439999999998463</c:v>
                </c:pt>
                <c:pt idx="199">
                  <c:v>0.24489999999997281</c:v>
                </c:pt>
                <c:pt idx="200">
                  <c:v>0.24529999999998608</c:v>
                </c:pt>
                <c:pt idx="201">
                  <c:v>0.24569999999999936</c:v>
                </c:pt>
                <c:pt idx="202">
                  <c:v>0.2459999999999809</c:v>
                </c:pt>
                <c:pt idx="203">
                  <c:v>0.24630000000001928</c:v>
                </c:pt>
                <c:pt idx="204">
                  <c:v>0.24660000000000082</c:v>
                </c:pt>
                <c:pt idx="205">
                  <c:v>0.24689999999998236</c:v>
                </c:pt>
                <c:pt idx="206">
                  <c:v>0.24719999999996389</c:v>
                </c:pt>
                <c:pt idx="207">
                  <c:v>0.24750000000000227</c:v>
                </c:pt>
                <c:pt idx="208">
                  <c:v>0.24770000000000891</c:v>
                </c:pt>
                <c:pt idx="209">
                  <c:v>0.24790000000001555</c:v>
                </c:pt>
                <c:pt idx="210">
                  <c:v>0.24809999999996535</c:v>
                </c:pt>
                <c:pt idx="211">
                  <c:v>0.24829999999997199</c:v>
                </c:pt>
                <c:pt idx="212">
                  <c:v>0.24849999999997863</c:v>
                </c:pt>
                <c:pt idx="213">
                  <c:v>0.24860000000001037</c:v>
                </c:pt>
                <c:pt idx="214">
                  <c:v>0.24829999999997199</c:v>
                </c:pt>
                <c:pt idx="215">
                  <c:v>0.24739999999997053</c:v>
                </c:pt>
                <c:pt idx="216">
                  <c:v>0.24630000000001928</c:v>
                </c:pt>
                <c:pt idx="217">
                  <c:v>0.24529999999998608</c:v>
                </c:pt>
                <c:pt idx="218">
                  <c:v>0.24439999999998463</c:v>
                </c:pt>
                <c:pt idx="219">
                  <c:v>0.24360000000001492</c:v>
                </c:pt>
                <c:pt idx="220">
                  <c:v>0.242999999999995</c:v>
                </c:pt>
                <c:pt idx="221">
                  <c:v>0.24239999999997508</c:v>
                </c:pt>
                <c:pt idx="222">
                  <c:v>0.2418999999999869</c:v>
                </c:pt>
                <c:pt idx="223">
                  <c:v>0.24139999999999873</c:v>
                </c:pt>
                <c:pt idx="224">
                  <c:v>0.24099999999998545</c:v>
                </c:pt>
                <c:pt idx="225">
                  <c:v>0.24059999999997217</c:v>
                </c:pt>
                <c:pt idx="226">
                  <c:v>0.24020000000001573</c:v>
                </c:pt>
                <c:pt idx="227">
                  <c:v>0.23989999999997735</c:v>
                </c:pt>
                <c:pt idx="228">
                  <c:v>0.23959999999999582</c:v>
                </c:pt>
                <c:pt idx="229">
                  <c:v>0.23939999999998918</c:v>
                </c:pt>
                <c:pt idx="230">
                  <c:v>0.23910000000000764</c:v>
                </c:pt>
                <c:pt idx="231">
                  <c:v>0.238900000000001</c:v>
                </c:pt>
                <c:pt idx="232">
                  <c:v>0.23869999999999436</c:v>
                </c:pt>
                <c:pt idx="233">
                  <c:v>0.23849999999998772</c:v>
                </c:pt>
                <c:pt idx="234">
                  <c:v>0.23829999999998108</c:v>
                </c:pt>
                <c:pt idx="235">
                  <c:v>0.23809999999997444</c:v>
                </c:pt>
                <c:pt idx="236">
                  <c:v>0.23799999999999955</c:v>
                </c:pt>
                <c:pt idx="237">
                  <c:v>0.23779999999999291</c:v>
                </c:pt>
                <c:pt idx="238">
                  <c:v>0.23770000000001801</c:v>
                </c:pt>
                <c:pt idx="239">
                  <c:v>0.23759999999998627</c:v>
                </c:pt>
                <c:pt idx="240">
                  <c:v>0.23750000000001137</c:v>
                </c:pt>
                <c:pt idx="241">
                  <c:v>0.23739999999997963</c:v>
                </c:pt>
                <c:pt idx="242">
                  <c:v>0.23730000000000473</c:v>
                </c:pt>
                <c:pt idx="243">
                  <c:v>0.23719999999997299</c:v>
                </c:pt>
                <c:pt idx="244">
                  <c:v>0.23709999999999809</c:v>
                </c:pt>
                <c:pt idx="245">
                  <c:v>0.23699999999996635</c:v>
                </c:pt>
                <c:pt idx="246">
                  <c:v>0.23699999999996635</c:v>
                </c:pt>
                <c:pt idx="247">
                  <c:v>0.23689999999999145</c:v>
                </c:pt>
                <c:pt idx="248">
                  <c:v>0.23680000000001655</c:v>
                </c:pt>
                <c:pt idx="249">
                  <c:v>0.23680000000001655</c:v>
                </c:pt>
                <c:pt idx="250">
                  <c:v>0.23669999999998481</c:v>
                </c:pt>
                <c:pt idx="251">
                  <c:v>0.23669999999998481</c:v>
                </c:pt>
                <c:pt idx="252">
                  <c:v>0.23660000000000991</c:v>
                </c:pt>
                <c:pt idx="253">
                  <c:v>0.23660000000000991</c:v>
                </c:pt>
                <c:pt idx="254">
                  <c:v>0.23660000000000991</c:v>
                </c:pt>
                <c:pt idx="255">
                  <c:v>0.23649999999997817</c:v>
                </c:pt>
                <c:pt idx="256">
                  <c:v>0.23649999999997817</c:v>
                </c:pt>
                <c:pt idx="257">
                  <c:v>0.23649999999997817</c:v>
                </c:pt>
                <c:pt idx="258">
                  <c:v>0.23640000000000327</c:v>
                </c:pt>
                <c:pt idx="259">
                  <c:v>0.23640000000000327</c:v>
                </c:pt>
                <c:pt idx="260">
                  <c:v>0.23640000000000327</c:v>
                </c:pt>
                <c:pt idx="261">
                  <c:v>0.23640000000000327</c:v>
                </c:pt>
                <c:pt idx="262">
                  <c:v>0.23629999999997153</c:v>
                </c:pt>
                <c:pt idx="263">
                  <c:v>0.23629999999997153</c:v>
                </c:pt>
                <c:pt idx="264">
                  <c:v>0.23629999999997153</c:v>
                </c:pt>
                <c:pt idx="265">
                  <c:v>0.23640000000000327</c:v>
                </c:pt>
                <c:pt idx="266">
                  <c:v>0.23640000000000327</c:v>
                </c:pt>
                <c:pt idx="267">
                  <c:v>0.23649999999997817</c:v>
                </c:pt>
                <c:pt idx="268">
                  <c:v>0.23660000000000991</c:v>
                </c:pt>
                <c:pt idx="269">
                  <c:v>0.23660000000000991</c:v>
                </c:pt>
                <c:pt idx="270">
                  <c:v>0.23669999999998481</c:v>
                </c:pt>
                <c:pt idx="271">
                  <c:v>0.23669999999998481</c:v>
                </c:pt>
                <c:pt idx="272">
                  <c:v>0.23680000000001655</c:v>
                </c:pt>
                <c:pt idx="273">
                  <c:v>0.23680000000001655</c:v>
                </c:pt>
                <c:pt idx="274">
                  <c:v>0.23680000000001655</c:v>
                </c:pt>
                <c:pt idx="275">
                  <c:v>0.23689999999999145</c:v>
                </c:pt>
                <c:pt idx="276">
                  <c:v>0.23689999999999145</c:v>
                </c:pt>
                <c:pt idx="277">
                  <c:v>0.23689999999999145</c:v>
                </c:pt>
                <c:pt idx="278">
                  <c:v>0.23699999999996635</c:v>
                </c:pt>
                <c:pt idx="279">
                  <c:v>0.23699999999996635</c:v>
                </c:pt>
                <c:pt idx="280">
                  <c:v>0.23699999999996635</c:v>
                </c:pt>
                <c:pt idx="281">
                  <c:v>0.23709999999999809</c:v>
                </c:pt>
                <c:pt idx="282">
                  <c:v>0.23709999999999809</c:v>
                </c:pt>
                <c:pt idx="283">
                  <c:v>0.23709999999999809</c:v>
                </c:pt>
                <c:pt idx="284">
                  <c:v>0.23709999999999809</c:v>
                </c:pt>
                <c:pt idx="285">
                  <c:v>0.23719999999997299</c:v>
                </c:pt>
                <c:pt idx="286">
                  <c:v>0.23719999999997299</c:v>
                </c:pt>
                <c:pt idx="287">
                  <c:v>0.23719999999997299</c:v>
                </c:pt>
                <c:pt idx="288">
                  <c:v>0.23719999999997299</c:v>
                </c:pt>
                <c:pt idx="289">
                  <c:v>0.23719999999997299</c:v>
                </c:pt>
                <c:pt idx="290">
                  <c:v>0.23719999999997299</c:v>
                </c:pt>
                <c:pt idx="291">
                  <c:v>0.23730000000000473</c:v>
                </c:pt>
                <c:pt idx="292">
                  <c:v>0.23730000000000473</c:v>
                </c:pt>
                <c:pt idx="293">
                  <c:v>0.23730000000000473</c:v>
                </c:pt>
                <c:pt idx="294">
                  <c:v>0.23730000000000473</c:v>
                </c:pt>
                <c:pt idx="295">
                  <c:v>0.23730000000000473</c:v>
                </c:pt>
                <c:pt idx="296">
                  <c:v>0.23730000000000473</c:v>
                </c:pt>
                <c:pt idx="297">
                  <c:v>0.23730000000000473</c:v>
                </c:pt>
                <c:pt idx="298">
                  <c:v>0.23739999999997963</c:v>
                </c:pt>
                <c:pt idx="299">
                  <c:v>0.23739999999997963</c:v>
                </c:pt>
                <c:pt idx="300">
                  <c:v>0.23739999999997963</c:v>
                </c:pt>
                <c:pt idx="301">
                  <c:v>0.23739999999997963</c:v>
                </c:pt>
                <c:pt idx="302">
                  <c:v>0.23739999999997963</c:v>
                </c:pt>
                <c:pt idx="303">
                  <c:v>0.23739999999997963</c:v>
                </c:pt>
                <c:pt idx="304">
                  <c:v>0.23739999999997963</c:v>
                </c:pt>
                <c:pt idx="305">
                  <c:v>0.23739999999997963</c:v>
                </c:pt>
                <c:pt idx="306">
                  <c:v>0.23739999999997963</c:v>
                </c:pt>
                <c:pt idx="307">
                  <c:v>0.23739999999997963</c:v>
                </c:pt>
                <c:pt idx="308">
                  <c:v>0.23739999999997963</c:v>
                </c:pt>
                <c:pt idx="309">
                  <c:v>0.23739999999997963</c:v>
                </c:pt>
                <c:pt idx="310">
                  <c:v>0.23739999999997963</c:v>
                </c:pt>
                <c:pt idx="311">
                  <c:v>0.23739999999997963</c:v>
                </c:pt>
                <c:pt idx="312">
                  <c:v>0.23739999999997963</c:v>
                </c:pt>
                <c:pt idx="313">
                  <c:v>0.23739999999997963</c:v>
                </c:pt>
                <c:pt idx="314">
                  <c:v>0.23739999999997963</c:v>
                </c:pt>
                <c:pt idx="315">
                  <c:v>0.23719999999997299</c:v>
                </c:pt>
                <c:pt idx="316">
                  <c:v>0.23680000000001655</c:v>
                </c:pt>
                <c:pt idx="317">
                  <c:v>0.23629999999997153</c:v>
                </c:pt>
                <c:pt idx="318">
                  <c:v>0.23579999999998336</c:v>
                </c:pt>
                <c:pt idx="319">
                  <c:v>0.23539999999997008</c:v>
                </c:pt>
                <c:pt idx="320">
                  <c:v>0.23500000000001364</c:v>
                </c:pt>
                <c:pt idx="321">
                  <c:v>0.23469999999997526</c:v>
                </c:pt>
                <c:pt idx="322">
                  <c:v>0.23439999999999372</c:v>
                </c:pt>
                <c:pt idx="323">
                  <c:v>0.23410000000001219</c:v>
                </c:pt>
                <c:pt idx="324">
                  <c:v>0.23379999999997381</c:v>
                </c:pt>
                <c:pt idx="325">
                  <c:v>0.23349999999999227</c:v>
                </c:pt>
                <c:pt idx="326">
                  <c:v>0.23329999999998563</c:v>
                </c:pt>
                <c:pt idx="327">
                  <c:v>0.23309999999997899</c:v>
                </c:pt>
                <c:pt idx="328">
                  <c:v>0.23279999999999745</c:v>
                </c:pt>
                <c:pt idx="329">
                  <c:v>0.23259999999999081</c:v>
                </c:pt>
                <c:pt idx="330">
                  <c:v>0.23239999999998417</c:v>
                </c:pt>
                <c:pt idx="331">
                  <c:v>0.23230000000000928</c:v>
                </c:pt>
                <c:pt idx="332">
                  <c:v>0.23210000000000264</c:v>
                </c:pt>
                <c:pt idx="333">
                  <c:v>0.231899999999996</c:v>
                </c:pt>
                <c:pt idx="334">
                  <c:v>0.23179999999996426</c:v>
                </c:pt>
                <c:pt idx="335">
                  <c:v>0.23160000000001446</c:v>
                </c:pt>
                <c:pt idx="336">
                  <c:v>0.23149999999998272</c:v>
                </c:pt>
                <c:pt idx="337">
                  <c:v>0.23129999999997608</c:v>
                </c:pt>
                <c:pt idx="338">
                  <c:v>0.23120000000000118</c:v>
                </c:pt>
                <c:pt idx="339">
                  <c:v>0.23109999999996944</c:v>
                </c:pt>
                <c:pt idx="340">
                  <c:v>0.23129999999997608</c:v>
                </c:pt>
                <c:pt idx="341">
                  <c:v>0.23239999999998417</c:v>
                </c:pt>
                <c:pt idx="342">
                  <c:v>0.23390000000000555</c:v>
                </c:pt>
                <c:pt idx="343">
                  <c:v>0.23529999999999518</c:v>
                </c:pt>
                <c:pt idx="344">
                  <c:v>0.23660000000000991</c:v>
                </c:pt>
                <c:pt idx="345">
                  <c:v>0.23779999999999291</c:v>
                </c:pt>
                <c:pt idx="346">
                  <c:v>0.23879999999996926</c:v>
                </c:pt>
                <c:pt idx="347">
                  <c:v>0.23969999999997071</c:v>
                </c:pt>
                <c:pt idx="348">
                  <c:v>0.24049999999999727</c:v>
                </c:pt>
                <c:pt idx="349">
                  <c:v>0.24119999999999209</c:v>
                </c:pt>
                <c:pt idx="350">
                  <c:v>0.24180000000001201</c:v>
                </c:pt>
                <c:pt idx="351">
                  <c:v>0.24250000000000682</c:v>
                </c:pt>
                <c:pt idx="352">
                  <c:v>0.242999999999995</c:v>
                </c:pt>
                <c:pt idx="353">
                  <c:v>0.24360000000001492</c:v>
                </c:pt>
                <c:pt idx="354">
                  <c:v>0.24399999999997135</c:v>
                </c:pt>
                <c:pt idx="355">
                  <c:v>0.24450000000001637</c:v>
                </c:pt>
                <c:pt idx="356">
                  <c:v>0.24489999999997281</c:v>
                </c:pt>
                <c:pt idx="357">
                  <c:v>0.24529999999998608</c:v>
                </c:pt>
                <c:pt idx="358">
                  <c:v>0.24569999999999936</c:v>
                </c:pt>
                <c:pt idx="359">
                  <c:v>0.24610000000001264</c:v>
                </c:pt>
                <c:pt idx="360">
                  <c:v>0.24639999999999418</c:v>
                </c:pt>
                <c:pt idx="361">
                  <c:v>0.24639999999999418</c:v>
                </c:pt>
                <c:pt idx="362">
                  <c:v>0.24669999999997572</c:v>
                </c:pt>
                <c:pt idx="363">
                  <c:v>0.2470000000000141</c:v>
                </c:pt>
                <c:pt idx="364">
                  <c:v>0.24719999999996389</c:v>
                </c:pt>
                <c:pt idx="365">
                  <c:v>0.24750000000000227</c:v>
                </c:pt>
                <c:pt idx="366">
                  <c:v>0.24770000000000891</c:v>
                </c:pt>
                <c:pt idx="367">
                  <c:v>0.24790000000001555</c:v>
                </c:pt>
                <c:pt idx="368">
                  <c:v>0.24809999999996535</c:v>
                </c:pt>
                <c:pt idx="369">
                  <c:v>0.24829999999997199</c:v>
                </c:pt>
                <c:pt idx="370">
                  <c:v>0.24849999999997863</c:v>
                </c:pt>
                <c:pt idx="371">
                  <c:v>0.24860000000001037</c:v>
                </c:pt>
                <c:pt idx="372">
                  <c:v>0.24809999999996535</c:v>
                </c:pt>
                <c:pt idx="373">
                  <c:v>0.24719999999996389</c:v>
                </c:pt>
                <c:pt idx="374">
                  <c:v>0.24610000000001264</c:v>
                </c:pt>
                <c:pt idx="375">
                  <c:v>0.24509999999997945</c:v>
                </c:pt>
                <c:pt idx="376">
                  <c:v>0.24430000000000973</c:v>
                </c:pt>
                <c:pt idx="377">
                  <c:v>0.24349999999998317</c:v>
                </c:pt>
                <c:pt idx="378">
                  <c:v>0.24289999999996326</c:v>
                </c:pt>
                <c:pt idx="379">
                  <c:v>0.24230000000000018</c:v>
                </c:pt>
                <c:pt idx="380">
                  <c:v>0.24180000000001201</c:v>
                </c:pt>
                <c:pt idx="381">
                  <c:v>0.24129999999996699</c:v>
                </c:pt>
                <c:pt idx="382">
                  <c:v>0.24090000000001055</c:v>
                </c:pt>
                <c:pt idx="383">
                  <c:v>0.24049999999999727</c:v>
                </c:pt>
                <c:pt idx="384">
                  <c:v>0.24020000000001573</c:v>
                </c:pt>
                <c:pt idx="385">
                  <c:v>0.23989999999997735</c:v>
                </c:pt>
                <c:pt idx="386">
                  <c:v>0.23959999999999582</c:v>
                </c:pt>
                <c:pt idx="387">
                  <c:v>0.23930000000001428</c:v>
                </c:pt>
                <c:pt idx="388">
                  <c:v>0.23910000000000764</c:v>
                </c:pt>
                <c:pt idx="389">
                  <c:v>0.23879999999996926</c:v>
                </c:pt>
                <c:pt idx="390">
                  <c:v>0.23859999999996262</c:v>
                </c:pt>
                <c:pt idx="391">
                  <c:v>0.23840000000001282</c:v>
                </c:pt>
                <c:pt idx="392">
                  <c:v>0.23829999999998108</c:v>
                </c:pt>
                <c:pt idx="393">
                  <c:v>0.23809999999997444</c:v>
                </c:pt>
                <c:pt idx="394">
                  <c:v>0.23799999999999955</c:v>
                </c:pt>
                <c:pt idx="395">
                  <c:v>0.23779999999999291</c:v>
                </c:pt>
                <c:pt idx="396">
                  <c:v>0.23770000000001801</c:v>
                </c:pt>
                <c:pt idx="397">
                  <c:v>0.23759999999998627</c:v>
                </c:pt>
                <c:pt idx="398">
                  <c:v>0.23750000000001137</c:v>
                </c:pt>
                <c:pt idx="399">
                  <c:v>0.23739999999997963</c:v>
                </c:pt>
                <c:pt idx="400">
                  <c:v>0.23730000000000473</c:v>
                </c:pt>
                <c:pt idx="401">
                  <c:v>0.23719999999997299</c:v>
                </c:pt>
                <c:pt idx="402">
                  <c:v>0.23709999999999809</c:v>
                </c:pt>
                <c:pt idx="403">
                  <c:v>0.23699999999996635</c:v>
                </c:pt>
                <c:pt idx="404">
                  <c:v>0.23689999999999145</c:v>
                </c:pt>
                <c:pt idx="405">
                  <c:v>0.23689999999999145</c:v>
                </c:pt>
                <c:pt idx="406">
                  <c:v>0.23680000000001655</c:v>
                </c:pt>
                <c:pt idx="407">
                  <c:v>0.23680000000001655</c:v>
                </c:pt>
                <c:pt idx="408">
                  <c:v>0.23669999999998481</c:v>
                </c:pt>
                <c:pt idx="409">
                  <c:v>0.23669999999998481</c:v>
                </c:pt>
                <c:pt idx="410">
                  <c:v>0.23660000000000991</c:v>
                </c:pt>
                <c:pt idx="411">
                  <c:v>0.23660000000000991</c:v>
                </c:pt>
                <c:pt idx="412">
                  <c:v>0.23660000000000991</c:v>
                </c:pt>
                <c:pt idx="413">
                  <c:v>0.23649999999997817</c:v>
                </c:pt>
                <c:pt idx="414">
                  <c:v>0.23649999999997817</c:v>
                </c:pt>
                <c:pt idx="415">
                  <c:v>0.23649999999997817</c:v>
                </c:pt>
                <c:pt idx="416">
                  <c:v>0.23640000000000327</c:v>
                </c:pt>
                <c:pt idx="417">
                  <c:v>0.23640000000000327</c:v>
                </c:pt>
                <c:pt idx="418">
                  <c:v>0.23640000000000327</c:v>
                </c:pt>
                <c:pt idx="419">
                  <c:v>0.23640000000000327</c:v>
                </c:pt>
                <c:pt idx="420">
                  <c:v>0.23629999999997153</c:v>
                </c:pt>
                <c:pt idx="421">
                  <c:v>0.23629999999997153</c:v>
                </c:pt>
                <c:pt idx="422">
                  <c:v>0.23629999999997153</c:v>
                </c:pt>
                <c:pt idx="423">
                  <c:v>0.23640000000000327</c:v>
                </c:pt>
                <c:pt idx="424">
                  <c:v>0.23640000000000327</c:v>
                </c:pt>
                <c:pt idx="425">
                  <c:v>0.23649999999997817</c:v>
                </c:pt>
                <c:pt idx="426">
                  <c:v>0.23660000000000991</c:v>
                </c:pt>
                <c:pt idx="427">
                  <c:v>0.23660000000000991</c:v>
                </c:pt>
                <c:pt idx="428">
                  <c:v>0.23669999999998481</c:v>
                </c:pt>
                <c:pt idx="429">
                  <c:v>0.23669999999998481</c:v>
                </c:pt>
                <c:pt idx="430">
                  <c:v>0.23680000000001655</c:v>
                </c:pt>
                <c:pt idx="431">
                  <c:v>0.23680000000001655</c:v>
                </c:pt>
                <c:pt idx="432">
                  <c:v>0.23680000000001655</c:v>
                </c:pt>
                <c:pt idx="433">
                  <c:v>0.23689999999999145</c:v>
                </c:pt>
                <c:pt idx="434">
                  <c:v>0.23689999999999145</c:v>
                </c:pt>
                <c:pt idx="435">
                  <c:v>0.23689999999999145</c:v>
                </c:pt>
                <c:pt idx="436">
                  <c:v>0.23699999999996635</c:v>
                </c:pt>
                <c:pt idx="437">
                  <c:v>0.23699999999996635</c:v>
                </c:pt>
                <c:pt idx="438">
                  <c:v>0.23699999999996635</c:v>
                </c:pt>
                <c:pt idx="439">
                  <c:v>0.23709999999999809</c:v>
                </c:pt>
                <c:pt idx="440">
                  <c:v>0.23709999999999809</c:v>
                </c:pt>
                <c:pt idx="441">
                  <c:v>0.23709999999999809</c:v>
                </c:pt>
                <c:pt idx="442">
                  <c:v>0.23709999999999809</c:v>
                </c:pt>
                <c:pt idx="443">
                  <c:v>0.23719999999997299</c:v>
                </c:pt>
                <c:pt idx="444">
                  <c:v>0.23719999999997299</c:v>
                </c:pt>
                <c:pt idx="445">
                  <c:v>0.23719999999997299</c:v>
                </c:pt>
                <c:pt idx="446">
                  <c:v>0.23719999999997299</c:v>
                </c:pt>
                <c:pt idx="447">
                  <c:v>0.23719999999997299</c:v>
                </c:pt>
                <c:pt idx="448">
                  <c:v>0.23730000000000473</c:v>
                </c:pt>
                <c:pt idx="449">
                  <c:v>0.23730000000000473</c:v>
                </c:pt>
                <c:pt idx="450">
                  <c:v>0.23730000000000473</c:v>
                </c:pt>
                <c:pt idx="451">
                  <c:v>0.23730000000000473</c:v>
                </c:pt>
                <c:pt idx="452">
                  <c:v>0.23730000000000473</c:v>
                </c:pt>
                <c:pt idx="453">
                  <c:v>0.23730000000000473</c:v>
                </c:pt>
                <c:pt idx="454">
                  <c:v>0.23730000000000473</c:v>
                </c:pt>
                <c:pt idx="455">
                  <c:v>0.23730000000000473</c:v>
                </c:pt>
                <c:pt idx="456">
                  <c:v>0.23730000000000473</c:v>
                </c:pt>
                <c:pt idx="457">
                  <c:v>0.23739999999997963</c:v>
                </c:pt>
                <c:pt idx="458">
                  <c:v>0.23739999999997963</c:v>
                </c:pt>
                <c:pt idx="459">
                  <c:v>0.23739999999997963</c:v>
                </c:pt>
                <c:pt idx="460">
                  <c:v>0.23739999999997963</c:v>
                </c:pt>
                <c:pt idx="461">
                  <c:v>0.23739999999997963</c:v>
                </c:pt>
                <c:pt idx="462">
                  <c:v>0.23739999999997963</c:v>
                </c:pt>
                <c:pt idx="463">
                  <c:v>0.23739999999997963</c:v>
                </c:pt>
                <c:pt idx="464">
                  <c:v>0.23739999999997963</c:v>
                </c:pt>
                <c:pt idx="465">
                  <c:v>0.23739999999997963</c:v>
                </c:pt>
                <c:pt idx="466">
                  <c:v>0.23739999999997963</c:v>
                </c:pt>
                <c:pt idx="467">
                  <c:v>0.23739999999997963</c:v>
                </c:pt>
                <c:pt idx="468">
                  <c:v>0.23739999999997963</c:v>
                </c:pt>
                <c:pt idx="469">
                  <c:v>0.23739999999997963</c:v>
                </c:pt>
                <c:pt idx="470">
                  <c:v>0.23739999999997963</c:v>
                </c:pt>
                <c:pt idx="471">
                  <c:v>0.23739999999997963</c:v>
                </c:pt>
                <c:pt idx="472">
                  <c:v>0.23739999999997963</c:v>
                </c:pt>
                <c:pt idx="473">
                  <c:v>0.23739999999997963</c:v>
                </c:pt>
                <c:pt idx="474">
                  <c:v>0.23709999999999809</c:v>
                </c:pt>
                <c:pt idx="475">
                  <c:v>0.23669999999998481</c:v>
                </c:pt>
                <c:pt idx="476">
                  <c:v>0.23619999999999663</c:v>
                </c:pt>
                <c:pt idx="477">
                  <c:v>0.23579999999998336</c:v>
                </c:pt>
                <c:pt idx="478">
                  <c:v>0.23529999999999518</c:v>
                </c:pt>
                <c:pt idx="479">
                  <c:v>0.23500000000001364</c:v>
                </c:pt>
                <c:pt idx="480">
                  <c:v>0.23460000000000036</c:v>
                </c:pt>
                <c:pt idx="481">
                  <c:v>0.23430000000001883</c:v>
                </c:pt>
                <c:pt idx="482">
                  <c:v>0.23399999999998045</c:v>
                </c:pt>
                <c:pt idx="483">
                  <c:v>0.23369999999999891</c:v>
                </c:pt>
                <c:pt idx="484">
                  <c:v>0.23349999999999227</c:v>
                </c:pt>
                <c:pt idx="485">
                  <c:v>0.23320000000001073</c:v>
                </c:pt>
                <c:pt idx="486">
                  <c:v>0.23300000000000409</c:v>
                </c:pt>
                <c:pt idx="487">
                  <c:v>0.23279999999999745</c:v>
                </c:pt>
                <c:pt idx="488">
                  <c:v>0.23259999999999081</c:v>
                </c:pt>
                <c:pt idx="489">
                  <c:v>0.23239999999998417</c:v>
                </c:pt>
                <c:pt idx="490">
                  <c:v>0.23219999999997754</c:v>
                </c:pt>
                <c:pt idx="491">
                  <c:v>0.23210000000000264</c:v>
                </c:pt>
                <c:pt idx="492">
                  <c:v>0.231899999999996</c:v>
                </c:pt>
                <c:pt idx="493">
                  <c:v>0.23169999999998936</c:v>
                </c:pt>
                <c:pt idx="494">
                  <c:v>0.23160000000001446</c:v>
                </c:pt>
                <c:pt idx="495">
                  <c:v>0.23140000000000782</c:v>
                </c:pt>
                <c:pt idx="496">
                  <c:v>0.23129999999997608</c:v>
                </c:pt>
                <c:pt idx="497">
                  <c:v>0.23120000000000118</c:v>
                </c:pt>
                <c:pt idx="498">
                  <c:v>0.23109999999996944</c:v>
                </c:pt>
                <c:pt idx="499">
                  <c:v>0.23149999999998272</c:v>
                </c:pt>
                <c:pt idx="500">
                  <c:v>0.23269999999996571</c:v>
                </c:pt>
                <c:pt idx="501">
                  <c:v>0.23410000000001219</c:v>
                </c:pt>
                <c:pt idx="502">
                  <c:v>0.23559999999997672</c:v>
                </c:pt>
                <c:pt idx="503">
                  <c:v>0.23680000000001655</c:v>
                </c:pt>
                <c:pt idx="504">
                  <c:v>0.2378999999999678</c:v>
                </c:pt>
                <c:pt idx="505">
                  <c:v>0.238900000000001</c:v>
                </c:pt>
                <c:pt idx="506">
                  <c:v>0.23980000000000246</c:v>
                </c:pt>
                <c:pt idx="507">
                  <c:v>0.24059999999997217</c:v>
                </c:pt>
                <c:pt idx="508">
                  <c:v>0.24129999999996699</c:v>
                </c:pt>
                <c:pt idx="509">
                  <c:v>0.24200000000001864</c:v>
                </c:pt>
                <c:pt idx="510">
                  <c:v>0.24259999999998172</c:v>
                </c:pt>
                <c:pt idx="511">
                  <c:v>0.2430999999999699</c:v>
                </c:pt>
                <c:pt idx="512">
                  <c:v>0.24360000000001492</c:v>
                </c:pt>
                <c:pt idx="513">
                  <c:v>0.24410000000000309</c:v>
                </c:pt>
                <c:pt idx="514">
                  <c:v>0.24459999999999127</c:v>
                </c:pt>
                <c:pt idx="515">
                  <c:v>0.24500000000000455</c:v>
                </c:pt>
                <c:pt idx="516">
                  <c:v>0.24540000000001783</c:v>
                </c:pt>
                <c:pt idx="517">
                  <c:v>0.24579999999997426</c:v>
                </c:pt>
                <c:pt idx="518">
                  <c:v>0.24610000000001264</c:v>
                </c:pt>
                <c:pt idx="519">
                  <c:v>0.24639999999999418</c:v>
                </c:pt>
                <c:pt idx="520">
                  <c:v>0.24669999999997572</c:v>
                </c:pt>
                <c:pt idx="521">
                  <c:v>0.2470000000000141</c:v>
                </c:pt>
                <c:pt idx="522">
                  <c:v>0.24729999999999563</c:v>
                </c:pt>
                <c:pt idx="523">
                  <c:v>0.24750000000000227</c:v>
                </c:pt>
                <c:pt idx="524">
                  <c:v>0.24779999999998381</c:v>
                </c:pt>
                <c:pt idx="525">
                  <c:v>0.24799999999999045</c:v>
                </c:pt>
                <c:pt idx="526">
                  <c:v>0.24819999999999709</c:v>
                </c:pt>
                <c:pt idx="527">
                  <c:v>0.24840000000000373</c:v>
                </c:pt>
                <c:pt idx="528">
                  <c:v>0.24849999999997863</c:v>
                </c:pt>
                <c:pt idx="529">
                  <c:v>0.24860000000001037</c:v>
                </c:pt>
                <c:pt idx="530">
                  <c:v>0.24799999999999045</c:v>
                </c:pt>
                <c:pt idx="531">
                  <c:v>0.2470000000000141</c:v>
                </c:pt>
                <c:pt idx="532">
                  <c:v>0.2459999999999809</c:v>
                </c:pt>
              </c:numCache>
            </c:numRef>
          </c:yVal>
          <c:smooth val="1"/>
          <c:extLst>
            <c:ext xmlns:c16="http://schemas.microsoft.com/office/drawing/2014/chart" uri="{C3380CC4-5D6E-409C-BE32-E72D297353CC}">
              <c16:uniqueId val="{00000034-4233-4E9D-9D6D-D06060CC9530}"/>
            </c:ext>
          </c:extLst>
        </c:ser>
        <c:ser>
          <c:idx val="53"/>
          <c:order val="53"/>
          <c:tx>
            <c:strRef>
              <c:f>PM50000_Temps_oc5l2_50000!$BDD$1</c:f>
              <c:strCache>
                <c:ptCount val="1"/>
                <c:pt idx="0">
                  <c:v>TELE_PM_INTERIOR.55</c:v>
                </c:pt>
              </c:strCache>
            </c:strRef>
          </c:tx>
          <c:spPr>
            <a:ln w="19050" cap="rnd">
              <a:solidFill>
                <a:schemeClr val="accent6">
                  <a:lumMod val="50000"/>
                  <a:lumOff val="50000"/>
                </a:schemeClr>
              </a:solidFill>
              <a:round/>
            </a:ln>
            <a:effectLst/>
          </c:spPr>
          <c:marker>
            <c:symbol val="circle"/>
            <c:size val="5"/>
            <c:spPr>
              <a:solidFill>
                <a:schemeClr val="accent6">
                  <a:lumMod val="50000"/>
                  <a:lumOff val="50000"/>
                </a:schemeClr>
              </a:solidFill>
              <a:ln w="9525">
                <a:solidFill>
                  <a:schemeClr val="accent6">
                    <a:lumMod val="50000"/>
                    <a:lumOff val="50000"/>
                  </a:schemeClr>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PM50000_Temps_oc5l2_50000!$BDD$2:$BDD$536</c:f>
              <c:numCache>
                <c:formatCode>General</c:formatCode>
                <c:ptCount val="533"/>
                <c:pt idx="0">
                  <c:v>0</c:v>
                </c:pt>
                <c:pt idx="1">
                  <c:v>1.9099999999980355E-2</c:v>
                </c:pt>
                <c:pt idx="2">
                  <c:v>4.379999999997608E-2</c:v>
                </c:pt>
                <c:pt idx="3">
                  <c:v>6.5699999999992542E-2</c:v>
                </c:pt>
                <c:pt idx="4">
                  <c:v>8.449999999999136E-2</c:v>
                </c:pt>
                <c:pt idx="5">
                  <c:v>0.10030000000000427</c:v>
                </c:pt>
                <c:pt idx="6">
                  <c:v>0.11379999999996926</c:v>
                </c:pt>
                <c:pt idx="7">
                  <c:v>0.12539999999995644</c:v>
                </c:pt>
                <c:pt idx="8">
                  <c:v>0.13549999999997908</c:v>
                </c:pt>
                <c:pt idx="9">
                  <c:v>0.14439999999996189</c:v>
                </c:pt>
                <c:pt idx="10">
                  <c:v>0.15219999999999345</c:v>
                </c:pt>
                <c:pt idx="11">
                  <c:v>0.15929999999997335</c:v>
                </c:pt>
                <c:pt idx="12">
                  <c:v>0.16559999999998354</c:v>
                </c:pt>
                <c:pt idx="13">
                  <c:v>0.17129999999997381</c:v>
                </c:pt>
                <c:pt idx="14">
                  <c:v>0.1764999999999759</c:v>
                </c:pt>
                <c:pt idx="15">
                  <c:v>0.18109999999995807</c:v>
                </c:pt>
                <c:pt idx="16">
                  <c:v>0.18539999999995871</c:v>
                </c:pt>
                <c:pt idx="17">
                  <c:v>0.18930000000000291</c:v>
                </c:pt>
                <c:pt idx="18">
                  <c:v>0.19279999999997699</c:v>
                </c:pt>
                <c:pt idx="19">
                  <c:v>0.19610000000000127</c:v>
                </c:pt>
                <c:pt idx="20">
                  <c:v>0.19900000000001228</c:v>
                </c:pt>
                <c:pt idx="21">
                  <c:v>0.2016999999999598</c:v>
                </c:pt>
                <c:pt idx="22">
                  <c:v>0.20419999999995753</c:v>
                </c:pt>
                <c:pt idx="23">
                  <c:v>0.20639999999997372</c:v>
                </c:pt>
                <c:pt idx="24">
                  <c:v>0.20839999999998327</c:v>
                </c:pt>
                <c:pt idx="25">
                  <c:v>0.21029999999996107</c:v>
                </c:pt>
                <c:pt idx="26">
                  <c:v>0.21219999999999573</c:v>
                </c:pt>
                <c:pt idx="27">
                  <c:v>0.21479999999996835</c:v>
                </c:pt>
                <c:pt idx="28">
                  <c:v>0.2178000000000111</c:v>
                </c:pt>
                <c:pt idx="29">
                  <c:v>0.22059999999999036</c:v>
                </c:pt>
                <c:pt idx="30">
                  <c:v>0.22319999999996298</c:v>
                </c:pt>
                <c:pt idx="31">
                  <c:v>0.22559999999998581</c:v>
                </c:pt>
                <c:pt idx="32">
                  <c:v>0.22759999999999536</c:v>
                </c:pt>
                <c:pt idx="33">
                  <c:v>0.22949999999997317</c:v>
                </c:pt>
                <c:pt idx="34">
                  <c:v>0.23120000000000118</c:v>
                </c:pt>
                <c:pt idx="35">
                  <c:v>0.23269999999996571</c:v>
                </c:pt>
                <c:pt idx="36">
                  <c:v>0.23410000000001219</c:v>
                </c:pt>
                <c:pt idx="37">
                  <c:v>0.23539999999997008</c:v>
                </c:pt>
                <c:pt idx="38">
                  <c:v>0.23660000000000991</c:v>
                </c:pt>
                <c:pt idx="39">
                  <c:v>0.23759999999998627</c:v>
                </c:pt>
                <c:pt idx="40">
                  <c:v>0.23859999999996262</c:v>
                </c:pt>
                <c:pt idx="41">
                  <c:v>0.23959999999999582</c:v>
                </c:pt>
                <c:pt idx="42">
                  <c:v>0.24039999999996553</c:v>
                </c:pt>
                <c:pt idx="43">
                  <c:v>0.24119999999999209</c:v>
                </c:pt>
                <c:pt idx="44">
                  <c:v>0.2419999999999618</c:v>
                </c:pt>
                <c:pt idx="45">
                  <c:v>0.24269999999995662</c:v>
                </c:pt>
                <c:pt idx="46">
                  <c:v>0.24329999999997654</c:v>
                </c:pt>
                <c:pt idx="47">
                  <c:v>0.24389999999999645</c:v>
                </c:pt>
                <c:pt idx="48">
                  <c:v>0.24439999999998463</c:v>
                </c:pt>
                <c:pt idx="49">
                  <c:v>0.24489999999997281</c:v>
                </c:pt>
                <c:pt idx="50">
                  <c:v>0.24539999999996098</c:v>
                </c:pt>
                <c:pt idx="51">
                  <c:v>0.24579999999997426</c:v>
                </c:pt>
                <c:pt idx="52">
                  <c:v>0.24619999999998754</c:v>
                </c:pt>
                <c:pt idx="53">
                  <c:v>0.24660000000000082</c:v>
                </c:pt>
                <c:pt idx="54">
                  <c:v>0.24699999999995725</c:v>
                </c:pt>
                <c:pt idx="55">
                  <c:v>0.24729999999999563</c:v>
                </c:pt>
                <c:pt idx="56">
                  <c:v>0.24759999999997717</c:v>
                </c:pt>
                <c:pt idx="57">
                  <c:v>0.24739999999997053</c:v>
                </c:pt>
                <c:pt idx="58">
                  <c:v>0.24660000000000082</c:v>
                </c:pt>
                <c:pt idx="59">
                  <c:v>0.24559999999996762</c:v>
                </c:pt>
                <c:pt idx="60">
                  <c:v>0.24469999999996617</c:v>
                </c:pt>
                <c:pt idx="61">
                  <c:v>0.24389999999999645</c:v>
                </c:pt>
                <c:pt idx="62">
                  <c:v>0.24329999999997654</c:v>
                </c:pt>
                <c:pt idx="63">
                  <c:v>0.24269999999995662</c:v>
                </c:pt>
                <c:pt idx="64">
                  <c:v>0.24219999999996844</c:v>
                </c:pt>
                <c:pt idx="65">
                  <c:v>0.24180000000001201</c:v>
                </c:pt>
                <c:pt idx="66">
                  <c:v>0.24139999999999873</c:v>
                </c:pt>
                <c:pt idx="67">
                  <c:v>0.24109999999996035</c:v>
                </c:pt>
                <c:pt idx="68">
                  <c:v>0.24079999999997881</c:v>
                </c:pt>
                <c:pt idx="69">
                  <c:v>0.24049999999999727</c:v>
                </c:pt>
                <c:pt idx="70">
                  <c:v>0.24029999999999063</c:v>
                </c:pt>
                <c:pt idx="71">
                  <c:v>0.24000000000000909</c:v>
                </c:pt>
                <c:pt idx="72">
                  <c:v>0.23980000000000246</c:v>
                </c:pt>
                <c:pt idx="73">
                  <c:v>0.23959999999999582</c:v>
                </c:pt>
                <c:pt idx="74">
                  <c:v>0.23939999999998918</c:v>
                </c:pt>
                <c:pt idx="75">
                  <c:v>0.23929999999995744</c:v>
                </c:pt>
                <c:pt idx="76">
                  <c:v>0.23910000000000764</c:v>
                </c:pt>
                <c:pt idx="77">
                  <c:v>0.2389999999999759</c:v>
                </c:pt>
                <c:pt idx="78">
                  <c:v>0.238900000000001</c:v>
                </c:pt>
                <c:pt idx="79">
                  <c:v>0.23869999999999436</c:v>
                </c:pt>
                <c:pt idx="80">
                  <c:v>0.23859999999996262</c:v>
                </c:pt>
                <c:pt idx="81">
                  <c:v>0.23849999999998772</c:v>
                </c:pt>
                <c:pt idx="82">
                  <c:v>0.23839999999995598</c:v>
                </c:pt>
                <c:pt idx="83">
                  <c:v>0.23829999999998108</c:v>
                </c:pt>
                <c:pt idx="84">
                  <c:v>0.23829999999998108</c:v>
                </c:pt>
                <c:pt idx="85">
                  <c:v>0.23820000000000618</c:v>
                </c:pt>
                <c:pt idx="86">
                  <c:v>0.23809999999997444</c:v>
                </c:pt>
                <c:pt idx="87">
                  <c:v>0.23809999999997444</c:v>
                </c:pt>
                <c:pt idx="88">
                  <c:v>0.23799999999999955</c:v>
                </c:pt>
                <c:pt idx="89">
                  <c:v>0.2378999999999678</c:v>
                </c:pt>
                <c:pt idx="90">
                  <c:v>0.2378999999999678</c:v>
                </c:pt>
                <c:pt idx="91">
                  <c:v>0.23779999999999291</c:v>
                </c:pt>
                <c:pt idx="92">
                  <c:v>0.23779999999999291</c:v>
                </c:pt>
                <c:pt idx="93">
                  <c:v>0.23779999999999291</c:v>
                </c:pt>
                <c:pt idx="94">
                  <c:v>0.23769999999996116</c:v>
                </c:pt>
                <c:pt idx="95">
                  <c:v>0.23769999999996116</c:v>
                </c:pt>
                <c:pt idx="96">
                  <c:v>0.23769999999996116</c:v>
                </c:pt>
                <c:pt idx="97">
                  <c:v>0.23759999999998627</c:v>
                </c:pt>
                <c:pt idx="98">
                  <c:v>0.23759999999998627</c:v>
                </c:pt>
                <c:pt idx="99">
                  <c:v>0.23759999999998627</c:v>
                </c:pt>
                <c:pt idx="100">
                  <c:v>0.23759999999998627</c:v>
                </c:pt>
                <c:pt idx="101">
                  <c:v>0.23750000000001137</c:v>
                </c:pt>
                <c:pt idx="102">
                  <c:v>0.23750000000001137</c:v>
                </c:pt>
                <c:pt idx="103">
                  <c:v>0.23750000000001137</c:v>
                </c:pt>
                <c:pt idx="104">
                  <c:v>0.23750000000001137</c:v>
                </c:pt>
                <c:pt idx="105">
                  <c:v>0.23750000000001137</c:v>
                </c:pt>
                <c:pt idx="106">
                  <c:v>0.23739999999997963</c:v>
                </c:pt>
                <c:pt idx="107">
                  <c:v>0.23739999999997963</c:v>
                </c:pt>
                <c:pt idx="108">
                  <c:v>0.23750000000001137</c:v>
                </c:pt>
                <c:pt idx="109">
                  <c:v>0.23750000000001137</c:v>
                </c:pt>
                <c:pt idx="110">
                  <c:v>0.23759999999998627</c:v>
                </c:pt>
                <c:pt idx="111">
                  <c:v>0.23769999999996116</c:v>
                </c:pt>
                <c:pt idx="112">
                  <c:v>0.23769999999996116</c:v>
                </c:pt>
                <c:pt idx="113">
                  <c:v>0.23779999999999291</c:v>
                </c:pt>
                <c:pt idx="114">
                  <c:v>0.23779999999999291</c:v>
                </c:pt>
                <c:pt idx="115">
                  <c:v>0.2378999999999678</c:v>
                </c:pt>
                <c:pt idx="116">
                  <c:v>0.2378999999999678</c:v>
                </c:pt>
                <c:pt idx="117">
                  <c:v>0.2378999999999678</c:v>
                </c:pt>
                <c:pt idx="118">
                  <c:v>0.23799999999999955</c:v>
                </c:pt>
                <c:pt idx="119">
                  <c:v>0.23799999999999955</c:v>
                </c:pt>
                <c:pt idx="120">
                  <c:v>0.23799999999999955</c:v>
                </c:pt>
                <c:pt idx="121">
                  <c:v>0.23809999999997444</c:v>
                </c:pt>
                <c:pt idx="122">
                  <c:v>0.23809999999997444</c:v>
                </c:pt>
                <c:pt idx="123">
                  <c:v>0.23809999999997444</c:v>
                </c:pt>
                <c:pt idx="124">
                  <c:v>0.23820000000000618</c:v>
                </c:pt>
                <c:pt idx="125">
                  <c:v>0.23820000000000618</c:v>
                </c:pt>
                <c:pt idx="126">
                  <c:v>0.23820000000000618</c:v>
                </c:pt>
                <c:pt idx="127">
                  <c:v>0.23820000000000618</c:v>
                </c:pt>
                <c:pt idx="128">
                  <c:v>0.23829999999998108</c:v>
                </c:pt>
                <c:pt idx="129">
                  <c:v>0.23829999999998108</c:v>
                </c:pt>
                <c:pt idx="130">
                  <c:v>0.23829999999998108</c:v>
                </c:pt>
                <c:pt idx="131">
                  <c:v>0.23829999999998108</c:v>
                </c:pt>
                <c:pt idx="132">
                  <c:v>0.23829999999998108</c:v>
                </c:pt>
                <c:pt idx="133">
                  <c:v>0.23829999999998108</c:v>
                </c:pt>
                <c:pt idx="134">
                  <c:v>0.23839999999995598</c:v>
                </c:pt>
                <c:pt idx="135">
                  <c:v>0.23839999999995598</c:v>
                </c:pt>
                <c:pt idx="136">
                  <c:v>0.23839999999995598</c:v>
                </c:pt>
                <c:pt idx="137">
                  <c:v>0.23839999999995598</c:v>
                </c:pt>
                <c:pt idx="138">
                  <c:v>0.23839999999995598</c:v>
                </c:pt>
                <c:pt idx="139">
                  <c:v>0.23839999999995598</c:v>
                </c:pt>
                <c:pt idx="140">
                  <c:v>0.23839999999995598</c:v>
                </c:pt>
                <c:pt idx="141">
                  <c:v>0.23839999999995598</c:v>
                </c:pt>
                <c:pt idx="142">
                  <c:v>0.23839999999995598</c:v>
                </c:pt>
                <c:pt idx="143">
                  <c:v>0.23839999999995598</c:v>
                </c:pt>
                <c:pt idx="144">
                  <c:v>0.23849999999998772</c:v>
                </c:pt>
                <c:pt idx="145">
                  <c:v>0.23849999999998772</c:v>
                </c:pt>
                <c:pt idx="146">
                  <c:v>0.23849999999998772</c:v>
                </c:pt>
                <c:pt idx="147">
                  <c:v>0.23849999999998772</c:v>
                </c:pt>
                <c:pt idx="148">
                  <c:v>0.23849999999998772</c:v>
                </c:pt>
                <c:pt idx="149">
                  <c:v>0.23849999999998772</c:v>
                </c:pt>
                <c:pt idx="150">
                  <c:v>0.23849999999998772</c:v>
                </c:pt>
                <c:pt idx="151">
                  <c:v>0.23849999999998772</c:v>
                </c:pt>
                <c:pt idx="152">
                  <c:v>0.23849999999998772</c:v>
                </c:pt>
                <c:pt idx="153">
                  <c:v>0.23849999999998772</c:v>
                </c:pt>
                <c:pt idx="154">
                  <c:v>0.23849999999998772</c:v>
                </c:pt>
                <c:pt idx="155">
                  <c:v>0.23849999999998772</c:v>
                </c:pt>
                <c:pt idx="156">
                  <c:v>0.23849999999998772</c:v>
                </c:pt>
                <c:pt idx="157">
                  <c:v>0.23849999999998772</c:v>
                </c:pt>
                <c:pt idx="158">
                  <c:v>0.23829999999998108</c:v>
                </c:pt>
                <c:pt idx="159">
                  <c:v>0.2378999999999678</c:v>
                </c:pt>
                <c:pt idx="160">
                  <c:v>0.23739999999997963</c:v>
                </c:pt>
                <c:pt idx="161">
                  <c:v>0.23689999999999145</c:v>
                </c:pt>
                <c:pt idx="162">
                  <c:v>0.23649999999997817</c:v>
                </c:pt>
                <c:pt idx="163">
                  <c:v>0.23609999999996489</c:v>
                </c:pt>
                <c:pt idx="164">
                  <c:v>0.23579999999998336</c:v>
                </c:pt>
                <c:pt idx="165">
                  <c:v>0.23550000000000182</c:v>
                </c:pt>
                <c:pt idx="166">
                  <c:v>0.23519999999996344</c:v>
                </c:pt>
                <c:pt idx="167">
                  <c:v>0.2349999999999568</c:v>
                </c:pt>
                <c:pt idx="168">
                  <c:v>0.23469999999997526</c:v>
                </c:pt>
                <c:pt idx="169">
                  <c:v>0.23449999999996862</c:v>
                </c:pt>
                <c:pt idx="170">
                  <c:v>0.23429999999996198</c:v>
                </c:pt>
                <c:pt idx="171">
                  <c:v>0.23410000000001219</c:v>
                </c:pt>
                <c:pt idx="172">
                  <c:v>0.23390000000000555</c:v>
                </c:pt>
                <c:pt idx="173">
                  <c:v>0.23369999999999891</c:v>
                </c:pt>
                <c:pt idx="174">
                  <c:v>0.23349999999999227</c:v>
                </c:pt>
                <c:pt idx="175">
                  <c:v>0.23339999999996053</c:v>
                </c:pt>
                <c:pt idx="176">
                  <c:v>0.23320000000001073</c:v>
                </c:pt>
                <c:pt idx="177">
                  <c:v>0.23309999999997899</c:v>
                </c:pt>
                <c:pt idx="178">
                  <c:v>0.23289999999997235</c:v>
                </c:pt>
                <c:pt idx="179">
                  <c:v>0.23279999999999745</c:v>
                </c:pt>
                <c:pt idx="180">
                  <c:v>0.23269999999996571</c:v>
                </c:pt>
                <c:pt idx="181">
                  <c:v>0.23259999999999081</c:v>
                </c:pt>
                <c:pt idx="182">
                  <c:v>0.23249999999995907</c:v>
                </c:pt>
                <c:pt idx="183">
                  <c:v>0.23259999999999081</c:v>
                </c:pt>
                <c:pt idx="184">
                  <c:v>0.23369999999999891</c:v>
                </c:pt>
                <c:pt idx="185">
                  <c:v>0.23519999999996344</c:v>
                </c:pt>
                <c:pt idx="186">
                  <c:v>0.23660000000000991</c:v>
                </c:pt>
                <c:pt idx="187">
                  <c:v>0.2378999999999678</c:v>
                </c:pt>
                <c:pt idx="188">
                  <c:v>0.2389999999999759</c:v>
                </c:pt>
                <c:pt idx="189">
                  <c:v>0.24000000000000909</c:v>
                </c:pt>
                <c:pt idx="190">
                  <c:v>0.24079999999997881</c:v>
                </c:pt>
                <c:pt idx="191">
                  <c:v>0.24160000000000537</c:v>
                </c:pt>
                <c:pt idx="192">
                  <c:v>0.24230000000000018</c:v>
                </c:pt>
                <c:pt idx="193">
                  <c:v>0.24289999999996326</c:v>
                </c:pt>
                <c:pt idx="194">
                  <c:v>0.24349999999998317</c:v>
                </c:pt>
                <c:pt idx="195">
                  <c:v>0.24399999999997135</c:v>
                </c:pt>
                <c:pt idx="196">
                  <c:v>0.24449999999995953</c:v>
                </c:pt>
                <c:pt idx="197">
                  <c:v>0.24500000000000455</c:v>
                </c:pt>
                <c:pt idx="198">
                  <c:v>0.24539999999996098</c:v>
                </c:pt>
                <c:pt idx="199">
                  <c:v>0.24579999999997426</c:v>
                </c:pt>
                <c:pt idx="200">
                  <c:v>0.24619999999998754</c:v>
                </c:pt>
                <c:pt idx="201">
                  <c:v>0.24649999999996908</c:v>
                </c:pt>
                <c:pt idx="202">
                  <c:v>0.24680000000000746</c:v>
                </c:pt>
                <c:pt idx="203">
                  <c:v>0.24719999999996389</c:v>
                </c:pt>
                <c:pt idx="204">
                  <c:v>0.24739999999997053</c:v>
                </c:pt>
                <c:pt idx="205">
                  <c:v>0.24770000000000891</c:v>
                </c:pt>
                <c:pt idx="206">
                  <c:v>0.24799999999999045</c:v>
                </c:pt>
                <c:pt idx="207">
                  <c:v>0.24819999999999709</c:v>
                </c:pt>
                <c:pt idx="208">
                  <c:v>0.24840000000000373</c:v>
                </c:pt>
                <c:pt idx="209">
                  <c:v>0.24860000000001037</c:v>
                </c:pt>
                <c:pt idx="210">
                  <c:v>0.24879999999996016</c:v>
                </c:pt>
                <c:pt idx="211">
                  <c:v>0.2489999999999668</c:v>
                </c:pt>
                <c:pt idx="212">
                  <c:v>0.24909999999999854</c:v>
                </c:pt>
                <c:pt idx="213">
                  <c:v>0.24930000000000518</c:v>
                </c:pt>
                <c:pt idx="214">
                  <c:v>0.24879999999996016</c:v>
                </c:pt>
                <c:pt idx="215">
                  <c:v>0.24789999999995871</c:v>
                </c:pt>
                <c:pt idx="216">
                  <c:v>0.24680000000000746</c:v>
                </c:pt>
                <c:pt idx="217">
                  <c:v>0.24579999999997426</c:v>
                </c:pt>
                <c:pt idx="218">
                  <c:v>0.24500000000000455</c:v>
                </c:pt>
                <c:pt idx="219">
                  <c:v>0.24419999999997799</c:v>
                </c:pt>
                <c:pt idx="220">
                  <c:v>0.24359999999995807</c:v>
                </c:pt>
                <c:pt idx="221">
                  <c:v>0.242999999999995</c:v>
                </c:pt>
                <c:pt idx="222">
                  <c:v>0.24259999999998172</c:v>
                </c:pt>
                <c:pt idx="223">
                  <c:v>0.24209999999999354</c:v>
                </c:pt>
                <c:pt idx="224">
                  <c:v>0.24169999999998026</c:v>
                </c:pt>
                <c:pt idx="225">
                  <c:v>0.24139999999999873</c:v>
                </c:pt>
                <c:pt idx="226">
                  <c:v>0.24109999999996035</c:v>
                </c:pt>
                <c:pt idx="227">
                  <c:v>0.24079999999997881</c:v>
                </c:pt>
                <c:pt idx="228">
                  <c:v>0.24049999999999727</c:v>
                </c:pt>
                <c:pt idx="229">
                  <c:v>0.24029999999999063</c:v>
                </c:pt>
                <c:pt idx="230">
                  <c:v>0.24000000000000909</c:v>
                </c:pt>
                <c:pt idx="231">
                  <c:v>0.23980000000000246</c:v>
                </c:pt>
                <c:pt idx="232">
                  <c:v>0.23959999999999582</c:v>
                </c:pt>
                <c:pt idx="233">
                  <c:v>0.23939999999998918</c:v>
                </c:pt>
                <c:pt idx="234">
                  <c:v>0.23929999999995744</c:v>
                </c:pt>
                <c:pt idx="235">
                  <c:v>0.23910000000000764</c:v>
                </c:pt>
                <c:pt idx="236">
                  <c:v>0.2389999999999759</c:v>
                </c:pt>
                <c:pt idx="237">
                  <c:v>0.238900000000001</c:v>
                </c:pt>
                <c:pt idx="238">
                  <c:v>0.23869999999999436</c:v>
                </c:pt>
                <c:pt idx="239">
                  <c:v>0.23859999999996262</c:v>
                </c:pt>
                <c:pt idx="240">
                  <c:v>0.23849999999998772</c:v>
                </c:pt>
                <c:pt idx="241">
                  <c:v>0.23839999999995598</c:v>
                </c:pt>
                <c:pt idx="242">
                  <c:v>0.23829999999998108</c:v>
                </c:pt>
                <c:pt idx="243">
                  <c:v>0.23829999999998108</c:v>
                </c:pt>
                <c:pt idx="244">
                  <c:v>0.23820000000000618</c:v>
                </c:pt>
                <c:pt idx="245">
                  <c:v>0.23809999999997444</c:v>
                </c:pt>
                <c:pt idx="246">
                  <c:v>0.23809999999997444</c:v>
                </c:pt>
                <c:pt idx="247">
                  <c:v>0.23799999999999955</c:v>
                </c:pt>
                <c:pt idx="248">
                  <c:v>0.2378999999999678</c:v>
                </c:pt>
                <c:pt idx="249">
                  <c:v>0.2378999999999678</c:v>
                </c:pt>
                <c:pt idx="250">
                  <c:v>0.23779999999999291</c:v>
                </c:pt>
                <c:pt idx="251">
                  <c:v>0.23779999999999291</c:v>
                </c:pt>
                <c:pt idx="252">
                  <c:v>0.23779999999999291</c:v>
                </c:pt>
                <c:pt idx="253">
                  <c:v>0.23769999999996116</c:v>
                </c:pt>
                <c:pt idx="254">
                  <c:v>0.23769999999996116</c:v>
                </c:pt>
                <c:pt idx="255">
                  <c:v>0.23769999999996116</c:v>
                </c:pt>
                <c:pt idx="256">
                  <c:v>0.23759999999998627</c:v>
                </c:pt>
                <c:pt idx="257">
                  <c:v>0.23759999999998627</c:v>
                </c:pt>
                <c:pt idx="258">
                  <c:v>0.23759999999998627</c:v>
                </c:pt>
                <c:pt idx="259">
                  <c:v>0.23759999999998627</c:v>
                </c:pt>
                <c:pt idx="260">
                  <c:v>0.23750000000001137</c:v>
                </c:pt>
                <c:pt idx="261">
                  <c:v>0.23750000000001137</c:v>
                </c:pt>
                <c:pt idx="262">
                  <c:v>0.23750000000001137</c:v>
                </c:pt>
                <c:pt idx="263">
                  <c:v>0.23750000000001137</c:v>
                </c:pt>
                <c:pt idx="264">
                  <c:v>0.23750000000001137</c:v>
                </c:pt>
                <c:pt idx="265">
                  <c:v>0.23750000000001137</c:v>
                </c:pt>
                <c:pt idx="266">
                  <c:v>0.23759999999998627</c:v>
                </c:pt>
                <c:pt idx="267">
                  <c:v>0.23769999999996116</c:v>
                </c:pt>
                <c:pt idx="268">
                  <c:v>0.23769999999996116</c:v>
                </c:pt>
                <c:pt idx="269">
                  <c:v>0.23779999999999291</c:v>
                </c:pt>
                <c:pt idx="270">
                  <c:v>0.23779999999999291</c:v>
                </c:pt>
                <c:pt idx="271">
                  <c:v>0.2378999999999678</c:v>
                </c:pt>
                <c:pt idx="272">
                  <c:v>0.2378999999999678</c:v>
                </c:pt>
                <c:pt idx="273">
                  <c:v>0.2378999999999678</c:v>
                </c:pt>
                <c:pt idx="274">
                  <c:v>0.23799999999999955</c:v>
                </c:pt>
                <c:pt idx="275">
                  <c:v>0.23799999999999955</c:v>
                </c:pt>
                <c:pt idx="276">
                  <c:v>0.23799999999999955</c:v>
                </c:pt>
                <c:pt idx="277">
                  <c:v>0.23809999999997444</c:v>
                </c:pt>
                <c:pt idx="278">
                  <c:v>0.23809999999997444</c:v>
                </c:pt>
                <c:pt idx="279">
                  <c:v>0.23809999999997444</c:v>
                </c:pt>
                <c:pt idx="280">
                  <c:v>0.23809999999997444</c:v>
                </c:pt>
                <c:pt idx="281">
                  <c:v>0.23820000000000618</c:v>
                </c:pt>
                <c:pt idx="282">
                  <c:v>0.23820000000000618</c:v>
                </c:pt>
                <c:pt idx="283">
                  <c:v>0.23820000000000618</c:v>
                </c:pt>
                <c:pt idx="284">
                  <c:v>0.23820000000000618</c:v>
                </c:pt>
                <c:pt idx="285">
                  <c:v>0.23829999999998108</c:v>
                </c:pt>
                <c:pt idx="286">
                  <c:v>0.23829999999998108</c:v>
                </c:pt>
                <c:pt idx="287">
                  <c:v>0.23829999999998108</c:v>
                </c:pt>
                <c:pt idx="288">
                  <c:v>0.23829999999998108</c:v>
                </c:pt>
                <c:pt idx="289">
                  <c:v>0.23829999999998108</c:v>
                </c:pt>
                <c:pt idx="290">
                  <c:v>0.23829999999998108</c:v>
                </c:pt>
                <c:pt idx="291">
                  <c:v>0.23839999999995598</c:v>
                </c:pt>
                <c:pt idx="292">
                  <c:v>0.23839999999995598</c:v>
                </c:pt>
                <c:pt idx="293">
                  <c:v>0.23839999999995598</c:v>
                </c:pt>
                <c:pt idx="294">
                  <c:v>0.23839999999995598</c:v>
                </c:pt>
                <c:pt idx="295">
                  <c:v>0.23839999999995598</c:v>
                </c:pt>
                <c:pt idx="296">
                  <c:v>0.23839999999995598</c:v>
                </c:pt>
                <c:pt idx="297">
                  <c:v>0.23839999999995598</c:v>
                </c:pt>
                <c:pt idx="298">
                  <c:v>0.23839999999995598</c:v>
                </c:pt>
                <c:pt idx="299">
                  <c:v>0.23839999999995598</c:v>
                </c:pt>
                <c:pt idx="300">
                  <c:v>0.23849999999998772</c:v>
                </c:pt>
                <c:pt idx="301">
                  <c:v>0.23849999999998772</c:v>
                </c:pt>
                <c:pt idx="302">
                  <c:v>0.23849999999998772</c:v>
                </c:pt>
                <c:pt idx="303">
                  <c:v>0.23849999999998772</c:v>
                </c:pt>
                <c:pt idx="304">
                  <c:v>0.23849999999998772</c:v>
                </c:pt>
                <c:pt idx="305">
                  <c:v>0.23849999999998772</c:v>
                </c:pt>
                <c:pt idx="306">
                  <c:v>0.23849999999998772</c:v>
                </c:pt>
                <c:pt idx="307">
                  <c:v>0.23849999999998772</c:v>
                </c:pt>
                <c:pt idx="308">
                  <c:v>0.23849999999998772</c:v>
                </c:pt>
                <c:pt idx="309">
                  <c:v>0.23849999999998772</c:v>
                </c:pt>
                <c:pt idx="310">
                  <c:v>0.23849999999998772</c:v>
                </c:pt>
                <c:pt idx="311">
                  <c:v>0.23849999999998772</c:v>
                </c:pt>
                <c:pt idx="312">
                  <c:v>0.23849999999998772</c:v>
                </c:pt>
                <c:pt idx="313">
                  <c:v>0.23849999999998772</c:v>
                </c:pt>
                <c:pt idx="314">
                  <c:v>0.23849999999998772</c:v>
                </c:pt>
                <c:pt idx="315">
                  <c:v>0.23829999999998108</c:v>
                </c:pt>
                <c:pt idx="316">
                  <c:v>0.23779999999999291</c:v>
                </c:pt>
                <c:pt idx="317">
                  <c:v>0.23730000000000473</c:v>
                </c:pt>
                <c:pt idx="318">
                  <c:v>0.23689999999999145</c:v>
                </c:pt>
                <c:pt idx="319">
                  <c:v>0.23649999999997817</c:v>
                </c:pt>
                <c:pt idx="320">
                  <c:v>0.23609999999996489</c:v>
                </c:pt>
                <c:pt idx="321">
                  <c:v>0.23579999999998336</c:v>
                </c:pt>
                <c:pt idx="322">
                  <c:v>0.23550000000000182</c:v>
                </c:pt>
                <c:pt idx="323">
                  <c:v>0.23519999999996344</c:v>
                </c:pt>
                <c:pt idx="324">
                  <c:v>0.2348999999999819</c:v>
                </c:pt>
                <c:pt idx="325">
                  <c:v>0.23469999999997526</c:v>
                </c:pt>
                <c:pt idx="326">
                  <c:v>0.23449999999996862</c:v>
                </c:pt>
                <c:pt idx="327">
                  <c:v>0.23429999999996198</c:v>
                </c:pt>
                <c:pt idx="328">
                  <c:v>0.23410000000001219</c:v>
                </c:pt>
                <c:pt idx="329">
                  <c:v>0.23390000000000555</c:v>
                </c:pt>
                <c:pt idx="330">
                  <c:v>0.23369999999999891</c:v>
                </c:pt>
                <c:pt idx="331">
                  <c:v>0.23349999999999227</c:v>
                </c:pt>
                <c:pt idx="332">
                  <c:v>0.23339999999996053</c:v>
                </c:pt>
                <c:pt idx="333">
                  <c:v>0.23320000000001073</c:v>
                </c:pt>
                <c:pt idx="334">
                  <c:v>0.23309999999997899</c:v>
                </c:pt>
                <c:pt idx="335">
                  <c:v>0.23289999999997235</c:v>
                </c:pt>
                <c:pt idx="336">
                  <c:v>0.23279999999999745</c:v>
                </c:pt>
                <c:pt idx="337">
                  <c:v>0.23269999999996571</c:v>
                </c:pt>
                <c:pt idx="338">
                  <c:v>0.23259999999999081</c:v>
                </c:pt>
                <c:pt idx="339">
                  <c:v>0.23239999999998417</c:v>
                </c:pt>
                <c:pt idx="340">
                  <c:v>0.23269999999996571</c:v>
                </c:pt>
                <c:pt idx="341">
                  <c:v>0.23390000000000555</c:v>
                </c:pt>
                <c:pt idx="342">
                  <c:v>0.23539999999997008</c:v>
                </c:pt>
                <c:pt idx="343">
                  <c:v>0.23679999999995971</c:v>
                </c:pt>
                <c:pt idx="344">
                  <c:v>0.23809999999997444</c:v>
                </c:pt>
                <c:pt idx="345">
                  <c:v>0.23919999999998254</c:v>
                </c:pt>
                <c:pt idx="346">
                  <c:v>0.24009999999998399</c:v>
                </c:pt>
                <c:pt idx="347">
                  <c:v>0.24099999999998545</c:v>
                </c:pt>
                <c:pt idx="348">
                  <c:v>0.24169999999998026</c:v>
                </c:pt>
                <c:pt idx="349">
                  <c:v>0.24239999999997508</c:v>
                </c:pt>
                <c:pt idx="350">
                  <c:v>0.242999999999995</c:v>
                </c:pt>
                <c:pt idx="351">
                  <c:v>0.24359999999995807</c:v>
                </c:pt>
                <c:pt idx="352">
                  <c:v>0.24410000000000309</c:v>
                </c:pt>
                <c:pt idx="353">
                  <c:v>0.24459999999999127</c:v>
                </c:pt>
                <c:pt idx="354">
                  <c:v>0.24500000000000455</c:v>
                </c:pt>
                <c:pt idx="355">
                  <c:v>0.24549999999999272</c:v>
                </c:pt>
                <c:pt idx="356">
                  <c:v>0.245900000000006</c:v>
                </c:pt>
                <c:pt idx="357">
                  <c:v>0.24619999999998754</c:v>
                </c:pt>
                <c:pt idx="358">
                  <c:v>0.24660000000000082</c:v>
                </c:pt>
                <c:pt idx="359">
                  <c:v>0.24689999999998236</c:v>
                </c:pt>
                <c:pt idx="360">
                  <c:v>0.24719999999996389</c:v>
                </c:pt>
                <c:pt idx="361">
                  <c:v>0.24719999999996389</c:v>
                </c:pt>
                <c:pt idx="362">
                  <c:v>0.24750000000000227</c:v>
                </c:pt>
                <c:pt idx="363">
                  <c:v>0.24770000000000891</c:v>
                </c:pt>
                <c:pt idx="364">
                  <c:v>0.24799999999999045</c:v>
                </c:pt>
                <c:pt idx="365">
                  <c:v>0.24819999999999709</c:v>
                </c:pt>
                <c:pt idx="366">
                  <c:v>0.24840000000000373</c:v>
                </c:pt>
                <c:pt idx="367">
                  <c:v>0.24860000000001037</c:v>
                </c:pt>
                <c:pt idx="368">
                  <c:v>0.24879999999996016</c:v>
                </c:pt>
                <c:pt idx="369">
                  <c:v>0.2489999999999668</c:v>
                </c:pt>
                <c:pt idx="370">
                  <c:v>0.24919999999997344</c:v>
                </c:pt>
                <c:pt idx="371">
                  <c:v>0.24930000000000518</c:v>
                </c:pt>
                <c:pt idx="372">
                  <c:v>0.24869999999998527</c:v>
                </c:pt>
                <c:pt idx="373">
                  <c:v>0.24770000000000891</c:v>
                </c:pt>
                <c:pt idx="374">
                  <c:v>0.24660000000000082</c:v>
                </c:pt>
                <c:pt idx="375">
                  <c:v>0.24569999999999936</c:v>
                </c:pt>
                <c:pt idx="376">
                  <c:v>0.24479999999999791</c:v>
                </c:pt>
                <c:pt idx="377">
                  <c:v>0.24410000000000309</c:v>
                </c:pt>
                <c:pt idx="378">
                  <c:v>0.24349999999998317</c:v>
                </c:pt>
                <c:pt idx="379">
                  <c:v>0.242999999999995</c:v>
                </c:pt>
                <c:pt idx="380">
                  <c:v>0.24250000000000682</c:v>
                </c:pt>
                <c:pt idx="381">
                  <c:v>0.24209999999999354</c:v>
                </c:pt>
                <c:pt idx="382">
                  <c:v>0.24169999999998026</c:v>
                </c:pt>
                <c:pt idx="383">
                  <c:v>0.24129999999996699</c:v>
                </c:pt>
                <c:pt idx="384">
                  <c:v>0.24099999999998545</c:v>
                </c:pt>
                <c:pt idx="385">
                  <c:v>0.24070000000000391</c:v>
                </c:pt>
                <c:pt idx="386">
                  <c:v>0.24049999999999727</c:v>
                </c:pt>
                <c:pt idx="387">
                  <c:v>0.24019999999995889</c:v>
                </c:pt>
                <c:pt idx="388">
                  <c:v>0.24000000000000909</c:v>
                </c:pt>
                <c:pt idx="389">
                  <c:v>0.23980000000000246</c:v>
                </c:pt>
                <c:pt idx="390">
                  <c:v>0.23959999999999582</c:v>
                </c:pt>
                <c:pt idx="391">
                  <c:v>0.23939999999998918</c:v>
                </c:pt>
                <c:pt idx="392">
                  <c:v>0.23929999999995744</c:v>
                </c:pt>
                <c:pt idx="393">
                  <c:v>0.23910000000000764</c:v>
                </c:pt>
                <c:pt idx="394">
                  <c:v>0.2389999999999759</c:v>
                </c:pt>
                <c:pt idx="395">
                  <c:v>0.23879999999996926</c:v>
                </c:pt>
                <c:pt idx="396">
                  <c:v>0.23869999999999436</c:v>
                </c:pt>
                <c:pt idx="397">
                  <c:v>0.23859999999996262</c:v>
                </c:pt>
                <c:pt idx="398">
                  <c:v>0.23849999999998772</c:v>
                </c:pt>
                <c:pt idx="399">
                  <c:v>0.23839999999995598</c:v>
                </c:pt>
                <c:pt idx="400">
                  <c:v>0.23829999999998108</c:v>
                </c:pt>
                <c:pt idx="401">
                  <c:v>0.23829999999998108</c:v>
                </c:pt>
                <c:pt idx="402">
                  <c:v>0.23820000000000618</c:v>
                </c:pt>
                <c:pt idx="403">
                  <c:v>0.23809999999997444</c:v>
                </c:pt>
                <c:pt idx="404">
                  <c:v>0.23799999999999955</c:v>
                </c:pt>
                <c:pt idx="405">
                  <c:v>0.23799999999999955</c:v>
                </c:pt>
                <c:pt idx="406">
                  <c:v>0.2378999999999678</c:v>
                </c:pt>
                <c:pt idx="407">
                  <c:v>0.2378999999999678</c:v>
                </c:pt>
                <c:pt idx="408">
                  <c:v>0.23779999999999291</c:v>
                </c:pt>
                <c:pt idx="409">
                  <c:v>0.23779999999999291</c:v>
                </c:pt>
                <c:pt idx="410">
                  <c:v>0.23779999999999291</c:v>
                </c:pt>
                <c:pt idx="411">
                  <c:v>0.23769999999996116</c:v>
                </c:pt>
                <c:pt idx="412">
                  <c:v>0.23769999999996116</c:v>
                </c:pt>
                <c:pt idx="413">
                  <c:v>0.23769999999996116</c:v>
                </c:pt>
                <c:pt idx="414">
                  <c:v>0.23759999999998627</c:v>
                </c:pt>
                <c:pt idx="415">
                  <c:v>0.23759999999998627</c:v>
                </c:pt>
                <c:pt idx="416">
                  <c:v>0.23759999999998627</c:v>
                </c:pt>
                <c:pt idx="417">
                  <c:v>0.23750000000001137</c:v>
                </c:pt>
                <c:pt idx="418">
                  <c:v>0.23750000000001137</c:v>
                </c:pt>
                <c:pt idx="419">
                  <c:v>0.23750000000001137</c:v>
                </c:pt>
                <c:pt idx="420">
                  <c:v>0.23750000000001137</c:v>
                </c:pt>
                <c:pt idx="421">
                  <c:v>0.23750000000001137</c:v>
                </c:pt>
                <c:pt idx="422">
                  <c:v>0.23750000000001137</c:v>
                </c:pt>
                <c:pt idx="423">
                  <c:v>0.23750000000001137</c:v>
                </c:pt>
                <c:pt idx="424">
                  <c:v>0.23759999999998627</c:v>
                </c:pt>
                <c:pt idx="425">
                  <c:v>0.23769999999996116</c:v>
                </c:pt>
                <c:pt idx="426">
                  <c:v>0.23769999999996116</c:v>
                </c:pt>
                <c:pt idx="427">
                  <c:v>0.23779999999999291</c:v>
                </c:pt>
                <c:pt idx="428">
                  <c:v>0.23779999999999291</c:v>
                </c:pt>
                <c:pt idx="429">
                  <c:v>0.2378999999999678</c:v>
                </c:pt>
                <c:pt idx="430">
                  <c:v>0.2378999999999678</c:v>
                </c:pt>
                <c:pt idx="431">
                  <c:v>0.2378999999999678</c:v>
                </c:pt>
                <c:pt idx="432">
                  <c:v>0.23799999999999955</c:v>
                </c:pt>
                <c:pt idx="433">
                  <c:v>0.23799999999999955</c:v>
                </c:pt>
                <c:pt idx="434">
                  <c:v>0.23799999999999955</c:v>
                </c:pt>
                <c:pt idx="435">
                  <c:v>0.23809999999997444</c:v>
                </c:pt>
                <c:pt idx="436">
                  <c:v>0.23809999999997444</c:v>
                </c:pt>
                <c:pt idx="437">
                  <c:v>0.23809999999997444</c:v>
                </c:pt>
                <c:pt idx="438">
                  <c:v>0.23809999999997444</c:v>
                </c:pt>
                <c:pt idx="439">
                  <c:v>0.23820000000000618</c:v>
                </c:pt>
                <c:pt idx="440">
                  <c:v>0.23820000000000618</c:v>
                </c:pt>
                <c:pt idx="441">
                  <c:v>0.23820000000000618</c:v>
                </c:pt>
                <c:pt idx="442">
                  <c:v>0.23820000000000618</c:v>
                </c:pt>
                <c:pt idx="443">
                  <c:v>0.23829999999998108</c:v>
                </c:pt>
                <c:pt idx="444">
                  <c:v>0.23829999999998108</c:v>
                </c:pt>
                <c:pt idx="445">
                  <c:v>0.23829999999998108</c:v>
                </c:pt>
                <c:pt idx="446">
                  <c:v>0.23829999999998108</c:v>
                </c:pt>
                <c:pt idx="447">
                  <c:v>0.23829999999998108</c:v>
                </c:pt>
                <c:pt idx="448">
                  <c:v>0.23829999999998108</c:v>
                </c:pt>
                <c:pt idx="449">
                  <c:v>0.23839999999995598</c:v>
                </c:pt>
                <c:pt idx="450">
                  <c:v>0.23839999999995598</c:v>
                </c:pt>
                <c:pt idx="451">
                  <c:v>0.23839999999995598</c:v>
                </c:pt>
                <c:pt idx="452">
                  <c:v>0.23839999999995598</c:v>
                </c:pt>
                <c:pt idx="453">
                  <c:v>0.23839999999995598</c:v>
                </c:pt>
                <c:pt idx="454">
                  <c:v>0.23839999999995598</c:v>
                </c:pt>
                <c:pt idx="455">
                  <c:v>0.23839999999995598</c:v>
                </c:pt>
                <c:pt idx="456">
                  <c:v>0.23839999999995598</c:v>
                </c:pt>
                <c:pt idx="457">
                  <c:v>0.23839999999995598</c:v>
                </c:pt>
                <c:pt idx="458">
                  <c:v>0.23839999999995598</c:v>
                </c:pt>
                <c:pt idx="459">
                  <c:v>0.23849999999998772</c:v>
                </c:pt>
                <c:pt idx="460">
                  <c:v>0.23849999999998772</c:v>
                </c:pt>
                <c:pt idx="461">
                  <c:v>0.23849999999998772</c:v>
                </c:pt>
                <c:pt idx="462">
                  <c:v>0.23849999999998772</c:v>
                </c:pt>
                <c:pt idx="463">
                  <c:v>0.23849999999998772</c:v>
                </c:pt>
                <c:pt idx="464">
                  <c:v>0.23849999999998772</c:v>
                </c:pt>
                <c:pt idx="465">
                  <c:v>0.23849999999998772</c:v>
                </c:pt>
                <c:pt idx="466">
                  <c:v>0.23849999999998772</c:v>
                </c:pt>
                <c:pt idx="467">
                  <c:v>0.23849999999998772</c:v>
                </c:pt>
                <c:pt idx="468">
                  <c:v>0.23849999999998772</c:v>
                </c:pt>
                <c:pt idx="469">
                  <c:v>0.23849999999998772</c:v>
                </c:pt>
                <c:pt idx="470">
                  <c:v>0.23849999999998772</c:v>
                </c:pt>
                <c:pt idx="471">
                  <c:v>0.23849999999998772</c:v>
                </c:pt>
                <c:pt idx="472">
                  <c:v>0.23849999999998772</c:v>
                </c:pt>
                <c:pt idx="473">
                  <c:v>0.23849999999998772</c:v>
                </c:pt>
                <c:pt idx="474">
                  <c:v>0.23820000000000618</c:v>
                </c:pt>
                <c:pt idx="475">
                  <c:v>0.23769999999996116</c:v>
                </c:pt>
                <c:pt idx="476">
                  <c:v>0.23719999999997299</c:v>
                </c:pt>
                <c:pt idx="477">
                  <c:v>0.23679999999995971</c:v>
                </c:pt>
                <c:pt idx="478">
                  <c:v>0.23640000000000327</c:v>
                </c:pt>
                <c:pt idx="479">
                  <c:v>0.23599999999999</c:v>
                </c:pt>
                <c:pt idx="480">
                  <c:v>0.23570000000000846</c:v>
                </c:pt>
                <c:pt idx="481">
                  <c:v>0.23539999999997008</c:v>
                </c:pt>
                <c:pt idx="482">
                  <c:v>0.23509999999998854</c:v>
                </c:pt>
                <c:pt idx="483">
                  <c:v>0.2348999999999819</c:v>
                </c:pt>
                <c:pt idx="484">
                  <c:v>0.23469999999997526</c:v>
                </c:pt>
                <c:pt idx="485">
                  <c:v>0.23439999999999372</c:v>
                </c:pt>
                <c:pt idx="486">
                  <c:v>0.23419999999998709</c:v>
                </c:pt>
                <c:pt idx="487">
                  <c:v>0.23399999999998045</c:v>
                </c:pt>
                <c:pt idx="488">
                  <c:v>0.23379999999997381</c:v>
                </c:pt>
                <c:pt idx="489">
                  <c:v>0.23369999999999891</c:v>
                </c:pt>
                <c:pt idx="490">
                  <c:v>0.23349999999999227</c:v>
                </c:pt>
                <c:pt idx="491">
                  <c:v>0.23329999999998563</c:v>
                </c:pt>
                <c:pt idx="492">
                  <c:v>0.23320000000001073</c:v>
                </c:pt>
                <c:pt idx="493">
                  <c:v>0.23300000000000409</c:v>
                </c:pt>
                <c:pt idx="494">
                  <c:v>0.23289999999997235</c:v>
                </c:pt>
                <c:pt idx="495">
                  <c:v>0.23279999999999745</c:v>
                </c:pt>
                <c:pt idx="496">
                  <c:v>0.23259999999999081</c:v>
                </c:pt>
                <c:pt idx="497">
                  <c:v>0.23249999999995907</c:v>
                </c:pt>
                <c:pt idx="498">
                  <c:v>0.23239999999998417</c:v>
                </c:pt>
                <c:pt idx="499">
                  <c:v>0.23289999999997235</c:v>
                </c:pt>
                <c:pt idx="500">
                  <c:v>0.23419999999998709</c:v>
                </c:pt>
                <c:pt idx="501">
                  <c:v>0.23559999999997672</c:v>
                </c:pt>
                <c:pt idx="502">
                  <c:v>0.23699999999996635</c:v>
                </c:pt>
                <c:pt idx="503">
                  <c:v>0.23829999999998108</c:v>
                </c:pt>
                <c:pt idx="504">
                  <c:v>0.23929999999995744</c:v>
                </c:pt>
                <c:pt idx="505">
                  <c:v>0.24029999999999063</c:v>
                </c:pt>
                <c:pt idx="506">
                  <c:v>0.24109999999996035</c:v>
                </c:pt>
                <c:pt idx="507">
                  <c:v>0.24180000000001201</c:v>
                </c:pt>
                <c:pt idx="508">
                  <c:v>0.24250000000000682</c:v>
                </c:pt>
                <c:pt idx="509">
                  <c:v>0.2430999999999699</c:v>
                </c:pt>
                <c:pt idx="510">
                  <c:v>0.24369999999998981</c:v>
                </c:pt>
                <c:pt idx="511">
                  <c:v>0.24419999999997799</c:v>
                </c:pt>
                <c:pt idx="512">
                  <c:v>0.24469999999996617</c:v>
                </c:pt>
                <c:pt idx="513">
                  <c:v>0.24509999999997945</c:v>
                </c:pt>
                <c:pt idx="514">
                  <c:v>0.24549999999999272</c:v>
                </c:pt>
                <c:pt idx="515">
                  <c:v>0.245900000000006</c:v>
                </c:pt>
                <c:pt idx="516">
                  <c:v>0.24629999999996244</c:v>
                </c:pt>
                <c:pt idx="517">
                  <c:v>0.24660000000000082</c:v>
                </c:pt>
                <c:pt idx="518">
                  <c:v>0.24689999999998236</c:v>
                </c:pt>
                <c:pt idx="519">
                  <c:v>0.24719999999996389</c:v>
                </c:pt>
                <c:pt idx="520">
                  <c:v>0.24750000000000227</c:v>
                </c:pt>
                <c:pt idx="521">
                  <c:v>0.24779999999998381</c:v>
                </c:pt>
                <c:pt idx="522">
                  <c:v>0.24799999999999045</c:v>
                </c:pt>
                <c:pt idx="523">
                  <c:v>0.24819999999999709</c:v>
                </c:pt>
                <c:pt idx="524">
                  <c:v>0.24849999999997863</c:v>
                </c:pt>
                <c:pt idx="525">
                  <c:v>0.24869999999998527</c:v>
                </c:pt>
                <c:pt idx="526">
                  <c:v>0.24889999999999191</c:v>
                </c:pt>
                <c:pt idx="527">
                  <c:v>0.2489999999999668</c:v>
                </c:pt>
                <c:pt idx="528">
                  <c:v>0.24919999999997344</c:v>
                </c:pt>
                <c:pt idx="529">
                  <c:v>0.24919999999997344</c:v>
                </c:pt>
                <c:pt idx="530">
                  <c:v>0.24860000000001037</c:v>
                </c:pt>
                <c:pt idx="531">
                  <c:v>0.24750000000000227</c:v>
                </c:pt>
                <c:pt idx="532">
                  <c:v>0.24649999999996908</c:v>
                </c:pt>
              </c:numCache>
            </c:numRef>
          </c:yVal>
          <c:smooth val="1"/>
          <c:extLst>
            <c:ext xmlns:c16="http://schemas.microsoft.com/office/drawing/2014/chart" uri="{C3380CC4-5D6E-409C-BE32-E72D297353CC}">
              <c16:uniqueId val="{00000035-4233-4E9D-9D6D-D06060CC9530}"/>
            </c:ext>
          </c:extLst>
        </c:ser>
        <c:ser>
          <c:idx val="54"/>
          <c:order val="54"/>
          <c:tx>
            <c:strRef>
              <c:f>PM50000_Temps_oc5l2_50000!$BDE$1</c:f>
              <c:strCache>
                <c:ptCount val="1"/>
                <c:pt idx="0">
                  <c:v>TELE_PM_INTERIOR.56</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PM50000_Temps_oc5l2_50000!$BDE$2:$BDE$536</c:f>
              <c:numCache>
                <c:formatCode>General</c:formatCode>
                <c:ptCount val="533"/>
                <c:pt idx="0">
                  <c:v>0</c:v>
                </c:pt>
                <c:pt idx="1">
                  <c:v>4.3000000000006366E-3</c:v>
                </c:pt>
                <c:pt idx="2">
                  <c:v>1.6600000000039472E-2</c:v>
                </c:pt>
                <c:pt idx="3">
                  <c:v>3.1700000000000728E-2</c:v>
                </c:pt>
                <c:pt idx="4">
                  <c:v>4.7200000000032105E-2</c:v>
                </c:pt>
                <c:pt idx="5">
                  <c:v>6.2100000000043565E-2</c:v>
                </c:pt>
                <c:pt idx="6">
                  <c:v>7.6300000000003365E-2</c:v>
                </c:pt>
                <c:pt idx="7">
                  <c:v>8.9500000000043656E-2</c:v>
                </c:pt>
                <c:pt idx="8">
                  <c:v>0.10169999999999391</c:v>
                </c:pt>
                <c:pt idx="9">
                  <c:v>0.11290000000002465</c:v>
                </c:pt>
                <c:pt idx="10">
                  <c:v>0.12319999999999709</c:v>
                </c:pt>
                <c:pt idx="11">
                  <c:v>0.13269999999999982</c:v>
                </c:pt>
                <c:pt idx="12">
                  <c:v>0.14140000000003283</c:v>
                </c:pt>
                <c:pt idx="13">
                  <c:v>0.14930000000003929</c:v>
                </c:pt>
                <c:pt idx="14">
                  <c:v>0.15660000000002583</c:v>
                </c:pt>
                <c:pt idx="15">
                  <c:v>0.16329999999999245</c:v>
                </c:pt>
                <c:pt idx="16">
                  <c:v>0.169399999999996</c:v>
                </c:pt>
                <c:pt idx="17">
                  <c:v>0.17490000000003647</c:v>
                </c:pt>
                <c:pt idx="18">
                  <c:v>0.18000000000000682</c:v>
                </c:pt>
                <c:pt idx="19">
                  <c:v>0.18470000000002074</c:v>
                </c:pt>
                <c:pt idx="20">
                  <c:v>0.18900000000002137</c:v>
                </c:pt>
                <c:pt idx="21">
                  <c:v>0.19290000000000873</c:v>
                </c:pt>
                <c:pt idx="22">
                  <c:v>0.19640000000003965</c:v>
                </c:pt>
                <c:pt idx="23">
                  <c:v>0.19970000000000709</c:v>
                </c:pt>
                <c:pt idx="24">
                  <c:v>0.202699999999993</c:v>
                </c:pt>
                <c:pt idx="25">
                  <c:v>0.20539999999999736</c:v>
                </c:pt>
                <c:pt idx="26">
                  <c:v>0.20789999999999509</c:v>
                </c:pt>
                <c:pt idx="27">
                  <c:v>0.21039999999999281</c:v>
                </c:pt>
                <c:pt idx="28">
                  <c:v>0.21320000000002892</c:v>
                </c:pt>
                <c:pt idx="29">
                  <c:v>0.21590000000003329</c:v>
                </c:pt>
                <c:pt idx="30">
                  <c:v>0.21870000000001255</c:v>
                </c:pt>
                <c:pt idx="31">
                  <c:v>0.22120000000001028</c:v>
                </c:pt>
                <c:pt idx="32">
                  <c:v>0.223700000000008</c:v>
                </c:pt>
                <c:pt idx="33">
                  <c:v>0.22590000000002419</c:v>
                </c:pt>
                <c:pt idx="34">
                  <c:v>0.22800000000000864</c:v>
                </c:pt>
                <c:pt idx="35">
                  <c:v>0.22990000000004329</c:v>
                </c:pt>
                <c:pt idx="36">
                  <c:v>0.23169999999998936</c:v>
                </c:pt>
                <c:pt idx="37">
                  <c:v>0.23340000000001737</c:v>
                </c:pt>
                <c:pt idx="38">
                  <c:v>0.23500000000001364</c:v>
                </c:pt>
                <c:pt idx="39">
                  <c:v>0.23640000000000327</c:v>
                </c:pt>
                <c:pt idx="40">
                  <c:v>0.23770000000001801</c:v>
                </c:pt>
                <c:pt idx="41">
                  <c:v>0.23900000000003274</c:v>
                </c:pt>
                <c:pt idx="42">
                  <c:v>0.24010000000004084</c:v>
                </c:pt>
                <c:pt idx="43">
                  <c:v>0.24119999999999209</c:v>
                </c:pt>
                <c:pt idx="44">
                  <c:v>0.24220000000002528</c:v>
                </c:pt>
                <c:pt idx="45">
                  <c:v>0.24310000000002674</c:v>
                </c:pt>
                <c:pt idx="46">
                  <c:v>0.24389999999999645</c:v>
                </c:pt>
                <c:pt idx="47">
                  <c:v>0.24470000000002301</c:v>
                </c:pt>
                <c:pt idx="48">
                  <c:v>0.24540000000001783</c:v>
                </c:pt>
                <c:pt idx="49">
                  <c:v>0.24610000000001264</c:v>
                </c:pt>
                <c:pt idx="50">
                  <c:v>0.24670000000003256</c:v>
                </c:pt>
                <c:pt idx="51">
                  <c:v>0.24729999999999563</c:v>
                </c:pt>
                <c:pt idx="52">
                  <c:v>0.24790000000001555</c:v>
                </c:pt>
                <c:pt idx="53">
                  <c:v>0.24840000000000373</c:v>
                </c:pt>
                <c:pt idx="54">
                  <c:v>0.24880000000001701</c:v>
                </c:pt>
                <c:pt idx="55">
                  <c:v>0.24920000000003029</c:v>
                </c:pt>
                <c:pt idx="56">
                  <c:v>0.24960000000004356</c:v>
                </c:pt>
                <c:pt idx="57">
                  <c:v>0.2499000000000251</c:v>
                </c:pt>
                <c:pt idx="58">
                  <c:v>0.2499000000000251</c:v>
                </c:pt>
                <c:pt idx="59">
                  <c:v>0.24960000000004356</c:v>
                </c:pt>
                <c:pt idx="60">
                  <c:v>0.24909999999999854</c:v>
                </c:pt>
                <c:pt idx="61">
                  <c:v>0.24860000000001037</c:v>
                </c:pt>
                <c:pt idx="62">
                  <c:v>0.24810000000002219</c:v>
                </c:pt>
                <c:pt idx="63">
                  <c:v>0.24770000000000891</c:v>
                </c:pt>
                <c:pt idx="64">
                  <c:v>0.24720000000002074</c:v>
                </c:pt>
                <c:pt idx="65">
                  <c:v>0.24680000000000746</c:v>
                </c:pt>
                <c:pt idx="66">
                  <c:v>0.24639999999999418</c:v>
                </c:pt>
                <c:pt idx="67">
                  <c:v>0.24600000000003774</c:v>
                </c:pt>
                <c:pt idx="68">
                  <c:v>0.24560000000002447</c:v>
                </c:pt>
                <c:pt idx="69">
                  <c:v>0.24530000000004293</c:v>
                </c:pt>
                <c:pt idx="70">
                  <c:v>0.24500000000000455</c:v>
                </c:pt>
                <c:pt idx="71">
                  <c:v>0.24470000000002301</c:v>
                </c:pt>
                <c:pt idx="72">
                  <c:v>0.24440000000004147</c:v>
                </c:pt>
                <c:pt idx="73">
                  <c:v>0.24420000000003483</c:v>
                </c:pt>
                <c:pt idx="74">
                  <c:v>0.24389999999999645</c:v>
                </c:pt>
                <c:pt idx="75">
                  <c:v>0.24369999999998981</c:v>
                </c:pt>
                <c:pt idx="76">
                  <c:v>0.24350000000004002</c:v>
                </c:pt>
                <c:pt idx="77">
                  <c:v>0.24330000000003338</c:v>
                </c:pt>
                <c:pt idx="78">
                  <c:v>0.24320000000000164</c:v>
                </c:pt>
                <c:pt idx="79">
                  <c:v>0.242999999999995</c:v>
                </c:pt>
                <c:pt idx="80">
                  <c:v>0.2429000000000201</c:v>
                </c:pt>
                <c:pt idx="81">
                  <c:v>0.24270000000001346</c:v>
                </c:pt>
                <c:pt idx="82">
                  <c:v>0.24260000000003856</c:v>
                </c:pt>
                <c:pt idx="83">
                  <c:v>0.24250000000000682</c:v>
                </c:pt>
                <c:pt idx="84">
                  <c:v>0.24240000000003192</c:v>
                </c:pt>
                <c:pt idx="85">
                  <c:v>0.24230000000000018</c:v>
                </c:pt>
                <c:pt idx="86">
                  <c:v>0.24220000000002528</c:v>
                </c:pt>
                <c:pt idx="87">
                  <c:v>0.24209999999999354</c:v>
                </c:pt>
                <c:pt idx="88">
                  <c:v>0.24200000000001864</c:v>
                </c:pt>
                <c:pt idx="89">
                  <c:v>0.24190000000004375</c:v>
                </c:pt>
                <c:pt idx="90">
                  <c:v>0.24190000000004375</c:v>
                </c:pt>
                <c:pt idx="91">
                  <c:v>0.24180000000001201</c:v>
                </c:pt>
                <c:pt idx="92">
                  <c:v>0.24180000000001201</c:v>
                </c:pt>
                <c:pt idx="93">
                  <c:v>0.24170000000003711</c:v>
                </c:pt>
                <c:pt idx="94">
                  <c:v>0.24170000000003711</c:v>
                </c:pt>
                <c:pt idx="95">
                  <c:v>0.24160000000000537</c:v>
                </c:pt>
                <c:pt idx="96">
                  <c:v>0.24160000000000537</c:v>
                </c:pt>
                <c:pt idx="97">
                  <c:v>0.24150000000003047</c:v>
                </c:pt>
                <c:pt idx="98">
                  <c:v>0.24150000000003047</c:v>
                </c:pt>
                <c:pt idx="99">
                  <c:v>0.24150000000003047</c:v>
                </c:pt>
                <c:pt idx="100">
                  <c:v>0.24139999999999873</c:v>
                </c:pt>
                <c:pt idx="101">
                  <c:v>0.24139999999999873</c:v>
                </c:pt>
                <c:pt idx="102">
                  <c:v>0.24139999999999873</c:v>
                </c:pt>
                <c:pt idx="103">
                  <c:v>0.24130000000002383</c:v>
                </c:pt>
                <c:pt idx="104">
                  <c:v>0.24130000000002383</c:v>
                </c:pt>
                <c:pt idx="105">
                  <c:v>0.24130000000002383</c:v>
                </c:pt>
                <c:pt idx="106">
                  <c:v>0.24130000000002383</c:v>
                </c:pt>
                <c:pt idx="107">
                  <c:v>0.24130000000002383</c:v>
                </c:pt>
                <c:pt idx="108">
                  <c:v>0.24130000000002383</c:v>
                </c:pt>
                <c:pt idx="109">
                  <c:v>0.24130000000002383</c:v>
                </c:pt>
                <c:pt idx="110">
                  <c:v>0.24130000000002383</c:v>
                </c:pt>
                <c:pt idx="111">
                  <c:v>0.24139999999999873</c:v>
                </c:pt>
                <c:pt idx="112">
                  <c:v>0.24139999999999873</c:v>
                </c:pt>
                <c:pt idx="113">
                  <c:v>0.24150000000003047</c:v>
                </c:pt>
                <c:pt idx="114">
                  <c:v>0.24150000000003047</c:v>
                </c:pt>
                <c:pt idx="115">
                  <c:v>0.24160000000000537</c:v>
                </c:pt>
                <c:pt idx="116">
                  <c:v>0.24160000000000537</c:v>
                </c:pt>
                <c:pt idx="117">
                  <c:v>0.24170000000003711</c:v>
                </c:pt>
                <c:pt idx="118">
                  <c:v>0.24170000000003711</c:v>
                </c:pt>
                <c:pt idx="119">
                  <c:v>0.24170000000003711</c:v>
                </c:pt>
                <c:pt idx="120">
                  <c:v>0.24180000000001201</c:v>
                </c:pt>
                <c:pt idx="121">
                  <c:v>0.24180000000001201</c:v>
                </c:pt>
                <c:pt idx="122">
                  <c:v>0.24190000000004375</c:v>
                </c:pt>
                <c:pt idx="123">
                  <c:v>0.24190000000004375</c:v>
                </c:pt>
                <c:pt idx="124">
                  <c:v>0.24190000000004375</c:v>
                </c:pt>
                <c:pt idx="125">
                  <c:v>0.24200000000001864</c:v>
                </c:pt>
                <c:pt idx="126">
                  <c:v>0.24200000000001864</c:v>
                </c:pt>
                <c:pt idx="127">
                  <c:v>0.24200000000001864</c:v>
                </c:pt>
                <c:pt idx="128">
                  <c:v>0.24209999999999354</c:v>
                </c:pt>
                <c:pt idx="129">
                  <c:v>0.24209999999999354</c:v>
                </c:pt>
                <c:pt idx="130">
                  <c:v>0.24209999999999354</c:v>
                </c:pt>
                <c:pt idx="131">
                  <c:v>0.24209999999999354</c:v>
                </c:pt>
                <c:pt idx="132">
                  <c:v>0.24220000000002528</c:v>
                </c:pt>
                <c:pt idx="133">
                  <c:v>0.24220000000002528</c:v>
                </c:pt>
                <c:pt idx="134">
                  <c:v>0.24220000000002528</c:v>
                </c:pt>
                <c:pt idx="135">
                  <c:v>0.24220000000002528</c:v>
                </c:pt>
                <c:pt idx="136">
                  <c:v>0.24220000000002528</c:v>
                </c:pt>
                <c:pt idx="137">
                  <c:v>0.24230000000000018</c:v>
                </c:pt>
                <c:pt idx="138">
                  <c:v>0.24230000000000018</c:v>
                </c:pt>
                <c:pt idx="139">
                  <c:v>0.24230000000000018</c:v>
                </c:pt>
                <c:pt idx="140">
                  <c:v>0.24230000000000018</c:v>
                </c:pt>
                <c:pt idx="141">
                  <c:v>0.24230000000000018</c:v>
                </c:pt>
                <c:pt idx="142">
                  <c:v>0.24230000000000018</c:v>
                </c:pt>
                <c:pt idx="143">
                  <c:v>0.24230000000000018</c:v>
                </c:pt>
                <c:pt idx="144">
                  <c:v>0.24240000000003192</c:v>
                </c:pt>
                <c:pt idx="145">
                  <c:v>0.24240000000003192</c:v>
                </c:pt>
                <c:pt idx="146">
                  <c:v>0.24240000000003192</c:v>
                </c:pt>
                <c:pt idx="147">
                  <c:v>0.24240000000003192</c:v>
                </c:pt>
                <c:pt idx="148">
                  <c:v>0.24240000000003192</c:v>
                </c:pt>
                <c:pt idx="149">
                  <c:v>0.24240000000003192</c:v>
                </c:pt>
                <c:pt idx="150">
                  <c:v>0.24240000000003192</c:v>
                </c:pt>
                <c:pt idx="151">
                  <c:v>0.24240000000003192</c:v>
                </c:pt>
                <c:pt idx="152">
                  <c:v>0.24240000000003192</c:v>
                </c:pt>
                <c:pt idx="153">
                  <c:v>0.24240000000003192</c:v>
                </c:pt>
                <c:pt idx="154">
                  <c:v>0.24240000000003192</c:v>
                </c:pt>
                <c:pt idx="155">
                  <c:v>0.24250000000000682</c:v>
                </c:pt>
                <c:pt idx="156">
                  <c:v>0.24250000000000682</c:v>
                </c:pt>
                <c:pt idx="157">
                  <c:v>0.24250000000000682</c:v>
                </c:pt>
                <c:pt idx="158">
                  <c:v>0.24240000000003192</c:v>
                </c:pt>
                <c:pt idx="159">
                  <c:v>0.24230000000000018</c:v>
                </c:pt>
                <c:pt idx="160">
                  <c:v>0.24209999999999354</c:v>
                </c:pt>
                <c:pt idx="161">
                  <c:v>0.24180000000001201</c:v>
                </c:pt>
                <c:pt idx="162">
                  <c:v>0.24150000000003047</c:v>
                </c:pt>
                <c:pt idx="163">
                  <c:v>0.24119999999999209</c:v>
                </c:pt>
                <c:pt idx="164">
                  <c:v>0.24090000000001055</c:v>
                </c:pt>
                <c:pt idx="165">
                  <c:v>0.24060000000002901</c:v>
                </c:pt>
                <c:pt idx="166">
                  <c:v>0.24029999999999063</c:v>
                </c:pt>
                <c:pt idx="167">
                  <c:v>0.24000000000000909</c:v>
                </c:pt>
                <c:pt idx="168">
                  <c:v>0.23980000000000246</c:v>
                </c:pt>
                <c:pt idx="169">
                  <c:v>0.23950000000002092</c:v>
                </c:pt>
                <c:pt idx="170">
                  <c:v>0.23930000000001428</c:v>
                </c:pt>
                <c:pt idx="171">
                  <c:v>0.23900000000003274</c:v>
                </c:pt>
                <c:pt idx="172">
                  <c:v>0.2388000000000261</c:v>
                </c:pt>
                <c:pt idx="173">
                  <c:v>0.23860000000001946</c:v>
                </c:pt>
                <c:pt idx="174">
                  <c:v>0.23840000000001282</c:v>
                </c:pt>
                <c:pt idx="175">
                  <c:v>0.23820000000000618</c:v>
                </c:pt>
                <c:pt idx="176">
                  <c:v>0.23799999999999955</c:v>
                </c:pt>
                <c:pt idx="177">
                  <c:v>0.23790000000002465</c:v>
                </c:pt>
                <c:pt idx="178">
                  <c:v>0.23770000000001801</c:v>
                </c:pt>
                <c:pt idx="179">
                  <c:v>0.23750000000001137</c:v>
                </c:pt>
                <c:pt idx="180">
                  <c:v>0.23740000000003647</c:v>
                </c:pt>
                <c:pt idx="181">
                  <c:v>0.23720000000002983</c:v>
                </c:pt>
                <c:pt idx="182">
                  <c:v>0.23709999999999809</c:v>
                </c:pt>
                <c:pt idx="183">
                  <c:v>0.23700000000002319</c:v>
                </c:pt>
                <c:pt idx="184">
                  <c:v>0.23720000000002983</c:v>
                </c:pt>
                <c:pt idx="185">
                  <c:v>0.23779999999999291</c:v>
                </c:pt>
                <c:pt idx="186">
                  <c:v>0.23860000000001946</c:v>
                </c:pt>
                <c:pt idx="187">
                  <c:v>0.23950000000002092</c:v>
                </c:pt>
                <c:pt idx="188">
                  <c:v>0.24029999999999063</c:v>
                </c:pt>
                <c:pt idx="189">
                  <c:v>0.24119999999999209</c:v>
                </c:pt>
                <c:pt idx="190">
                  <c:v>0.24200000000001864</c:v>
                </c:pt>
                <c:pt idx="191">
                  <c:v>0.24279999999998836</c:v>
                </c:pt>
                <c:pt idx="192">
                  <c:v>0.24350000000004002</c:v>
                </c:pt>
                <c:pt idx="193">
                  <c:v>0.24420000000003483</c:v>
                </c:pt>
                <c:pt idx="194">
                  <c:v>0.24490000000002965</c:v>
                </c:pt>
                <c:pt idx="195">
                  <c:v>0.24549999999999272</c:v>
                </c:pt>
                <c:pt idx="196">
                  <c:v>0.24610000000001264</c:v>
                </c:pt>
                <c:pt idx="197">
                  <c:v>0.24670000000003256</c:v>
                </c:pt>
                <c:pt idx="198">
                  <c:v>0.24720000000002074</c:v>
                </c:pt>
                <c:pt idx="199">
                  <c:v>0.24770000000000891</c:v>
                </c:pt>
                <c:pt idx="200">
                  <c:v>0.24810000000002219</c:v>
                </c:pt>
                <c:pt idx="201">
                  <c:v>0.24860000000001037</c:v>
                </c:pt>
                <c:pt idx="202">
                  <c:v>0.24900000000002365</c:v>
                </c:pt>
                <c:pt idx="203">
                  <c:v>0.24940000000003693</c:v>
                </c:pt>
                <c:pt idx="204">
                  <c:v>0.24970000000001846</c:v>
                </c:pt>
                <c:pt idx="205">
                  <c:v>0.25</c:v>
                </c:pt>
                <c:pt idx="206">
                  <c:v>0.25030000000003838</c:v>
                </c:pt>
                <c:pt idx="207">
                  <c:v>0.25060000000001992</c:v>
                </c:pt>
                <c:pt idx="208">
                  <c:v>0.25090000000000146</c:v>
                </c:pt>
                <c:pt idx="209">
                  <c:v>0.25120000000003984</c:v>
                </c:pt>
                <c:pt idx="210">
                  <c:v>0.25139999999998963</c:v>
                </c:pt>
                <c:pt idx="211">
                  <c:v>0.25159999999999627</c:v>
                </c:pt>
                <c:pt idx="212">
                  <c:v>0.25180000000000291</c:v>
                </c:pt>
                <c:pt idx="213">
                  <c:v>0.25200000000000955</c:v>
                </c:pt>
                <c:pt idx="214">
                  <c:v>0.25210000000004129</c:v>
                </c:pt>
                <c:pt idx="215">
                  <c:v>0.25180000000000291</c:v>
                </c:pt>
                <c:pt idx="216">
                  <c:v>0.25139999999998963</c:v>
                </c:pt>
                <c:pt idx="217">
                  <c:v>0.25080000000002656</c:v>
                </c:pt>
                <c:pt idx="218">
                  <c:v>0.25010000000003174</c:v>
                </c:pt>
                <c:pt idx="219">
                  <c:v>0.24950000000001182</c:v>
                </c:pt>
                <c:pt idx="220">
                  <c:v>0.24889999999999191</c:v>
                </c:pt>
                <c:pt idx="221">
                  <c:v>0.24840000000000373</c:v>
                </c:pt>
                <c:pt idx="222">
                  <c:v>0.24780000000004065</c:v>
                </c:pt>
                <c:pt idx="223">
                  <c:v>0.24740000000002738</c:v>
                </c:pt>
                <c:pt idx="224">
                  <c:v>0.2469000000000392</c:v>
                </c:pt>
                <c:pt idx="225">
                  <c:v>0.24650000000002592</c:v>
                </c:pt>
                <c:pt idx="226">
                  <c:v>0.24610000000001264</c:v>
                </c:pt>
                <c:pt idx="227">
                  <c:v>0.24569999999999936</c:v>
                </c:pt>
                <c:pt idx="228">
                  <c:v>0.24540000000001783</c:v>
                </c:pt>
                <c:pt idx="229">
                  <c:v>0.24500000000000455</c:v>
                </c:pt>
                <c:pt idx="230">
                  <c:v>0.24470000000002301</c:v>
                </c:pt>
                <c:pt idx="231">
                  <c:v>0.24450000000001637</c:v>
                </c:pt>
                <c:pt idx="232">
                  <c:v>0.24420000000003483</c:v>
                </c:pt>
                <c:pt idx="233">
                  <c:v>0.24400000000002819</c:v>
                </c:pt>
                <c:pt idx="234">
                  <c:v>0.24380000000002156</c:v>
                </c:pt>
                <c:pt idx="235">
                  <c:v>0.24360000000001492</c:v>
                </c:pt>
                <c:pt idx="236">
                  <c:v>0.24340000000000828</c:v>
                </c:pt>
                <c:pt idx="237">
                  <c:v>0.24320000000000164</c:v>
                </c:pt>
                <c:pt idx="238">
                  <c:v>0.242999999999995</c:v>
                </c:pt>
                <c:pt idx="239">
                  <c:v>0.2429000000000201</c:v>
                </c:pt>
                <c:pt idx="240">
                  <c:v>0.24270000000001346</c:v>
                </c:pt>
                <c:pt idx="241">
                  <c:v>0.24260000000003856</c:v>
                </c:pt>
                <c:pt idx="242">
                  <c:v>0.24250000000000682</c:v>
                </c:pt>
                <c:pt idx="243">
                  <c:v>0.24240000000003192</c:v>
                </c:pt>
                <c:pt idx="244">
                  <c:v>0.24230000000000018</c:v>
                </c:pt>
                <c:pt idx="245">
                  <c:v>0.24220000000002528</c:v>
                </c:pt>
                <c:pt idx="246">
                  <c:v>0.24209999999999354</c:v>
                </c:pt>
                <c:pt idx="247">
                  <c:v>0.24200000000001864</c:v>
                </c:pt>
                <c:pt idx="248">
                  <c:v>0.24200000000001864</c:v>
                </c:pt>
                <c:pt idx="249">
                  <c:v>0.24190000000004375</c:v>
                </c:pt>
                <c:pt idx="250">
                  <c:v>0.24180000000001201</c:v>
                </c:pt>
                <c:pt idx="251">
                  <c:v>0.24180000000001201</c:v>
                </c:pt>
                <c:pt idx="252">
                  <c:v>0.24170000000003711</c:v>
                </c:pt>
                <c:pt idx="253">
                  <c:v>0.24170000000003711</c:v>
                </c:pt>
                <c:pt idx="254">
                  <c:v>0.24160000000000537</c:v>
                </c:pt>
                <c:pt idx="255">
                  <c:v>0.24160000000000537</c:v>
                </c:pt>
                <c:pt idx="256">
                  <c:v>0.24150000000003047</c:v>
                </c:pt>
                <c:pt idx="257">
                  <c:v>0.24150000000003047</c:v>
                </c:pt>
                <c:pt idx="258">
                  <c:v>0.24150000000003047</c:v>
                </c:pt>
                <c:pt idx="259">
                  <c:v>0.24139999999999873</c:v>
                </c:pt>
                <c:pt idx="260">
                  <c:v>0.24139999999999873</c:v>
                </c:pt>
                <c:pt idx="261">
                  <c:v>0.24139999999999873</c:v>
                </c:pt>
                <c:pt idx="262">
                  <c:v>0.24139999999999873</c:v>
                </c:pt>
                <c:pt idx="263">
                  <c:v>0.24130000000002383</c:v>
                </c:pt>
                <c:pt idx="264">
                  <c:v>0.24130000000002383</c:v>
                </c:pt>
                <c:pt idx="265">
                  <c:v>0.24130000000002383</c:v>
                </c:pt>
                <c:pt idx="266">
                  <c:v>0.24130000000002383</c:v>
                </c:pt>
                <c:pt idx="267">
                  <c:v>0.24139999999999873</c:v>
                </c:pt>
                <c:pt idx="268">
                  <c:v>0.24139999999999873</c:v>
                </c:pt>
                <c:pt idx="269">
                  <c:v>0.24150000000003047</c:v>
                </c:pt>
                <c:pt idx="270">
                  <c:v>0.24150000000003047</c:v>
                </c:pt>
                <c:pt idx="271">
                  <c:v>0.24160000000000537</c:v>
                </c:pt>
                <c:pt idx="272">
                  <c:v>0.24160000000000537</c:v>
                </c:pt>
                <c:pt idx="273">
                  <c:v>0.24170000000003711</c:v>
                </c:pt>
                <c:pt idx="274">
                  <c:v>0.24170000000003711</c:v>
                </c:pt>
                <c:pt idx="275">
                  <c:v>0.24170000000003711</c:v>
                </c:pt>
                <c:pt idx="276">
                  <c:v>0.24180000000001201</c:v>
                </c:pt>
                <c:pt idx="277">
                  <c:v>0.24180000000001201</c:v>
                </c:pt>
                <c:pt idx="278">
                  <c:v>0.24180000000001201</c:v>
                </c:pt>
                <c:pt idx="279">
                  <c:v>0.24190000000004375</c:v>
                </c:pt>
                <c:pt idx="280">
                  <c:v>0.24190000000004375</c:v>
                </c:pt>
                <c:pt idx="281">
                  <c:v>0.24200000000001864</c:v>
                </c:pt>
                <c:pt idx="282">
                  <c:v>0.24200000000001864</c:v>
                </c:pt>
                <c:pt idx="283">
                  <c:v>0.24200000000001864</c:v>
                </c:pt>
                <c:pt idx="284">
                  <c:v>0.24200000000001864</c:v>
                </c:pt>
                <c:pt idx="285">
                  <c:v>0.24209999999999354</c:v>
                </c:pt>
                <c:pt idx="286">
                  <c:v>0.24209999999999354</c:v>
                </c:pt>
                <c:pt idx="287">
                  <c:v>0.24209999999999354</c:v>
                </c:pt>
                <c:pt idx="288">
                  <c:v>0.24209999999999354</c:v>
                </c:pt>
                <c:pt idx="289">
                  <c:v>0.24220000000002528</c:v>
                </c:pt>
                <c:pt idx="290">
                  <c:v>0.24220000000002528</c:v>
                </c:pt>
                <c:pt idx="291">
                  <c:v>0.24220000000002528</c:v>
                </c:pt>
                <c:pt idx="292">
                  <c:v>0.24220000000002528</c:v>
                </c:pt>
                <c:pt idx="293">
                  <c:v>0.24230000000000018</c:v>
                </c:pt>
                <c:pt idx="294">
                  <c:v>0.24230000000000018</c:v>
                </c:pt>
                <c:pt idx="295">
                  <c:v>0.24230000000000018</c:v>
                </c:pt>
                <c:pt idx="296">
                  <c:v>0.24230000000000018</c:v>
                </c:pt>
                <c:pt idx="297">
                  <c:v>0.24230000000000018</c:v>
                </c:pt>
                <c:pt idx="298">
                  <c:v>0.24230000000000018</c:v>
                </c:pt>
                <c:pt idx="299">
                  <c:v>0.24230000000000018</c:v>
                </c:pt>
                <c:pt idx="300">
                  <c:v>0.24240000000003192</c:v>
                </c:pt>
                <c:pt idx="301">
                  <c:v>0.24240000000003192</c:v>
                </c:pt>
                <c:pt idx="302">
                  <c:v>0.24240000000003192</c:v>
                </c:pt>
                <c:pt idx="303">
                  <c:v>0.24240000000003192</c:v>
                </c:pt>
                <c:pt idx="304">
                  <c:v>0.24240000000003192</c:v>
                </c:pt>
                <c:pt idx="305">
                  <c:v>0.24240000000003192</c:v>
                </c:pt>
                <c:pt idx="306">
                  <c:v>0.24240000000003192</c:v>
                </c:pt>
                <c:pt idx="307">
                  <c:v>0.24240000000003192</c:v>
                </c:pt>
                <c:pt idx="308">
                  <c:v>0.24240000000003192</c:v>
                </c:pt>
                <c:pt idx="309">
                  <c:v>0.24240000000003192</c:v>
                </c:pt>
                <c:pt idx="310">
                  <c:v>0.24240000000003192</c:v>
                </c:pt>
                <c:pt idx="311">
                  <c:v>0.24250000000000682</c:v>
                </c:pt>
                <c:pt idx="312">
                  <c:v>0.24250000000000682</c:v>
                </c:pt>
                <c:pt idx="313">
                  <c:v>0.24250000000000682</c:v>
                </c:pt>
                <c:pt idx="314">
                  <c:v>0.24250000000000682</c:v>
                </c:pt>
                <c:pt idx="315">
                  <c:v>0.24240000000003192</c:v>
                </c:pt>
                <c:pt idx="316">
                  <c:v>0.24230000000000018</c:v>
                </c:pt>
                <c:pt idx="317">
                  <c:v>0.24200000000001864</c:v>
                </c:pt>
                <c:pt idx="318">
                  <c:v>0.24180000000001201</c:v>
                </c:pt>
                <c:pt idx="319">
                  <c:v>0.24150000000003047</c:v>
                </c:pt>
                <c:pt idx="320">
                  <c:v>0.24119999999999209</c:v>
                </c:pt>
                <c:pt idx="321">
                  <c:v>0.24090000000001055</c:v>
                </c:pt>
                <c:pt idx="322">
                  <c:v>0.24060000000002901</c:v>
                </c:pt>
                <c:pt idx="323">
                  <c:v>0.24029999999999063</c:v>
                </c:pt>
                <c:pt idx="324">
                  <c:v>0.24000000000000909</c:v>
                </c:pt>
                <c:pt idx="325">
                  <c:v>0.23970000000002756</c:v>
                </c:pt>
                <c:pt idx="326">
                  <c:v>0.23950000000002092</c:v>
                </c:pt>
                <c:pt idx="327">
                  <c:v>0.23930000000001428</c:v>
                </c:pt>
                <c:pt idx="328">
                  <c:v>0.23900000000003274</c:v>
                </c:pt>
                <c:pt idx="329">
                  <c:v>0.2388000000000261</c:v>
                </c:pt>
                <c:pt idx="330">
                  <c:v>0.23860000000001946</c:v>
                </c:pt>
                <c:pt idx="331">
                  <c:v>0.23840000000001282</c:v>
                </c:pt>
                <c:pt idx="332">
                  <c:v>0.23820000000000618</c:v>
                </c:pt>
                <c:pt idx="333">
                  <c:v>0.23799999999999955</c:v>
                </c:pt>
                <c:pt idx="334">
                  <c:v>0.23779999999999291</c:v>
                </c:pt>
                <c:pt idx="335">
                  <c:v>0.23770000000001801</c:v>
                </c:pt>
                <c:pt idx="336">
                  <c:v>0.23750000000001137</c:v>
                </c:pt>
                <c:pt idx="337">
                  <c:v>0.23740000000003647</c:v>
                </c:pt>
                <c:pt idx="338">
                  <c:v>0.23720000000002983</c:v>
                </c:pt>
                <c:pt idx="339">
                  <c:v>0.23709999999999809</c:v>
                </c:pt>
                <c:pt idx="340">
                  <c:v>0.23700000000002319</c:v>
                </c:pt>
                <c:pt idx="341">
                  <c:v>0.23730000000000473</c:v>
                </c:pt>
                <c:pt idx="342">
                  <c:v>0.23790000000002465</c:v>
                </c:pt>
                <c:pt idx="343">
                  <c:v>0.23869999999999436</c:v>
                </c:pt>
                <c:pt idx="344">
                  <c:v>0.23959999999999582</c:v>
                </c:pt>
                <c:pt idx="345">
                  <c:v>0.24040000000002237</c:v>
                </c:pt>
                <c:pt idx="346">
                  <c:v>0.24130000000002383</c:v>
                </c:pt>
                <c:pt idx="347">
                  <c:v>0.24209999999999354</c:v>
                </c:pt>
                <c:pt idx="348">
                  <c:v>0.2429000000000201</c:v>
                </c:pt>
                <c:pt idx="349">
                  <c:v>0.24360000000001492</c:v>
                </c:pt>
                <c:pt idx="350">
                  <c:v>0.24430000000000973</c:v>
                </c:pt>
                <c:pt idx="351">
                  <c:v>0.24500000000000455</c:v>
                </c:pt>
                <c:pt idx="352">
                  <c:v>0.24560000000002447</c:v>
                </c:pt>
                <c:pt idx="353">
                  <c:v>0.24620000000004438</c:v>
                </c:pt>
                <c:pt idx="354">
                  <c:v>0.24670000000003256</c:v>
                </c:pt>
                <c:pt idx="355">
                  <c:v>0.24729999999999563</c:v>
                </c:pt>
                <c:pt idx="356">
                  <c:v>0.24770000000000891</c:v>
                </c:pt>
                <c:pt idx="357">
                  <c:v>0.24819999999999709</c:v>
                </c:pt>
                <c:pt idx="358">
                  <c:v>0.24860000000001037</c:v>
                </c:pt>
                <c:pt idx="359">
                  <c:v>0.24900000000002365</c:v>
                </c:pt>
                <c:pt idx="360">
                  <c:v>0.24940000000003693</c:v>
                </c:pt>
                <c:pt idx="361">
                  <c:v>0.24940000000003693</c:v>
                </c:pt>
                <c:pt idx="362">
                  <c:v>0.24979999999999336</c:v>
                </c:pt>
                <c:pt idx="363">
                  <c:v>0.25010000000003174</c:v>
                </c:pt>
                <c:pt idx="364">
                  <c:v>0.25040000000001328</c:v>
                </c:pt>
                <c:pt idx="365">
                  <c:v>0.25069999999999482</c:v>
                </c:pt>
                <c:pt idx="366">
                  <c:v>0.25090000000000146</c:v>
                </c:pt>
                <c:pt idx="367">
                  <c:v>0.25120000000003984</c:v>
                </c:pt>
                <c:pt idx="368">
                  <c:v>0.25139999999998963</c:v>
                </c:pt>
                <c:pt idx="369">
                  <c:v>0.25170000000002801</c:v>
                </c:pt>
                <c:pt idx="370">
                  <c:v>0.25190000000003465</c:v>
                </c:pt>
                <c:pt idx="371">
                  <c:v>0.25200000000000955</c:v>
                </c:pt>
                <c:pt idx="372">
                  <c:v>0.25210000000004129</c:v>
                </c:pt>
                <c:pt idx="373">
                  <c:v>0.25180000000000291</c:v>
                </c:pt>
                <c:pt idx="374">
                  <c:v>0.25130000000001473</c:v>
                </c:pt>
                <c:pt idx="375">
                  <c:v>0.25069999999999482</c:v>
                </c:pt>
                <c:pt idx="376">
                  <c:v>0.25</c:v>
                </c:pt>
                <c:pt idx="377">
                  <c:v>0.24940000000003693</c:v>
                </c:pt>
                <c:pt idx="378">
                  <c:v>0.24880000000001701</c:v>
                </c:pt>
                <c:pt idx="379">
                  <c:v>0.24830000000002883</c:v>
                </c:pt>
                <c:pt idx="380">
                  <c:v>0.24780000000004065</c:v>
                </c:pt>
                <c:pt idx="381">
                  <c:v>0.24729999999999563</c:v>
                </c:pt>
                <c:pt idx="382">
                  <c:v>0.24680000000000746</c:v>
                </c:pt>
                <c:pt idx="383">
                  <c:v>0.24639999999999418</c:v>
                </c:pt>
                <c:pt idx="384">
                  <c:v>0.24600000000003774</c:v>
                </c:pt>
                <c:pt idx="385">
                  <c:v>0.24560000000002447</c:v>
                </c:pt>
                <c:pt idx="386">
                  <c:v>0.24530000000004293</c:v>
                </c:pt>
                <c:pt idx="387">
                  <c:v>0.24500000000000455</c:v>
                </c:pt>
                <c:pt idx="388">
                  <c:v>0.24470000000002301</c:v>
                </c:pt>
                <c:pt idx="389">
                  <c:v>0.24440000000004147</c:v>
                </c:pt>
                <c:pt idx="390">
                  <c:v>0.24420000000003483</c:v>
                </c:pt>
                <c:pt idx="391">
                  <c:v>0.24389999999999645</c:v>
                </c:pt>
                <c:pt idx="392">
                  <c:v>0.24369999999998981</c:v>
                </c:pt>
                <c:pt idx="393">
                  <c:v>0.24350000000004002</c:v>
                </c:pt>
                <c:pt idx="394">
                  <c:v>0.24330000000003338</c:v>
                </c:pt>
                <c:pt idx="395">
                  <c:v>0.24320000000000164</c:v>
                </c:pt>
                <c:pt idx="396">
                  <c:v>0.242999999999995</c:v>
                </c:pt>
                <c:pt idx="397">
                  <c:v>0.2429000000000201</c:v>
                </c:pt>
                <c:pt idx="398">
                  <c:v>0.24270000000001346</c:v>
                </c:pt>
                <c:pt idx="399">
                  <c:v>0.24260000000003856</c:v>
                </c:pt>
                <c:pt idx="400">
                  <c:v>0.24250000000000682</c:v>
                </c:pt>
                <c:pt idx="401">
                  <c:v>0.24240000000003192</c:v>
                </c:pt>
                <c:pt idx="402">
                  <c:v>0.24230000000000018</c:v>
                </c:pt>
                <c:pt idx="403">
                  <c:v>0.24220000000002528</c:v>
                </c:pt>
                <c:pt idx="404">
                  <c:v>0.24209999999999354</c:v>
                </c:pt>
                <c:pt idx="405">
                  <c:v>0.24200000000001864</c:v>
                </c:pt>
                <c:pt idx="406">
                  <c:v>0.24200000000001864</c:v>
                </c:pt>
                <c:pt idx="407">
                  <c:v>0.24190000000004375</c:v>
                </c:pt>
                <c:pt idx="408">
                  <c:v>0.24180000000001201</c:v>
                </c:pt>
                <c:pt idx="409">
                  <c:v>0.24180000000001201</c:v>
                </c:pt>
                <c:pt idx="410">
                  <c:v>0.24170000000003711</c:v>
                </c:pt>
                <c:pt idx="411">
                  <c:v>0.24170000000003711</c:v>
                </c:pt>
                <c:pt idx="412">
                  <c:v>0.24160000000000537</c:v>
                </c:pt>
                <c:pt idx="413">
                  <c:v>0.24160000000000537</c:v>
                </c:pt>
                <c:pt idx="414">
                  <c:v>0.24150000000003047</c:v>
                </c:pt>
                <c:pt idx="415">
                  <c:v>0.24150000000003047</c:v>
                </c:pt>
                <c:pt idx="416">
                  <c:v>0.24150000000003047</c:v>
                </c:pt>
                <c:pt idx="417">
                  <c:v>0.24139999999999873</c:v>
                </c:pt>
                <c:pt idx="418">
                  <c:v>0.24139999999999873</c:v>
                </c:pt>
                <c:pt idx="419">
                  <c:v>0.24139999999999873</c:v>
                </c:pt>
                <c:pt idx="420">
                  <c:v>0.24139999999999873</c:v>
                </c:pt>
                <c:pt idx="421">
                  <c:v>0.24130000000002383</c:v>
                </c:pt>
                <c:pt idx="422">
                  <c:v>0.24130000000002383</c:v>
                </c:pt>
                <c:pt idx="423">
                  <c:v>0.24130000000002383</c:v>
                </c:pt>
                <c:pt idx="424">
                  <c:v>0.24130000000002383</c:v>
                </c:pt>
                <c:pt idx="425">
                  <c:v>0.24139999999999873</c:v>
                </c:pt>
                <c:pt idx="426">
                  <c:v>0.24139999999999873</c:v>
                </c:pt>
                <c:pt idx="427">
                  <c:v>0.24150000000003047</c:v>
                </c:pt>
                <c:pt idx="428">
                  <c:v>0.24150000000003047</c:v>
                </c:pt>
                <c:pt idx="429">
                  <c:v>0.24160000000000537</c:v>
                </c:pt>
                <c:pt idx="430">
                  <c:v>0.24160000000000537</c:v>
                </c:pt>
                <c:pt idx="431">
                  <c:v>0.24170000000003711</c:v>
                </c:pt>
                <c:pt idx="432">
                  <c:v>0.24170000000003711</c:v>
                </c:pt>
                <c:pt idx="433">
                  <c:v>0.24170000000003711</c:v>
                </c:pt>
                <c:pt idx="434">
                  <c:v>0.24180000000001201</c:v>
                </c:pt>
                <c:pt idx="435">
                  <c:v>0.24180000000001201</c:v>
                </c:pt>
                <c:pt idx="436">
                  <c:v>0.24190000000004375</c:v>
                </c:pt>
                <c:pt idx="437">
                  <c:v>0.24190000000004375</c:v>
                </c:pt>
                <c:pt idx="438">
                  <c:v>0.24190000000004375</c:v>
                </c:pt>
                <c:pt idx="439">
                  <c:v>0.24200000000001864</c:v>
                </c:pt>
                <c:pt idx="440">
                  <c:v>0.24200000000001864</c:v>
                </c:pt>
                <c:pt idx="441">
                  <c:v>0.24200000000001864</c:v>
                </c:pt>
                <c:pt idx="442">
                  <c:v>0.24200000000001864</c:v>
                </c:pt>
                <c:pt idx="443">
                  <c:v>0.24209999999999354</c:v>
                </c:pt>
                <c:pt idx="444">
                  <c:v>0.24209999999999354</c:v>
                </c:pt>
                <c:pt idx="445">
                  <c:v>0.24209999999999354</c:v>
                </c:pt>
                <c:pt idx="446">
                  <c:v>0.24220000000002528</c:v>
                </c:pt>
                <c:pt idx="447">
                  <c:v>0.24220000000002528</c:v>
                </c:pt>
                <c:pt idx="448">
                  <c:v>0.24220000000002528</c:v>
                </c:pt>
                <c:pt idx="449">
                  <c:v>0.24220000000002528</c:v>
                </c:pt>
                <c:pt idx="450">
                  <c:v>0.24220000000002528</c:v>
                </c:pt>
                <c:pt idx="451">
                  <c:v>0.24230000000000018</c:v>
                </c:pt>
                <c:pt idx="452">
                  <c:v>0.24230000000000018</c:v>
                </c:pt>
                <c:pt idx="453">
                  <c:v>0.24230000000000018</c:v>
                </c:pt>
                <c:pt idx="454">
                  <c:v>0.24230000000000018</c:v>
                </c:pt>
                <c:pt idx="455">
                  <c:v>0.24230000000000018</c:v>
                </c:pt>
                <c:pt idx="456">
                  <c:v>0.24230000000000018</c:v>
                </c:pt>
                <c:pt idx="457">
                  <c:v>0.24230000000000018</c:v>
                </c:pt>
                <c:pt idx="458">
                  <c:v>0.24230000000000018</c:v>
                </c:pt>
                <c:pt idx="459">
                  <c:v>0.24240000000003192</c:v>
                </c:pt>
                <c:pt idx="460">
                  <c:v>0.24240000000003192</c:v>
                </c:pt>
                <c:pt idx="461">
                  <c:v>0.24240000000003192</c:v>
                </c:pt>
                <c:pt idx="462">
                  <c:v>0.24240000000003192</c:v>
                </c:pt>
                <c:pt idx="463">
                  <c:v>0.24240000000003192</c:v>
                </c:pt>
                <c:pt idx="464">
                  <c:v>0.24240000000003192</c:v>
                </c:pt>
                <c:pt idx="465">
                  <c:v>0.24240000000003192</c:v>
                </c:pt>
                <c:pt idx="466">
                  <c:v>0.24240000000003192</c:v>
                </c:pt>
                <c:pt idx="467">
                  <c:v>0.24240000000003192</c:v>
                </c:pt>
                <c:pt idx="468">
                  <c:v>0.24240000000003192</c:v>
                </c:pt>
                <c:pt idx="469">
                  <c:v>0.24240000000003192</c:v>
                </c:pt>
                <c:pt idx="470">
                  <c:v>0.24250000000000682</c:v>
                </c:pt>
                <c:pt idx="471">
                  <c:v>0.24250000000000682</c:v>
                </c:pt>
                <c:pt idx="472">
                  <c:v>0.24250000000000682</c:v>
                </c:pt>
                <c:pt idx="473">
                  <c:v>0.24250000000000682</c:v>
                </c:pt>
                <c:pt idx="474">
                  <c:v>0.24240000000003192</c:v>
                </c:pt>
                <c:pt idx="475">
                  <c:v>0.24220000000002528</c:v>
                </c:pt>
                <c:pt idx="476">
                  <c:v>0.24200000000001864</c:v>
                </c:pt>
                <c:pt idx="477">
                  <c:v>0.24170000000003711</c:v>
                </c:pt>
                <c:pt idx="478">
                  <c:v>0.24139999999999873</c:v>
                </c:pt>
                <c:pt idx="479">
                  <c:v>0.24110000000001719</c:v>
                </c:pt>
                <c:pt idx="480">
                  <c:v>0.24080000000003565</c:v>
                </c:pt>
                <c:pt idx="481">
                  <c:v>0.24049999999999727</c:v>
                </c:pt>
                <c:pt idx="482">
                  <c:v>0.24020000000001573</c:v>
                </c:pt>
                <c:pt idx="483">
                  <c:v>0.24000000000000909</c:v>
                </c:pt>
                <c:pt idx="484">
                  <c:v>0.23970000000002756</c:v>
                </c:pt>
                <c:pt idx="485">
                  <c:v>0.23950000000002092</c:v>
                </c:pt>
                <c:pt idx="486">
                  <c:v>0.23920000000003938</c:v>
                </c:pt>
                <c:pt idx="487">
                  <c:v>0.23900000000003274</c:v>
                </c:pt>
                <c:pt idx="488">
                  <c:v>0.2388000000000261</c:v>
                </c:pt>
                <c:pt idx="489">
                  <c:v>0.23860000000001946</c:v>
                </c:pt>
                <c:pt idx="490">
                  <c:v>0.23840000000001282</c:v>
                </c:pt>
                <c:pt idx="491">
                  <c:v>0.23820000000000618</c:v>
                </c:pt>
                <c:pt idx="492">
                  <c:v>0.23799999999999955</c:v>
                </c:pt>
                <c:pt idx="493">
                  <c:v>0.23779999999999291</c:v>
                </c:pt>
                <c:pt idx="494">
                  <c:v>0.23760000000004311</c:v>
                </c:pt>
                <c:pt idx="495">
                  <c:v>0.23750000000001137</c:v>
                </c:pt>
                <c:pt idx="496">
                  <c:v>0.23730000000000473</c:v>
                </c:pt>
                <c:pt idx="497">
                  <c:v>0.23720000000002983</c:v>
                </c:pt>
                <c:pt idx="498">
                  <c:v>0.23709999999999809</c:v>
                </c:pt>
                <c:pt idx="499">
                  <c:v>0.23700000000002319</c:v>
                </c:pt>
                <c:pt idx="500">
                  <c:v>0.23740000000003647</c:v>
                </c:pt>
                <c:pt idx="501">
                  <c:v>0.23799999999999955</c:v>
                </c:pt>
                <c:pt idx="502">
                  <c:v>0.2388000000000261</c:v>
                </c:pt>
                <c:pt idx="503">
                  <c:v>0.23970000000002756</c:v>
                </c:pt>
                <c:pt idx="504">
                  <c:v>0.24060000000002901</c:v>
                </c:pt>
                <c:pt idx="505">
                  <c:v>0.24150000000003047</c:v>
                </c:pt>
                <c:pt idx="506">
                  <c:v>0.24230000000000018</c:v>
                </c:pt>
                <c:pt idx="507">
                  <c:v>0.242999999999995</c:v>
                </c:pt>
                <c:pt idx="508">
                  <c:v>0.24380000000002156</c:v>
                </c:pt>
                <c:pt idx="509">
                  <c:v>0.24450000000001637</c:v>
                </c:pt>
                <c:pt idx="510">
                  <c:v>0.24510000000003629</c:v>
                </c:pt>
                <c:pt idx="511">
                  <c:v>0.24569999999999936</c:v>
                </c:pt>
                <c:pt idx="512">
                  <c:v>0.24630000000001928</c:v>
                </c:pt>
                <c:pt idx="513">
                  <c:v>0.24680000000000746</c:v>
                </c:pt>
                <c:pt idx="514">
                  <c:v>0.24729999999999563</c:v>
                </c:pt>
                <c:pt idx="515">
                  <c:v>0.24780000000004065</c:v>
                </c:pt>
                <c:pt idx="516">
                  <c:v>0.24830000000002883</c:v>
                </c:pt>
                <c:pt idx="517">
                  <c:v>0.24870000000004211</c:v>
                </c:pt>
                <c:pt idx="518">
                  <c:v>0.24909999999999854</c:v>
                </c:pt>
                <c:pt idx="519">
                  <c:v>0.24950000000001182</c:v>
                </c:pt>
                <c:pt idx="520">
                  <c:v>0.24979999999999336</c:v>
                </c:pt>
                <c:pt idx="521">
                  <c:v>0.25010000000003174</c:v>
                </c:pt>
                <c:pt idx="522">
                  <c:v>0.25040000000001328</c:v>
                </c:pt>
                <c:pt idx="523">
                  <c:v>0.25069999999999482</c:v>
                </c:pt>
                <c:pt idx="524">
                  <c:v>0.2510000000000332</c:v>
                </c:pt>
                <c:pt idx="525">
                  <c:v>0.25120000000003984</c:v>
                </c:pt>
                <c:pt idx="526">
                  <c:v>0.25150000000002137</c:v>
                </c:pt>
                <c:pt idx="527">
                  <c:v>0.25170000000002801</c:v>
                </c:pt>
                <c:pt idx="528">
                  <c:v>0.25190000000003465</c:v>
                </c:pt>
                <c:pt idx="529">
                  <c:v>0.25210000000004129</c:v>
                </c:pt>
                <c:pt idx="530">
                  <c:v>0.25200000000000955</c:v>
                </c:pt>
                <c:pt idx="531">
                  <c:v>0.25170000000002801</c:v>
                </c:pt>
                <c:pt idx="532">
                  <c:v>0.25120000000003984</c:v>
                </c:pt>
              </c:numCache>
            </c:numRef>
          </c:yVal>
          <c:smooth val="1"/>
          <c:extLst>
            <c:ext xmlns:c16="http://schemas.microsoft.com/office/drawing/2014/chart" uri="{C3380CC4-5D6E-409C-BE32-E72D297353CC}">
              <c16:uniqueId val="{00000036-4233-4E9D-9D6D-D06060CC9530}"/>
            </c:ext>
          </c:extLst>
        </c:ser>
        <c:ser>
          <c:idx val="55"/>
          <c:order val="55"/>
          <c:tx>
            <c:strRef>
              <c:f>PM50000_Temps_oc5l2_50000!$BDF$1</c:f>
              <c:strCache>
                <c:ptCount val="1"/>
                <c:pt idx="0">
                  <c:v>TELE_PM_INTERIOR.57</c:v>
                </c:pt>
              </c:strCache>
            </c:strRef>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PM50000_Temps_oc5l2_50000!$BDF$2:$BDF$536</c:f>
              <c:numCache>
                <c:formatCode>General</c:formatCode>
                <c:ptCount val="533"/>
                <c:pt idx="0">
                  <c:v>0</c:v>
                </c:pt>
                <c:pt idx="1">
                  <c:v>3.5000000000309228E-3</c:v>
                </c:pt>
                <c:pt idx="2">
                  <c:v>1.3900000000035106E-2</c:v>
                </c:pt>
                <c:pt idx="3">
                  <c:v>2.7300000000025193E-2</c:v>
                </c:pt>
                <c:pt idx="4">
                  <c:v>4.1400000000010095E-2</c:v>
                </c:pt>
                <c:pt idx="5">
                  <c:v>5.54000000000201E-2</c:v>
                </c:pt>
                <c:pt idx="6">
                  <c:v>6.8800000000010186E-2</c:v>
                </c:pt>
                <c:pt idx="7">
                  <c:v>8.1500000000005457E-2</c:v>
                </c:pt>
                <c:pt idx="8">
                  <c:v>9.3400000000031014E-2</c:v>
                </c:pt>
                <c:pt idx="9">
                  <c:v>0.10450000000003001</c:v>
                </c:pt>
                <c:pt idx="10">
                  <c:v>0.11470000000002756</c:v>
                </c:pt>
                <c:pt idx="11">
                  <c:v>0.12420000000003029</c:v>
                </c:pt>
                <c:pt idx="12">
                  <c:v>0.13290000000000646</c:v>
                </c:pt>
                <c:pt idx="13">
                  <c:v>0.14090000000004466</c:v>
                </c:pt>
                <c:pt idx="14">
                  <c:v>0.14830000000000609</c:v>
                </c:pt>
                <c:pt idx="15">
                  <c:v>0.15510000000000446</c:v>
                </c:pt>
                <c:pt idx="16">
                  <c:v>0.16130000000003974</c:v>
                </c:pt>
                <c:pt idx="17">
                  <c:v>0.16700000000003001</c:v>
                </c:pt>
                <c:pt idx="18">
                  <c:v>0.172300000000007</c:v>
                </c:pt>
                <c:pt idx="19">
                  <c:v>0.17709999999999582</c:v>
                </c:pt>
                <c:pt idx="20">
                  <c:v>0.18139999999999645</c:v>
                </c:pt>
                <c:pt idx="21">
                  <c:v>0.18550000000004729</c:v>
                </c:pt>
                <c:pt idx="22">
                  <c:v>0.18909999999999627</c:v>
                </c:pt>
                <c:pt idx="23">
                  <c:v>0.19249999999999545</c:v>
                </c:pt>
                <c:pt idx="24">
                  <c:v>0.1956000000000131</c:v>
                </c:pt>
                <c:pt idx="25">
                  <c:v>0.19839999999999236</c:v>
                </c:pt>
                <c:pt idx="26">
                  <c:v>0.20100000000002183</c:v>
                </c:pt>
                <c:pt idx="27">
                  <c:v>0.20359999999999445</c:v>
                </c:pt>
                <c:pt idx="28">
                  <c:v>0.20640000000003056</c:v>
                </c:pt>
                <c:pt idx="29">
                  <c:v>0.20930000000004156</c:v>
                </c:pt>
                <c:pt idx="30">
                  <c:v>0.21210000000002083</c:v>
                </c:pt>
                <c:pt idx="31">
                  <c:v>0.21469999999999345</c:v>
                </c:pt>
                <c:pt idx="32">
                  <c:v>0.21730000000002292</c:v>
                </c:pt>
                <c:pt idx="33">
                  <c:v>0.21960000000001401</c:v>
                </c:pt>
                <c:pt idx="34">
                  <c:v>0.2218000000000302</c:v>
                </c:pt>
                <c:pt idx="35">
                  <c:v>0.22380000000003974</c:v>
                </c:pt>
                <c:pt idx="36">
                  <c:v>0.22570000000001755</c:v>
                </c:pt>
                <c:pt idx="37">
                  <c:v>0.22740000000004557</c:v>
                </c:pt>
                <c:pt idx="38">
                  <c:v>0.22910000000001673</c:v>
                </c:pt>
                <c:pt idx="39">
                  <c:v>0.23060000000003811</c:v>
                </c:pt>
                <c:pt idx="40">
                  <c:v>0.23200000000002774</c:v>
                </c:pt>
                <c:pt idx="41">
                  <c:v>0.23330000000004247</c:v>
                </c:pt>
                <c:pt idx="42">
                  <c:v>0.23450000000002547</c:v>
                </c:pt>
                <c:pt idx="43">
                  <c:v>0.23560000000003356</c:v>
                </c:pt>
                <c:pt idx="44">
                  <c:v>0.23660000000000991</c:v>
                </c:pt>
                <c:pt idx="45">
                  <c:v>0.23760000000004311</c:v>
                </c:pt>
                <c:pt idx="46">
                  <c:v>0.23840000000001282</c:v>
                </c:pt>
                <c:pt idx="47">
                  <c:v>0.23930000000001428</c:v>
                </c:pt>
                <c:pt idx="48">
                  <c:v>0.24000000000000909</c:v>
                </c:pt>
                <c:pt idx="49">
                  <c:v>0.24070000000000391</c:v>
                </c:pt>
                <c:pt idx="50">
                  <c:v>0.24139999999999873</c:v>
                </c:pt>
                <c:pt idx="51">
                  <c:v>0.24200000000001864</c:v>
                </c:pt>
                <c:pt idx="52">
                  <c:v>0.24260000000003856</c:v>
                </c:pt>
                <c:pt idx="53">
                  <c:v>0.24310000000002674</c:v>
                </c:pt>
                <c:pt idx="54">
                  <c:v>0.24360000000001492</c:v>
                </c:pt>
                <c:pt idx="55">
                  <c:v>0.24400000000002819</c:v>
                </c:pt>
                <c:pt idx="56">
                  <c:v>0.24440000000004147</c:v>
                </c:pt>
                <c:pt idx="57">
                  <c:v>0.24470000000002301</c:v>
                </c:pt>
                <c:pt idx="58">
                  <c:v>0.24470000000002301</c:v>
                </c:pt>
                <c:pt idx="59">
                  <c:v>0.24440000000004147</c:v>
                </c:pt>
                <c:pt idx="60">
                  <c:v>0.24400000000002819</c:v>
                </c:pt>
                <c:pt idx="61">
                  <c:v>0.24350000000004002</c:v>
                </c:pt>
                <c:pt idx="62">
                  <c:v>0.242999999999995</c:v>
                </c:pt>
                <c:pt idx="63">
                  <c:v>0.24250000000000682</c:v>
                </c:pt>
                <c:pt idx="64">
                  <c:v>0.24200000000001864</c:v>
                </c:pt>
                <c:pt idx="65">
                  <c:v>0.24160000000000537</c:v>
                </c:pt>
                <c:pt idx="66">
                  <c:v>0.24119999999999209</c:v>
                </c:pt>
                <c:pt idx="67">
                  <c:v>0.24070000000000391</c:v>
                </c:pt>
                <c:pt idx="68">
                  <c:v>0.24040000000002237</c:v>
                </c:pt>
                <c:pt idx="69">
                  <c:v>0.24000000000000909</c:v>
                </c:pt>
                <c:pt idx="70">
                  <c:v>0.23970000000002756</c:v>
                </c:pt>
                <c:pt idx="71">
                  <c:v>0.23940000000004602</c:v>
                </c:pt>
                <c:pt idx="72">
                  <c:v>0.23910000000000764</c:v>
                </c:pt>
                <c:pt idx="73">
                  <c:v>0.2388000000000261</c:v>
                </c:pt>
                <c:pt idx="74">
                  <c:v>0.23860000000001946</c:v>
                </c:pt>
                <c:pt idx="75">
                  <c:v>0.23840000000001282</c:v>
                </c:pt>
                <c:pt idx="76">
                  <c:v>0.23810000000003129</c:v>
                </c:pt>
                <c:pt idx="77">
                  <c:v>0.23790000000002465</c:v>
                </c:pt>
                <c:pt idx="78">
                  <c:v>0.23779999999999291</c:v>
                </c:pt>
                <c:pt idx="79">
                  <c:v>0.23760000000004311</c:v>
                </c:pt>
                <c:pt idx="80">
                  <c:v>0.23740000000003647</c:v>
                </c:pt>
                <c:pt idx="81">
                  <c:v>0.23730000000000473</c:v>
                </c:pt>
                <c:pt idx="82">
                  <c:v>0.23720000000002983</c:v>
                </c:pt>
                <c:pt idx="83">
                  <c:v>0.23700000000002319</c:v>
                </c:pt>
                <c:pt idx="84">
                  <c:v>0.23689999999999145</c:v>
                </c:pt>
                <c:pt idx="85">
                  <c:v>0.23680000000001655</c:v>
                </c:pt>
                <c:pt idx="86">
                  <c:v>0.23670000000004165</c:v>
                </c:pt>
                <c:pt idx="87">
                  <c:v>0.23660000000000991</c:v>
                </c:pt>
                <c:pt idx="88">
                  <c:v>0.23650000000003502</c:v>
                </c:pt>
                <c:pt idx="89">
                  <c:v>0.23650000000003502</c:v>
                </c:pt>
                <c:pt idx="90">
                  <c:v>0.23640000000000327</c:v>
                </c:pt>
                <c:pt idx="91">
                  <c:v>0.23630000000002838</c:v>
                </c:pt>
                <c:pt idx="92">
                  <c:v>0.23630000000002838</c:v>
                </c:pt>
                <c:pt idx="93">
                  <c:v>0.23619999999999663</c:v>
                </c:pt>
                <c:pt idx="94">
                  <c:v>0.23610000000002174</c:v>
                </c:pt>
                <c:pt idx="95">
                  <c:v>0.23610000000002174</c:v>
                </c:pt>
                <c:pt idx="96">
                  <c:v>0.23610000000002174</c:v>
                </c:pt>
                <c:pt idx="97">
                  <c:v>0.23600000000004684</c:v>
                </c:pt>
                <c:pt idx="98">
                  <c:v>0.23600000000004684</c:v>
                </c:pt>
                <c:pt idx="99">
                  <c:v>0.2359000000000151</c:v>
                </c:pt>
                <c:pt idx="100">
                  <c:v>0.2359000000000151</c:v>
                </c:pt>
                <c:pt idx="101">
                  <c:v>0.2359000000000151</c:v>
                </c:pt>
                <c:pt idx="102">
                  <c:v>0.2358000000000402</c:v>
                </c:pt>
                <c:pt idx="103">
                  <c:v>0.2358000000000402</c:v>
                </c:pt>
                <c:pt idx="104">
                  <c:v>0.2358000000000402</c:v>
                </c:pt>
                <c:pt idx="105">
                  <c:v>0.2358000000000402</c:v>
                </c:pt>
                <c:pt idx="106">
                  <c:v>0.23570000000000846</c:v>
                </c:pt>
                <c:pt idx="107">
                  <c:v>0.23570000000000846</c:v>
                </c:pt>
                <c:pt idx="108">
                  <c:v>0.23570000000000846</c:v>
                </c:pt>
                <c:pt idx="109">
                  <c:v>0.23570000000000846</c:v>
                </c:pt>
                <c:pt idx="110">
                  <c:v>0.2358000000000402</c:v>
                </c:pt>
                <c:pt idx="111">
                  <c:v>0.2358000000000402</c:v>
                </c:pt>
                <c:pt idx="112">
                  <c:v>0.2359000000000151</c:v>
                </c:pt>
                <c:pt idx="113">
                  <c:v>0.2359000000000151</c:v>
                </c:pt>
                <c:pt idx="114">
                  <c:v>0.23600000000004684</c:v>
                </c:pt>
                <c:pt idx="115">
                  <c:v>0.23600000000004684</c:v>
                </c:pt>
                <c:pt idx="116">
                  <c:v>0.23610000000002174</c:v>
                </c:pt>
                <c:pt idx="117">
                  <c:v>0.23610000000002174</c:v>
                </c:pt>
                <c:pt idx="118">
                  <c:v>0.23619999999999663</c:v>
                </c:pt>
                <c:pt idx="119">
                  <c:v>0.23619999999999663</c:v>
                </c:pt>
                <c:pt idx="120">
                  <c:v>0.23619999999999663</c:v>
                </c:pt>
                <c:pt idx="121">
                  <c:v>0.23630000000002838</c:v>
                </c:pt>
                <c:pt idx="122">
                  <c:v>0.23630000000002838</c:v>
                </c:pt>
                <c:pt idx="123">
                  <c:v>0.23630000000002838</c:v>
                </c:pt>
                <c:pt idx="124">
                  <c:v>0.23640000000000327</c:v>
                </c:pt>
                <c:pt idx="125">
                  <c:v>0.23640000000000327</c:v>
                </c:pt>
                <c:pt idx="126">
                  <c:v>0.23650000000003502</c:v>
                </c:pt>
                <c:pt idx="127">
                  <c:v>0.23650000000003502</c:v>
                </c:pt>
                <c:pt idx="128">
                  <c:v>0.23650000000003502</c:v>
                </c:pt>
                <c:pt idx="129">
                  <c:v>0.23650000000003502</c:v>
                </c:pt>
                <c:pt idx="130">
                  <c:v>0.23660000000000991</c:v>
                </c:pt>
                <c:pt idx="131">
                  <c:v>0.23660000000000991</c:v>
                </c:pt>
                <c:pt idx="132">
                  <c:v>0.23660000000000991</c:v>
                </c:pt>
                <c:pt idx="133">
                  <c:v>0.23660000000000991</c:v>
                </c:pt>
                <c:pt idx="134">
                  <c:v>0.23670000000004165</c:v>
                </c:pt>
                <c:pt idx="135">
                  <c:v>0.23670000000004165</c:v>
                </c:pt>
                <c:pt idx="136">
                  <c:v>0.23670000000004165</c:v>
                </c:pt>
                <c:pt idx="137">
                  <c:v>0.23670000000004165</c:v>
                </c:pt>
                <c:pt idx="138">
                  <c:v>0.23670000000004165</c:v>
                </c:pt>
                <c:pt idx="139">
                  <c:v>0.23680000000001655</c:v>
                </c:pt>
                <c:pt idx="140">
                  <c:v>0.23680000000001655</c:v>
                </c:pt>
                <c:pt idx="141">
                  <c:v>0.23680000000001655</c:v>
                </c:pt>
                <c:pt idx="142">
                  <c:v>0.23680000000001655</c:v>
                </c:pt>
                <c:pt idx="143">
                  <c:v>0.23680000000001655</c:v>
                </c:pt>
                <c:pt idx="144">
                  <c:v>0.23680000000001655</c:v>
                </c:pt>
                <c:pt idx="145">
                  <c:v>0.23680000000001655</c:v>
                </c:pt>
                <c:pt idx="146">
                  <c:v>0.23680000000001655</c:v>
                </c:pt>
                <c:pt idx="147">
                  <c:v>0.23689999999999145</c:v>
                </c:pt>
                <c:pt idx="148">
                  <c:v>0.23689999999999145</c:v>
                </c:pt>
                <c:pt idx="149">
                  <c:v>0.23689999999999145</c:v>
                </c:pt>
                <c:pt idx="150">
                  <c:v>0.23689999999999145</c:v>
                </c:pt>
                <c:pt idx="151">
                  <c:v>0.23689999999999145</c:v>
                </c:pt>
                <c:pt idx="152">
                  <c:v>0.23689999999999145</c:v>
                </c:pt>
                <c:pt idx="153">
                  <c:v>0.23689999999999145</c:v>
                </c:pt>
                <c:pt idx="154">
                  <c:v>0.23689999999999145</c:v>
                </c:pt>
                <c:pt idx="155">
                  <c:v>0.23689999999999145</c:v>
                </c:pt>
                <c:pt idx="156">
                  <c:v>0.23689999999999145</c:v>
                </c:pt>
                <c:pt idx="157">
                  <c:v>0.23689999999999145</c:v>
                </c:pt>
                <c:pt idx="158">
                  <c:v>0.23689999999999145</c:v>
                </c:pt>
                <c:pt idx="159">
                  <c:v>0.23680000000001655</c:v>
                </c:pt>
                <c:pt idx="160">
                  <c:v>0.23650000000003502</c:v>
                </c:pt>
                <c:pt idx="161">
                  <c:v>0.23630000000002838</c:v>
                </c:pt>
                <c:pt idx="162">
                  <c:v>0.23600000000004684</c:v>
                </c:pt>
                <c:pt idx="163">
                  <c:v>0.23560000000003356</c:v>
                </c:pt>
                <c:pt idx="164">
                  <c:v>0.23529999999999518</c:v>
                </c:pt>
                <c:pt idx="165">
                  <c:v>0.23500000000001364</c:v>
                </c:pt>
                <c:pt idx="166">
                  <c:v>0.23470000000003211</c:v>
                </c:pt>
                <c:pt idx="167">
                  <c:v>0.23439999999999372</c:v>
                </c:pt>
                <c:pt idx="168">
                  <c:v>0.23420000000004393</c:v>
                </c:pt>
                <c:pt idx="169">
                  <c:v>0.23390000000000555</c:v>
                </c:pt>
                <c:pt idx="170">
                  <c:v>0.23360000000002401</c:v>
                </c:pt>
                <c:pt idx="171">
                  <c:v>0.23340000000001737</c:v>
                </c:pt>
                <c:pt idx="172">
                  <c:v>0.23320000000001073</c:v>
                </c:pt>
                <c:pt idx="173">
                  <c:v>0.23290000000002919</c:v>
                </c:pt>
                <c:pt idx="174">
                  <c:v>0.23270000000002256</c:v>
                </c:pt>
                <c:pt idx="175">
                  <c:v>0.23250000000001592</c:v>
                </c:pt>
                <c:pt idx="176">
                  <c:v>0.23230000000000928</c:v>
                </c:pt>
                <c:pt idx="177">
                  <c:v>0.23220000000003438</c:v>
                </c:pt>
                <c:pt idx="178">
                  <c:v>0.23200000000002774</c:v>
                </c:pt>
                <c:pt idx="179">
                  <c:v>0.2318000000000211</c:v>
                </c:pt>
                <c:pt idx="180">
                  <c:v>0.2317000000000462</c:v>
                </c:pt>
                <c:pt idx="181">
                  <c:v>0.23150000000003956</c:v>
                </c:pt>
                <c:pt idx="182">
                  <c:v>0.23140000000000782</c:v>
                </c:pt>
                <c:pt idx="183">
                  <c:v>0.23130000000003292</c:v>
                </c:pt>
                <c:pt idx="184">
                  <c:v>0.23150000000003956</c:v>
                </c:pt>
                <c:pt idx="185">
                  <c:v>0.23200000000002774</c:v>
                </c:pt>
                <c:pt idx="186">
                  <c:v>0.23279999999999745</c:v>
                </c:pt>
                <c:pt idx="187">
                  <c:v>0.23369999999999891</c:v>
                </c:pt>
                <c:pt idx="188">
                  <c:v>0.23460000000000036</c:v>
                </c:pt>
                <c:pt idx="189">
                  <c:v>0.23550000000000182</c:v>
                </c:pt>
                <c:pt idx="190">
                  <c:v>0.23630000000002838</c:v>
                </c:pt>
                <c:pt idx="191">
                  <c:v>0.23720000000002983</c:v>
                </c:pt>
                <c:pt idx="192">
                  <c:v>0.23790000000002465</c:v>
                </c:pt>
                <c:pt idx="193">
                  <c:v>0.23869999999999436</c:v>
                </c:pt>
                <c:pt idx="194">
                  <c:v>0.23940000000004602</c:v>
                </c:pt>
                <c:pt idx="195">
                  <c:v>0.24000000000000909</c:v>
                </c:pt>
                <c:pt idx="196">
                  <c:v>0.24070000000000391</c:v>
                </c:pt>
                <c:pt idx="197">
                  <c:v>0.24119999999999209</c:v>
                </c:pt>
                <c:pt idx="198">
                  <c:v>0.24180000000001201</c:v>
                </c:pt>
                <c:pt idx="199">
                  <c:v>0.24230000000000018</c:v>
                </c:pt>
                <c:pt idx="200">
                  <c:v>0.2428000000000452</c:v>
                </c:pt>
                <c:pt idx="201">
                  <c:v>0.24320000000000164</c:v>
                </c:pt>
                <c:pt idx="202">
                  <c:v>0.24370000000004666</c:v>
                </c:pt>
                <c:pt idx="203">
                  <c:v>0.24410000000000309</c:v>
                </c:pt>
                <c:pt idx="204">
                  <c:v>0.24440000000004147</c:v>
                </c:pt>
                <c:pt idx="205">
                  <c:v>0.24479999999999791</c:v>
                </c:pt>
                <c:pt idx="206">
                  <c:v>0.24510000000003629</c:v>
                </c:pt>
                <c:pt idx="207">
                  <c:v>0.24540000000001783</c:v>
                </c:pt>
                <c:pt idx="208">
                  <c:v>0.24569999999999936</c:v>
                </c:pt>
                <c:pt idx="209">
                  <c:v>0.24600000000003774</c:v>
                </c:pt>
                <c:pt idx="210">
                  <c:v>0.24620000000004438</c:v>
                </c:pt>
                <c:pt idx="211">
                  <c:v>0.24650000000002592</c:v>
                </c:pt>
                <c:pt idx="212">
                  <c:v>0.24670000000003256</c:v>
                </c:pt>
                <c:pt idx="213">
                  <c:v>0.2469000000000392</c:v>
                </c:pt>
                <c:pt idx="214">
                  <c:v>0.2470000000000141</c:v>
                </c:pt>
                <c:pt idx="215">
                  <c:v>0.24680000000000746</c:v>
                </c:pt>
                <c:pt idx="216">
                  <c:v>0.24630000000001928</c:v>
                </c:pt>
                <c:pt idx="217">
                  <c:v>0.24569999999999936</c:v>
                </c:pt>
                <c:pt idx="218">
                  <c:v>0.24510000000003629</c:v>
                </c:pt>
                <c:pt idx="219">
                  <c:v>0.24440000000004147</c:v>
                </c:pt>
                <c:pt idx="220">
                  <c:v>0.24380000000002156</c:v>
                </c:pt>
                <c:pt idx="221">
                  <c:v>0.24320000000000164</c:v>
                </c:pt>
                <c:pt idx="222">
                  <c:v>0.24270000000001346</c:v>
                </c:pt>
                <c:pt idx="223">
                  <c:v>0.24220000000002528</c:v>
                </c:pt>
                <c:pt idx="224">
                  <c:v>0.24170000000003711</c:v>
                </c:pt>
                <c:pt idx="225">
                  <c:v>0.24119999999999209</c:v>
                </c:pt>
                <c:pt idx="226">
                  <c:v>0.24080000000003565</c:v>
                </c:pt>
                <c:pt idx="227">
                  <c:v>0.24040000000002237</c:v>
                </c:pt>
                <c:pt idx="228">
                  <c:v>0.24010000000004084</c:v>
                </c:pt>
                <c:pt idx="229">
                  <c:v>0.23970000000002756</c:v>
                </c:pt>
                <c:pt idx="230">
                  <c:v>0.23940000000004602</c:v>
                </c:pt>
                <c:pt idx="231">
                  <c:v>0.23910000000000764</c:v>
                </c:pt>
                <c:pt idx="232">
                  <c:v>0.238900000000001</c:v>
                </c:pt>
                <c:pt idx="233">
                  <c:v>0.23860000000001946</c:v>
                </c:pt>
                <c:pt idx="234">
                  <c:v>0.23840000000001282</c:v>
                </c:pt>
                <c:pt idx="235">
                  <c:v>0.23820000000000618</c:v>
                </c:pt>
                <c:pt idx="236">
                  <c:v>0.23799999999999955</c:v>
                </c:pt>
                <c:pt idx="237">
                  <c:v>0.23779999999999291</c:v>
                </c:pt>
                <c:pt idx="238">
                  <c:v>0.23760000000004311</c:v>
                </c:pt>
                <c:pt idx="239">
                  <c:v>0.23740000000003647</c:v>
                </c:pt>
                <c:pt idx="240">
                  <c:v>0.23730000000000473</c:v>
                </c:pt>
                <c:pt idx="241">
                  <c:v>0.23720000000002983</c:v>
                </c:pt>
                <c:pt idx="242">
                  <c:v>0.23700000000002319</c:v>
                </c:pt>
                <c:pt idx="243">
                  <c:v>0.23689999999999145</c:v>
                </c:pt>
                <c:pt idx="244">
                  <c:v>0.23680000000001655</c:v>
                </c:pt>
                <c:pt idx="245">
                  <c:v>0.23670000000004165</c:v>
                </c:pt>
                <c:pt idx="246">
                  <c:v>0.23660000000000991</c:v>
                </c:pt>
                <c:pt idx="247">
                  <c:v>0.23650000000003502</c:v>
                </c:pt>
                <c:pt idx="248">
                  <c:v>0.23650000000003502</c:v>
                </c:pt>
                <c:pt idx="249">
                  <c:v>0.23640000000000327</c:v>
                </c:pt>
                <c:pt idx="250">
                  <c:v>0.23630000000002838</c:v>
                </c:pt>
                <c:pt idx="251">
                  <c:v>0.23630000000002838</c:v>
                </c:pt>
                <c:pt idx="252">
                  <c:v>0.23619999999999663</c:v>
                </c:pt>
                <c:pt idx="253">
                  <c:v>0.23619999999999663</c:v>
                </c:pt>
                <c:pt idx="254">
                  <c:v>0.23610000000002174</c:v>
                </c:pt>
                <c:pt idx="255">
                  <c:v>0.23610000000002174</c:v>
                </c:pt>
                <c:pt idx="256">
                  <c:v>0.23600000000004684</c:v>
                </c:pt>
                <c:pt idx="257">
                  <c:v>0.23600000000004684</c:v>
                </c:pt>
                <c:pt idx="258">
                  <c:v>0.2359000000000151</c:v>
                </c:pt>
                <c:pt idx="259">
                  <c:v>0.2359000000000151</c:v>
                </c:pt>
                <c:pt idx="260">
                  <c:v>0.2359000000000151</c:v>
                </c:pt>
                <c:pt idx="261">
                  <c:v>0.2359000000000151</c:v>
                </c:pt>
                <c:pt idx="262">
                  <c:v>0.2358000000000402</c:v>
                </c:pt>
                <c:pt idx="263">
                  <c:v>0.2358000000000402</c:v>
                </c:pt>
                <c:pt idx="264">
                  <c:v>0.2358000000000402</c:v>
                </c:pt>
                <c:pt idx="265">
                  <c:v>0.2358000000000402</c:v>
                </c:pt>
                <c:pt idx="266">
                  <c:v>0.2358000000000402</c:v>
                </c:pt>
                <c:pt idx="267">
                  <c:v>0.2358000000000402</c:v>
                </c:pt>
                <c:pt idx="268">
                  <c:v>0.2359000000000151</c:v>
                </c:pt>
                <c:pt idx="269">
                  <c:v>0.2359000000000151</c:v>
                </c:pt>
                <c:pt idx="270">
                  <c:v>0.23600000000004684</c:v>
                </c:pt>
                <c:pt idx="271">
                  <c:v>0.23600000000004684</c:v>
                </c:pt>
                <c:pt idx="272">
                  <c:v>0.23610000000002174</c:v>
                </c:pt>
                <c:pt idx="273">
                  <c:v>0.23610000000002174</c:v>
                </c:pt>
                <c:pt idx="274">
                  <c:v>0.23610000000002174</c:v>
                </c:pt>
                <c:pt idx="275">
                  <c:v>0.23619999999999663</c:v>
                </c:pt>
                <c:pt idx="276">
                  <c:v>0.23619999999999663</c:v>
                </c:pt>
                <c:pt idx="277">
                  <c:v>0.23630000000002838</c:v>
                </c:pt>
                <c:pt idx="278">
                  <c:v>0.23630000000002838</c:v>
                </c:pt>
                <c:pt idx="279">
                  <c:v>0.23630000000002838</c:v>
                </c:pt>
                <c:pt idx="280">
                  <c:v>0.23640000000000327</c:v>
                </c:pt>
                <c:pt idx="281">
                  <c:v>0.23640000000000327</c:v>
                </c:pt>
                <c:pt idx="282">
                  <c:v>0.23640000000000327</c:v>
                </c:pt>
                <c:pt idx="283">
                  <c:v>0.23650000000003502</c:v>
                </c:pt>
                <c:pt idx="284">
                  <c:v>0.23650000000003502</c:v>
                </c:pt>
                <c:pt idx="285">
                  <c:v>0.23650000000003502</c:v>
                </c:pt>
                <c:pt idx="286">
                  <c:v>0.23660000000000991</c:v>
                </c:pt>
                <c:pt idx="287">
                  <c:v>0.23660000000000991</c:v>
                </c:pt>
                <c:pt idx="288">
                  <c:v>0.23660000000000991</c:v>
                </c:pt>
                <c:pt idx="289">
                  <c:v>0.23660000000000991</c:v>
                </c:pt>
                <c:pt idx="290">
                  <c:v>0.23670000000004165</c:v>
                </c:pt>
                <c:pt idx="291">
                  <c:v>0.23670000000004165</c:v>
                </c:pt>
                <c:pt idx="292">
                  <c:v>0.23670000000004165</c:v>
                </c:pt>
                <c:pt idx="293">
                  <c:v>0.23670000000004165</c:v>
                </c:pt>
                <c:pt idx="294">
                  <c:v>0.23670000000004165</c:v>
                </c:pt>
                <c:pt idx="295">
                  <c:v>0.23670000000004165</c:v>
                </c:pt>
                <c:pt idx="296">
                  <c:v>0.23680000000001655</c:v>
                </c:pt>
                <c:pt idx="297">
                  <c:v>0.23680000000001655</c:v>
                </c:pt>
                <c:pt idx="298">
                  <c:v>0.23680000000001655</c:v>
                </c:pt>
                <c:pt idx="299">
                  <c:v>0.23680000000001655</c:v>
                </c:pt>
                <c:pt idx="300">
                  <c:v>0.23680000000001655</c:v>
                </c:pt>
                <c:pt idx="301">
                  <c:v>0.23680000000001655</c:v>
                </c:pt>
                <c:pt idx="302">
                  <c:v>0.23680000000001655</c:v>
                </c:pt>
                <c:pt idx="303">
                  <c:v>0.23689999999999145</c:v>
                </c:pt>
                <c:pt idx="304">
                  <c:v>0.23689999999999145</c:v>
                </c:pt>
                <c:pt idx="305">
                  <c:v>0.23689999999999145</c:v>
                </c:pt>
                <c:pt idx="306">
                  <c:v>0.23689999999999145</c:v>
                </c:pt>
                <c:pt idx="307">
                  <c:v>0.23689999999999145</c:v>
                </c:pt>
                <c:pt idx="308">
                  <c:v>0.23689999999999145</c:v>
                </c:pt>
                <c:pt idx="309">
                  <c:v>0.23689999999999145</c:v>
                </c:pt>
                <c:pt idx="310">
                  <c:v>0.23689999999999145</c:v>
                </c:pt>
                <c:pt idx="311">
                  <c:v>0.23689999999999145</c:v>
                </c:pt>
                <c:pt idx="312">
                  <c:v>0.23689999999999145</c:v>
                </c:pt>
                <c:pt idx="313">
                  <c:v>0.23689999999999145</c:v>
                </c:pt>
                <c:pt idx="314">
                  <c:v>0.23689999999999145</c:v>
                </c:pt>
                <c:pt idx="315">
                  <c:v>0.23689999999999145</c:v>
                </c:pt>
                <c:pt idx="316">
                  <c:v>0.23670000000004165</c:v>
                </c:pt>
                <c:pt idx="317">
                  <c:v>0.23650000000003502</c:v>
                </c:pt>
                <c:pt idx="318">
                  <c:v>0.23619999999999663</c:v>
                </c:pt>
                <c:pt idx="319">
                  <c:v>0.2359000000000151</c:v>
                </c:pt>
                <c:pt idx="320">
                  <c:v>0.23560000000003356</c:v>
                </c:pt>
                <c:pt idx="321">
                  <c:v>0.23529999999999518</c:v>
                </c:pt>
                <c:pt idx="322">
                  <c:v>0.23500000000001364</c:v>
                </c:pt>
                <c:pt idx="323">
                  <c:v>0.23470000000003211</c:v>
                </c:pt>
                <c:pt idx="324">
                  <c:v>0.23439999999999372</c:v>
                </c:pt>
                <c:pt idx="325">
                  <c:v>0.23410000000001219</c:v>
                </c:pt>
                <c:pt idx="326">
                  <c:v>0.23390000000000555</c:v>
                </c:pt>
                <c:pt idx="327">
                  <c:v>0.23360000000002401</c:v>
                </c:pt>
                <c:pt idx="328">
                  <c:v>0.23340000000001737</c:v>
                </c:pt>
                <c:pt idx="329">
                  <c:v>0.23310000000003583</c:v>
                </c:pt>
                <c:pt idx="330">
                  <c:v>0.23290000000002919</c:v>
                </c:pt>
                <c:pt idx="331">
                  <c:v>0.23270000000002256</c:v>
                </c:pt>
                <c:pt idx="332">
                  <c:v>0.23250000000001592</c:v>
                </c:pt>
                <c:pt idx="333">
                  <c:v>0.23230000000000928</c:v>
                </c:pt>
                <c:pt idx="334">
                  <c:v>0.23210000000000264</c:v>
                </c:pt>
                <c:pt idx="335">
                  <c:v>0.23200000000002774</c:v>
                </c:pt>
                <c:pt idx="336">
                  <c:v>0.2318000000000211</c:v>
                </c:pt>
                <c:pt idx="337">
                  <c:v>0.23160000000001446</c:v>
                </c:pt>
                <c:pt idx="338">
                  <c:v>0.23150000000003956</c:v>
                </c:pt>
                <c:pt idx="339">
                  <c:v>0.23130000000003292</c:v>
                </c:pt>
                <c:pt idx="340">
                  <c:v>0.23130000000003292</c:v>
                </c:pt>
                <c:pt idx="341">
                  <c:v>0.23150000000003956</c:v>
                </c:pt>
                <c:pt idx="342">
                  <c:v>0.23210000000000264</c:v>
                </c:pt>
                <c:pt idx="343">
                  <c:v>0.23290000000002919</c:v>
                </c:pt>
                <c:pt idx="344">
                  <c:v>0.23380000000003065</c:v>
                </c:pt>
                <c:pt idx="345">
                  <c:v>0.23470000000003211</c:v>
                </c:pt>
                <c:pt idx="346">
                  <c:v>0.23560000000003356</c:v>
                </c:pt>
                <c:pt idx="347">
                  <c:v>0.23650000000003502</c:v>
                </c:pt>
                <c:pt idx="348">
                  <c:v>0.23730000000000473</c:v>
                </c:pt>
                <c:pt idx="349">
                  <c:v>0.23799999999999955</c:v>
                </c:pt>
                <c:pt idx="350">
                  <c:v>0.2388000000000261</c:v>
                </c:pt>
                <c:pt idx="351">
                  <c:v>0.23950000000002092</c:v>
                </c:pt>
                <c:pt idx="352">
                  <c:v>0.24010000000004084</c:v>
                </c:pt>
                <c:pt idx="353">
                  <c:v>0.24070000000000391</c:v>
                </c:pt>
                <c:pt idx="354">
                  <c:v>0.24130000000002383</c:v>
                </c:pt>
                <c:pt idx="355">
                  <c:v>0.24190000000004375</c:v>
                </c:pt>
                <c:pt idx="356">
                  <c:v>0.24240000000003192</c:v>
                </c:pt>
                <c:pt idx="357">
                  <c:v>0.2429000000000201</c:v>
                </c:pt>
                <c:pt idx="358">
                  <c:v>0.24330000000003338</c:v>
                </c:pt>
                <c:pt idx="359">
                  <c:v>0.24370000000004666</c:v>
                </c:pt>
                <c:pt idx="360">
                  <c:v>0.24410000000000309</c:v>
                </c:pt>
                <c:pt idx="361">
                  <c:v>0.24410000000000309</c:v>
                </c:pt>
                <c:pt idx="362">
                  <c:v>0.24450000000001637</c:v>
                </c:pt>
                <c:pt idx="363">
                  <c:v>0.24479999999999791</c:v>
                </c:pt>
                <c:pt idx="364">
                  <c:v>0.24520000000001119</c:v>
                </c:pt>
                <c:pt idx="365">
                  <c:v>0.24549999999999272</c:v>
                </c:pt>
                <c:pt idx="366">
                  <c:v>0.2458000000000311</c:v>
                </c:pt>
                <c:pt idx="367">
                  <c:v>0.24600000000003774</c:v>
                </c:pt>
                <c:pt idx="368">
                  <c:v>0.24630000000001928</c:v>
                </c:pt>
                <c:pt idx="369">
                  <c:v>0.24650000000002592</c:v>
                </c:pt>
                <c:pt idx="370">
                  <c:v>0.24670000000003256</c:v>
                </c:pt>
                <c:pt idx="371">
                  <c:v>0.2469000000000392</c:v>
                </c:pt>
                <c:pt idx="372">
                  <c:v>0.2470000000000141</c:v>
                </c:pt>
                <c:pt idx="373">
                  <c:v>0.24670000000003256</c:v>
                </c:pt>
                <c:pt idx="374">
                  <c:v>0.24620000000004438</c:v>
                </c:pt>
                <c:pt idx="375">
                  <c:v>0.24560000000002447</c:v>
                </c:pt>
                <c:pt idx="376">
                  <c:v>0.24500000000000455</c:v>
                </c:pt>
                <c:pt idx="377">
                  <c:v>0.24430000000000973</c:v>
                </c:pt>
                <c:pt idx="378">
                  <c:v>0.24370000000004666</c:v>
                </c:pt>
                <c:pt idx="379">
                  <c:v>0.24320000000000164</c:v>
                </c:pt>
                <c:pt idx="380">
                  <c:v>0.24260000000003856</c:v>
                </c:pt>
                <c:pt idx="381">
                  <c:v>0.24209999999999354</c:v>
                </c:pt>
                <c:pt idx="382">
                  <c:v>0.24160000000000537</c:v>
                </c:pt>
                <c:pt idx="383">
                  <c:v>0.24119999999999209</c:v>
                </c:pt>
                <c:pt idx="384">
                  <c:v>0.24080000000003565</c:v>
                </c:pt>
                <c:pt idx="385">
                  <c:v>0.24040000000002237</c:v>
                </c:pt>
                <c:pt idx="386">
                  <c:v>0.24000000000000909</c:v>
                </c:pt>
                <c:pt idx="387">
                  <c:v>0.23970000000002756</c:v>
                </c:pt>
                <c:pt idx="388">
                  <c:v>0.23940000000004602</c:v>
                </c:pt>
                <c:pt idx="389">
                  <c:v>0.23910000000000764</c:v>
                </c:pt>
                <c:pt idx="390">
                  <c:v>0.2388000000000261</c:v>
                </c:pt>
                <c:pt idx="391">
                  <c:v>0.23860000000001946</c:v>
                </c:pt>
                <c:pt idx="392">
                  <c:v>0.23830000000003793</c:v>
                </c:pt>
                <c:pt idx="393">
                  <c:v>0.23810000000003129</c:v>
                </c:pt>
                <c:pt idx="394">
                  <c:v>0.23790000000002465</c:v>
                </c:pt>
                <c:pt idx="395">
                  <c:v>0.23770000000001801</c:v>
                </c:pt>
                <c:pt idx="396">
                  <c:v>0.23760000000004311</c:v>
                </c:pt>
                <c:pt idx="397">
                  <c:v>0.23740000000003647</c:v>
                </c:pt>
                <c:pt idx="398">
                  <c:v>0.23730000000000473</c:v>
                </c:pt>
                <c:pt idx="399">
                  <c:v>0.23709999999999809</c:v>
                </c:pt>
                <c:pt idx="400">
                  <c:v>0.23700000000002319</c:v>
                </c:pt>
                <c:pt idx="401">
                  <c:v>0.23689999999999145</c:v>
                </c:pt>
                <c:pt idx="402">
                  <c:v>0.23680000000001655</c:v>
                </c:pt>
                <c:pt idx="403">
                  <c:v>0.23670000000004165</c:v>
                </c:pt>
                <c:pt idx="404">
                  <c:v>0.23660000000000991</c:v>
                </c:pt>
                <c:pt idx="405">
                  <c:v>0.23650000000003502</c:v>
                </c:pt>
                <c:pt idx="406">
                  <c:v>0.23650000000003502</c:v>
                </c:pt>
                <c:pt idx="407">
                  <c:v>0.23640000000000327</c:v>
                </c:pt>
                <c:pt idx="408">
                  <c:v>0.23630000000002838</c:v>
                </c:pt>
                <c:pt idx="409">
                  <c:v>0.23630000000002838</c:v>
                </c:pt>
                <c:pt idx="410">
                  <c:v>0.23619999999999663</c:v>
                </c:pt>
                <c:pt idx="411">
                  <c:v>0.23610000000002174</c:v>
                </c:pt>
                <c:pt idx="412">
                  <c:v>0.23610000000002174</c:v>
                </c:pt>
                <c:pt idx="413">
                  <c:v>0.23610000000002174</c:v>
                </c:pt>
                <c:pt idx="414">
                  <c:v>0.23600000000004684</c:v>
                </c:pt>
                <c:pt idx="415">
                  <c:v>0.23600000000004684</c:v>
                </c:pt>
                <c:pt idx="416">
                  <c:v>0.2359000000000151</c:v>
                </c:pt>
                <c:pt idx="417">
                  <c:v>0.2359000000000151</c:v>
                </c:pt>
                <c:pt idx="418">
                  <c:v>0.2359000000000151</c:v>
                </c:pt>
                <c:pt idx="419">
                  <c:v>0.2358000000000402</c:v>
                </c:pt>
                <c:pt idx="420">
                  <c:v>0.2358000000000402</c:v>
                </c:pt>
                <c:pt idx="421">
                  <c:v>0.2358000000000402</c:v>
                </c:pt>
                <c:pt idx="422">
                  <c:v>0.2358000000000402</c:v>
                </c:pt>
                <c:pt idx="423">
                  <c:v>0.2358000000000402</c:v>
                </c:pt>
                <c:pt idx="424">
                  <c:v>0.2358000000000402</c:v>
                </c:pt>
                <c:pt idx="425">
                  <c:v>0.2358000000000402</c:v>
                </c:pt>
                <c:pt idx="426">
                  <c:v>0.2359000000000151</c:v>
                </c:pt>
                <c:pt idx="427">
                  <c:v>0.2359000000000151</c:v>
                </c:pt>
                <c:pt idx="428">
                  <c:v>0.23600000000004684</c:v>
                </c:pt>
                <c:pt idx="429">
                  <c:v>0.23600000000004684</c:v>
                </c:pt>
                <c:pt idx="430">
                  <c:v>0.23610000000002174</c:v>
                </c:pt>
                <c:pt idx="431">
                  <c:v>0.23610000000002174</c:v>
                </c:pt>
                <c:pt idx="432">
                  <c:v>0.23610000000002174</c:v>
                </c:pt>
                <c:pt idx="433">
                  <c:v>0.23619999999999663</c:v>
                </c:pt>
                <c:pt idx="434">
                  <c:v>0.23619999999999663</c:v>
                </c:pt>
                <c:pt idx="435">
                  <c:v>0.23630000000002838</c:v>
                </c:pt>
                <c:pt idx="436">
                  <c:v>0.23630000000002838</c:v>
                </c:pt>
                <c:pt idx="437">
                  <c:v>0.23630000000002838</c:v>
                </c:pt>
                <c:pt idx="438">
                  <c:v>0.23640000000000327</c:v>
                </c:pt>
                <c:pt idx="439">
                  <c:v>0.23640000000000327</c:v>
                </c:pt>
                <c:pt idx="440">
                  <c:v>0.23640000000000327</c:v>
                </c:pt>
                <c:pt idx="441">
                  <c:v>0.23650000000003502</c:v>
                </c:pt>
                <c:pt idx="442">
                  <c:v>0.23650000000003502</c:v>
                </c:pt>
                <c:pt idx="443">
                  <c:v>0.23650000000003502</c:v>
                </c:pt>
                <c:pt idx="444">
                  <c:v>0.23660000000000991</c:v>
                </c:pt>
                <c:pt idx="445">
                  <c:v>0.23660000000000991</c:v>
                </c:pt>
                <c:pt idx="446">
                  <c:v>0.23660000000000991</c:v>
                </c:pt>
                <c:pt idx="447">
                  <c:v>0.23660000000000991</c:v>
                </c:pt>
                <c:pt idx="448">
                  <c:v>0.23670000000004165</c:v>
                </c:pt>
                <c:pt idx="449">
                  <c:v>0.23670000000004165</c:v>
                </c:pt>
                <c:pt idx="450">
                  <c:v>0.23670000000004165</c:v>
                </c:pt>
                <c:pt idx="451">
                  <c:v>0.23670000000004165</c:v>
                </c:pt>
                <c:pt idx="452">
                  <c:v>0.23670000000004165</c:v>
                </c:pt>
                <c:pt idx="453">
                  <c:v>0.23670000000004165</c:v>
                </c:pt>
                <c:pt idx="454">
                  <c:v>0.23680000000001655</c:v>
                </c:pt>
                <c:pt idx="455">
                  <c:v>0.23680000000001655</c:v>
                </c:pt>
                <c:pt idx="456">
                  <c:v>0.23680000000001655</c:v>
                </c:pt>
                <c:pt idx="457">
                  <c:v>0.23680000000001655</c:v>
                </c:pt>
                <c:pt idx="458">
                  <c:v>0.23680000000001655</c:v>
                </c:pt>
                <c:pt idx="459">
                  <c:v>0.23680000000001655</c:v>
                </c:pt>
                <c:pt idx="460">
                  <c:v>0.23680000000001655</c:v>
                </c:pt>
                <c:pt idx="461">
                  <c:v>0.23680000000001655</c:v>
                </c:pt>
                <c:pt idx="462">
                  <c:v>0.23689999999999145</c:v>
                </c:pt>
                <c:pt idx="463">
                  <c:v>0.23689999999999145</c:v>
                </c:pt>
                <c:pt idx="464">
                  <c:v>0.23689999999999145</c:v>
                </c:pt>
                <c:pt idx="465">
                  <c:v>0.23689999999999145</c:v>
                </c:pt>
                <c:pt idx="466">
                  <c:v>0.23689999999999145</c:v>
                </c:pt>
                <c:pt idx="467">
                  <c:v>0.23689999999999145</c:v>
                </c:pt>
                <c:pt idx="468">
                  <c:v>0.23689999999999145</c:v>
                </c:pt>
                <c:pt idx="469">
                  <c:v>0.23689999999999145</c:v>
                </c:pt>
                <c:pt idx="470">
                  <c:v>0.23689999999999145</c:v>
                </c:pt>
                <c:pt idx="471">
                  <c:v>0.23689999999999145</c:v>
                </c:pt>
                <c:pt idx="472">
                  <c:v>0.23689999999999145</c:v>
                </c:pt>
                <c:pt idx="473">
                  <c:v>0.23689999999999145</c:v>
                </c:pt>
                <c:pt idx="474">
                  <c:v>0.23689999999999145</c:v>
                </c:pt>
                <c:pt idx="475">
                  <c:v>0.23670000000004165</c:v>
                </c:pt>
                <c:pt idx="476">
                  <c:v>0.23650000000003502</c:v>
                </c:pt>
                <c:pt idx="477">
                  <c:v>0.23619999999999663</c:v>
                </c:pt>
                <c:pt idx="478">
                  <c:v>0.2359000000000151</c:v>
                </c:pt>
                <c:pt idx="479">
                  <c:v>0.23560000000003356</c:v>
                </c:pt>
                <c:pt idx="480">
                  <c:v>0.23520000000002028</c:v>
                </c:pt>
                <c:pt idx="481">
                  <c:v>0.23490000000003874</c:v>
                </c:pt>
                <c:pt idx="482">
                  <c:v>0.23460000000000036</c:v>
                </c:pt>
                <c:pt idx="483">
                  <c:v>0.23439999999999372</c:v>
                </c:pt>
                <c:pt idx="484">
                  <c:v>0.23410000000001219</c:v>
                </c:pt>
                <c:pt idx="485">
                  <c:v>0.23380000000003065</c:v>
                </c:pt>
                <c:pt idx="486">
                  <c:v>0.23360000000002401</c:v>
                </c:pt>
                <c:pt idx="487">
                  <c:v>0.23330000000004247</c:v>
                </c:pt>
                <c:pt idx="488">
                  <c:v>0.23310000000003583</c:v>
                </c:pt>
                <c:pt idx="489">
                  <c:v>0.23290000000002919</c:v>
                </c:pt>
                <c:pt idx="490">
                  <c:v>0.23270000000002256</c:v>
                </c:pt>
                <c:pt idx="491">
                  <c:v>0.23250000000001592</c:v>
                </c:pt>
                <c:pt idx="492">
                  <c:v>0.23230000000000928</c:v>
                </c:pt>
                <c:pt idx="493">
                  <c:v>0.23210000000000264</c:v>
                </c:pt>
                <c:pt idx="494">
                  <c:v>0.231899999999996</c:v>
                </c:pt>
                <c:pt idx="495">
                  <c:v>0.2318000000000211</c:v>
                </c:pt>
                <c:pt idx="496">
                  <c:v>0.23160000000001446</c:v>
                </c:pt>
                <c:pt idx="497">
                  <c:v>0.23150000000003956</c:v>
                </c:pt>
                <c:pt idx="498">
                  <c:v>0.23130000000003292</c:v>
                </c:pt>
                <c:pt idx="499">
                  <c:v>0.23130000000003292</c:v>
                </c:pt>
                <c:pt idx="500">
                  <c:v>0.23160000000001446</c:v>
                </c:pt>
                <c:pt idx="501">
                  <c:v>0.23220000000003438</c:v>
                </c:pt>
                <c:pt idx="502">
                  <c:v>0.23310000000003583</c:v>
                </c:pt>
                <c:pt idx="503">
                  <c:v>0.23400000000003729</c:v>
                </c:pt>
                <c:pt idx="504">
                  <c:v>0.23490000000003874</c:v>
                </c:pt>
                <c:pt idx="505">
                  <c:v>0.2358000000000402</c:v>
                </c:pt>
                <c:pt idx="506">
                  <c:v>0.23660000000000991</c:v>
                </c:pt>
                <c:pt idx="507">
                  <c:v>0.23740000000003647</c:v>
                </c:pt>
                <c:pt idx="508">
                  <c:v>0.23820000000000618</c:v>
                </c:pt>
                <c:pt idx="509">
                  <c:v>0.238900000000001</c:v>
                </c:pt>
                <c:pt idx="510">
                  <c:v>0.23959999999999582</c:v>
                </c:pt>
                <c:pt idx="511">
                  <c:v>0.24020000000001573</c:v>
                </c:pt>
                <c:pt idx="512">
                  <c:v>0.24080000000003565</c:v>
                </c:pt>
                <c:pt idx="513">
                  <c:v>0.24139999999999873</c:v>
                </c:pt>
                <c:pt idx="514">
                  <c:v>0.24200000000001864</c:v>
                </c:pt>
                <c:pt idx="515">
                  <c:v>0.24250000000000682</c:v>
                </c:pt>
                <c:pt idx="516">
                  <c:v>0.2429000000000201</c:v>
                </c:pt>
                <c:pt idx="517">
                  <c:v>0.24340000000000828</c:v>
                </c:pt>
                <c:pt idx="518">
                  <c:v>0.24380000000002156</c:v>
                </c:pt>
                <c:pt idx="519">
                  <c:v>0.24420000000003483</c:v>
                </c:pt>
                <c:pt idx="520">
                  <c:v>0.24459999999999127</c:v>
                </c:pt>
                <c:pt idx="521">
                  <c:v>0.24490000000002965</c:v>
                </c:pt>
                <c:pt idx="522">
                  <c:v>0.24520000000001119</c:v>
                </c:pt>
                <c:pt idx="523">
                  <c:v>0.24549999999999272</c:v>
                </c:pt>
                <c:pt idx="524">
                  <c:v>0.2458000000000311</c:v>
                </c:pt>
                <c:pt idx="525">
                  <c:v>0.24610000000001264</c:v>
                </c:pt>
                <c:pt idx="526">
                  <c:v>0.24630000000001928</c:v>
                </c:pt>
                <c:pt idx="527">
                  <c:v>0.24660000000000082</c:v>
                </c:pt>
                <c:pt idx="528">
                  <c:v>0.24680000000000746</c:v>
                </c:pt>
                <c:pt idx="529">
                  <c:v>0.2470000000000141</c:v>
                </c:pt>
                <c:pt idx="530">
                  <c:v>0.2470000000000141</c:v>
                </c:pt>
                <c:pt idx="531">
                  <c:v>0.24660000000000082</c:v>
                </c:pt>
                <c:pt idx="532">
                  <c:v>0.24610000000001264</c:v>
                </c:pt>
              </c:numCache>
            </c:numRef>
          </c:yVal>
          <c:smooth val="1"/>
          <c:extLst>
            <c:ext xmlns:c16="http://schemas.microsoft.com/office/drawing/2014/chart" uri="{C3380CC4-5D6E-409C-BE32-E72D297353CC}">
              <c16:uniqueId val="{00000037-4233-4E9D-9D6D-D06060CC9530}"/>
            </c:ext>
          </c:extLst>
        </c:ser>
        <c:ser>
          <c:idx val="56"/>
          <c:order val="56"/>
          <c:tx>
            <c:strRef>
              <c:f>PM50000_Temps_oc5l2_50000!$BDG$1</c:f>
              <c:strCache>
                <c:ptCount val="1"/>
                <c:pt idx="0">
                  <c:v>TELE_PM_INTERIOR.58</c:v>
                </c:pt>
              </c:strCache>
            </c:strRef>
          </c:tx>
          <c:spPr>
            <a:ln w="19050" cap="rnd">
              <a:solidFill>
                <a:schemeClr val="accent3"/>
              </a:solidFill>
              <a:round/>
            </a:ln>
            <a:effectLst/>
          </c:spPr>
          <c:marker>
            <c:symbol val="circle"/>
            <c:size val="5"/>
            <c:spPr>
              <a:solidFill>
                <a:schemeClr val="accent3"/>
              </a:solidFill>
              <a:ln w="9525">
                <a:solidFill>
                  <a:schemeClr val="accent3"/>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PM50000_Temps_oc5l2_50000!$BDG$2:$BDG$536</c:f>
              <c:numCache>
                <c:formatCode>General</c:formatCode>
                <c:ptCount val="533"/>
                <c:pt idx="0">
                  <c:v>0</c:v>
                </c:pt>
                <c:pt idx="1">
                  <c:v>1.2999999999578904E-3</c:v>
                </c:pt>
                <c:pt idx="2">
                  <c:v>7.0999999999799002E-3</c:v>
                </c:pt>
                <c:pt idx="3">
                  <c:v>1.6899999999964166E-2</c:v>
                </c:pt>
                <c:pt idx="4">
                  <c:v>2.8999999999996362E-2</c:v>
                </c:pt>
                <c:pt idx="5">
                  <c:v>4.2399999999986449E-2</c:v>
                </c:pt>
                <c:pt idx="6">
                  <c:v>5.6099999999958072E-2</c:v>
                </c:pt>
                <c:pt idx="7">
                  <c:v>6.95999999999799E-2</c:v>
                </c:pt>
                <c:pt idx="8">
                  <c:v>8.249999999998181E-2</c:v>
                </c:pt>
                <c:pt idx="9">
                  <c:v>9.4699999999988904E-2</c:v>
                </c:pt>
                <c:pt idx="10">
                  <c:v>0.10609999999996944</c:v>
                </c:pt>
                <c:pt idx="11">
                  <c:v>0.11669999999998026</c:v>
                </c:pt>
                <c:pt idx="12">
                  <c:v>0.12639999999998963</c:v>
                </c:pt>
                <c:pt idx="13">
                  <c:v>0.13540000000000418</c:v>
                </c:pt>
                <c:pt idx="14">
                  <c:v>0.14359999999999218</c:v>
                </c:pt>
                <c:pt idx="15">
                  <c:v>0.15109999999998536</c:v>
                </c:pt>
                <c:pt idx="16">
                  <c:v>0.15789999999998372</c:v>
                </c:pt>
                <c:pt idx="17">
                  <c:v>0.16419999999999391</c:v>
                </c:pt>
                <c:pt idx="18">
                  <c:v>0.16999999999995907</c:v>
                </c:pt>
                <c:pt idx="19">
                  <c:v>0.17519999999996116</c:v>
                </c:pt>
                <c:pt idx="20">
                  <c:v>0.17999999999994998</c:v>
                </c:pt>
                <c:pt idx="21">
                  <c:v>0.18439999999998236</c:v>
                </c:pt>
                <c:pt idx="22">
                  <c:v>0.18840000000000146</c:v>
                </c:pt>
                <c:pt idx="23">
                  <c:v>0.19199999999995043</c:v>
                </c:pt>
                <c:pt idx="24">
                  <c:v>0.19539999999994961</c:v>
                </c:pt>
                <c:pt idx="25">
                  <c:v>0.19839999999999236</c:v>
                </c:pt>
                <c:pt idx="26">
                  <c:v>0.20119999999997162</c:v>
                </c:pt>
                <c:pt idx="27">
                  <c:v>0.20369999999996935</c:v>
                </c:pt>
                <c:pt idx="28">
                  <c:v>0.20609999999999218</c:v>
                </c:pt>
                <c:pt idx="29">
                  <c:v>0.2085999999999899</c:v>
                </c:pt>
                <c:pt idx="30">
                  <c:v>0.21109999999998763</c:v>
                </c:pt>
                <c:pt idx="31">
                  <c:v>0.21359999999998536</c:v>
                </c:pt>
                <c:pt idx="32">
                  <c:v>0.21599999999995134</c:v>
                </c:pt>
                <c:pt idx="33">
                  <c:v>0.21829999999999927</c:v>
                </c:pt>
                <c:pt idx="34">
                  <c:v>0.22039999999998372</c:v>
                </c:pt>
                <c:pt idx="35">
                  <c:v>0.22249999999996817</c:v>
                </c:pt>
                <c:pt idx="36">
                  <c:v>0.22440000000000282</c:v>
                </c:pt>
                <c:pt idx="37">
                  <c:v>0.22619999999994889</c:v>
                </c:pt>
                <c:pt idx="38">
                  <c:v>0.227800000000002</c:v>
                </c:pt>
                <c:pt idx="39">
                  <c:v>0.22939999999999827</c:v>
                </c:pt>
                <c:pt idx="40">
                  <c:v>0.2307999999999879</c:v>
                </c:pt>
                <c:pt idx="41">
                  <c:v>0.23219999999997754</c:v>
                </c:pt>
                <c:pt idx="42">
                  <c:v>0.23339999999996053</c:v>
                </c:pt>
                <c:pt idx="43">
                  <c:v>0.23460000000000036</c:v>
                </c:pt>
                <c:pt idx="44">
                  <c:v>0.23559999999997672</c:v>
                </c:pt>
                <c:pt idx="45">
                  <c:v>0.23659999999995307</c:v>
                </c:pt>
                <c:pt idx="46">
                  <c:v>0.23749999999995453</c:v>
                </c:pt>
                <c:pt idx="47">
                  <c:v>0.23839999999995598</c:v>
                </c:pt>
                <c:pt idx="48">
                  <c:v>0.23919999999998254</c:v>
                </c:pt>
                <c:pt idx="49">
                  <c:v>0.23989999999997735</c:v>
                </c:pt>
                <c:pt idx="50">
                  <c:v>0.24059999999997217</c:v>
                </c:pt>
                <c:pt idx="51">
                  <c:v>0.24119999999999209</c:v>
                </c:pt>
                <c:pt idx="52">
                  <c:v>0.24179999999995516</c:v>
                </c:pt>
                <c:pt idx="53">
                  <c:v>0.24230000000000018</c:v>
                </c:pt>
                <c:pt idx="54">
                  <c:v>0.24279999999998836</c:v>
                </c:pt>
                <c:pt idx="55">
                  <c:v>0.24329999999997654</c:v>
                </c:pt>
                <c:pt idx="56">
                  <c:v>0.24369999999998981</c:v>
                </c:pt>
                <c:pt idx="57">
                  <c:v>0.24410000000000309</c:v>
                </c:pt>
                <c:pt idx="58">
                  <c:v>0.24439999999998463</c:v>
                </c:pt>
                <c:pt idx="59">
                  <c:v>0.24449999999995953</c:v>
                </c:pt>
                <c:pt idx="60">
                  <c:v>0.24449999999995953</c:v>
                </c:pt>
                <c:pt idx="61">
                  <c:v>0.24419999999997799</c:v>
                </c:pt>
                <c:pt idx="62">
                  <c:v>0.24389999999999645</c:v>
                </c:pt>
                <c:pt idx="63">
                  <c:v>0.24359999999995807</c:v>
                </c:pt>
                <c:pt idx="64">
                  <c:v>0.24320000000000164</c:v>
                </c:pt>
                <c:pt idx="65">
                  <c:v>0.24279999999998836</c:v>
                </c:pt>
                <c:pt idx="66">
                  <c:v>0.24239999999997508</c:v>
                </c:pt>
                <c:pt idx="67">
                  <c:v>0.2419999999999618</c:v>
                </c:pt>
                <c:pt idx="68">
                  <c:v>0.24159999999994852</c:v>
                </c:pt>
                <c:pt idx="69">
                  <c:v>0.24129999999996699</c:v>
                </c:pt>
                <c:pt idx="70">
                  <c:v>0.24099999999998545</c:v>
                </c:pt>
                <c:pt idx="71">
                  <c:v>0.24059999999997217</c:v>
                </c:pt>
                <c:pt idx="72">
                  <c:v>0.24039999999996553</c:v>
                </c:pt>
                <c:pt idx="73">
                  <c:v>0.24009999999998399</c:v>
                </c:pt>
                <c:pt idx="74">
                  <c:v>0.23980000000000246</c:v>
                </c:pt>
                <c:pt idx="75">
                  <c:v>0.23959999999999582</c:v>
                </c:pt>
                <c:pt idx="76">
                  <c:v>0.23939999999998918</c:v>
                </c:pt>
                <c:pt idx="77">
                  <c:v>0.23919999999998254</c:v>
                </c:pt>
                <c:pt idx="78">
                  <c:v>0.2389999999999759</c:v>
                </c:pt>
                <c:pt idx="79">
                  <c:v>0.23879999999996926</c:v>
                </c:pt>
                <c:pt idx="80">
                  <c:v>0.23869999999999436</c:v>
                </c:pt>
                <c:pt idx="81">
                  <c:v>0.23849999999998772</c:v>
                </c:pt>
                <c:pt idx="82">
                  <c:v>0.23839999999995598</c:v>
                </c:pt>
                <c:pt idx="83">
                  <c:v>0.23819999999994934</c:v>
                </c:pt>
                <c:pt idx="84">
                  <c:v>0.23809999999997444</c:v>
                </c:pt>
                <c:pt idx="85">
                  <c:v>0.23799999999999955</c:v>
                </c:pt>
                <c:pt idx="86">
                  <c:v>0.2378999999999678</c:v>
                </c:pt>
                <c:pt idx="87">
                  <c:v>0.23779999999999291</c:v>
                </c:pt>
                <c:pt idx="88">
                  <c:v>0.23769999999996116</c:v>
                </c:pt>
                <c:pt idx="89">
                  <c:v>0.23769999999996116</c:v>
                </c:pt>
                <c:pt idx="90">
                  <c:v>0.23759999999998627</c:v>
                </c:pt>
                <c:pt idx="91">
                  <c:v>0.23749999999995453</c:v>
                </c:pt>
                <c:pt idx="92">
                  <c:v>0.23749999999995453</c:v>
                </c:pt>
                <c:pt idx="93">
                  <c:v>0.23739999999997963</c:v>
                </c:pt>
                <c:pt idx="94">
                  <c:v>0.23729999999994789</c:v>
                </c:pt>
                <c:pt idx="95">
                  <c:v>0.23729999999994789</c:v>
                </c:pt>
                <c:pt idx="96">
                  <c:v>0.23719999999997299</c:v>
                </c:pt>
                <c:pt idx="97">
                  <c:v>0.23719999999997299</c:v>
                </c:pt>
                <c:pt idx="98">
                  <c:v>0.23719999999997299</c:v>
                </c:pt>
                <c:pt idx="99">
                  <c:v>0.23709999999999809</c:v>
                </c:pt>
                <c:pt idx="100">
                  <c:v>0.23709999999999809</c:v>
                </c:pt>
                <c:pt idx="101">
                  <c:v>0.23709999999999809</c:v>
                </c:pt>
                <c:pt idx="102">
                  <c:v>0.23699999999996635</c:v>
                </c:pt>
                <c:pt idx="103">
                  <c:v>0.23699999999996635</c:v>
                </c:pt>
                <c:pt idx="104">
                  <c:v>0.23699999999996635</c:v>
                </c:pt>
                <c:pt idx="105">
                  <c:v>0.23699999999996635</c:v>
                </c:pt>
                <c:pt idx="106">
                  <c:v>0.23689999999999145</c:v>
                </c:pt>
                <c:pt idx="107">
                  <c:v>0.23689999999999145</c:v>
                </c:pt>
                <c:pt idx="108">
                  <c:v>0.23689999999999145</c:v>
                </c:pt>
                <c:pt idx="109">
                  <c:v>0.23689999999999145</c:v>
                </c:pt>
                <c:pt idx="110">
                  <c:v>0.23689999999999145</c:v>
                </c:pt>
                <c:pt idx="111">
                  <c:v>0.23689999999999145</c:v>
                </c:pt>
                <c:pt idx="112">
                  <c:v>0.23699999999996635</c:v>
                </c:pt>
                <c:pt idx="113">
                  <c:v>0.23699999999996635</c:v>
                </c:pt>
                <c:pt idx="114">
                  <c:v>0.23699999999996635</c:v>
                </c:pt>
                <c:pt idx="115">
                  <c:v>0.23709999999999809</c:v>
                </c:pt>
                <c:pt idx="116">
                  <c:v>0.23709999999999809</c:v>
                </c:pt>
                <c:pt idx="117">
                  <c:v>0.23719999999997299</c:v>
                </c:pt>
                <c:pt idx="118">
                  <c:v>0.23719999999997299</c:v>
                </c:pt>
                <c:pt idx="119">
                  <c:v>0.23719999999997299</c:v>
                </c:pt>
                <c:pt idx="120">
                  <c:v>0.23729999999994789</c:v>
                </c:pt>
                <c:pt idx="121">
                  <c:v>0.23729999999994789</c:v>
                </c:pt>
                <c:pt idx="122">
                  <c:v>0.23739999999997963</c:v>
                </c:pt>
                <c:pt idx="123">
                  <c:v>0.23739999999997963</c:v>
                </c:pt>
                <c:pt idx="124">
                  <c:v>0.23739999999997963</c:v>
                </c:pt>
                <c:pt idx="125">
                  <c:v>0.23749999999995453</c:v>
                </c:pt>
                <c:pt idx="126">
                  <c:v>0.23749999999995453</c:v>
                </c:pt>
                <c:pt idx="127">
                  <c:v>0.23749999999995453</c:v>
                </c:pt>
                <c:pt idx="128">
                  <c:v>0.23749999999995453</c:v>
                </c:pt>
                <c:pt idx="129">
                  <c:v>0.23759999999998627</c:v>
                </c:pt>
                <c:pt idx="130">
                  <c:v>0.23759999999998627</c:v>
                </c:pt>
                <c:pt idx="131">
                  <c:v>0.23759999999998627</c:v>
                </c:pt>
                <c:pt idx="132">
                  <c:v>0.23759999999998627</c:v>
                </c:pt>
                <c:pt idx="133">
                  <c:v>0.23769999999996116</c:v>
                </c:pt>
                <c:pt idx="134">
                  <c:v>0.23769999999996116</c:v>
                </c:pt>
                <c:pt idx="135">
                  <c:v>0.23769999999996116</c:v>
                </c:pt>
                <c:pt idx="136">
                  <c:v>0.23769999999996116</c:v>
                </c:pt>
                <c:pt idx="137">
                  <c:v>0.23769999999996116</c:v>
                </c:pt>
                <c:pt idx="138">
                  <c:v>0.23779999999999291</c:v>
                </c:pt>
                <c:pt idx="139">
                  <c:v>0.23779999999999291</c:v>
                </c:pt>
                <c:pt idx="140">
                  <c:v>0.23779999999999291</c:v>
                </c:pt>
                <c:pt idx="141">
                  <c:v>0.23779999999999291</c:v>
                </c:pt>
                <c:pt idx="142">
                  <c:v>0.23779999999999291</c:v>
                </c:pt>
                <c:pt idx="143">
                  <c:v>0.23779999999999291</c:v>
                </c:pt>
                <c:pt idx="144">
                  <c:v>0.23779999999999291</c:v>
                </c:pt>
                <c:pt idx="145">
                  <c:v>0.2378999999999678</c:v>
                </c:pt>
                <c:pt idx="146">
                  <c:v>0.2378999999999678</c:v>
                </c:pt>
                <c:pt idx="147">
                  <c:v>0.2378999999999678</c:v>
                </c:pt>
                <c:pt idx="148">
                  <c:v>0.2378999999999678</c:v>
                </c:pt>
                <c:pt idx="149">
                  <c:v>0.2378999999999678</c:v>
                </c:pt>
                <c:pt idx="150">
                  <c:v>0.2378999999999678</c:v>
                </c:pt>
                <c:pt idx="151">
                  <c:v>0.2378999999999678</c:v>
                </c:pt>
                <c:pt idx="152">
                  <c:v>0.2378999999999678</c:v>
                </c:pt>
                <c:pt idx="153">
                  <c:v>0.2378999999999678</c:v>
                </c:pt>
                <c:pt idx="154">
                  <c:v>0.2378999999999678</c:v>
                </c:pt>
                <c:pt idx="155">
                  <c:v>0.2378999999999678</c:v>
                </c:pt>
                <c:pt idx="156">
                  <c:v>0.2378999999999678</c:v>
                </c:pt>
                <c:pt idx="157">
                  <c:v>0.2378999999999678</c:v>
                </c:pt>
                <c:pt idx="158">
                  <c:v>0.23799999999999955</c:v>
                </c:pt>
                <c:pt idx="159">
                  <c:v>0.23799999999999955</c:v>
                </c:pt>
                <c:pt idx="160">
                  <c:v>0.23799999999999955</c:v>
                </c:pt>
                <c:pt idx="161">
                  <c:v>0.2378999999999678</c:v>
                </c:pt>
                <c:pt idx="162">
                  <c:v>0.23769999999996116</c:v>
                </c:pt>
                <c:pt idx="163">
                  <c:v>0.23749999999995453</c:v>
                </c:pt>
                <c:pt idx="164">
                  <c:v>0.23719999999997299</c:v>
                </c:pt>
                <c:pt idx="165">
                  <c:v>0.23699999999996635</c:v>
                </c:pt>
                <c:pt idx="166">
                  <c:v>0.23669999999998481</c:v>
                </c:pt>
                <c:pt idx="167">
                  <c:v>0.23649999999997817</c:v>
                </c:pt>
                <c:pt idx="168">
                  <c:v>0.23619999999999663</c:v>
                </c:pt>
                <c:pt idx="169">
                  <c:v>0.23599999999999</c:v>
                </c:pt>
                <c:pt idx="170">
                  <c:v>0.23569999999995161</c:v>
                </c:pt>
                <c:pt idx="171">
                  <c:v>0.23550000000000182</c:v>
                </c:pt>
                <c:pt idx="172">
                  <c:v>0.23529999999999518</c:v>
                </c:pt>
                <c:pt idx="173">
                  <c:v>0.23509999999998854</c:v>
                </c:pt>
                <c:pt idx="174">
                  <c:v>0.2348999999999819</c:v>
                </c:pt>
                <c:pt idx="175">
                  <c:v>0.23469999999997526</c:v>
                </c:pt>
                <c:pt idx="176">
                  <c:v>0.23449999999996862</c:v>
                </c:pt>
                <c:pt idx="177">
                  <c:v>0.23429999999996198</c:v>
                </c:pt>
                <c:pt idx="178">
                  <c:v>0.23409999999995534</c:v>
                </c:pt>
                <c:pt idx="179">
                  <c:v>0.23399999999998045</c:v>
                </c:pt>
                <c:pt idx="180">
                  <c:v>0.23379999999997381</c:v>
                </c:pt>
                <c:pt idx="181">
                  <c:v>0.23369999999999891</c:v>
                </c:pt>
                <c:pt idx="182">
                  <c:v>0.23349999999999227</c:v>
                </c:pt>
                <c:pt idx="183">
                  <c:v>0.23339999999996053</c:v>
                </c:pt>
                <c:pt idx="184">
                  <c:v>0.23319999999995389</c:v>
                </c:pt>
                <c:pt idx="185">
                  <c:v>0.23329999999998563</c:v>
                </c:pt>
                <c:pt idx="186">
                  <c:v>0.23359999999996717</c:v>
                </c:pt>
                <c:pt idx="187">
                  <c:v>0.23399999999998045</c:v>
                </c:pt>
                <c:pt idx="188">
                  <c:v>0.23460000000000036</c:v>
                </c:pt>
                <c:pt idx="189">
                  <c:v>0.23529999999999518</c:v>
                </c:pt>
                <c:pt idx="190">
                  <c:v>0.23599999999999</c:v>
                </c:pt>
                <c:pt idx="191">
                  <c:v>0.23669999999998481</c:v>
                </c:pt>
                <c:pt idx="192">
                  <c:v>0.23749999999995453</c:v>
                </c:pt>
                <c:pt idx="193">
                  <c:v>0.23819999999994934</c:v>
                </c:pt>
                <c:pt idx="194">
                  <c:v>0.23879999999996926</c:v>
                </c:pt>
                <c:pt idx="195">
                  <c:v>0.23949999999996407</c:v>
                </c:pt>
                <c:pt idx="196">
                  <c:v>0.24009999999998399</c:v>
                </c:pt>
                <c:pt idx="197">
                  <c:v>0.24070000000000391</c:v>
                </c:pt>
                <c:pt idx="198">
                  <c:v>0.24119999999999209</c:v>
                </c:pt>
                <c:pt idx="199">
                  <c:v>0.24169999999998026</c:v>
                </c:pt>
                <c:pt idx="200">
                  <c:v>0.24219999999996844</c:v>
                </c:pt>
                <c:pt idx="201">
                  <c:v>0.24269999999995662</c:v>
                </c:pt>
                <c:pt idx="202">
                  <c:v>0.2430999999999699</c:v>
                </c:pt>
                <c:pt idx="203">
                  <c:v>0.24349999999998317</c:v>
                </c:pt>
                <c:pt idx="204">
                  <c:v>0.24389999999999645</c:v>
                </c:pt>
                <c:pt idx="205">
                  <c:v>0.24419999999997799</c:v>
                </c:pt>
                <c:pt idx="206">
                  <c:v>0.24459999999999127</c:v>
                </c:pt>
                <c:pt idx="207">
                  <c:v>0.24489999999997281</c:v>
                </c:pt>
                <c:pt idx="208">
                  <c:v>0.24519999999995434</c:v>
                </c:pt>
                <c:pt idx="209">
                  <c:v>0.24539999999996098</c:v>
                </c:pt>
                <c:pt idx="210">
                  <c:v>0.24569999999999936</c:v>
                </c:pt>
                <c:pt idx="211">
                  <c:v>0.24589999999994916</c:v>
                </c:pt>
                <c:pt idx="212">
                  <c:v>0.2460999999999558</c:v>
                </c:pt>
                <c:pt idx="213">
                  <c:v>0.24639999999999418</c:v>
                </c:pt>
                <c:pt idx="214">
                  <c:v>0.24660000000000082</c:v>
                </c:pt>
                <c:pt idx="215">
                  <c:v>0.24660000000000082</c:v>
                </c:pt>
                <c:pt idx="216">
                  <c:v>0.24649999999996908</c:v>
                </c:pt>
                <c:pt idx="217">
                  <c:v>0.24629999999996244</c:v>
                </c:pt>
                <c:pt idx="218">
                  <c:v>0.24589999999994916</c:v>
                </c:pt>
                <c:pt idx="219">
                  <c:v>0.24549999999999272</c:v>
                </c:pt>
                <c:pt idx="220">
                  <c:v>0.2449999999999477</c:v>
                </c:pt>
                <c:pt idx="221">
                  <c:v>0.24449999999995953</c:v>
                </c:pt>
                <c:pt idx="222">
                  <c:v>0.24399999999997135</c:v>
                </c:pt>
                <c:pt idx="223">
                  <c:v>0.24349999999998317</c:v>
                </c:pt>
                <c:pt idx="224">
                  <c:v>0.242999999999995</c:v>
                </c:pt>
                <c:pt idx="225">
                  <c:v>0.24259999999998172</c:v>
                </c:pt>
                <c:pt idx="226">
                  <c:v>0.24209999999999354</c:v>
                </c:pt>
                <c:pt idx="227">
                  <c:v>0.24169999999998026</c:v>
                </c:pt>
                <c:pt idx="228">
                  <c:v>0.24139999999999873</c:v>
                </c:pt>
                <c:pt idx="229">
                  <c:v>0.24099999999998545</c:v>
                </c:pt>
                <c:pt idx="230">
                  <c:v>0.24070000000000391</c:v>
                </c:pt>
                <c:pt idx="231">
                  <c:v>0.24039999999996553</c:v>
                </c:pt>
                <c:pt idx="232">
                  <c:v>0.24009999999998399</c:v>
                </c:pt>
                <c:pt idx="233">
                  <c:v>0.23989999999997735</c:v>
                </c:pt>
                <c:pt idx="234">
                  <c:v>0.23959999999999582</c:v>
                </c:pt>
                <c:pt idx="235">
                  <c:v>0.23939999999998918</c:v>
                </c:pt>
                <c:pt idx="236">
                  <c:v>0.23919999999998254</c:v>
                </c:pt>
                <c:pt idx="237">
                  <c:v>0.2389999999999759</c:v>
                </c:pt>
                <c:pt idx="238">
                  <c:v>0.23879999999996926</c:v>
                </c:pt>
                <c:pt idx="239">
                  <c:v>0.23869999999999436</c:v>
                </c:pt>
                <c:pt idx="240">
                  <c:v>0.23849999999998772</c:v>
                </c:pt>
                <c:pt idx="241">
                  <c:v>0.23839999999995598</c:v>
                </c:pt>
                <c:pt idx="242">
                  <c:v>0.23829999999998108</c:v>
                </c:pt>
                <c:pt idx="243">
                  <c:v>0.23809999999997444</c:v>
                </c:pt>
                <c:pt idx="244">
                  <c:v>0.23799999999999955</c:v>
                </c:pt>
                <c:pt idx="245">
                  <c:v>0.2378999999999678</c:v>
                </c:pt>
                <c:pt idx="246">
                  <c:v>0.23779999999999291</c:v>
                </c:pt>
                <c:pt idx="247">
                  <c:v>0.23779999999999291</c:v>
                </c:pt>
                <c:pt idx="248">
                  <c:v>0.23769999999996116</c:v>
                </c:pt>
                <c:pt idx="249">
                  <c:v>0.23759999999998627</c:v>
                </c:pt>
                <c:pt idx="250">
                  <c:v>0.23749999999995453</c:v>
                </c:pt>
                <c:pt idx="251">
                  <c:v>0.23749999999995453</c:v>
                </c:pt>
                <c:pt idx="252">
                  <c:v>0.23739999999997963</c:v>
                </c:pt>
                <c:pt idx="253">
                  <c:v>0.23739999999997963</c:v>
                </c:pt>
                <c:pt idx="254">
                  <c:v>0.23729999999994789</c:v>
                </c:pt>
                <c:pt idx="255">
                  <c:v>0.23729999999994789</c:v>
                </c:pt>
                <c:pt idx="256">
                  <c:v>0.23719999999997299</c:v>
                </c:pt>
                <c:pt idx="257">
                  <c:v>0.23719999999997299</c:v>
                </c:pt>
                <c:pt idx="258">
                  <c:v>0.23709999999999809</c:v>
                </c:pt>
                <c:pt idx="259">
                  <c:v>0.23709999999999809</c:v>
                </c:pt>
                <c:pt idx="260">
                  <c:v>0.23709999999999809</c:v>
                </c:pt>
                <c:pt idx="261">
                  <c:v>0.23699999999996635</c:v>
                </c:pt>
                <c:pt idx="262">
                  <c:v>0.23699999999996635</c:v>
                </c:pt>
                <c:pt idx="263">
                  <c:v>0.23699999999996635</c:v>
                </c:pt>
                <c:pt idx="264">
                  <c:v>0.23699999999996635</c:v>
                </c:pt>
                <c:pt idx="265">
                  <c:v>0.23699999999996635</c:v>
                </c:pt>
                <c:pt idx="266">
                  <c:v>0.23689999999999145</c:v>
                </c:pt>
                <c:pt idx="267">
                  <c:v>0.23699999999996635</c:v>
                </c:pt>
                <c:pt idx="268">
                  <c:v>0.23699999999996635</c:v>
                </c:pt>
                <c:pt idx="269">
                  <c:v>0.23699999999996635</c:v>
                </c:pt>
                <c:pt idx="270">
                  <c:v>0.23699999999996635</c:v>
                </c:pt>
                <c:pt idx="271">
                  <c:v>0.23709999999999809</c:v>
                </c:pt>
                <c:pt idx="272">
                  <c:v>0.23709999999999809</c:v>
                </c:pt>
                <c:pt idx="273">
                  <c:v>0.23719999999997299</c:v>
                </c:pt>
                <c:pt idx="274">
                  <c:v>0.23719999999997299</c:v>
                </c:pt>
                <c:pt idx="275">
                  <c:v>0.23719999999997299</c:v>
                </c:pt>
                <c:pt idx="276">
                  <c:v>0.23729999999994789</c:v>
                </c:pt>
                <c:pt idx="277">
                  <c:v>0.23729999999994789</c:v>
                </c:pt>
                <c:pt idx="278">
                  <c:v>0.23729999999994789</c:v>
                </c:pt>
                <c:pt idx="279">
                  <c:v>0.23739999999997963</c:v>
                </c:pt>
                <c:pt idx="280">
                  <c:v>0.23739999999997963</c:v>
                </c:pt>
                <c:pt idx="281">
                  <c:v>0.23739999999997963</c:v>
                </c:pt>
                <c:pt idx="282">
                  <c:v>0.23749999999995453</c:v>
                </c:pt>
                <c:pt idx="283">
                  <c:v>0.23749999999995453</c:v>
                </c:pt>
                <c:pt idx="284">
                  <c:v>0.23749999999995453</c:v>
                </c:pt>
                <c:pt idx="285">
                  <c:v>0.23759999999998627</c:v>
                </c:pt>
                <c:pt idx="286">
                  <c:v>0.23759999999998627</c:v>
                </c:pt>
                <c:pt idx="287">
                  <c:v>0.23759999999998627</c:v>
                </c:pt>
                <c:pt idx="288">
                  <c:v>0.23759999999998627</c:v>
                </c:pt>
                <c:pt idx="289">
                  <c:v>0.23769999999996116</c:v>
                </c:pt>
                <c:pt idx="290">
                  <c:v>0.23769999999996116</c:v>
                </c:pt>
                <c:pt idx="291">
                  <c:v>0.23769999999996116</c:v>
                </c:pt>
                <c:pt idx="292">
                  <c:v>0.23769999999996116</c:v>
                </c:pt>
                <c:pt idx="293">
                  <c:v>0.23769999999996116</c:v>
                </c:pt>
                <c:pt idx="294">
                  <c:v>0.23779999999999291</c:v>
                </c:pt>
                <c:pt idx="295">
                  <c:v>0.23779999999999291</c:v>
                </c:pt>
                <c:pt idx="296">
                  <c:v>0.23779999999999291</c:v>
                </c:pt>
                <c:pt idx="297">
                  <c:v>0.23779999999999291</c:v>
                </c:pt>
                <c:pt idx="298">
                  <c:v>0.23779999999999291</c:v>
                </c:pt>
                <c:pt idx="299">
                  <c:v>0.23779999999999291</c:v>
                </c:pt>
                <c:pt idx="300">
                  <c:v>0.23779999999999291</c:v>
                </c:pt>
                <c:pt idx="301">
                  <c:v>0.23779999999999291</c:v>
                </c:pt>
                <c:pt idx="302">
                  <c:v>0.2378999999999678</c:v>
                </c:pt>
                <c:pt idx="303">
                  <c:v>0.2378999999999678</c:v>
                </c:pt>
                <c:pt idx="304">
                  <c:v>0.2378999999999678</c:v>
                </c:pt>
                <c:pt idx="305">
                  <c:v>0.2378999999999678</c:v>
                </c:pt>
                <c:pt idx="306">
                  <c:v>0.2378999999999678</c:v>
                </c:pt>
                <c:pt idx="307">
                  <c:v>0.2378999999999678</c:v>
                </c:pt>
                <c:pt idx="308">
                  <c:v>0.2378999999999678</c:v>
                </c:pt>
                <c:pt idx="309">
                  <c:v>0.2378999999999678</c:v>
                </c:pt>
                <c:pt idx="310">
                  <c:v>0.2378999999999678</c:v>
                </c:pt>
                <c:pt idx="311">
                  <c:v>0.2378999999999678</c:v>
                </c:pt>
                <c:pt idx="312">
                  <c:v>0.2378999999999678</c:v>
                </c:pt>
                <c:pt idx="313">
                  <c:v>0.2378999999999678</c:v>
                </c:pt>
                <c:pt idx="314">
                  <c:v>0.2378999999999678</c:v>
                </c:pt>
                <c:pt idx="315">
                  <c:v>0.23799999999999955</c:v>
                </c:pt>
                <c:pt idx="316">
                  <c:v>0.23799999999999955</c:v>
                </c:pt>
                <c:pt idx="317">
                  <c:v>0.23799999999999955</c:v>
                </c:pt>
                <c:pt idx="318">
                  <c:v>0.23779999999999291</c:v>
                </c:pt>
                <c:pt idx="319">
                  <c:v>0.23769999999996116</c:v>
                </c:pt>
                <c:pt idx="320">
                  <c:v>0.23749999999995453</c:v>
                </c:pt>
                <c:pt idx="321">
                  <c:v>0.23719999999997299</c:v>
                </c:pt>
                <c:pt idx="322">
                  <c:v>0.23699999999996635</c:v>
                </c:pt>
                <c:pt idx="323">
                  <c:v>0.23669999999998481</c:v>
                </c:pt>
                <c:pt idx="324">
                  <c:v>0.23649999999997817</c:v>
                </c:pt>
                <c:pt idx="325">
                  <c:v>0.23619999999999663</c:v>
                </c:pt>
                <c:pt idx="326">
                  <c:v>0.23599999999999</c:v>
                </c:pt>
                <c:pt idx="327">
                  <c:v>0.23569999999995161</c:v>
                </c:pt>
                <c:pt idx="328">
                  <c:v>0.23550000000000182</c:v>
                </c:pt>
                <c:pt idx="329">
                  <c:v>0.23529999999999518</c:v>
                </c:pt>
                <c:pt idx="330">
                  <c:v>0.2349999999999568</c:v>
                </c:pt>
                <c:pt idx="331">
                  <c:v>0.23479999999995016</c:v>
                </c:pt>
                <c:pt idx="332">
                  <c:v>0.23460000000000036</c:v>
                </c:pt>
                <c:pt idx="333">
                  <c:v>0.23449999999996862</c:v>
                </c:pt>
                <c:pt idx="334">
                  <c:v>0.23429999999996198</c:v>
                </c:pt>
                <c:pt idx="335">
                  <c:v>0.23409999999995534</c:v>
                </c:pt>
                <c:pt idx="336">
                  <c:v>0.23399999999998045</c:v>
                </c:pt>
                <c:pt idx="337">
                  <c:v>0.23379999999997381</c:v>
                </c:pt>
                <c:pt idx="338">
                  <c:v>0.23369999999999891</c:v>
                </c:pt>
                <c:pt idx="339">
                  <c:v>0.23349999999999227</c:v>
                </c:pt>
                <c:pt idx="340">
                  <c:v>0.23329999999998563</c:v>
                </c:pt>
                <c:pt idx="341">
                  <c:v>0.23319999999995389</c:v>
                </c:pt>
                <c:pt idx="342">
                  <c:v>0.23329999999998563</c:v>
                </c:pt>
                <c:pt idx="343">
                  <c:v>0.23359999999996717</c:v>
                </c:pt>
                <c:pt idx="344">
                  <c:v>0.23409999999995534</c:v>
                </c:pt>
                <c:pt idx="345">
                  <c:v>0.23469999999997526</c:v>
                </c:pt>
                <c:pt idx="346">
                  <c:v>0.23539999999997008</c:v>
                </c:pt>
                <c:pt idx="347">
                  <c:v>0.23609999999996489</c:v>
                </c:pt>
                <c:pt idx="348">
                  <c:v>0.23679999999995971</c:v>
                </c:pt>
                <c:pt idx="349">
                  <c:v>0.23759999999998627</c:v>
                </c:pt>
                <c:pt idx="350">
                  <c:v>0.23819999999994934</c:v>
                </c:pt>
                <c:pt idx="351">
                  <c:v>0.238900000000001</c:v>
                </c:pt>
                <c:pt idx="352">
                  <c:v>0.23959999999999582</c:v>
                </c:pt>
                <c:pt idx="353">
                  <c:v>0.24019999999995889</c:v>
                </c:pt>
                <c:pt idx="354">
                  <c:v>0.24070000000000391</c:v>
                </c:pt>
                <c:pt idx="355">
                  <c:v>0.24129999999996699</c:v>
                </c:pt>
                <c:pt idx="356">
                  <c:v>0.24179999999995516</c:v>
                </c:pt>
                <c:pt idx="357">
                  <c:v>0.24230000000000018</c:v>
                </c:pt>
                <c:pt idx="358">
                  <c:v>0.24269999999995662</c:v>
                </c:pt>
                <c:pt idx="359">
                  <c:v>0.2430999999999699</c:v>
                </c:pt>
                <c:pt idx="360">
                  <c:v>0.24349999999998317</c:v>
                </c:pt>
                <c:pt idx="361">
                  <c:v>0.24349999999998317</c:v>
                </c:pt>
                <c:pt idx="362">
                  <c:v>0.24389999999999645</c:v>
                </c:pt>
                <c:pt idx="363">
                  <c:v>0.24429999999995289</c:v>
                </c:pt>
                <c:pt idx="364">
                  <c:v>0.24459999999999127</c:v>
                </c:pt>
                <c:pt idx="365">
                  <c:v>0.24489999999997281</c:v>
                </c:pt>
                <c:pt idx="366">
                  <c:v>0.24519999999995434</c:v>
                </c:pt>
                <c:pt idx="367">
                  <c:v>0.24549999999999272</c:v>
                </c:pt>
                <c:pt idx="368">
                  <c:v>0.24569999999999936</c:v>
                </c:pt>
                <c:pt idx="369">
                  <c:v>0.2459999999999809</c:v>
                </c:pt>
                <c:pt idx="370">
                  <c:v>0.24619999999998754</c:v>
                </c:pt>
                <c:pt idx="371">
                  <c:v>0.24639999999999418</c:v>
                </c:pt>
                <c:pt idx="372">
                  <c:v>0.24660000000000082</c:v>
                </c:pt>
                <c:pt idx="373">
                  <c:v>0.24660000000000082</c:v>
                </c:pt>
                <c:pt idx="374">
                  <c:v>0.24649999999996908</c:v>
                </c:pt>
                <c:pt idx="375">
                  <c:v>0.24619999999998754</c:v>
                </c:pt>
                <c:pt idx="376">
                  <c:v>0.24579999999997426</c:v>
                </c:pt>
                <c:pt idx="377">
                  <c:v>0.24539999999996098</c:v>
                </c:pt>
                <c:pt idx="378">
                  <c:v>0.24489999999997281</c:v>
                </c:pt>
                <c:pt idx="379">
                  <c:v>0.24439999999998463</c:v>
                </c:pt>
                <c:pt idx="380">
                  <c:v>0.24389999999999645</c:v>
                </c:pt>
                <c:pt idx="381">
                  <c:v>0.24339999999995143</c:v>
                </c:pt>
                <c:pt idx="382">
                  <c:v>0.24289999999996326</c:v>
                </c:pt>
                <c:pt idx="383">
                  <c:v>0.24249999999994998</c:v>
                </c:pt>
                <c:pt idx="384">
                  <c:v>0.24209999999999354</c:v>
                </c:pt>
                <c:pt idx="385">
                  <c:v>0.24169999999998026</c:v>
                </c:pt>
                <c:pt idx="386">
                  <c:v>0.24129999999996699</c:v>
                </c:pt>
                <c:pt idx="387">
                  <c:v>0.24099999999998545</c:v>
                </c:pt>
                <c:pt idx="388">
                  <c:v>0.24070000000000391</c:v>
                </c:pt>
                <c:pt idx="389">
                  <c:v>0.24039999999996553</c:v>
                </c:pt>
                <c:pt idx="390">
                  <c:v>0.24009999999998399</c:v>
                </c:pt>
                <c:pt idx="391">
                  <c:v>0.23980000000000246</c:v>
                </c:pt>
                <c:pt idx="392">
                  <c:v>0.23959999999999582</c:v>
                </c:pt>
                <c:pt idx="393">
                  <c:v>0.23939999999998918</c:v>
                </c:pt>
                <c:pt idx="394">
                  <c:v>0.23919999999998254</c:v>
                </c:pt>
                <c:pt idx="395">
                  <c:v>0.2389999999999759</c:v>
                </c:pt>
                <c:pt idx="396">
                  <c:v>0.23879999999996926</c:v>
                </c:pt>
                <c:pt idx="397">
                  <c:v>0.23869999999999436</c:v>
                </c:pt>
                <c:pt idx="398">
                  <c:v>0.23849999999998772</c:v>
                </c:pt>
                <c:pt idx="399">
                  <c:v>0.23839999999995598</c:v>
                </c:pt>
                <c:pt idx="400">
                  <c:v>0.23819999999994934</c:v>
                </c:pt>
                <c:pt idx="401">
                  <c:v>0.23809999999997444</c:v>
                </c:pt>
                <c:pt idx="402">
                  <c:v>0.23799999999999955</c:v>
                </c:pt>
                <c:pt idx="403">
                  <c:v>0.2378999999999678</c:v>
                </c:pt>
                <c:pt idx="404">
                  <c:v>0.23779999999999291</c:v>
                </c:pt>
                <c:pt idx="405">
                  <c:v>0.23769999999996116</c:v>
                </c:pt>
                <c:pt idx="406">
                  <c:v>0.23769999999996116</c:v>
                </c:pt>
                <c:pt idx="407">
                  <c:v>0.23759999999998627</c:v>
                </c:pt>
                <c:pt idx="408">
                  <c:v>0.23749999999995453</c:v>
                </c:pt>
                <c:pt idx="409">
                  <c:v>0.23749999999995453</c:v>
                </c:pt>
                <c:pt idx="410">
                  <c:v>0.23739999999997963</c:v>
                </c:pt>
                <c:pt idx="411">
                  <c:v>0.23729999999994789</c:v>
                </c:pt>
                <c:pt idx="412">
                  <c:v>0.23729999999994789</c:v>
                </c:pt>
                <c:pt idx="413">
                  <c:v>0.23729999999994789</c:v>
                </c:pt>
                <c:pt idx="414">
                  <c:v>0.23719999999997299</c:v>
                </c:pt>
                <c:pt idx="415">
                  <c:v>0.23719999999997299</c:v>
                </c:pt>
                <c:pt idx="416">
                  <c:v>0.23709999999999809</c:v>
                </c:pt>
                <c:pt idx="417">
                  <c:v>0.23709999999999809</c:v>
                </c:pt>
                <c:pt idx="418">
                  <c:v>0.23709999999999809</c:v>
                </c:pt>
                <c:pt idx="419">
                  <c:v>0.23699999999996635</c:v>
                </c:pt>
                <c:pt idx="420">
                  <c:v>0.23699999999996635</c:v>
                </c:pt>
                <c:pt idx="421">
                  <c:v>0.23699999999996635</c:v>
                </c:pt>
                <c:pt idx="422">
                  <c:v>0.23699999999996635</c:v>
                </c:pt>
                <c:pt idx="423">
                  <c:v>0.23689999999999145</c:v>
                </c:pt>
                <c:pt idx="424">
                  <c:v>0.23689999999999145</c:v>
                </c:pt>
                <c:pt idx="425">
                  <c:v>0.23699999999996635</c:v>
                </c:pt>
                <c:pt idx="426">
                  <c:v>0.23699999999996635</c:v>
                </c:pt>
                <c:pt idx="427">
                  <c:v>0.23699999999996635</c:v>
                </c:pt>
                <c:pt idx="428">
                  <c:v>0.23699999999996635</c:v>
                </c:pt>
                <c:pt idx="429">
                  <c:v>0.23709999999999809</c:v>
                </c:pt>
                <c:pt idx="430">
                  <c:v>0.23709999999999809</c:v>
                </c:pt>
                <c:pt idx="431">
                  <c:v>0.23719999999997299</c:v>
                </c:pt>
                <c:pt idx="432">
                  <c:v>0.23719999999997299</c:v>
                </c:pt>
                <c:pt idx="433">
                  <c:v>0.23719999999997299</c:v>
                </c:pt>
                <c:pt idx="434">
                  <c:v>0.23729999999994789</c:v>
                </c:pt>
                <c:pt idx="435">
                  <c:v>0.23729999999994789</c:v>
                </c:pt>
                <c:pt idx="436">
                  <c:v>0.23729999999994789</c:v>
                </c:pt>
                <c:pt idx="437">
                  <c:v>0.23739999999997963</c:v>
                </c:pt>
                <c:pt idx="438">
                  <c:v>0.23739999999997963</c:v>
                </c:pt>
                <c:pt idx="439">
                  <c:v>0.23739999999997963</c:v>
                </c:pt>
                <c:pt idx="440">
                  <c:v>0.23749999999995453</c:v>
                </c:pt>
                <c:pt idx="441">
                  <c:v>0.23749999999995453</c:v>
                </c:pt>
                <c:pt idx="442">
                  <c:v>0.23749999999995453</c:v>
                </c:pt>
                <c:pt idx="443">
                  <c:v>0.23759999999998627</c:v>
                </c:pt>
                <c:pt idx="444">
                  <c:v>0.23759999999998627</c:v>
                </c:pt>
                <c:pt idx="445">
                  <c:v>0.23759999999998627</c:v>
                </c:pt>
                <c:pt idx="446">
                  <c:v>0.23759999999998627</c:v>
                </c:pt>
                <c:pt idx="447">
                  <c:v>0.23769999999996116</c:v>
                </c:pt>
                <c:pt idx="448">
                  <c:v>0.23769999999996116</c:v>
                </c:pt>
                <c:pt idx="449">
                  <c:v>0.23769999999996116</c:v>
                </c:pt>
                <c:pt idx="450">
                  <c:v>0.23769999999996116</c:v>
                </c:pt>
                <c:pt idx="451">
                  <c:v>0.23769999999996116</c:v>
                </c:pt>
                <c:pt idx="452">
                  <c:v>0.23769999999996116</c:v>
                </c:pt>
                <c:pt idx="453">
                  <c:v>0.23779999999999291</c:v>
                </c:pt>
                <c:pt idx="454">
                  <c:v>0.23779999999999291</c:v>
                </c:pt>
                <c:pt idx="455">
                  <c:v>0.23779999999999291</c:v>
                </c:pt>
                <c:pt idx="456">
                  <c:v>0.23779999999999291</c:v>
                </c:pt>
                <c:pt idx="457">
                  <c:v>0.23779999999999291</c:v>
                </c:pt>
                <c:pt idx="458">
                  <c:v>0.23779999999999291</c:v>
                </c:pt>
                <c:pt idx="459">
                  <c:v>0.23779999999999291</c:v>
                </c:pt>
                <c:pt idx="460">
                  <c:v>0.2378999999999678</c:v>
                </c:pt>
                <c:pt idx="461">
                  <c:v>0.2378999999999678</c:v>
                </c:pt>
                <c:pt idx="462">
                  <c:v>0.2378999999999678</c:v>
                </c:pt>
                <c:pt idx="463">
                  <c:v>0.2378999999999678</c:v>
                </c:pt>
                <c:pt idx="464">
                  <c:v>0.2378999999999678</c:v>
                </c:pt>
                <c:pt idx="465">
                  <c:v>0.2378999999999678</c:v>
                </c:pt>
                <c:pt idx="466">
                  <c:v>0.2378999999999678</c:v>
                </c:pt>
                <c:pt idx="467">
                  <c:v>0.2378999999999678</c:v>
                </c:pt>
                <c:pt idx="468">
                  <c:v>0.2378999999999678</c:v>
                </c:pt>
                <c:pt idx="469">
                  <c:v>0.2378999999999678</c:v>
                </c:pt>
                <c:pt idx="470">
                  <c:v>0.2378999999999678</c:v>
                </c:pt>
                <c:pt idx="471">
                  <c:v>0.2378999999999678</c:v>
                </c:pt>
                <c:pt idx="472">
                  <c:v>0.2378999999999678</c:v>
                </c:pt>
                <c:pt idx="473">
                  <c:v>0.23799999999999955</c:v>
                </c:pt>
                <c:pt idx="474">
                  <c:v>0.23799999999999955</c:v>
                </c:pt>
                <c:pt idx="475">
                  <c:v>0.23799999999999955</c:v>
                </c:pt>
                <c:pt idx="476">
                  <c:v>0.23799999999999955</c:v>
                </c:pt>
                <c:pt idx="477">
                  <c:v>0.23779999999999291</c:v>
                </c:pt>
                <c:pt idx="478">
                  <c:v>0.23759999999998627</c:v>
                </c:pt>
                <c:pt idx="479">
                  <c:v>0.23739999999997963</c:v>
                </c:pt>
                <c:pt idx="480">
                  <c:v>0.23719999999997299</c:v>
                </c:pt>
                <c:pt idx="481">
                  <c:v>0.23689999999999145</c:v>
                </c:pt>
                <c:pt idx="482">
                  <c:v>0.23669999999998481</c:v>
                </c:pt>
                <c:pt idx="483">
                  <c:v>0.23640000000000327</c:v>
                </c:pt>
                <c:pt idx="484">
                  <c:v>0.23619999999999663</c:v>
                </c:pt>
                <c:pt idx="485">
                  <c:v>0.23589999999995825</c:v>
                </c:pt>
                <c:pt idx="486">
                  <c:v>0.23569999999995161</c:v>
                </c:pt>
                <c:pt idx="487">
                  <c:v>0.23539999999997008</c:v>
                </c:pt>
                <c:pt idx="488">
                  <c:v>0.23519999999996344</c:v>
                </c:pt>
                <c:pt idx="489">
                  <c:v>0.2349999999999568</c:v>
                </c:pt>
                <c:pt idx="490">
                  <c:v>0.23479999999995016</c:v>
                </c:pt>
                <c:pt idx="491">
                  <c:v>0.23460000000000036</c:v>
                </c:pt>
                <c:pt idx="492">
                  <c:v>0.23439999999999372</c:v>
                </c:pt>
                <c:pt idx="493">
                  <c:v>0.23429999999996198</c:v>
                </c:pt>
                <c:pt idx="494">
                  <c:v>0.23409999999995534</c:v>
                </c:pt>
                <c:pt idx="495">
                  <c:v>0.2338999999999487</c:v>
                </c:pt>
                <c:pt idx="496">
                  <c:v>0.23379999999997381</c:v>
                </c:pt>
                <c:pt idx="497">
                  <c:v>0.23359999999996717</c:v>
                </c:pt>
                <c:pt idx="498">
                  <c:v>0.23349999999999227</c:v>
                </c:pt>
                <c:pt idx="499">
                  <c:v>0.23329999999998563</c:v>
                </c:pt>
                <c:pt idx="500">
                  <c:v>0.23319999999995389</c:v>
                </c:pt>
                <c:pt idx="501">
                  <c:v>0.23329999999998563</c:v>
                </c:pt>
                <c:pt idx="502">
                  <c:v>0.23369999999999891</c:v>
                </c:pt>
                <c:pt idx="503">
                  <c:v>0.23419999999998709</c:v>
                </c:pt>
                <c:pt idx="504">
                  <c:v>0.23479999999995016</c:v>
                </c:pt>
                <c:pt idx="505">
                  <c:v>0.23550000000000182</c:v>
                </c:pt>
                <c:pt idx="506">
                  <c:v>0.23619999999999663</c:v>
                </c:pt>
                <c:pt idx="507">
                  <c:v>0.23699999999996635</c:v>
                </c:pt>
                <c:pt idx="508">
                  <c:v>0.23769999999996116</c:v>
                </c:pt>
                <c:pt idx="509">
                  <c:v>0.23839999999995598</c:v>
                </c:pt>
                <c:pt idx="510">
                  <c:v>0.2389999999999759</c:v>
                </c:pt>
                <c:pt idx="511">
                  <c:v>0.23969999999997071</c:v>
                </c:pt>
                <c:pt idx="512">
                  <c:v>0.24029999999999063</c:v>
                </c:pt>
                <c:pt idx="513">
                  <c:v>0.24079999999997881</c:v>
                </c:pt>
                <c:pt idx="514">
                  <c:v>0.24139999999999873</c:v>
                </c:pt>
                <c:pt idx="515">
                  <c:v>0.2418999999999869</c:v>
                </c:pt>
                <c:pt idx="516">
                  <c:v>0.24230000000000018</c:v>
                </c:pt>
                <c:pt idx="517">
                  <c:v>0.24279999999998836</c:v>
                </c:pt>
                <c:pt idx="518">
                  <c:v>0.24320000000000164</c:v>
                </c:pt>
                <c:pt idx="519">
                  <c:v>0.24359999999995807</c:v>
                </c:pt>
                <c:pt idx="520">
                  <c:v>0.24399999999997135</c:v>
                </c:pt>
                <c:pt idx="521">
                  <c:v>0.24429999999995289</c:v>
                </c:pt>
                <c:pt idx="522">
                  <c:v>0.24469999999996617</c:v>
                </c:pt>
                <c:pt idx="523">
                  <c:v>0.2449999999999477</c:v>
                </c:pt>
                <c:pt idx="524">
                  <c:v>0.24519999999995434</c:v>
                </c:pt>
                <c:pt idx="525">
                  <c:v>0.24549999999999272</c:v>
                </c:pt>
                <c:pt idx="526">
                  <c:v>0.24579999999997426</c:v>
                </c:pt>
                <c:pt idx="527">
                  <c:v>0.2459999999999809</c:v>
                </c:pt>
                <c:pt idx="528">
                  <c:v>0.24619999999998754</c:v>
                </c:pt>
                <c:pt idx="529">
                  <c:v>0.24639999999999418</c:v>
                </c:pt>
                <c:pt idx="530">
                  <c:v>0.24660000000000082</c:v>
                </c:pt>
                <c:pt idx="531">
                  <c:v>0.24660000000000082</c:v>
                </c:pt>
                <c:pt idx="532">
                  <c:v>0.24649999999996908</c:v>
                </c:pt>
              </c:numCache>
            </c:numRef>
          </c:yVal>
          <c:smooth val="1"/>
          <c:extLst>
            <c:ext xmlns:c16="http://schemas.microsoft.com/office/drawing/2014/chart" uri="{C3380CC4-5D6E-409C-BE32-E72D297353CC}">
              <c16:uniqueId val="{00000038-4233-4E9D-9D6D-D06060CC9530}"/>
            </c:ext>
          </c:extLst>
        </c:ser>
        <c:ser>
          <c:idx val="57"/>
          <c:order val="57"/>
          <c:tx>
            <c:strRef>
              <c:f>PM50000_Temps_oc5l2_50000!$BDH$1</c:f>
              <c:strCache>
                <c:ptCount val="1"/>
                <c:pt idx="0">
                  <c:v>TELE_PM_INTERIOR.59</c:v>
                </c:pt>
              </c:strCache>
            </c:strRef>
          </c:tx>
          <c:spPr>
            <a:ln w="19050" cap="rnd">
              <a:solidFill>
                <a:schemeClr val="accent4"/>
              </a:solidFill>
              <a:round/>
            </a:ln>
            <a:effectLst/>
          </c:spPr>
          <c:marker>
            <c:symbol val="circle"/>
            <c:size val="5"/>
            <c:spPr>
              <a:solidFill>
                <a:schemeClr val="accent4"/>
              </a:solidFill>
              <a:ln w="9525">
                <a:solidFill>
                  <a:schemeClr val="accent4"/>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PM50000_Temps_oc5l2_50000!$BDH$2:$BDH$536</c:f>
              <c:numCache>
                <c:formatCode>General</c:formatCode>
                <c:ptCount val="533"/>
                <c:pt idx="0">
                  <c:v>0</c:v>
                </c:pt>
                <c:pt idx="1">
                  <c:v>9.0000000000145519E-4</c:v>
                </c:pt>
                <c:pt idx="2">
                  <c:v>5.4000000000087311E-3</c:v>
                </c:pt>
                <c:pt idx="3">
                  <c:v>1.3199999999983447E-2</c:v>
                </c:pt>
                <c:pt idx="4">
                  <c:v>2.3500000000012733E-2</c:v>
                </c:pt>
                <c:pt idx="5">
                  <c:v>3.5199999999974807E-2</c:v>
                </c:pt>
                <c:pt idx="6">
                  <c:v>4.759999999998854E-2</c:v>
                </c:pt>
                <c:pt idx="7">
                  <c:v>6.0099999999977172E-2</c:v>
                </c:pt>
                <c:pt idx="8">
                  <c:v>7.2400000000016007E-2</c:v>
                </c:pt>
                <c:pt idx="9">
                  <c:v>8.429999999998472E-2</c:v>
                </c:pt>
                <c:pt idx="10">
                  <c:v>9.539999999998372E-2</c:v>
                </c:pt>
                <c:pt idx="11">
                  <c:v>0.10599999999999454</c:v>
                </c:pt>
                <c:pt idx="12">
                  <c:v>0.11570000000000391</c:v>
                </c:pt>
                <c:pt idx="13">
                  <c:v>0.12479999999999336</c:v>
                </c:pt>
                <c:pt idx="14">
                  <c:v>0.13319999999998799</c:v>
                </c:pt>
                <c:pt idx="15">
                  <c:v>0.14089999999998781</c:v>
                </c:pt>
                <c:pt idx="16">
                  <c:v>0.14800000000002456</c:v>
                </c:pt>
                <c:pt idx="17">
                  <c:v>0.15449999999998454</c:v>
                </c:pt>
                <c:pt idx="18">
                  <c:v>0.16050000000001319</c:v>
                </c:pt>
                <c:pt idx="19">
                  <c:v>0.16599999999999682</c:v>
                </c:pt>
                <c:pt idx="20">
                  <c:v>0.17099999999999227</c:v>
                </c:pt>
                <c:pt idx="21">
                  <c:v>0.17559999999997444</c:v>
                </c:pt>
                <c:pt idx="22">
                  <c:v>0.17980000000000018</c:v>
                </c:pt>
                <c:pt idx="23">
                  <c:v>0.18369999999998754</c:v>
                </c:pt>
                <c:pt idx="24">
                  <c:v>0.18720000000001846</c:v>
                </c:pt>
                <c:pt idx="25">
                  <c:v>0.190400000000011</c:v>
                </c:pt>
                <c:pt idx="26">
                  <c:v>0.19330000000002201</c:v>
                </c:pt>
                <c:pt idx="27">
                  <c:v>0.19599999999996953</c:v>
                </c:pt>
                <c:pt idx="28">
                  <c:v>0.198599999999999</c:v>
                </c:pt>
                <c:pt idx="29">
                  <c:v>0.20119999999997162</c:v>
                </c:pt>
                <c:pt idx="30">
                  <c:v>0.20380000000000109</c:v>
                </c:pt>
                <c:pt idx="31">
                  <c:v>0.20629999999999882</c:v>
                </c:pt>
                <c:pt idx="32">
                  <c:v>0.20879999999999654</c:v>
                </c:pt>
                <c:pt idx="33">
                  <c:v>0.21129999999999427</c:v>
                </c:pt>
                <c:pt idx="34">
                  <c:v>0.21350000000001046</c:v>
                </c:pt>
                <c:pt idx="35">
                  <c:v>0.2156999999999698</c:v>
                </c:pt>
                <c:pt idx="36">
                  <c:v>0.21769999999997935</c:v>
                </c:pt>
                <c:pt idx="37">
                  <c:v>0.21960000000001401</c:v>
                </c:pt>
                <c:pt idx="38">
                  <c:v>0.22140000000001692</c:v>
                </c:pt>
                <c:pt idx="39">
                  <c:v>0.22300000000001319</c:v>
                </c:pt>
                <c:pt idx="40">
                  <c:v>0.22460000000000946</c:v>
                </c:pt>
                <c:pt idx="41">
                  <c:v>0.22599999999999909</c:v>
                </c:pt>
                <c:pt idx="42">
                  <c:v>0.22730000000001382</c:v>
                </c:pt>
                <c:pt idx="43">
                  <c:v>0.22849999999999682</c:v>
                </c:pt>
                <c:pt idx="44">
                  <c:v>0.22969999999997981</c:v>
                </c:pt>
                <c:pt idx="45">
                  <c:v>0.23070000000001301</c:v>
                </c:pt>
                <c:pt idx="46">
                  <c:v>0.23169999999998936</c:v>
                </c:pt>
                <c:pt idx="47">
                  <c:v>0.23259999999999081</c:v>
                </c:pt>
                <c:pt idx="48">
                  <c:v>0.23349999999999227</c:v>
                </c:pt>
                <c:pt idx="49">
                  <c:v>0.23419999999998709</c:v>
                </c:pt>
                <c:pt idx="50">
                  <c:v>0.23500000000001364</c:v>
                </c:pt>
                <c:pt idx="51">
                  <c:v>0.23559999999997672</c:v>
                </c:pt>
                <c:pt idx="52">
                  <c:v>0.23629999999997153</c:v>
                </c:pt>
                <c:pt idx="53">
                  <c:v>0.23680000000001655</c:v>
                </c:pt>
                <c:pt idx="54">
                  <c:v>0.23739999999997963</c:v>
                </c:pt>
                <c:pt idx="55">
                  <c:v>0.23790000000002465</c:v>
                </c:pt>
                <c:pt idx="56">
                  <c:v>0.23829999999998108</c:v>
                </c:pt>
                <c:pt idx="57">
                  <c:v>0.23879999999996926</c:v>
                </c:pt>
                <c:pt idx="58">
                  <c:v>0.23910000000000764</c:v>
                </c:pt>
                <c:pt idx="59">
                  <c:v>0.23919999999998254</c:v>
                </c:pt>
                <c:pt idx="60">
                  <c:v>0.23919999999998254</c:v>
                </c:pt>
                <c:pt idx="61">
                  <c:v>0.2389999999999759</c:v>
                </c:pt>
                <c:pt idx="62">
                  <c:v>0.23869999999999436</c:v>
                </c:pt>
                <c:pt idx="63">
                  <c:v>0.23829999999998108</c:v>
                </c:pt>
                <c:pt idx="64">
                  <c:v>0.23790000000002465</c:v>
                </c:pt>
                <c:pt idx="65">
                  <c:v>0.23750000000001137</c:v>
                </c:pt>
                <c:pt idx="66">
                  <c:v>0.23709999999999809</c:v>
                </c:pt>
                <c:pt idx="67">
                  <c:v>0.23669999999998481</c:v>
                </c:pt>
                <c:pt idx="68">
                  <c:v>0.23629999999997153</c:v>
                </c:pt>
                <c:pt idx="69">
                  <c:v>0.23599999999999</c:v>
                </c:pt>
                <c:pt idx="70">
                  <c:v>0.23559999999997672</c:v>
                </c:pt>
                <c:pt idx="71">
                  <c:v>0.23529999999999518</c:v>
                </c:pt>
                <c:pt idx="72">
                  <c:v>0.23500000000001364</c:v>
                </c:pt>
                <c:pt idx="73">
                  <c:v>0.23469999999997526</c:v>
                </c:pt>
                <c:pt idx="74">
                  <c:v>0.23439999999999372</c:v>
                </c:pt>
                <c:pt idx="75">
                  <c:v>0.23419999999998709</c:v>
                </c:pt>
                <c:pt idx="76">
                  <c:v>0.23390000000000555</c:v>
                </c:pt>
                <c:pt idx="77">
                  <c:v>0.23369999999999891</c:v>
                </c:pt>
                <c:pt idx="78">
                  <c:v>0.23349999999999227</c:v>
                </c:pt>
                <c:pt idx="79">
                  <c:v>0.23329999999998563</c:v>
                </c:pt>
                <c:pt idx="80">
                  <c:v>0.23320000000001073</c:v>
                </c:pt>
                <c:pt idx="81">
                  <c:v>0.23300000000000409</c:v>
                </c:pt>
                <c:pt idx="82">
                  <c:v>0.23289999999997235</c:v>
                </c:pt>
                <c:pt idx="83">
                  <c:v>0.23270000000002256</c:v>
                </c:pt>
                <c:pt idx="84">
                  <c:v>0.23259999999999081</c:v>
                </c:pt>
                <c:pt idx="85">
                  <c:v>0.23250000000001592</c:v>
                </c:pt>
                <c:pt idx="86">
                  <c:v>0.23239999999998417</c:v>
                </c:pt>
                <c:pt idx="87">
                  <c:v>0.23230000000000928</c:v>
                </c:pt>
                <c:pt idx="88">
                  <c:v>0.23219999999997754</c:v>
                </c:pt>
                <c:pt idx="89">
                  <c:v>0.23210000000000264</c:v>
                </c:pt>
                <c:pt idx="90">
                  <c:v>0.2319999999999709</c:v>
                </c:pt>
                <c:pt idx="91">
                  <c:v>0.231899999999996</c:v>
                </c:pt>
                <c:pt idx="92">
                  <c:v>0.231899999999996</c:v>
                </c:pt>
                <c:pt idx="93">
                  <c:v>0.2318000000000211</c:v>
                </c:pt>
                <c:pt idx="94">
                  <c:v>0.2318000000000211</c:v>
                </c:pt>
                <c:pt idx="95">
                  <c:v>0.23169999999998936</c:v>
                </c:pt>
                <c:pt idx="96">
                  <c:v>0.23169999999998936</c:v>
                </c:pt>
                <c:pt idx="97">
                  <c:v>0.23160000000001446</c:v>
                </c:pt>
                <c:pt idx="98">
                  <c:v>0.23160000000001446</c:v>
                </c:pt>
                <c:pt idx="99">
                  <c:v>0.23149999999998272</c:v>
                </c:pt>
                <c:pt idx="100">
                  <c:v>0.23149999999998272</c:v>
                </c:pt>
                <c:pt idx="101">
                  <c:v>0.23149999999998272</c:v>
                </c:pt>
                <c:pt idx="102">
                  <c:v>0.23140000000000782</c:v>
                </c:pt>
                <c:pt idx="103">
                  <c:v>0.23140000000000782</c:v>
                </c:pt>
                <c:pt idx="104">
                  <c:v>0.23140000000000782</c:v>
                </c:pt>
                <c:pt idx="105">
                  <c:v>0.23129999999997608</c:v>
                </c:pt>
                <c:pt idx="106">
                  <c:v>0.23129999999997608</c:v>
                </c:pt>
                <c:pt idx="107">
                  <c:v>0.23129999999997608</c:v>
                </c:pt>
                <c:pt idx="108">
                  <c:v>0.23129999999997608</c:v>
                </c:pt>
                <c:pt idx="109">
                  <c:v>0.23129999999997608</c:v>
                </c:pt>
                <c:pt idx="110">
                  <c:v>0.23129999999997608</c:v>
                </c:pt>
                <c:pt idx="111">
                  <c:v>0.23129999999997608</c:v>
                </c:pt>
                <c:pt idx="112">
                  <c:v>0.23129999999997608</c:v>
                </c:pt>
                <c:pt idx="113">
                  <c:v>0.23140000000000782</c:v>
                </c:pt>
                <c:pt idx="114">
                  <c:v>0.23140000000000782</c:v>
                </c:pt>
                <c:pt idx="115">
                  <c:v>0.23149999999998272</c:v>
                </c:pt>
                <c:pt idx="116">
                  <c:v>0.23149999999998272</c:v>
                </c:pt>
                <c:pt idx="117">
                  <c:v>0.23149999999998272</c:v>
                </c:pt>
                <c:pt idx="118">
                  <c:v>0.23160000000001446</c:v>
                </c:pt>
                <c:pt idx="119">
                  <c:v>0.23160000000001446</c:v>
                </c:pt>
                <c:pt idx="120">
                  <c:v>0.23169999999998936</c:v>
                </c:pt>
                <c:pt idx="121">
                  <c:v>0.23169999999998936</c:v>
                </c:pt>
                <c:pt idx="122">
                  <c:v>0.23169999999998936</c:v>
                </c:pt>
                <c:pt idx="123">
                  <c:v>0.2318000000000211</c:v>
                </c:pt>
                <c:pt idx="124">
                  <c:v>0.2318000000000211</c:v>
                </c:pt>
                <c:pt idx="125">
                  <c:v>0.2318000000000211</c:v>
                </c:pt>
                <c:pt idx="126">
                  <c:v>0.231899999999996</c:v>
                </c:pt>
                <c:pt idx="127">
                  <c:v>0.231899999999996</c:v>
                </c:pt>
                <c:pt idx="128">
                  <c:v>0.231899999999996</c:v>
                </c:pt>
                <c:pt idx="129">
                  <c:v>0.231899999999996</c:v>
                </c:pt>
                <c:pt idx="130">
                  <c:v>0.2319999999999709</c:v>
                </c:pt>
                <c:pt idx="131">
                  <c:v>0.2319999999999709</c:v>
                </c:pt>
                <c:pt idx="132">
                  <c:v>0.2319999999999709</c:v>
                </c:pt>
                <c:pt idx="133">
                  <c:v>0.2319999999999709</c:v>
                </c:pt>
                <c:pt idx="134">
                  <c:v>0.23210000000000264</c:v>
                </c:pt>
                <c:pt idx="135">
                  <c:v>0.23210000000000264</c:v>
                </c:pt>
                <c:pt idx="136">
                  <c:v>0.23210000000000264</c:v>
                </c:pt>
                <c:pt idx="137">
                  <c:v>0.23210000000000264</c:v>
                </c:pt>
                <c:pt idx="138">
                  <c:v>0.23210000000000264</c:v>
                </c:pt>
                <c:pt idx="139">
                  <c:v>0.23219999999997754</c:v>
                </c:pt>
                <c:pt idx="140">
                  <c:v>0.23219999999997754</c:v>
                </c:pt>
                <c:pt idx="141">
                  <c:v>0.23219999999997754</c:v>
                </c:pt>
                <c:pt idx="142">
                  <c:v>0.23219999999997754</c:v>
                </c:pt>
                <c:pt idx="143">
                  <c:v>0.23219999999997754</c:v>
                </c:pt>
                <c:pt idx="144">
                  <c:v>0.23219999999997754</c:v>
                </c:pt>
                <c:pt idx="145">
                  <c:v>0.23219999999997754</c:v>
                </c:pt>
                <c:pt idx="146">
                  <c:v>0.23230000000000928</c:v>
                </c:pt>
                <c:pt idx="147">
                  <c:v>0.23230000000000928</c:v>
                </c:pt>
                <c:pt idx="148">
                  <c:v>0.23230000000000928</c:v>
                </c:pt>
                <c:pt idx="149">
                  <c:v>0.23230000000000928</c:v>
                </c:pt>
                <c:pt idx="150">
                  <c:v>0.23230000000000928</c:v>
                </c:pt>
                <c:pt idx="151">
                  <c:v>0.23230000000000928</c:v>
                </c:pt>
                <c:pt idx="152">
                  <c:v>0.23230000000000928</c:v>
                </c:pt>
                <c:pt idx="153">
                  <c:v>0.23230000000000928</c:v>
                </c:pt>
                <c:pt idx="154">
                  <c:v>0.23230000000000928</c:v>
                </c:pt>
                <c:pt idx="155">
                  <c:v>0.23230000000000928</c:v>
                </c:pt>
                <c:pt idx="156">
                  <c:v>0.23230000000000928</c:v>
                </c:pt>
                <c:pt idx="157">
                  <c:v>0.23230000000000928</c:v>
                </c:pt>
                <c:pt idx="158">
                  <c:v>0.23239999999998417</c:v>
                </c:pt>
                <c:pt idx="159">
                  <c:v>0.23239999999998417</c:v>
                </c:pt>
                <c:pt idx="160">
                  <c:v>0.23239999999998417</c:v>
                </c:pt>
                <c:pt idx="161">
                  <c:v>0.23230000000000928</c:v>
                </c:pt>
                <c:pt idx="162">
                  <c:v>0.23210000000000264</c:v>
                </c:pt>
                <c:pt idx="163">
                  <c:v>0.231899999999996</c:v>
                </c:pt>
                <c:pt idx="164">
                  <c:v>0.23160000000001446</c:v>
                </c:pt>
                <c:pt idx="165">
                  <c:v>0.23140000000000782</c:v>
                </c:pt>
                <c:pt idx="166">
                  <c:v>0.23109999999996944</c:v>
                </c:pt>
                <c:pt idx="167">
                  <c:v>0.23090000000001965</c:v>
                </c:pt>
                <c:pt idx="168">
                  <c:v>0.23059999999998126</c:v>
                </c:pt>
                <c:pt idx="169">
                  <c:v>0.23029999999999973</c:v>
                </c:pt>
                <c:pt idx="170">
                  <c:v>0.23009999999999309</c:v>
                </c:pt>
                <c:pt idx="171">
                  <c:v>0.22980000000001155</c:v>
                </c:pt>
                <c:pt idx="172">
                  <c:v>0.22960000000000491</c:v>
                </c:pt>
                <c:pt idx="173">
                  <c:v>0.22939999999999827</c:v>
                </c:pt>
                <c:pt idx="174">
                  <c:v>0.22919999999999163</c:v>
                </c:pt>
                <c:pt idx="175">
                  <c:v>0.22899999999998499</c:v>
                </c:pt>
                <c:pt idx="176">
                  <c:v>0.22879999999997835</c:v>
                </c:pt>
                <c:pt idx="177">
                  <c:v>0.22859999999997171</c:v>
                </c:pt>
                <c:pt idx="178">
                  <c:v>0.22840000000002192</c:v>
                </c:pt>
                <c:pt idx="179">
                  <c:v>0.22820000000001528</c:v>
                </c:pt>
                <c:pt idx="180">
                  <c:v>0.22800000000000864</c:v>
                </c:pt>
                <c:pt idx="181">
                  <c:v>0.2278999999999769</c:v>
                </c:pt>
                <c:pt idx="182">
                  <c:v>0.22769999999997026</c:v>
                </c:pt>
                <c:pt idx="183">
                  <c:v>0.22759999999999536</c:v>
                </c:pt>
                <c:pt idx="184">
                  <c:v>0.22739999999998872</c:v>
                </c:pt>
                <c:pt idx="185">
                  <c:v>0.22739999999998872</c:v>
                </c:pt>
                <c:pt idx="186">
                  <c:v>0.22769999999997026</c:v>
                </c:pt>
                <c:pt idx="187">
                  <c:v>0.22809999999998354</c:v>
                </c:pt>
                <c:pt idx="188">
                  <c:v>0.22870000000000346</c:v>
                </c:pt>
                <c:pt idx="189">
                  <c:v>0.22939999999999827</c:v>
                </c:pt>
                <c:pt idx="190">
                  <c:v>0.23019999999996799</c:v>
                </c:pt>
                <c:pt idx="191">
                  <c:v>0.23090000000001965</c:v>
                </c:pt>
                <c:pt idx="192">
                  <c:v>0.23169999999998936</c:v>
                </c:pt>
                <c:pt idx="193">
                  <c:v>0.23239999999998417</c:v>
                </c:pt>
                <c:pt idx="194">
                  <c:v>0.23309999999997899</c:v>
                </c:pt>
                <c:pt idx="195">
                  <c:v>0.23379999999997381</c:v>
                </c:pt>
                <c:pt idx="196">
                  <c:v>0.23439999999999372</c:v>
                </c:pt>
                <c:pt idx="197">
                  <c:v>0.23500000000001364</c:v>
                </c:pt>
                <c:pt idx="198">
                  <c:v>0.23559999999997672</c:v>
                </c:pt>
                <c:pt idx="199">
                  <c:v>0.23619999999999663</c:v>
                </c:pt>
                <c:pt idx="200">
                  <c:v>0.23669999999998481</c:v>
                </c:pt>
                <c:pt idx="201">
                  <c:v>0.23719999999997299</c:v>
                </c:pt>
                <c:pt idx="202">
                  <c:v>0.23759999999998627</c:v>
                </c:pt>
                <c:pt idx="203">
                  <c:v>0.23809999999997444</c:v>
                </c:pt>
                <c:pt idx="204">
                  <c:v>0.23849999999998772</c:v>
                </c:pt>
                <c:pt idx="205">
                  <c:v>0.23879999999996926</c:v>
                </c:pt>
                <c:pt idx="206">
                  <c:v>0.23919999999998254</c:v>
                </c:pt>
                <c:pt idx="207">
                  <c:v>0.23950000000002092</c:v>
                </c:pt>
                <c:pt idx="208">
                  <c:v>0.23980000000000246</c:v>
                </c:pt>
                <c:pt idx="209">
                  <c:v>0.24009999999998399</c:v>
                </c:pt>
                <c:pt idx="210">
                  <c:v>0.24040000000002237</c:v>
                </c:pt>
                <c:pt idx="211">
                  <c:v>0.24070000000000391</c:v>
                </c:pt>
                <c:pt idx="212">
                  <c:v>0.24090000000001055</c:v>
                </c:pt>
                <c:pt idx="213">
                  <c:v>0.24110000000001719</c:v>
                </c:pt>
                <c:pt idx="214">
                  <c:v>0.24130000000002383</c:v>
                </c:pt>
                <c:pt idx="215">
                  <c:v>0.24139999999999873</c:v>
                </c:pt>
                <c:pt idx="216">
                  <c:v>0.24139999999999873</c:v>
                </c:pt>
                <c:pt idx="217">
                  <c:v>0.24110000000001719</c:v>
                </c:pt>
                <c:pt idx="218">
                  <c:v>0.24079999999997881</c:v>
                </c:pt>
                <c:pt idx="219">
                  <c:v>0.24029999999999063</c:v>
                </c:pt>
                <c:pt idx="220">
                  <c:v>0.23980000000000246</c:v>
                </c:pt>
                <c:pt idx="221">
                  <c:v>0.23930000000001428</c:v>
                </c:pt>
                <c:pt idx="222">
                  <c:v>0.23879999999996926</c:v>
                </c:pt>
                <c:pt idx="223">
                  <c:v>0.23829999999998108</c:v>
                </c:pt>
                <c:pt idx="224">
                  <c:v>0.23779999999999291</c:v>
                </c:pt>
                <c:pt idx="225">
                  <c:v>0.23730000000000473</c:v>
                </c:pt>
                <c:pt idx="226">
                  <c:v>0.23689999999999145</c:v>
                </c:pt>
                <c:pt idx="227">
                  <c:v>0.23649999999997817</c:v>
                </c:pt>
                <c:pt idx="228">
                  <c:v>0.23610000000002174</c:v>
                </c:pt>
                <c:pt idx="229">
                  <c:v>0.23570000000000846</c:v>
                </c:pt>
                <c:pt idx="230">
                  <c:v>0.23539999999997008</c:v>
                </c:pt>
                <c:pt idx="231">
                  <c:v>0.23500000000001364</c:v>
                </c:pt>
                <c:pt idx="232">
                  <c:v>0.23469999999997526</c:v>
                </c:pt>
                <c:pt idx="233">
                  <c:v>0.23449999999996862</c:v>
                </c:pt>
                <c:pt idx="234">
                  <c:v>0.23419999999998709</c:v>
                </c:pt>
                <c:pt idx="235">
                  <c:v>0.23399999999998045</c:v>
                </c:pt>
                <c:pt idx="236">
                  <c:v>0.23379999999997381</c:v>
                </c:pt>
                <c:pt idx="237">
                  <c:v>0.23349999999999227</c:v>
                </c:pt>
                <c:pt idx="238">
                  <c:v>0.23340000000001737</c:v>
                </c:pt>
                <c:pt idx="239">
                  <c:v>0.23320000000001073</c:v>
                </c:pt>
                <c:pt idx="240">
                  <c:v>0.23300000000000409</c:v>
                </c:pt>
                <c:pt idx="241">
                  <c:v>0.23289999999997235</c:v>
                </c:pt>
                <c:pt idx="242">
                  <c:v>0.23270000000002256</c:v>
                </c:pt>
                <c:pt idx="243">
                  <c:v>0.23259999999999081</c:v>
                </c:pt>
                <c:pt idx="244">
                  <c:v>0.23250000000001592</c:v>
                </c:pt>
                <c:pt idx="245">
                  <c:v>0.23239999999998417</c:v>
                </c:pt>
                <c:pt idx="246">
                  <c:v>0.23230000000000928</c:v>
                </c:pt>
                <c:pt idx="247">
                  <c:v>0.23219999999997754</c:v>
                </c:pt>
                <c:pt idx="248">
                  <c:v>0.23210000000000264</c:v>
                </c:pt>
                <c:pt idx="249">
                  <c:v>0.2319999999999709</c:v>
                </c:pt>
                <c:pt idx="250">
                  <c:v>0.2319999999999709</c:v>
                </c:pt>
                <c:pt idx="251">
                  <c:v>0.231899999999996</c:v>
                </c:pt>
                <c:pt idx="252">
                  <c:v>0.2318000000000211</c:v>
                </c:pt>
                <c:pt idx="253">
                  <c:v>0.2318000000000211</c:v>
                </c:pt>
                <c:pt idx="254">
                  <c:v>0.23169999999998936</c:v>
                </c:pt>
                <c:pt idx="255">
                  <c:v>0.23169999999998936</c:v>
                </c:pt>
                <c:pt idx="256">
                  <c:v>0.23160000000001446</c:v>
                </c:pt>
                <c:pt idx="257">
                  <c:v>0.23160000000001446</c:v>
                </c:pt>
                <c:pt idx="258">
                  <c:v>0.23149999999998272</c:v>
                </c:pt>
                <c:pt idx="259">
                  <c:v>0.23149999999998272</c:v>
                </c:pt>
                <c:pt idx="260">
                  <c:v>0.23149999999998272</c:v>
                </c:pt>
                <c:pt idx="261">
                  <c:v>0.23140000000000782</c:v>
                </c:pt>
                <c:pt idx="262">
                  <c:v>0.23140000000000782</c:v>
                </c:pt>
                <c:pt idx="263">
                  <c:v>0.23140000000000782</c:v>
                </c:pt>
                <c:pt idx="264">
                  <c:v>0.23129999999997608</c:v>
                </c:pt>
                <c:pt idx="265">
                  <c:v>0.23129999999997608</c:v>
                </c:pt>
                <c:pt idx="266">
                  <c:v>0.23129999999997608</c:v>
                </c:pt>
                <c:pt idx="267">
                  <c:v>0.23129999999997608</c:v>
                </c:pt>
                <c:pt idx="268">
                  <c:v>0.23140000000000782</c:v>
                </c:pt>
                <c:pt idx="269">
                  <c:v>0.23140000000000782</c:v>
                </c:pt>
                <c:pt idx="270">
                  <c:v>0.23140000000000782</c:v>
                </c:pt>
                <c:pt idx="271">
                  <c:v>0.23149999999998272</c:v>
                </c:pt>
                <c:pt idx="272">
                  <c:v>0.23149999999998272</c:v>
                </c:pt>
                <c:pt idx="273">
                  <c:v>0.23149999999998272</c:v>
                </c:pt>
                <c:pt idx="274">
                  <c:v>0.23160000000001446</c:v>
                </c:pt>
                <c:pt idx="275">
                  <c:v>0.23160000000001446</c:v>
                </c:pt>
                <c:pt idx="276">
                  <c:v>0.23160000000001446</c:v>
                </c:pt>
                <c:pt idx="277">
                  <c:v>0.23169999999998936</c:v>
                </c:pt>
                <c:pt idx="278">
                  <c:v>0.23169999999998936</c:v>
                </c:pt>
                <c:pt idx="279">
                  <c:v>0.2318000000000211</c:v>
                </c:pt>
                <c:pt idx="280">
                  <c:v>0.2318000000000211</c:v>
                </c:pt>
                <c:pt idx="281">
                  <c:v>0.2318000000000211</c:v>
                </c:pt>
                <c:pt idx="282">
                  <c:v>0.231899999999996</c:v>
                </c:pt>
                <c:pt idx="283">
                  <c:v>0.231899999999996</c:v>
                </c:pt>
                <c:pt idx="284">
                  <c:v>0.231899999999996</c:v>
                </c:pt>
                <c:pt idx="285">
                  <c:v>0.231899999999996</c:v>
                </c:pt>
                <c:pt idx="286">
                  <c:v>0.2319999999999709</c:v>
                </c:pt>
                <c:pt idx="287">
                  <c:v>0.2319999999999709</c:v>
                </c:pt>
                <c:pt idx="288">
                  <c:v>0.2319999999999709</c:v>
                </c:pt>
                <c:pt idx="289">
                  <c:v>0.2319999999999709</c:v>
                </c:pt>
                <c:pt idx="290">
                  <c:v>0.23210000000000264</c:v>
                </c:pt>
                <c:pt idx="291">
                  <c:v>0.23210000000000264</c:v>
                </c:pt>
                <c:pt idx="292">
                  <c:v>0.23210000000000264</c:v>
                </c:pt>
                <c:pt idx="293">
                  <c:v>0.23210000000000264</c:v>
                </c:pt>
                <c:pt idx="294">
                  <c:v>0.23210000000000264</c:v>
                </c:pt>
                <c:pt idx="295">
                  <c:v>0.23219999999997754</c:v>
                </c:pt>
                <c:pt idx="296">
                  <c:v>0.23219999999997754</c:v>
                </c:pt>
                <c:pt idx="297">
                  <c:v>0.23219999999997754</c:v>
                </c:pt>
                <c:pt idx="298">
                  <c:v>0.23219999999997754</c:v>
                </c:pt>
                <c:pt idx="299">
                  <c:v>0.23219999999997754</c:v>
                </c:pt>
                <c:pt idx="300">
                  <c:v>0.23219999999997754</c:v>
                </c:pt>
                <c:pt idx="301">
                  <c:v>0.23219999999997754</c:v>
                </c:pt>
                <c:pt idx="302">
                  <c:v>0.23219999999997754</c:v>
                </c:pt>
                <c:pt idx="303">
                  <c:v>0.23230000000000928</c:v>
                </c:pt>
                <c:pt idx="304">
                  <c:v>0.23230000000000928</c:v>
                </c:pt>
                <c:pt idx="305">
                  <c:v>0.23230000000000928</c:v>
                </c:pt>
                <c:pt idx="306">
                  <c:v>0.23230000000000928</c:v>
                </c:pt>
                <c:pt idx="307">
                  <c:v>0.23230000000000928</c:v>
                </c:pt>
                <c:pt idx="308">
                  <c:v>0.23230000000000928</c:v>
                </c:pt>
                <c:pt idx="309">
                  <c:v>0.23230000000000928</c:v>
                </c:pt>
                <c:pt idx="310">
                  <c:v>0.23230000000000928</c:v>
                </c:pt>
                <c:pt idx="311">
                  <c:v>0.23230000000000928</c:v>
                </c:pt>
                <c:pt idx="312">
                  <c:v>0.23230000000000928</c:v>
                </c:pt>
                <c:pt idx="313">
                  <c:v>0.23230000000000928</c:v>
                </c:pt>
                <c:pt idx="314">
                  <c:v>0.23230000000000928</c:v>
                </c:pt>
                <c:pt idx="315">
                  <c:v>0.23239999999998417</c:v>
                </c:pt>
                <c:pt idx="316">
                  <c:v>0.23239999999998417</c:v>
                </c:pt>
                <c:pt idx="317">
                  <c:v>0.23239999999998417</c:v>
                </c:pt>
                <c:pt idx="318">
                  <c:v>0.23230000000000928</c:v>
                </c:pt>
                <c:pt idx="319">
                  <c:v>0.23210000000000264</c:v>
                </c:pt>
                <c:pt idx="320">
                  <c:v>0.231899999999996</c:v>
                </c:pt>
                <c:pt idx="321">
                  <c:v>0.23160000000001446</c:v>
                </c:pt>
                <c:pt idx="322">
                  <c:v>0.23140000000000782</c:v>
                </c:pt>
                <c:pt idx="323">
                  <c:v>0.23109999999996944</c:v>
                </c:pt>
                <c:pt idx="324">
                  <c:v>0.2307999999999879</c:v>
                </c:pt>
                <c:pt idx="325">
                  <c:v>0.23059999999998126</c:v>
                </c:pt>
                <c:pt idx="326">
                  <c:v>0.23029999999999973</c:v>
                </c:pt>
                <c:pt idx="327">
                  <c:v>0.23009999999999309</c:v>
                </c:pt>
                <c:pt idx="328">
                  <c:v>0.22980000000001155</c:v>
                </c:pt>
                <c:pt idx="329">
                  <c:v>0.22960000000000491</c:v>
                </c:pt>
                <c:pt idx="330">
                  <c:v>0.22939999999999827</c:v>
                </c:pt>
                <c:pt idx="331">
                  <c:v>0.22910000000001673</c:v>
                </c:pt>
                <c:pt idx="332">
                  <c:v>0.2289000000000101</c:v>
                </c:pt>
                <c:pt idx="333">
                  <c:v>0.22870000000000346</c:v>
                </c:pt>
                <c:pt idx="334">
                  <c:v>0.22849999999999682</c:v>
                </c:pt>
                <c:pt idx="335">
                  <c:v>0.22840000000002192</c:v>
                </c:pt>
                <c:pt idx="336">
                  <c:v>0.22820000000001528</c:v>
                </c:pt>
                <c:pt idx="337">
                  <c:v>0.22800000000000864</c:v>
                </c:pt>
                <c:pt idx="338">
                  <c:v>0.2278999999999769</c:v>
                </c:pt>
                <c:pt idx="339">
                  <c:v>0.22769999999997026</c:v>
                </c:pt>
                <c:pt idx="340">
                  <c:v>0.22750000000002046</c:v>
                </c:pt>
                <c:pt idx="341">
                  <c:v>0.22739999999998872</c:v>
                </c:pt>
                <c:pt idx="342">
                  <c:v>0.22739999999998872</c:v>
                </c:pt>
                <c:pt idx="343">
                  <c:v>0.22769999999997026</c:v>
                </c:pt>
                <c:pt idx="344">
                  <c:v>0.22820000000001528</c:v>
                </c:pt>
                <c:pt idx="345">
                  <c:v>0.22879999999997835</c:v>
                </c:pt>
                <c:pt idx="346">
                  <c:v>0.22949999999997317</c:v>
                </c:pt>
                <c:pt idx="347">
                  <c:v>0.23029999999999973</c:v>
                </c:pt>
                <c:pt idx="348">
                  <c:v>0.23099999999999454</c:v>
                </c:pt>
                <c:pt idx="349">
                  <c:v>0.2318000000000211</c:v>
                </c:pt>
                <c:pt idx="350">
                  <c:v>0.23250000000001592</c:v>
                </c:pt>
                <c:pt idx="351">
                  <c:v>0.23320000000001073</c:v>
                </c:pt>
                <c:pt idx="352">
                  <c:v>0.23390000000000555</c:v>
                </c:pt>
                <c:pt idx="353">
                  <c:v>0.23449999999996862</c:v>
                </c:pt>
                <c:pt idx="354">
                  <c:v>0.23509999999998854</c:v>
                </c:pt>
                <c:pt idx="355">
                  <c:v>0.23570000000000846</c:v>
                </c:pt>
                <c:pt idx="356">
                  <c:v>0.23619999999999663</c:v>
                </c:pt>
                <c:pt idx="357">
                  <c:v>0.23669999999998481</c:v>
                </c:pt>
                <c:pt idx="358">
                  <c:v>0.23719999999997299</c:v>
                </c:pt>
                <c:pt idx="359">
                  <c:v>0.23770000000001801</c:v>
                </c:pt>
                <c:pt idx="360">
                  <c:v>0.23809999999997444</c:v>
                </c:pt>
                <c:pt idx="361">
                  <c:v>0.23809999999997444</c:v>
                </c:pt>
                <c:pt idx="362">
                  <c:v>0.23849999999998772</c:v>
                </c:pt>
                <c:pt idx="363">
                  <c:v>0.238900000000001</c:v>
                </c:pt>
                <c:pt idx="364">
                  <c:v>0.23919999999998254</c:v>
                </c:pt>
                <c:pt idx="365">
                  <c:v>0.23959999999999582</c:v>
                </c:pt>
                <c:pt idx="366">
                  <c:v>0.23989999999997735</c:v>
                </c:pt>
                <c:pt idx="367">
                  <c:v>0.24020000000001573</c:v>
                </c:pt>
                <c:pt idx="368">
                  <c:v>0.24040000000002237</c:v>
                </c:pt>
                <c:pt idx="369">
                  <c:v>0.24070000000000391</c:v>
                </c:pt>
                <c:pt idx="370">
                  <c:v>0.24090000000001055</c:v>
                </c:pt>
                <c:pt idx="371">
                  <c:v>0.24119999999999209</c:v>
                </c:pt>
                <c:pt idx="372">
                  <c:v>0.24139999999999873</c:v>
                </c:pt>
                <c:pt idx="373">
                  <c:v>0.24139999999999873</c:v>
                </c:pt>
                <c:pt idx="374">
                  <c:v>0.24130000000002383</c:v>
                </c:pt>
                <c:pt idx="375">
                  <c:v>0.24110000000001719</c:v>
                </c:pt>
                <c:pt idx="376">
                  <c:v>0.24070000000000391</c:v>
                </c:pt>
                <c:pt idx="377">
                  <c:v>0.24020000000001573</c:v>
                </c:pt>
                <c:pt idx="378">
                  <c:v>0.23969999999997071</c:v>
                </c:pt>
                <c:pt idx="379">
                  <c:v>0.23919999999998254</c:v>
                </c:pt>
                <c:pt idx="380">
                  <c:v>0.23869999999999436</c:v>
                </c:pt>
                <c:pt idx="381">
                  <c:v>0.23820000000000618</c:v>
                </c:pt>
                <c:pt idx="382">
                  <c:v>0.23770000000001801</c:v>
                </c:pt>
                <c:pt idx="383">
                  <c:v>0.23719999999997299</c:v>
                </c:pt>
                <c:pt idx="384">
                  <c:v>0.23680000000001655</c:v>
                </c:pt>
                <c:pt idx="385">
                  <c:v>0.23640000000000327</c:v>
                </c:pt>
                <c:pt idx="386">
                  <c:v>0.23599999999999</c:v>
                </c:pt>
                <c:pt idx="387">
                  <c:v>0.23559999999997672</c:v>
                </c:pt>
                <c:pt idx="388">
                  <c:v>0.23529999999999518</c:v>
                </c:pt>
                <c:pt idx="389">
                  <c:v>0.23500000000001364</c:v>
                </c:pt>
                <c:pt idx="390">
                  <c:v>0.23469999999997526</c:v>
                </c:pt>
                <c:pt idx="391">
                  <c:v>0.23439999999999372</c:v>
                </c:pt>
                <c:pt idx="392">
                  <c:v>0.23419999999998709</c:v>
                </c:pt>
                <c:pt idx="393">
                  <c:v>0.23390000000000555</c:v>
                </c:pt>
                <c:pt idx="394">
                  <c:v>0.23369999999999891</c:v>
                </c:pt>
                <c:pt idx="395">
                  <c:v>0.23349999999999227</c:v>
                </c:pt>
                <c:pt idx="396">
                  <c:v>0.23329999999998563</c:v>
                </c:pt>
                <c:pt idx="397">
                  <c:v>0.23320000000001073</c:v>
                </c:pt>
                <c:pt idx="398">
                  <c:v>0.23300000000000409</c:v>
                </c:pt>
                <c:pt idx="399">
                  <c:v>0.23289999999997235</c:v>
                </c:pt>
                <c:pt idx="400">
                  <c:v>0.23270000000002256</c:v>
                </c:pt>
                <c:pt idx="401">
                  <c:v>0.23259999999999081</c:v>
                </c:pt>
                <c:pt idx="402">
                  <c:v>0.23250000000001592</c:v>
                </c:pt>
                <c:pt idx="403">
                  <c:v>0.23239999999998417</c:v>
                </c:pt>
                <c:pt idx="404">
                  <c:v>0.23230000000000928</c:v>
                </c:pt>
                <c:pt idx="405">
                  <c:v>0.23219999999997754</c:v>
                </c:pt>
                <c:pt idx="406">
                  <c:v>0.23210000000000264</c:v>
                </c:pt>
                <c:pt idx="407">
                  <c:v>0.2319999999999709</c:v>
                </c:pt>
                <c:pt idx="408">
                  <c:v>0.231899999999996</c:v>
                </c:pt>
                <c:pt idx="409">
                  <c:v>0.231899999999996</c:v>
                </c:pt>
                <c:pt idx="410">
                  <c:v>0.2318000000000211</c:v>
                </c:pt>
                <c:pt idx="411">
                  <c:v>0.2318000000000211</c:v>
                </c:pt>
                <c:pt idx="412">
                  <c:v>0.23169999999998936</c:v>
                </c:pt>
                <c:pt idx="413">
                  <c:v>0.23169999999998936</c:v>
                </c:pt>
                <c:pt idx="414">
                  <c:v>0.23160000000001446</c:v>
                </c:pt>
                <c:pt idx="415">
                  <c:v>0.23160000000001446</c:v>
                </c:pt>
                <c:pt idx="416">
                  <c:v>0.23149999999998272</c:v>
                </c:pt>
                <c:pt idx="417">
                  <c:v>0.23149999999998272</c:v>
                </c:pt>
                <c:pt idx="418">
                  <c:v>0.23149999999998272</c:v>
                </c:pt>
                <c:pt idx="419">
                  <c:v>0.23140000000000782</c:v>
                </c:pt>
                <c:pt idx="420">
                  <c:v>0.23140000000000782</c:v>
                </c:pt>
                <c:pt idx="421">
                  <c:v>0.23140000000000782</c:v>
                </c:pt>
                <c:pt idx="422">
                  <c:v>0.23129999999997608</c:v>
                </c:pt>
                <c:pt idx="423">
                  <c:v>0.23129999999997608</c:v>
                </c:pt>
                <c:pt idx="424">
                  <c:v>0.23129999999997608</c:v>
                </c:pt>
                <c:pt idx="425">
                  <c:v>0.23129999999997608</c:v>
                </c:pt>
                <c:pt idx="426">
                  <c:v>0.23140000000000782</c:v>
                </c:pt>
                <c:pt idx="427">
                  <c:v>0.23140000000000782</c:v>
                </c:pt>
                <c:pt idx="428">
                  <c:v>0.23140000000000782</c:v>
                </c:pt>
                <c:pt idx="429">
                  <c:v>0.23149999999998272</c:v>
                </c:pt>
                <c:pt idx="430">
                  <c:v>0.23149999999998272</c:v>
                </c:pt>
                <c:pt idx="431">
                  <c:v>0.23149999999998272</c:v>
                </c:pt>
                <c:pt idx="432">
                  <c:v>0.23160000000001446</c:v>
                </c:pt>
                <c:pt idx="433">
                  <c:v>0.23160000000001446</c:v>
                </c:pt>
                <c:pt idx="434">
                  <c:v>0.23160000000001446</c:v>
                </c:pt>
                <c:pt idx="435">
                  <c:v>0.23169999999998936</c:v>
                </c:pt>
                <c:pt idx="436">
                  <c:v>0.23169999999998936</c:v>
                </c:pt>
                <c:pt idx="437">
                  <c:v>0.2318000000000211</c:v>
                </c:pt>
                <c:pt idx="438">
                  <c:v>0.2318000000000211</c:v>
                </c:pt>
                <c:pt idx="439">
                  <c:v>0.2318000000000211</c:v>
                </c:pt>
                <c:pt idx="440">
                  <c:v>0.231899999999996</c:v>
                </c:pt>
                <c:pt idx="441">
                  <c:v>0.231899999999996</c:v>
                </c:pt>
                <c:pt idx="442">
                  <c:v>0.231899999999996</c:v>
                </c:pt>
                <c:pt idx="443">
                  <c:v>0.231899999999996</c:v>
                </c:pt>
                <c:pt idx="444">
                  <c:v>0.2319999999999709</c:v>
                </c:pt>
                <c:pt idx="445">
                  <c:v>0.2319999999999709</c:v>
                </c:pt>
                <c:pt idx="446">
                  <c:v>0.2319999999999709</c:v>
                </c:pt>
                <c:pt idx="447">
                  <c:v>0.2319999999999709</c:v>
                </c:pt>
                <c:pt idx="448">
                  <c:v>0.23210000000000264</c:v>
                </c:pt>
                <c:pt idx="449">
                  <c:v>0.23210000000000264</c:v>
                </c:pt>
                <c:pt idx="450">
                  <c:v>0.23210000000000264</c:v>
                </c:pt>
                <c:pt idx="451">
                  <c:v>0.23210000000000264</c:v>
                </c:pt>
                <c:pt idx="452">
                  <c:v>0.23210000000000264</c:v>
                </c:pt>
                <c:pt idx="453">
                  <c:v>0.23210000000000264</c:v>
                </c:pt>
                <c:pt idx="454">
                  <c:v>0.23219999999997754</c:v>
                </c:pt>
                <c:pt idx="455">
                  <c:v>0.23219999999997754</c:v>
                </c:pt>
                <c:pt idx="456">
                  <c:v>0.23219999999997754</c:v>
                </c:pt>
                <c:pt idx="457">
                  <c:v>0.23219999999997754</c:v>
                </c:pt>
                <c:pt idx="458">
                  <c:v>0.23219999999997754</c:v>
                </c:pt>
                <c:pt idx="459">
                  <c:v>0.23219999999997754</c:v>
                </c:pt>
                <c:pt idx="460">
                  <c:v>0.23219999999997754</c:v>
                </c:pt>
                <c:pt idx="461">
                  <c:v>0.23219999999997754</c:v>
                </c:pt>
                <c:pt idx="462">
                  <c:v>0.23230000000000928</c:v>
                </c:pt>
                <c:pt idx="463">
                  <c:v>0.23230000000000928</c:v>
                </c:pt>
                <c:pt idx="464">
                  <c:v>0.23230000000000928</c:v>
                </c:pt>
                <c:pt idx="465">
                  <c:v>0.23230000000000928</c:v>
                </c:pt>
                <c:pt idx="466">
                  <c:v>0.23230000000000928</c:v>
                </c:pt>
                <c:pt idx="467">
                  <c:v>0.23230000000000928</c:v>
                </c:pt>
                <c:pt idx="468">
                  <c:v>0.23230000000000928</c:v>
                </c:pt>
                <c:pt idx="469">
                  <c:v>0.23230000000000928</c:v>
                </c:pt>
                <c:pt idx="470">
                  <c:v>0.23230000000000928</c:v>
                </c:pt>
                <c:pt idx="471">
                  <c:v>0.23230000000000928</c:v>
                </c:pt>
                <c:pt idx="472">
                  <c:v>0.23230000000000928</c:v>
                </c:pt>
                <c:pt idx="473">
                  <c:v>0.23230000000000928</c:v>
                </c:pt>
                <c:pt idx="474">
                  <c:v>0.23239999999998417</c:v>
                </c:pt>
                <c:pt idx="475">
                  <c:v>0.23239999999998417</c:v>
                </c:pt>
                <c:pt idx="476">
                  <c:v>0.23239999999998417</c:v>
                </c:pt>
                <c:pt idx="477">
                  <c:v>0.23219999999997754</c:v>
                </c:pt>
                <c:pt idx="478">
                  <c:v>0.2319999999999709</c:v>
                </c:pt>
                <c:pt idx="479">
                  <c:v>0.2318000000000211</c:v>
                </c:pt>
                <c:pt idx="480">
                  <c:v>0.23160000000001446</c:v>
                </c:pt>
                <c:pt idx="481">
                  <c:v>0.23129999999997608</c:v>
                </c:pt>
                <c:pt idx="482">
                  <c:v>0.23099999999999454</c:v>
                </c:pt>
                <c:pt idx="483">
                  <c:v>0.2307999999999879</c:v>
                </c:pt>
                <c:pt idx="484">
                  <c:v>0.23050000000000637</c:v>
                </c:pt>
                <c:pt idx="485">
                  <c:v>0.23029999999999973</c:v>
                </c:pt>
                <c:pt idx="486">
                  <c:v>0.23000000000001819</c:v>
                </c:pt>
                <c:pt idx="487">
                  <c:v>0.22980000000001155</c:v>
                </c:pt>
                <c:pt idx="488">
                  <c:v>0.22949999999997317</c:v>
                </c:pt>
                <c:pt idx="489">
                  <c:v>0.22930000000002337</c:v>
                </c:pt>
                <c:pt idx="490">
                  <c:v>0.22910000000001673</c:v>
                </c:pt>
                <c:pt idx="491">
                  <c:v>0.2289000000000101</c:v>
                </c:pt>
                <c:pt idx="492">
                  <c:v>0.22870000000000346</c:v>
                </c:pt>
                <c:pt idx="493">
                  <c:v>0.22849999999999682</c:v>
                </c:pt>
                <c:pt idx="494">
                  <c:v>0.22829999999999018</c:v>
                </c:pt>
                <c:pt idx="495">
                  <c:v>0.22820000000001528</c:v>
                </c:pt>
                <c:pt idx="496">
                  <c:v>0.22800000000000864</c:v>
                </c:pt>
                <c:pt idx="497">
                  <c:v>0.227800000000002</c:v>
                </c:pt>
                <c:pt idx="498">
                  <c:v>0.22769999999997026</c:v>
                </c:pt>
                <c:pt idx="499">
                  <c:v>0.22750000000002046</c:v>
                </c:pt>
                <c:pt idx="500">
                  <c:v>0.22739999999998872</c:v>
                </c:pt>
                <c:pt idx="501">
                  <c:v>0.22750000000002046</c:v>
                </c:pt>
                <c:pt idx="502">
                  <c:v>0.227800000000002</c:v>
                </c:pt>
                <c:pt idx="503">
                  <c:v>0.22829999999999018</c:v>
                </c:pt>
                <c:pt idx="504">
                  <c:v>0.2289000000000101</c:v>
                </c:pt>
                <c:pt idx="505">
                  <c:v>0.22969999999997981</c:v>
                </c:pt>
                <c:pt idx="506">
                  <c:v>0.23039999999997463</c:v>
                </c:pt>
                <c:pt idx="507">
                  <c:v>0.23109999999996944</c:v>
                </c:pt>
                <c:pt idx="508">
                  <c:v>0.231899999999996</c:v>
                </c:pt>
                <c:pt idx="509">
                  <c:v>0.23259999999999081</c:v>
                </c:pt>
                <c:pt idx="510">
                  <c:v>0.23329999999998563</c:v>
                </c:pt>
                <c:pt idx="511">
                  <c:v>0.23399999999998045</c:v>
                </c:pt>
                <c:pt idx="512">
                  <c:v>0.23460000000000036</c:v>
                </c:pt>
                <c:pt idx="513">
                  <c:v>0.23520000000002028</c:v>
                </c:pt>
                <c:pt idx="514">
                  <c:v>0.23579999999998336</c:v>
                </c:pt>
                <c:pt idx="515">
                  <c:v>0.23629999999997153</c:v>
                </c:pt>
                <c:pt idx="516">
                  <c:v>0.23680000000001655</c:v>
                </c:pt>
                <c:pt idx="517">
                  <c:v>0.23730000000000473</c:v>
                </c:pt>
                <c:pt idx="518">
                  <c:v>0.23779999999999291</c:v>
                </c:pt>
                <c:pt idx="519">
                  <c:v>0.23820000000000618</c:v>
                </c:pt>
                <c:pt idx="520">
                  <c:v>0.23860000000001946</c:v>
                </c:pt>
                <c:pt idx="521">
                  <c:v>0.238900000000001</c:v>
                </c:pt>
                <c:pt idx="522">
                  <c:v>0.23930000000001428</c:v>
                </c:pt>
                <c:pt idx="523">
                  <c:v>0.23959999999999582</c:v>
                </c:pt>
                <c:pt idx="524">
                  <c:v>0.23989999999997735</c:v>
                </c:pt>
                <c:pt idx="525">
                  <c:v>0.24020000000001573</c:v>
                </c:pt>
                <c:pt idx="526">
                  <c:v>0.24049999999999727</c:v>
                </c:pt>
                <c:pt idx="527">
                  <c:v>0.24070000000000391</c:v>
                </c:pt>
                <c:pt idx="528">
                  <c:v>0.24099999999998545</c:v>
                </c:pt>
                <c:pt idx="529">
                  <c:v>0.24119999999999209</c:v>
                </c:pt>
                <c:pt idx="530">
                  <c:v>0.24139999999999873</c:v>
                </c:pt>
                <c:pt idx="531">
                  <c:v>0.24139999999999873</c:v>
                </c:pt>
                <c:pt idx="532">
                  <c:v>0.24130000000002383</c:v>
                </c:pt>
              </c:numCache>
            </c:numRef>
          </c:yVal>
          <c:smooth val="1"/>
          <c:extLst>
            <c:ext xmlns:c16="http://schemas.microsoft.com/office/drawing/2014/chart" uri="{C3380CC4-5D6E-409C-BE32-E72D297353CC}">
              <c16:uniqueId val="{00000039-4233-4E9D-9D6D-D06060CC9530}"/>
            </c:ext>
          </c:extLst>
        </c:ser>
        <c:ser>
          <c:idx val="58"/>
          <c:order val="58"/>
          <c:tx>
            <c:strRef>
              <c:f>PM50000_Temps_oc5l2_50000!$BDI$1</c:f>
              <c:strCache>
                <c:ptCount val="1"/>
                <c:pt idx="0">
                  <c:v>TELE_PM_INTERIOR.60</c:v>
                </c:pt>
              </c:strCache>
            </c:strRef>
          </c:tx>
          <c:spPr>
            <a:ln w="19050" cap="rnd">
              <a:solidFill>
                <a:schemeClr val="accent5"/>
              </a:solidFill>
              <a:round/>
            </a:ln>
            <a:effectLst/>
          </c:spPr>
          <c:marker>
            <c:symbol val="circle"/>
            <c:size val="5"/>
            <c:spPr>
              <a:solidFill>
                <a:schemeClr val="accent5"/>
              </a:solidFill>
              <a:ln w="9525">
                <a:solidFill>
                  <a:schemeClr val="accent5"/>
                </a:solidFill>
              </a:ln>
              <a:effectLst/>
            </c:spPr>
          </c:marker>
          <c:xVal>
            <c:numRef>
              <c:f>PM50000_Temps_oc5l2_50000!$BBB$2:$BBB$536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PM50000_Temps_oc5l2_50000!$BDI$2:$BDI$536</c:f>
              <c:numCache>
                <c:formatCode>General</c:formatCode>
                <c:ptCount val="533"/>
                <c:pt idx="0">
                  <c:v>0</c:v>
                </c:pt>
                <c:pt idx="1">
                  <c:v>7.9999999996971383E-4</c:v>
                </c:pt>
                <c:pt idx="2">
                  <c:v>4.7999999999888132E-3</c:v>
                </c:pt>
                <c:pt idx="3">
                  <c:v>1.2099999999975353E-2</c:v>
                </c:pt>
                <c:pt idx="4">
                  <c:v>2.179999999998472E-2</c:v>
                </c:pt>
                <c:pt idx="5">
                  <c:v>3.289999999998372E-2</c:v>
                </c:pt>
                <c:pt idx="6">
                  <c:v>4.4800000000009277E-2</c:v>
                </c:pt>
                <c:pt idx="7">
                  <c:v>5.689999999998463E-2</c:v>
                </c:pt>
                <c:pt idx="8">
                  <c:v>6.8800000000010186E-2</c:v>
                </c:pt>
                <c:pt idx="9">
                  <c:v>8.0399999999997362E-2</c:v>
                </c:pt>
                <c:pt idx="10">
                  <c:v>9.1399999999964621E-2</c:v>
                </c:pt>
                <c:pt idx="11">
                  <c:v>0.1017999999999688</c:v>
                </c:pt>
                <c:pt idx="12">
                  <c:v>0.11160000000000991</c:v>
                </c:pt>
                <c:pt idx="13">
                  <c:v>0.12069999999999936</c:v>
                </c:pt>
                <c:pt idx="14">
                  <c:v>0.129099999999994</c:v>
                </c:pt>
                <c:pt idx="15">
                  <c:v>0.13689999999996871</c:v>
                </c:pt>
                <c:pt idx="16">
                  <c:v>0.14400000000000546</c:v>
                </c:pt>
                <c:pt idx="17">
                  <c:v>0.15059999999999718</c:v>
                </c:pt>
                <c:pt idx="18">
                  <c:v>0.15670000000000073</c:v>
                </c:pt>
                <c:pt idx="19">
                  <c:v>0.1623000000000161</c:v>
                </c:pt>
                <c:pt idx="20">
                  <c:v>0.16739999999998645</c:v>
                </c:pt>
                <c:pt idx="21">
                  <c:v>0.17210000000000036</c:v>
                </c:pt>
                <c:pt idx="22">
                  <c:v>0.176400000000001</c:v>
                </c:pt>
                <c:pt idx="23">
                  <c:v>0.18029999999998836</c:v>
                </c:pt>
                <c:pt idx="24">
                  <c:v>0.18389999999999418</c:v>
                </c:pt>
                <c:pt idx="25">
                  <c:v>0.18720000000001846</c:v>
                </c:pt>
                <c:pt idx="26">
                  <c:v>0.19020000000000437</c:v>
                </c:pt>
                <c:pt idx="27">
                  <c:v>0.19290000000000873</c:v>
                </c:pt>
                <c:pt idx="28">
                  <c:v>0.1956000000000131</c:v>
                </c:pt>
                <c:pt idx="29">
                  <c:v>0.19830000000001746</c:v>
                </c:pt>
                <c:pt idx="30">
                  <c:v>0.20099999999996498</c:v>
                </c:pt>
                <c:pt idx="31">
                  <c:v>0.20369999999996935</c:v>
                </c:pt>
                <c:pt idx="32">
                  <c:v>0.20629999999999882</c:v>
                </c:pt>
                <c:pt idx="33">
                  <c:v>0.2086999999999648</c:v>
                </c:pt>
                <c:pt idx="34">
                  <c:v>0.21109999999998763</c:v>
                </c:pt>
                <c:pt idx="35">
                  <c:v>0.21330000000000382</c:v>
                </c:pt>
                <c:pt idx="36">
                  <c:v>0.21539999999998827</c:v>
                </c:pt>
                <c:pt idx="37">
                  <c:v>0.21739999999999782</c:v>
                </c:pt>
                <c:pt idx="38">
                  <c:v>0.21920000000000073</c:v>
                </c:pt>
                <c:pt idx="39">
                  <c:v>0.2208999999999719</c:v>
                </c:pt>
                <c:pt idx="40">
                  <c:v>0.22249999999996817</c:v>
                </c:pt>
                <c:pt idx="41">
                  <c:v>0.22390000000001464</c:v>
                </c:pt>
                <c:pt idx="42">
                  <c:v>0.22530000000000427</c:v>
                </c:pt>
                <c:pt idx="43">
                  <c:v>0.22660000000001901</c:v>
                </c:pt>
                <c:pt idx="44">
                  <c:v>0.227800000000002</c:v>
                </c:pt>
                <c:pt idx="45">
                  <c:v>0.2289000000000101</c:v>
                </c:pt>
                <c:pt idx="46">
                  <c:v>0.22989999999998645</c:v>
                </c:pt>
                <c:pt idx="47">
                  <c:v>0.2307999999999879</c:v>
                </c:pt>
                <c:pt idx="48">
                  <c:v>0.23169999999998936</c:v>
                </c:pt>
                <c:pt idx="49">
                  <c:v>0.23250000000001592</c:v>
                </c:pt>
                <c:pt idx="50">
                  <c:v>0.23320000000001073</c:v>
                </c:pt>
                <c:pt idx="51">
                  <c:v>0.23390000000000555</c:v>
                </c:pt>
                <c:pt idx="52">
                  <c:v>0.23460000000000036</c:v>
                </c:pt>
                <c:pt idx="53">
                  <c:v>0.23519999999996344</c:v>
                </c:pt>
                <c:pt idx="54">
                  <c:v>0.23570000000000846</c:v>
                </c:pt>
                <c:pt idx="55">
                  <c:v>0.23619999999999663</c:v>
                </c:pt>
                <c:pt idx="56">
                  <c:v>0.23669999999998481</c:v>
                </c:pt>
                <c:pt idx="57">
                  <c:v>0.23719999999997299</c:v>
                </c:pt>
                <c:pt idx="58">
                  <c:v>0.23750000000001137</c:v>
                </c:pt>
                <c:pt idx="59">
                  <c:v>0.23759999999998627</c:v>
                </c:pt>
                <c:pt idx="60">
                  <c:v>0.23759999999998627</c:v>
                </c:pt>
                <c:pt idx="61">
                  <c:v>0.23739999999997963</c:v>
                </c:pt>
                <c:pt idx="62">
                  <c:v>0.23709999999999809</c:v>
                </c:pt>
                <c:pt idx="63">
                  <c:v>0.23669999999998481</c:v>
                </c:pt>
                <c:pt idx="64">
                  <c:v>0.23629999999997153</c:v>
                </c:pt>
                <c:pt idx="65">
                  <c:v>0.23579999999998336</c:v>
                </c:pt>
                <c:pt idx="66">
                  <c:v>0.23539999999997008</c:v>
                </c:pt>
                <c:pt idx="67">
                  <c:v>0.23500000000001364</c:v>
                </c:pt>
                <c:pt idx="68">
                  <c:v>0.23460000000000036</c:v>
                </c:pt>
                <c:pt idx="69">
                  <c:v>0.23419999999998709</c:v>
                </c:pt>
                <c:pt idx="70">
                  <c:v>0.23390000000000555</c:v>
                </c:pt>
                <c:pt idx="71">
                  <c:v>0.23349999999999227</c:v>
                </c:pt>
                <c:pt idx="72">
                  <c:v>0.23320000000001073</c:v>
                </c:pt>
                <c:pt idx="73">
                  <c:v>0.23289999999997235</c:v>
                </c:pt>
                <c:pt idx="74">
                  <c:v>0.23259999999999081</c:v>
                </c:pt>
                <c:pt idx="75">
                  <c:v>0.23239999999998417</c:v>
                </c:pt>
                <c:pt idx="76">
                  <c:v>0.23210000000000264</c:v>
                </c:pt>
                <c:pt idx="77">
                  <c:v>0.231899999999996</c:v>
                </c:pt>
                <c:pt idx="78">
                  <c:v>0.23169999999998936</c:v>
                </c:pt>
                <c:pt idx="79">
                  <c:v>0.23149999999998272</c:v>
                </c:pt>
                <c:pt idx="80">
                  <c:v>0.23129999999997608</c:v>
                </c:pt>
                <c:pt idx="81">
                  <c:v>0.23120000000000118</c:v>
                </c:pt>
                <c:pt idx="82">
                  <c:v>0.23099999999999454</c:v>
                </c:pt>
                <c:pt idx="83">
                  <c:v>0.2308999999999628</c:v>
                </c:pt>
                <c:pt idx="84">
                  <c:v>0.23070000000001301</c:v>
                </c:pt>
                <c:pt idx="85">
                  <c:v>0.23059999999998126</c:v>
                </c:pt>
                <c:pt idx="86">
                  <c:v>0.23050000000000637</c:v>
                </c:pt>
                <c:pt idx="87">
                  <c:v>0.23039999999997463</c:v>
                </c:pt>
                <c:pt idx="88">
                  <c:v>0.23029999999999973</c:v>
                </c:pt>
                <c:pt idx="89">
                  <c:v>0.23019999999996799</c:v>
                </c:pt>
                <c:pt idx="90">
                  <c:v>0.23009999999999309</c:v>
                </c:pt>
                <c:pt idx="91">
                  <c:v>0.23009999999999309</c:v>
                </c:pt>
                <c:pt idx="92">
                  <c:v>0.23000000000001819</c:v>
                </c:pt>
                <c:pt idx="93">
                  <c:v>0.22989999999998645</c:v>
                </c:pt>
                <c:pt idx="94">
                  <c:v>0.22989999999998645</c:v>
                </c:pt>
                <c:pt idx="95">
                  <c:v>0.22980000000001155</c:v>
                </c:pt>
                <c:pt idx="96">
                  <c:v>0.22969999999997981</c:v>
                </c:pt>
                <c:pt idx="97">
                  <c:v>0.22969999999997981</c:v>
                </c:pt>
                <c:pt idx="98">
                  <c:v>0.22969999999997981</c:v>
                </c:pt>
                <c:pt idx="99">
                  <c:v>0.22960000000000491</c:v>
                </c:pt>
                <c:pt idx="100">
                  <c:v>0.22960000000000491</c:v>
                </c:pt>
                <c:pt idx="101">
                  <c:v>0.22949999999997317</c:v>
                </c:pt>
                <c:pt idx="102">
                  <c:v>0.22949999999997317</c:v>
                </c:pt>
                <c:pt idx="103">
                  <c:v>0.22949999999997317</c:v>
                </c:pt>
                <c:pt idx="104">
                  <c:v>0.22949999999997317</c:v>
                </c:pt>
                <c:pt idx="105">
                  <c:v>0.22939999999999827</c:v>
                </c:pt>
                <c:pt idx="106">
                  <c:v>0.22939999999999827</c:v>
                </c:pt>
                <c:pt idx="107">
                  <c:v>0.22939999999999827</c:v>
                </c:pt>
                <c:pt idx="108">
                  <c:v>0.22939999999999827</c:v>
                </c:pt>
                <c:pt idx="109">
                  <c:v>0.22929999999996653</c:v>
                </c:pt>
                <c:pt idx="110">
                  <c:v>0.22939999999999827</c:v>
                </c:pt>
                <c:pt idx="111">
                  <c:v>0.22939999999999827</c:v>
                </c:pt>
                <c:pt idx="112">
                  <c:v>0.22939999999999827</c:v>
                </c:pt>
                <c:pt idx="113">
                  <c:v>0.22939999999999827</c:v>
                </c:pt>
                <c:pt idx="114">
                  <c:v>0.22949999999997317</c:v>
                </c:pt>
                <c:pt idx="115">
                  <c:v>0.22949999999997317</c:v>
                </c:pt>
                <c:pt idx="116">
                  <c:v>0.22960000000000491</c:v>
                </c:pt>
                <c:pt idx="117">
                  <c:v>0.22960000000000491</c:v>
                </c:pt>
                <c:pt idx="118">
                  <c:v>0.22960000000000491</c:v>
                </c:pt>
                <c:pt idx="119">
                  <c:v>0.22969999999997981</c:v>
                </c:pt>
                <c:pt idx="120">
                  <c:v>0.22969999999997981</c:v>
                </c:pt>
                <c:pt idx="121">
                  <c:v>0.22980000000001155</c:v>
                </c:pt>
                <c:pt idx="122">
                  <c:v>0.22980000000001155</c:v>
                </c:pt>
                <c:pt idx="123">
                  <c:v>0.22980000000001155</c:v>
                </c:pt>
                <c:pt idx="124">
                  <c:v>0.22989999999998645</c:v>
                </c:pt>
                <c:pt idx="125">
                  <c:v>0.22989999999998645</c:v>
                </c:pt>
                <c:pt idx="126">
                  <c:v>0.22989999999998645</c:v>
                </c:pt>
                <c:pt idx="127">
                  <c:v>0.23000000000001819</c:v>
                </c:pt>
                <c:pt idx="128">
                  <c:v>0.23000000000001819</c:v>
                </c:pt>
                <c:pt idx="129">
                  <c:v>0.23000000000001819</c:v>
                </c:pt>
                <c:pt idx="130">
                  <c:v>0.23009999999999309</c:v>
                </c:pt>
                <c:pt idx="131">
                  <c:v>0.23009999999999309</c:v>
                </c:pt>
                <c:pt idx="132">
                  <c:v>0.23009999999999309</c:v>
                </c:pt>
                <c:pt idx="133">
                  <c:v>0.23009999999999309</c:v>
                </c:pt>
                <c:pt idx="134">
                  <c:v>0.23019999999996799</c:v>
                </c:pt>
                <c:pt idx="135">
                  <c:v>0.23019999999996799</c:v>
                </c:pt>
                <c:pt idx="136">
                  <c:v>0.23019999999996799</c:v>
                </c:pt>
                <c:pt idx="137">
                  <c:v>0.23019999999996799</c:v>
                </c:pt>
                <c:pt idx="138">
                  <c:v>0.23019999999996799</c:v>
                </c:pt>
                <c:pt idx="139">
                  <c:v>0.23029999999999973</c:v>
                </c:pt>
                <c:pt idx="140">
                  <c:v>0.23029999999999973</c:v>
                </c:pt>
                <c:pt idx="141">
                  <c:v>0.23029999999999973</c:v>
                </c:pt>
                <c:pt idx="142">
                  <c:v>0.23029999999999973</c:v>
                </c:pt>
                <c:pt idx="143">
                  <c:v>0.23029999999999973</c:v>
                </c:pt>
                <c:pt idx="144">
                  <c:v>0.23029999999999973</c:v>
                </c:pt>
                <c:pt idx="145">
                  <c:v>0.23029999999999973</c:v>
                </c:pt>
                <c:pt idx="146">
                  <c:v>0.23039999999997463</c:v>
                </c:pt>
                <c:pt idx="147">
                  <c:v>0.23039999999997463</c:v>
                </c:pt>
                <c:pt idx="148">
                  <c:v>0.23039999999997463</c:v>
                </c:pt>
                <c:pt idx="149">
                  <c:v>0.23039999999997463</c:v>
                </c:pt>
                <c:pt idx="150">
                  <c:v>0.23039999999997463</c:v>
                </c:pt>
                <c:pt idx="151">
                  <c:v>0.23039999999997463</c:v>
                </c:pt>
                <c:pt idx="152">
                  <c:v>0.23039999999997463</c:v>
                </c:pt>
                <c:pt idx="153">
                  <c:v>0.23039999999997463</c:v>
                </c:pt>
                <c:pt idx="154">
                  <c:v>0.23039999999997463</c:v>
                </c:pt>
                <c:pt idx="155">
                  <c:v>0.23039999999997463</c:v>
                </c:pt>
                <c:pt idx="156">
                  <c:v>0.23039999999997463</c:v>
                </c:pt>
                <c:pt idx="157">
                  <c:v>0.23039999999997463</c:v>
                </c:pt>
                <c:pt idx="158">
                  <c:v>0.23050000000000637</c:v>
                </c:pt>
                <c:pt idx="159">
                  <c:v>0.23050000000000637</c:v>
                </c:pt>
                <c:pt idx="160">
                  <c:v>0.23050000000000637</c:v>
                </c:pt>
                <c:pt idx="161">
                  <c:v>0.23029999999999973</c:v>
                </c:pt>
                <c:pt idx="162">
                  <c:v>0.23019999999996799</c:v>
                </c:pt>
                <c:pt idx="163">
                  <c:v>0.22989999999998645</c:v>
                </c:pt>
                <c:pt idx="164">
                  <c:v>0.22969999999997981</c:v>
                </c:pt>
                <c:pt idx="165">
                  <c:v>0.22939999999999827</c:v>
                </c:pt>
                <c:pt idx="166">
                  <c:v>0.22910000000001673</c:v>
                </c:pt>
                <c:pt idx="167">
                  <c:v>0.2289000000000101</c:v>
                </c:pt>
                <c:pt idx="168">
                  <c:v>0.22859999999997171</c:v>
                </c:pt>
                <c:pt idx="169">
                  <c:v>0.22829999999999018</c:v>
                </c:pt>
                <c:pt idx="170">
                  <c:v>0.22809999999998354</c:v>
                </c:pt>
                <c:pt idx="171">
                  <c:v>0.227800000000002</c:v>
                </c:pt>
                <c:pt idx="172">
                  <c:v>0.22759999999999536</c:v>
                </c:pt>
                <c:pt idx="173">
                  <c:v>0.22730000000001382</c:v>
                </c:pt>
                <c:pt idx="174">
                  <c:v>0.22710000000000719</c:v>
                </c:pt>
                <c:pt idx="175">
                  <c:v>0.22690000000000055</c:v>
                </c:pt>
                <c:pt idx="176">
                  <c:v>0.22669999999999391</c:v>
                </c:pt>
                <c:pt idx="177">
                  <c:v>0.22649999999998727</c:v>
                </c:pt>
                <c:pt idx="178">
                  <c:v>0.22629999999998063</c:v>
                </c:pt>
                <c:pt idx="179">
                  <c:v>0.22609999999997399</c:v>
                </c:pt>
                <c:pt idx="180">
                  <c:v>0.22589999999996735</c:v>
                </c:pt>
                <c:pt idx="181">
                  <c:v>0.22579999999999245</c:v>
                </c:pt>
                <c:pt idx="182">
                  <c:v>0.22559999999998581</c:v>
                </c:pt>
                <c:pt idx="183">
                  <c:v>0.22539999999997917</c:v>
                </c:pt>
                <c:pt idx="184">
                  <c:v>0.22530000000000427</c:v>
                </c:pt>
                <c:pt idx="185">
                  <c:v>0.22530000000000427</c:v>
                </c:pt>
                <c:pt idx="186">
                  <c:v>0.22559999999998581</c:v>
                </c:pt>
                <c:pt idx="187">
                  <c:v>0.22609999999997399</c:v>
                </c:pt>
                <c:pt idx="188">
                  <c:v>0.22669999999999391</c:v>
                </c:pt>
                <c:pt idx="189">
                  <c:v>0.22749999999996362</c:v>
                </c:pt>
                <c:pt idx="190">
                  <c:v>0.22820000000001528</c:v>
                </c:pt>
                <c:pt idx="191">
                  <c:v>0.22899999999998499</c:v>
                </c:pt>
                <c:pt idx="192">
                  <c:v>0.22980000000001155</c:v>
                </c:pt>
                <c:pt idx="193">
                  <c:v>0.23050000000000637</c:v>
                </c:pt>
                <c:pt idx="194">
                  <c:v>0.23120000000000118</c:v>
                </c:pt>
                <c:pt idx="195">
                  <c:v>0.231899999999996</c:v>
                </c:pt>
                <c:pt idx="196">
                  <c:v>0.23259999999999081</c:v>
                </c:pt>
                <c:pt idx="197">
                  <c:v>0.23329999999998563</c:v>
                </c:pt>
                <c:pt idx="198">
                  <c:v>0.23390000000000555</c:v>
                </c:pt>
                <c:pt idx="199">
                  <c:v>0.23439999999999372</c:v>
                </c:pt>
                <c:pt idx="200">
                  <c:v>0.23500000000001364</c:v>
                </c:pt>
                <c:pt idx="201">
                  <c:v>0.23550000000000182</c:v>
                </c:pt>
                <c:pt idx="202">
                  <c:v>0.2359000000000151</c:v>
                </c:pt>
                <c:pt idx="203">
                  <c:v>0.23640000000000327</c:v>
                </c:pt>
                <c:pt idx="204">
                  <c:v>0.23680000000001655</c:v>
                </c:pt>
                <c:pt idx="205">
                  <c:v>0.23719999999997299</c:v>
                </c:pt>
                <c:pt idx="206">
                  <c:v>0.23759999999998627</c:v>
                </c:pt>
                <c:pt idx="207">
                  <c:v>0.2378999999999678</c:v>
                </c:pt>
                <c:pt idx="208">
                  <c:v>0.23820000000000618</c:v>
                </c:pt>
                <c:pt idx="209">
                  <c:v>0.23849999999998772</c:v>
                </c:pt>
                <c:pt idx="210">
                  <c:v>0.23879999999996926</c:v>
                </c:pt>
                <c:pt idx="211">
                  <c:v>0.23910000000000764</c:v>
                </c:pt>
                <c:pt idx="212">
                  <c:v>0.23930000000001428</c:v>
                </c:pt>
                <c:pt idx="213">
                  <c:v>0.23959999999999582</c:v>
                </c:pt>
                <c:pt idx="214">
                  <c:v>0.23980000000000246</c:v>
                </c:pt>
                <c:pt idx="215">
                  <c:v>0.23989999999997735</c:v>
                </c:pt>
                <c:pt idx="216">
                  <c:v>0.23980000000000246</c:v>
                </c:pt>
                <c:pt idx="217">
                  <c:v>0.23959999999999582</c:v>
                </c:pt>
                <c:pt idx="218">
                  <c:v>0.23919999999998254</c:v>
                </c:pt>
                <c:pt idx="219">
                  <c:v>0.23869999999999436</c:v>
                </c:pt>
                <c:pt idx="220">
                  <c:v>0.23820000000000618</c:v>
                </c:pt>
                <c:pt idx="221">
                  <c:v>0.23770000000001801</c:v>
                </c:pt>
                <c:pt idx="222">
                  <c:v>0.23709999999999809</c:v>
                </c:pt>
                <c:pt idx="223">
                  <c:v>0.23660000000000991</c:v>
                </c:pt>
                <c:pt idx="224">
                  <c:v>0.23609999999996489</c:v>
                </c:pt>
                <c:pt idx="225">
                  <c:v>0.23559999999997672</c:v>
                </c:pt>
                <c:pt idx="226">
                  <c:v>0.23519999999996344</c:v>
                </c:pt>
                <c:pt idx="227">
                  <c:v>0.23469999999997526</c:v>
                </c:pt>
                <c:pt idx="228">
                  <c:v>0.23430000000001883</c:v>
                </c:pt>
                <c:pt idx="229">
                  <c:v>0.23390000000000555</c:v>
                </c:pt>
                <c:pt idx="230">
                  <c:v>0.23359999999996717</c:v>
                </c:pt>
                <c:pt idx="231">
                  <c:v>0.23329999999998563</c:v>
                </c:pt>
                <c:pt idx="232">
                  <c:v>0.23300000000000409</c:v>
                </c:pt>
                <c:pt idx="233">
                  <c:v>0.23269999999996571</c:v>
                </c:pt>
                <c:pt idx="234">
                  <c:v>0.23239999999998417</c:v>
                </c:pt>
                <c:pt idx="235">
                  <c:v>0.23219999999997754</c:v>
                </c:pt>
                <c:pt idx="236">
                  <c:v>0.231899999999996</c:v>
                </c:pt>
                <c:pt idx="237">
                  <c:v>0.23169999999998936</c:v>
                </c:pt>
                <c:pt idx="238">
                  <c:v>0.23149999999998272</c:v>
                </c:pt>
                <c:pt idx="239">
                  <c:v>0.23129999999997608</c:v>
                </c:pt>
                <c:pt idx="240">
                  <c:v>0.23120000000000118</c:v>
                </c:pt>
                <c:pt idx="241">
                  <c:v>0.23099999999999454</c:v>
                </c:pt>
                <c:pt idx="242">
                  <c:v>0.2308999999999628</c:v>
                </c:pt>
                <c:pt idx="243">
                  <c:v>0.23070000000001301</c:v>
                </c:pt>
                <c:pt idx="244">
                  <c:v>0.23059999999998126</c:v>
                </c:pt>
                <c:pt idx="245">
                  <c:v>0.23050000000000637</c:v>
                </c:pt>
                <c:pt idx="246">
                  <c:v>0.23039999999997463</c:v>
                </c:pt>
                <c:pt idx="247">
                  <c:v>0.23029999999999973</c:v>
                </c:pt>
                <c:pt idx="248">
                  <c:v>0.23019999999996799</c:v>
                </c:pt>
                <c:pt idx="249">
                  <c:v>0.23009999999999309</c:v>
                </c:pt>
                <c:pt idx="250">
                  <c:v>0.23009999999999309</c:v>
                </c:pt>
                <c:pt idx="251">
                  <c:v>0.23000000000001819</c:v>
                </c:pt>
                <c:pt idx="252">
                  <c:v>0.22989999999998645</c:v>
                </c:pt>
                <c:pt idx="253">
                  <c:v>0.22989999999998645</c:v>
                </c:pt>
                <c:pt idx="254">
                  <c:v>0.22980000000001155</c:v>
                </c:pt>
                <c:pt idx="255">
                  <c:v>0.22980000000001155</c:v>
                </c:pt>
                <c:pt idx="256">
                  <c:v>0.22969999999997981</c:v>
                </c:pt>
                <c:pt idx="257">
                  <c:v>0.22969999999997981</c:v>
                </c:pt>
                <c:pt idx="258">
                  <c:v>0.22960000000000491</c:v>
                </c:pt>
                <c:pt idx="259">
                  <c:v>0.22960000000000491</c:v>
                </c:pt>
                <c:pt idx="260">
                  <c:v>0.22949999999997317</c:v>
                </c:pt>
                <c:pt idx="261">
                  <c:v>0.22949999999997317</c:v>
                </c:pt>
                <c:pt idx="262">
                  <c:v>0.22949999999997317</c:v>
                </c:pt>
                <c:pt idx="263">
                  <c:v>0.22949999999997317</c:v>
                </c:pt>
                <c:pt idx="264">
                  <c:v>0.22939999999999827</c:v>
                </c:pt>
                <c:pt idx="265">
                  <c:v>0.22939999999999827</c:v>
                </c:pt>
                <c:pt idx="266">
                  <c:v>0.22939999999999827</c:v>
                </c:pt>
                <c:pt idx="267">
                  <c:v>0.22939999999999827</c:v>
                </c:pt>
                <c:pt idx="268">
                  <c:v>0.22939999999999827</c:v>
                </c:pt>
                <c:pt idx="269">
                  <c:v>0.22949999999997317</c:v>
                </c:pt>
                <c:pt idx="270">
                  <c:v>0.22949999999997317</c:v>
                </c:pt>
                <c:pt idx="271">
                  <c:v>0.22949999999997317</c:v>
                </c:pt>
                <c:pt idx="272">
                  <c:v>0.22960000000000491</c:v>
                </c:pt>
                <c:pt idx="273">
                  <c:v>0.22960000000000491</c:v>
                </c:pt>
                <c:pt idx="274">
                  <c:v>0.22960000000000491</c:v>
                </c:pt>
                <c:pt idx="275">
                  <c:v>0.22969999999997981</c:v>
                </c:pt>
                <c:pt idx="276">
                  <c:v>0.22969999999997981</c:v>
                </c:pt>
                <c:pt idx="277">
                  <c:v>0.22980000000001155</c:v>
                </c:pt>
                <c:pt idx="278">
                  <c:v>0.22980000000001155</c:v>
                </c:pt>
                <c:pt idx="279">
                  <c:v>0.22980000000001155</c:v>
                </c:pt>
                <c:pt idx="280">
                  <c:v>0.22989999999998645</c:v>
                </c:pt>
                <c:pt idx="281">
                  <c:v>0.22989999999998645</c:v>
                </c:pt>
                <c:pt idx="282">
                  <c:v>0.22989999999998645</c:v>
                </c:pt>
                <c:pt idx="283">
                  <c:v>0.23000000000001819</c:v>
                </c:pt>
                <c:pt idx="284">
                  <c:v>0.23000000000001819</c:v>
                </c:pt>
                <c:pt idx="285">
                  <c:v>0.23000000000001819</c:v>
                </c:pt>
                <c:pt idx="286">
                  <c:v>0.23009999999999309</c:v>
                </c:pt>
                <c:pt idx="287">
                  <c:v>0.23009999999999309</c:v>
                </c:pt>
                <c:pt idx="288">
                  <c:v>0.23009999999999309</c:v>
                </c:pt>
                <c:pt idx="289">
                  <c:v>0.23009999999999309</c:v>
                </c:pt>
                <c:pt idx="290">
                  <c:v>0.23019999999996799</c:v>
                </c:pt>
                <c:pt idx="291">
                  <c:v>0.23019999999996799</c:v>
                </c:pt>
                <c:pt idx="292">
                  <c:v>0.23019999999996799</c:v>
                </c:pt>
                <c:pt idx="293">
                  <c:v>0.23019999999996799</c:v>
                </c:pt>
                <c:pt idx="294">
                  <c:v>0.23019999999996799</c:v>
                </c:pt>
                <c:pt idx="295">
                  <c:v>0.23029999999999973</c:v>
                </c:pt>
                <c:pt idx="296">
                  <c:v>0.23029999999999973</c:v>
                </c:pt>
                <c:pt idx="297">
                  <c:v>0.23029999999999973</c:v>
                </c:pt>
                <c:pt idx="298">
                  <c:v>0.23029999999999973</c:v>
                </c:pt>
                <c:pt idx="299">
                  <c:v>0.23029999999999973</c:v>
                </c:pt>
                <c:pt idx="300">
                  <c:v>0.23029999999999973</c:v>
                </c:pt>
                <c:pt idx="301">
                  <c:v>0.23029999999999973</c:v>
                </c:pt>
                <c:pt idx="302">
                  <c:v>0.23039999999997463</c:v>
                </c:pt>
                <c:pt idx="303">
                  <c:v>0.23039999999997463</c:v>
                </c:pt>
                <c:pt idx="304">
                  <c:v>0.23039999999997463</c:v>
                </c:pt>
                <c:pt idx="305">
                  <c:v>0.23039999999997463</c:v>
                </c:pt>
                <c:pt idx="306">
                  <c:v>0.23039999999997463</c:v>
                </c:pt>
                <c:pt idx="307">
                  <c:v>0.23039999999997463</c:v>
                </c:pt>
                <c:pt idx="308">
                  <c:v>0.23039999999997463</c:v>
                </c:pt>
                <c:pt idx="309">
                  <c:v>0.23039999999997463</c:v>
                </c:pt>
                <c:pt idx="310">
                  <c:v>0.23039999999997463</c:v>
                </c:pt>
                <c:pt idx="311">
                  <c:v>0.23039999999997463</c:v>
                </c:pt>
                <c:pt idx="312">
                  <c:v>0.23039999999997463</c:v>
                </c:pt>
                <c:pt idx="313">
                  <c:v>0.23039999999997463</c:v>
                </c:pt>
                <c:pt idx="314">
                  <c:v>0.23039999999997463</c:v>
                </c:pt>
                <c:pt idx="315">
                  <c:v>0.23050000000000637</c:v>
                </c:pt>
                <c:pt idx="316">
                  <c:v>0.23050000000000637</c:v>
                </c:pt>
                <c:pt idx="317">
                  <c:v>0.23050000000000637</c:v>
                </c:pt>
                <c:pt idx="318">
                  <c:v>0.23029999999999973</c:v>
                </c:pt>
                <c:pt idx="319">
                  <c:v>0.23009999999999309</c:v>
                </c:pt>
                <c:pt idx="320">
                  <c:v>0.22989999999998645</c:v>
                </c:pt>
                <c:pt idx="321">
                  <c:v>0.22969999999997981</c:v>
                </c:pt>
                <c:pt idx="322">
                  <c:v>0.22939999999999827</c:v>
                </c:pt>
                <c:pt idx="323">
                  <c:v>0.22910000000001673</c:v>
                </c:pt>
                <c:pt idx="324">
                  <c:v>0.22879999999997835</c:v>
                </c:pt>
                <c:pt idx="325">
                  <c:v>0.22859999999997171</c:v>
                </c:pt>
                <c:pt idx="326">
                  <c:v>0.22829999999999018</c:v>
                </c:pt>
                <c:pt idx="327">
                  <c:v>0.22800000000000864</c:v>
                </c:pt>
                <c:pt idx="328">
                  <c:v>0.227800000000002</c:v>
                </c:pt>
                <c:pt idx="329">
                  <c:v>0.22749999999996362</c:v>
                </c:pt>
                <c:pt idx="330">
                  <c:v>0.22730000000001382</c:v>
                </c:pt>
                <c:pt idx="331">
                  <c:v>0.22710000000000719</c:v>
                </c:pt>
                <c:pt idx="332">
                  <c:v>0.22690000000000055</c:v>
                </c:pt>
                <c:pt idx="333">
                  <c:v>0.22669999999999391</c:v>
                </c:pt>
                <c:pt idx="334">
                  <c:v>0.22649999999998727</c:v>
                </c:pt>
                <c:pt idx="335">
                  <c:v>0.22629999999998063</c:v>
                </c:pt>
                <c:pt idx="336">
                  <c:v>0.22609999999997399</c:v>
                </c:pt>
                <c:pt idx="337">
                  <c:v>0.22589999999996735</c:v>
                </c:pt>
                <c:pt idx="338">
                  <c:v>0.22579999999999245</c:v>
                </c:pt>
                <c:pt idx="339">
                  <c:v>0.22559999999998581</c:v>
                </c:pt>
                <c:pt idx="340">
                  <c:v>0.22539999999997917</c:v>
                </c:pt>
                <c:pt idx="341">
                  <c:v>0.22530000000000427</c:v>
                </c:pt>
                <c:pt idx="342">
                  <c:v>0.22539999999997917</c:v>
                </c:pt>
                <c:pt idx="343">
                  <c:v>0.22570000000001755</c:v>
                </c:pt>
                <c:pt idx="344">
                  <c:v>0.22620000000000573</c:v>
                </c:pt>
                <c:pt idx="345">
                  <c:v>0.2267999999999688</c:v>
                </c:pt>
                <c:pt idx="346">
                  <c:v>0.22759999999999536</c:v>
                </c:pt>
                <c:pt idx="347">
                  <c:v>0.22829999999999018</c:v>
                </c:pt>
                <c:pt idx="348">
                  <c:v>0.22910000000001673</c:v>
                </c:pt>
                <c:pt idx="349">
                  <c:v>0.22989999999998645</c:v>
                </c:pt>
                <c:pt idx="350">
                  <c:v>0.23059999999998126</c:v>
                </c:pt>
                <c:pt idx="351">
                  <c:v>0.23129999999997608</c:v>
                </c:pt>
                <c:pt idx="352">
                  <c:v>0.2319999999999709</c:v>
                </c:pt>
                <c:pt idx="353">
                  <c:v>0.23269999999996571</c:v>
                </c:pt>
                <c:pt idx="354">
                  <c:v>0.23329999999998563</c:v>
                </c:pt>
                <c:pt idx="355">
                  <c:v>0.23390000000000555</c:v>
                </c:pt>
                <c:pt idx="356">
                  <c:v>0.23449999999996862</c:v>
                </c:pt>
                <c:pt idx="357">
                  <c:v>0.23500000000001364</c:v>
                </c:pt>
                <c:pt idx="358">
                  <c:v>0.23550000000000182</c:v>
                </c:pt>
                <c:pt idx="359">
                  <c:v>0.23599999999999</c:v>
                </c:pt>
                <c:pt idx="360">
                  <c:v>0.23640000000000327</c:v>
                </c:pt>
                <c:pt idx="361">
                  <c:v>0.23640000000000327</c:v>
                </c:pt>
                <c:pt idx="362">
                  <c:v>0.23689999999999145</c:v>
                </c:pt>
                <c:pt idx="363">
                  <c:v>0.23730000000000473</c:v>
                </c:pt>
                <c:pt idx="364">
                  <c:v>0.23759999999998627</c:v>
                </c:pt>
                <c:pt idx="365">
                  <c:v>0.23799999999999955</c:v>
                </c:pt>
                <c:pt idx="366">
                  <c:v>0.23829999999998108</c:v>
                </c:pt>
                <c:pt idx="367">
                  <c:v>0.23859999999996262</c:v>
                </c:pt>
                <c:pt idx="368">
                  <c:v>0.238900000000001</c:v>
                </c:pt>
                <c:pt idx="369">
                  <c:v>0.23910000000000764</c:v>
                </c:pt>
                <c:pt idx="370">
                  <c:v>0.23939999999998918</c:v>
                </c:pt>
                <c:pt idx="371">
                  <c:v>0.23959999999999582</c:v>
                </c:pt>
                <c:pt idx="372">
                  <c:v>0.23980000000000246</c:v>
                </c:pt>
                <c:pt idx="373">
                  <c:v>0.23989999999997735</c:v>
                </c:pt>
                <c:pt idx="374">
                  <c:v>0.23980000000000246</c:v>
                </c:pt>
                <c:pt idx="375">
                  <c:v>0.23949999999996407</c:v>
                </c:pt>
                <c:pt idx="376">
                  <c:v>0.23910000000000764</c:v>
                </c:pt>
                <c:pt idx="377">
                  <c:v>0.23859999999996262</c:v>
                </c:pt>
                <c:pt idx="378">
                  <c:v>0.23809999999997444</c:v>
                </c:pt>
                <c:pt idx="379">
                  <c:v>0.23759999999998627</c:v>
                </c:pt>
                <c:pt idx="380">
                  <c:v>0.23709999999999809</c:v>
                </c:pt>
                <c:pt idx="381">
                  <c:v>0.23649999999997817</c:v>
                </c:pt>
                <c:pt idx="382">
                  <c:v>0.23599999999999</c:v>
                </c:pt>
                <c:pt idx="383">
                  <c:v>0.23559999999997672</c:v>
                </c:pt>
                <c:pt idx="384">
                  <c:v>0.23509999999998854</c:v>
                </c:pt>
                <c:pt idx="385">
                  <c:v>0.23469999999997526</c:v>
                </c:pt>
                <c:pt idx="386">
                  <c:v>0.23430000000001883</c:v>
                </c:pt>
                <c:pt idx="387">
                  <c:v>0.23390000000000555</c:v>
                </c:pt>
                <c:pt idx="388">
                  <c:v>0.23349999999999227</c:v>
                </c:pt>
                <c:pt idx="389">
                  <c:v>0.23320000000001073</c:v>
                </c:pt>
                <c:pt idx="390">
                  <c:v>0.23289999999997235</c:v>
                </c:pt>
                <c:pt idx="391">
                  <c:v>0.23259999999999081</c:v>
                </c:pt>
                <c:pt idx="392">
                  <c:v>0.23239999999998417</c:v>
                </c:pt>
                <c:pt idx="393">
                  <c:v>0.23210000000000264</c:v>
                </c:pt>
                <c:pt idx="394">
                  <c:v>0.231899999999996</c:v>
                </c:pt>
                <c:pt idx="395">
                  <c:v>0.23169999999998936</c:v>
                </c:pt>
                <c:pt idx="396">
                  <c:v>0.23149999999998272</c:v>
                </c:pt>
                <c:pt idx="397">
                  <c:v>0.23129999999997608</c:v>
                </c:pt>
                <c:pt idx="398">
                  <c:v>0.23120000000000118</c:v>
                </c:pt>
                <c:pt idx="399">
                  <c:v>0.23099999999999454</c:v>
                </c:pt>
                <c:pt idx="400">
                  <c:v>0.2308999999999628</c:v>
                </c:pt>
                <c:pt idx="401">
                  <c:v>0.23070000000001301</c:v>
                </c:pt>
                <c:pt idx="402">
                  <c:v>0.23059999999998126</c:v>
                </c:pt>
                <c:pt idx="403">
                  <c:v>0.23050000000000637</c:v>
                </c:pt>
                <c:pt idx="404">
                  <c:v>0.23039999999997463</c:v>
                </c:pt>
                <c:pt idx="405">
                  <c:v>0.23029999999999973</c:v>
                </c:pt>
                <c:pt idx="406">
                  <c:v>0.23019999999996799</c:v>
                </c:pt>
                <c:pt idx="407">
                  <c:v>0.23009999999999309</c:v>
                </c:pt>
                <c:pt idx="408">
                  <c:v>0.23000000000001819</c:v>
                </c:pt>
                <c:pt idx="409">
                  <c:v>0.23000000000001819</c:v>
                </c:pt>
                <c:pt idx="410">
                  <c:v>0.22989999999998645</c:v>
                </c:pt>
                <c:pt idx="411">
                  <c:v>0.22989999999998645</c:v>
                </c:pt>
                <c:pt idx="412">
                  <c:v>0.22980000000001155</c:v>
                </c:pt>
                <c:pt idx="413">
                  <c:v>0.22969999999997981</c:v>
                </c:pt>
                <c:pt idx="414">
                  <c:v>0.22969999999997981</c:v>
                </c:pt>
                <c:pt idx="415">
                  <c:v>0.22969999999997981</c:v>
                </c:pt>
                <c:pt idx="416">
                  <c:v>0.22960000000000491</c:v>
                </c:pt>
                <c:pt idx="417">
                  <c:v>0.22960000000000491</c:v>
                </c:pt>
                <c:pt idx="418">
                  <c:v>0.22949999999997317</c:v>
                </c:pt>
                <c:pt idx="419">
                  <c:v>0.22949999999997317</c:v>
                </c:pt>
                <c:pt idx="420">
                  <c:v>0.22949999999997317</c:v>
                </c:pt>
                <c:pt idx="421">
                  <c:v>0.22949999999997317</c:v>
                </c:pt>
                <c:pt idx="422">
                  <c:v>0.22939999999999827</c:v>
                </c:pt>
                <c:pt idx="423">
                  <c:v>0.22939999999999827</c:v>
                </c:pt>
                <c:pt idx="424">
                  <c:v>0.22939999999999827</c:v>
                </c:pt>
                <c:pt idx="425">
                  <c:v>0.22939999999999827</c:v>
                </c:pt>
                <c:pt idx="426">
                  <c:v>0.22939999999999827</c:v>
                </c:pt>
                <c:pt idx="427">
                  <c:v>0.22949999999997317</c:v>
                </c:pt>
                <c:pt idx="428">
                  <c:v>0.22949999999997317</c:v>
                </c:pt>
                <c:pt idx="429">
                  <c:v>0.22949999999997317</c:v>
                </c:pt>
                <c:pt idx="430">
                  <c:v>0.22960000000000491</c:v>
                </c:pt>
                <c:pt idx="431">
                  <c:v>0.22960000000000491</c:v>
                </c:pt>
                <c:pt idx="432">
                  <c:v>0.22960000000000491</c:v>
                </c:pt>
                <c:pt idx="433">
                  <c:v>0.22969999999997981</c:v>
                </c:pt>
                <c:pt idx="434">
                  <c:v>0.22969999999997981</c:v>
                </c:pt>
                <c:pt idx="435">
                  <c:v>0.22980000000001155</c:v>
                </c:pt>
                <c:pt idx="436">
                  <c:v>0.22980000000001155</c:v>
                </c:pt>
                <c:pt idx="437">
                  <c:v>0.22980000000001155</c:v>
                </c:pt>
                <c:pt idx="438">
                  <c:v>0.22989999999998645</c:v>
                </c:pt>
                <c:pt idx="439">
                  <c:v>0.22989999999998645</c:v>
                </c:pt>
                <c:pt idx="440">
                  <c:v>0.22989999999998645</c:v>
                </c:pt>
                <c:pt idx="441">
                  <c:v>0.23000000000001819</c:v>
                </c:pt>
                <c:pt idx="442">
                  <c:v>0.23000000000001819</c:v>
                </c:pt>
                <c:pt idx="443">
                  <c:v>0.23000000000001819</c:v>
                </c:pt>
                <c:pt idx="444">
                  <c:v>0.23009999999999309</c:v>
                </c:pt>
                <c:pt idx="445">
                  <c:v>0.23009999999999309</c:v>
                </c:pt>
                <c:pt idx="446">
                  <c:v>0.23009999999999309</c:v>
                </c:pt>
                <c:pt idx="447">
                  <c:v>0.23009999999999309</c:v>
                </c:pt>
                <c:pt idx="448">
                  <c:v>0.23019999999996799</c:v>
                </c:pt>
                <c:pt idx="449">
                  <c:v>0.23019999999996799</c:v>
                </c:pt>
                <c:pt idx="450">
                  <c:v>0.23019999999996799</c:v>
                </c:pt>
                <c:pt idx="451">
                  <c:v>0.23019999999996799</c:v>
                </c:pt>
                <c:pt idx="452">
                  <c:v>0.23019999999996799</c:v>
                </c:pt>
                <c:pt idx="453">
                  <c:v>0.23019999999996799</c:v>
                </c:pt>
                <c:pt idx="454">
                  <c:v>0.23029999999999973</c:v>
                </c:pt>
                <c:pt idx="455">
                  <c:v>0.23029999999999973</c:v>
                </c:pt>
                <c:pt idx="456">
                  <c:v>0.23029999999999973</c:v>
                </c:pt>
                <c:pt idx="457">
                  <c:v>0.23029999999999973</c:v>
                </c:pt>
                <c:pt idx="458">
                  <c:v>0.23029999999999973</c:v>
                </c:pt>
                <c:pt idx="459">
                  <c:v>0.23029999999999973</c:v>
                </c:pt>
                <c:pt idx="460">
                  <c:v>0.23029999999999973</c:v>
                </c:pt>
                <c:pt idx="461">
                  <c:v>0.23039999999997463</c:v>
                </c:pt>
                <c:pt idx="462">
                  <c:v>0.23039999999997463</c:v>
                </c:pt>
                <c:pt idx="463">
                  <c:v>0.23039999999997463</c:v>
                </c:pt>
                <c:pt idx="464">
                  <c:v>0.23039999999997463</c:v>
                </c:pt>
                <c:pt idx="465">
                  <c:v>0.23039999999997463</c:v>
                </c:pt>
                <c:pt idx="466">
                  <c:v>0.23039999999997463</c:v>
                </c:pt>
                <c:pt idx="467">
                  <c:v>0.23039999999997463</c:v>
                </c:pt>
                <c:pt idx="468">
                  <c:v>0.23039999999997463</c:v>
                </c:pt>
                <c:pt idx="469">
                  <c:v>0.23039999999997463</c:v>
                </c:pt>
                <c:pt idx="470">
                  <c:v>0.23039999999997463</c:v>
                </c:pt>
                <c:pt idx="471">
                  <c:v>0.23039999999997463</c:v>
                </c:pt>
                <c:pt idx="472">
                  <c:v>0.23039999999997463</c:v>
                </c:pt>
                <c:pt idx="473">
                  <c:v>0.23050000000000637</c:v>
                </c:pt>
                <c:pt idx="474">
                  <c:v>0.23050000000000637</c:v>
                </c:pt>
                <c:pt idx="475">
                  <c:v>0.23050000000000637</c:v>
                </c:pt>
                <c:pt idx="476">
                  <c:v>0.23039999999997463</c:v>
                </c:pt>
                <c:pt idx="477">
                  <c:v>0.23029999999999973</c:v>
                </c:pt>
                <c:pt idx="478">
                  <c:v>0.23009999999999309</c:v>
                </c:pt>
                <c:pt idx="479">
                  <c:v>0.22989999999998645</c:v>
                </c:pt>
                <c:pt idx="480">
                  <c:v>0.22960000000000491</c:v>
                </c:pt>
                <c:pt idx="481">
                  <c:v>0.22929999999996653</c:v>
                </c:pt>
                <c:pt idx="482">
                  <c:v>0.22910000000001673</c:v>
                </c:pt>
                <c:pt idx="483">
                  <c:v>0.22879999999997835</c:v>
                </c:pt>
                <c:pt idx="484">
                  <c:v>0.22849999999999682</c:v>
                </c:pt>
                <c:pt idx="485">
                  <c:v>0.22820000000001528</c:v>
                </c:pt>
                <c:pt idx="486">
                  <c:v>0.22800000000000864</c:v>
                </c:pt>
                <c:pt idx="487">
                  <c:v>0.22769999999997026</c:v>
                </c:pt>
                <c:pt idx="488">
                  <c:v>0.22749999999996362</c:v>
                </c:pt>
                <c:pt idx="489">
                  <c:v>0.22730000000001382</c:v>
                </c:pt>
                <c:pt idx="490">
                  <c:v>0.22699999999997544</c:v>
                </c:pt>
                <c:pt idx="491">
                  <c:v>0.2267999999999688</c:v>
                </c:pt>
                <c:pt idx="492">
                  <c:v>0.22660000000001901</c:v>
                </c:pt>
                <c:pt idx="493">
                  <c:v>0.22640000000001237</c:v>
                </c:pt>
                <c:pt idx="494">
                  <c:v>0.22620000000000573</c:v>
                </c:pt>
                <c:pt idx="495">
                  <c:v>0.22609999999997399</c:v>
                </c:pt>
                <c:pt idx="496">
                  <c:v>0.22589999999996735</c:v>
                </c:pt>
                <c:pt idx="497">
                  <c:v>0.22570000000001755</c:v>
                </c:pt>
                <c:pt idx="498">
                  <c:v>0.22559999999998581</c:v>
                </c:pt>
                <c:pt idx="499">
                  <c:v>0.22539999999997917</c:v>
                </c:pt>
                <c:pt idx="500">
                  <c:v>0.22530000000000427</c:v>
                </c:pt>
                <c:pt idx="501">
                  <c:v>0.22539999999997917</c:v>
                </c:pt>
                <c:pt idx="502">
                  <c:v>0.22579999999999245</c:v>
                </c:pt>
                <c:pt idx="503">
                  <c:v>0.22629999999998063</c:v>
                </c:pt>
                <c:pt idx="504">
                  <c:v>0.22699999999997544</c:v>
                </c:pt>
                <c:pt idx="505">
                  <c:v>0.22769999999997026</c:v>
                </c:pt>
                <c:pt idx="506">
                  <c:v>0.22849999999999682</c:v>
                </c:pt>
                <c:pt idx="507">
                  <c:v>0.22919999999999163</c:v>
                </c:pt>
                <c:pt idx="508">
                  <c:v>0.23000000000001819</c:v>
                </c:pt>
                <c:pt idx="509">
                  <c:v>0.23070000000001301</c:v>
                </c:pt>
                <c:pt idx="510">
                  <c:v>0.23149999999998272</c:v>
                </c:pt>
                <c:pt idx="511">
                  <c:v>0.23219999999997754</c:v>
                </c:pt>
                <c:pt idx="512">
                  <c:v>0.23279999999999745</c:v>
                </c:pt>
                <c:pt idx="513">
                  <c:v>0.23340000000001737</c:v>
                </c:pt>
                <c:pt idx="514">
                  <c:v>0.23399999999998045</c:v>
                </c:pt>
                <c:pt idx="515">
                  <c:v>0.23460000000000036</c:v>
                </c:pt>
                <c:pt idx="516">
                  <c:v>0.23509999999998854</c:v>
                </c:pt>
                <c:pt idx="517">
                  <c:v>0.23559999999997672</c:v>
                </c:pt>
                <c:pt idx="518">
                  <c:v>0.23609999999996489</c:v>
                </c:pt>
                <c:pt idx="519">
                  <c:v>0.23649999999997817</c:v>
                </c:pt>
                <c:pt idx="520">
                  <c:v>0.23689999999999145</c:v>
                </c:pt>
                <c:pt idx="521">
                  <c:v>0.23730000000000473</c:v>
                </c:pt>
                <c:pt idx="522">
                  <c:v>0.23770000000001801</c:v>
                </c:pt>
                <c:pt idx="523">
                  <c:v>0.23799999999999955</c:v>
                </c:pt>
                <c:pt idx="524">
                  <c:v>0.23829999999998108</c:v>
                </c:pt>
                <c:pt idx="525">
                  <c:v>0.23859999999996262</c:v>
                </c:pt>
                <c:pt idx="526">
                  <c:v>0.238900000000001</c:v>
                </c:pt>
                <c:pt idx="527">
                  <c:v>0.23919999999998254</c:v>
                </c:pt>
                <c:pt idx="528">
                  <c:v>0.23939999999998918</c:v>
                </c:pt>
                <c:pt idx="529">
                  <c:v>0.23969999999997071</c:v>
                </c:pt>
                <c:pt idx="530">
                  <c:v>0.23989999999997735</c:v>
                </c:pt>
                <c:pt idx="531">
                  <c:v>0.23989999999997735</c:v>
                </c:pt>
                <c:pt idx="532">
                  <c:v>0.23980000000000246</c:v>
                </c:pt>
              </c:numCache>
            </c:numRef>
          </c:yVal>
          <c:smooth val="1"/>
          <c:extLst>
            <c:ext xmlns:c16="http://schemas.microsoft.com/office/drawing/2014/chart" uri="{C3380CC4-5D6E-409C-BE32-E72D297353CC}">
              <c16:uniqueId val="{0000003A-4233-4E9D-9D6D-D06060CC9530}"/>
            </c:ext>
          </c:extLst>
        </c:ser>
        <c:dLbls>
          <c:showLegendKey val="0"/>
          <c:showVal val="0"/>
          <c:showCatName val="0"/>
          <c:showSerName val="0"/>
          <c:showPercent val="0"/>
          <c:showBubbleSize val="0"/>
        </c:dLbls>
        <c:axId val="360958376"/>
        <c:axId val="360958768"/>
      </c:scatterChart>
      <c:valAx>
        <c:axId val="36095837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t</a:t>
                </a:r>
                <a:r>
                  <a:rPr lang="en-US" baseline="0" dirty="0"/>
                  <a:t> (SEC)</a:t>
                </a:r>
                <a:endParaRPr lang="en-US" dirty="0"/>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0958768"/>
        <c:crosses val="autoZero"/>
        <c:crossBetween val="midCat"/>
      </c:valAx>
      <c:valAx>
        <c:axId val="36095876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T (K)</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0958376"/>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SM THERMAL</a:t>
            </a:r>
            <a:r>
              <a:rPr lang="en-US" baseline="0" dirty="0"/>
              <a:t> STABILITY 50,000 MONTE CARLO RAYS</a:t>
            </a:r>
            <a:endParaRPr lang="en-US" dirty="0"/>
          </a:p>
        </c:rich>
      </c:tx>
      <c:layout>
        <c:manualLayout>
          <c:xMode val="edge"/>
          <c:yMode val="edge"/>
          <c:x val="0.26936232582802044"/>
          <c:y val="3.9052129981068433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smoothMarker"/>
        <c:varyColors val="0"/>
        <c:ser>
          <c:idx val="0"/>
          <c:order val="0"/>
          <c:tx>
            <c:strRef>
              <c:f>SM50000_TEMPSoc5l2_50000!$OO$1</c:f>
              <c:strCache>
                <c:ptCount val="1"/>
                <c:pt idx="0">
                  <c:v>TELE_SM_INTERIOR.260</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SM50000_TEMPSoc5l2_50000!$OO$2:$OO$536</c:f>
              <c:numCache>
                <c:formatCode>General</c:formatCode>
                <c:ptCount val="533"/>
                <c:pt idx="0">
                  <c:v>0</c:v>
                </c:pt>
                <c:pt idx="1">
                  <c:v>3.3000000000242835E-3</c:v>
                </c:pt>
                <c:pt idx="2">
                  <c:v>4.9000000000205546E-3</c:v>
                </c:pt>
                <c:pt idx="3">
                  <c:v>6.0000000000286491E-3</c:v>
                </c:pt>
                <c:pt idx="4">
                  <c:v>6.700000000023465E-3</c:v>
                </c:pt>
                <c:pt idx="5">
                  <c:v>7.3000000000433829E-3</c:v>
                </c:pt>
                <c:pt idx="6">
                  <c:v>7.6999999999998181E-3</c:v>
                </c:pt>
                <c:pt idx="7">
                  <c:v>8.1000000000130967E-3</c:v>
                </c:pt>
                <c:pt idx="8">
                  <c:v>8.399999999994634E-3</c:v>
                </c:pt>
                <c:pt idx="9">
                  <c:v>8.6000000000012733E-3</c:v>
                </c:pt>
                <c:pt idx="10">
                  <c:v>8.900000000039654E-3</c:v>
                </c:pt>
                <c:pt idx="11">
                  <c:v>9.1000000000462933E-3</c:v>
                </c:pt>
                <c:pt idx="12">
                  <c:v>9.2999999999960892E-3</c:v>
                </c:pt>
                <c:pt idx="13">
                  <c:v>9.5000000000027285E-3</c:v>
                </c:pt>
                <c:pt idx="14">
                  <c:v>9.6000000000344698E-3</c:v>
                </c:pt>
                <c:pt idx="15">
                  <c:v>9.8000000000411092E-3</c:v>
                </c:pt>
                <c:pt idx="16">
                  <c:v>1.0000000000047748E-2</c:v>
                </c:pt>
                <c:pt idx="17">
                  <c:v>1.0100000000022646E-2</c:v>
                </c:pt>
                <c:pt idx="18">
                  <c:v>1.0199999999997544E-2</c:v>
                </c:pt>
                <c:pt idx="19">
                  <c:v>1.0400000000004184E-2</c:v>
                </c:pt>
                <c:pt idx="20">
                  <c:v>1.0500000000035925E-2</c:v>
                </c:pt>
                <c:pt idx="21">
                  <c:v>1.0600000000010823E-2</c:v>
                </c:pt>
                <c:pt idx="22">
                  <c:v>1.0700000000042564E-2</c:v>
                </c:pt>
                <c:pt idx="23">
                  <c:v>1.0800000000017462E-2</c:v>
                </c:pt>
                <c:pt idx="24">
                  <c:v>1.0900000000049204E-2</c:v>
                </c:pt>
                <c:pt idx="25">
                  <c:v>1.1000000000024102E-2</c:v>
                </c:pt>
                <c:pt idx="26">
                  <c:v>1.0900000000049204E-2</c:v>
                </c:pt>
                <c:pt idx="27">
                  <c:v>1.0500000000035925E-2</c:v>
                </c:pt>
                <c:pt idx="28">
                  <c:v>1.0100000000022646E-2</c:v>
                </c:pt>
                <c:pt idx="29">
                  <c:v>9.9000000000160071E-3</c:v>
                </c:pt>
                <c:pt idx="30">
                  <c:v>9.8000000000411092E-3</c:v>
                </c:pt>
                <c:pt idx="31">
                  <c:v>9.7000000000093678E-3</c:v>
                </c:pt>
                <c:pt idx="32">
                  <c:v>9.6000000000344698E-3</c:v>
                </c:pt>
                <c:pt idx="33">
                  <c:v>9.6000000000344698E-3</c:v>
                </c:pt>
                <c:pt idx="34">
                  <c:v>9.6000000000344698E-3</c:v>
                </c:pt>
                <c:pt idx="35">
                  <c:v>9.6000000000344698E-3</c:v>
                </c:pt>
                <c:pt idx="36">
                  <c:v>9.6000000000344698E-3</c:v>
                </c:pt>
                <c:pt idx="37">
                  <c:v>9.6000000000344698E-3</c:v>
                </c:pt>
                <c:pt idx="38">
                  <c:v>9.6000000000344698E-3</c:v>
                </c:pt>
                <c:pt idx="39">
                  <c:v>9.6000000000344698E-3</c:v>
                </c:pt>
                <c:pt idx="40">
                  <c:v>9.6000000000344698E-3</c:v>
                </c:pt>
                <c:pt idx="41">
                  <c:v>9.6000000000344698E-3</c:v>
                </c:pt>
                <c:pt idx="42">
                  <c:v>9.6000000000344698E-3</c:v>
                </c:pt>
                <c:pt idx="43">
                  <c:v>9.6000000000344698E-3</c:v>
                </c:pt>
                <c:pt idx="44">
                  <c:v>9.6000000000344698E-3</c:v>
                </c:pt>
                <c:pt idx="45">
                  <c:v>9.6000000000344698E-3</c:v>
                </c:pt>
                <c:pt idx="46">
                  <c:v>9.6000000000344698E-3</c:v>
                </c:pt>
                <c:pt idx="47">
                  <c:v>9.6000000000344698E-3</c:v>
                </c:pt>
                <c:pt idx="48">
                  <c:v>9.7000000000093678E-3</c:v>
                </c:pt>
                <c:pt idx="49">
                  <c:v>9.7000000000093678E-3</c:v>
                </c:pt>
                <c:pt idx="50">
                  <c:v>9.7000000000093678E-3</c:v>
                </c:pt>
                <c:pt idx="51">
                  <c:v>9.7000000000093678E-3</c:v>
                </c:pt>
                <c:pt idx="52">
                  <c:v>9.7000000000093678E-3</c:v>
                </c:pt>
                <c:pt idx="53">
                  <c:v>9.7000000000093678E-3</c:v>
                </c:pt>
                <c:pt idx="54">
                  <c:v>9.7000000000093678E-3</c:v>
                </c:pt>
                <c:pt idx="55">
                  <c:v>9.7000000000093678E-3</c:v>
                </c:pt>
                <c:pt idx="56">
                  <c:v>9.7000000000093678E-3</c:v>
                </c:pt>
                <c:pt idx="57">
                  <c:v>9.8000000000411092E-3</c:v>
                </c:pt>
                <c:pt idx="58">
                  <c:v>1.0000000000047748E-2</c:v>
                </c:pt>
                <c:pt idx="59">
                  <c:v>1.0100000000022646E-2</c:v>
                </c:pt>
                <c:pt idx="60">
                  <c:v>1.0199999999997544E-2</c:v>
                </c:pt>
                <c:pt idx="61">
                  <c:v>1.0300000000029286E-2</c:v>
                </c:pt>
                <c:pt idx="62">
                  <c:v>1.0300000000029286E-2</c:v>
                </c:pt>
                <c:pt idx="63">
                  <c:v>1.0400000000004184E-2</c:v>
                </c:pt>
                <c:pt idx="64">
                  <c:v>1.0400000000004184E-2</c:v>
                </c:pt>
                <c:pt idx="65">
                  <c:v>1.0400000000004184E-2</c:v>
                </c:pt>
                <c:pt idx="66">
                  <c:v>1.0400000000004184E-2</c:v>
                </c:pt>
                <c:pt idx="67">
                  <c:v>1.0400000000004184E-2</c:v>
                </c:pt>
                <c:pt idx="68">
                  <c:v>1.0500000000035925E-2</c:v>
                </c:pt>
                <c:pt idx="69">
                  <c:v>1.0500000000035925E-2</c:v>
                </c:pt>
                <c:pt idx="70">
                  <c:v>1.0500000000035925E-2</c:v>
                </c:pt>
                <c:pt idx="71">
                  <c:v>1.0500000000035925E-2</c:v>
                </c:pt>
                <c:pt idx="72">
                  <c:v>1.0500000000035925E-2</c:v>
                </c:pt>
                <c:pt idx="73">
                  <c:v>1.0500000000035925E-2</c:v>
                </c:pt>
                <c:pt idx="74">
                  <c:v>1.0500000000035925E-2</c:v>
                </c:pt>
                <c:pt idx="75">
                  <c:v>1.0500000000035925E-2</c:v>
                </c:pt>
                <c:pt idx="76">
                  <c:v>1.0500000000035925E-2</c:v>
                </c:pt>
                <c:pt idx="77">
                  <c:v>1.0500000000035925E-2</c:v>
                </c:pt>
                <c:pt idx="78">
                  <c:v>1.0600000000010823E-2</c:v>
                </c:pt>
                <c:pt idx="79">
                  <c:v>1.0600000000010823E-2</c:v>
                </c:pt>
                <c:pt idx="80">
                  <c:v>1.0600000000010823E-2</c:v>
                </c:pt>
                <c:pt idx="81">
                  <c:v>1.0600000000010823E-2</c:v>
                </c:pt>
                <c:pt idx="82">
                  <c:v>1.0600000000010823E-2</c:v>
                </c:pt>
                <c:pt idx="83">
                  <c:v>1.0600000000010823E-2</c:v>
                </c:pt>
                <c:pt idx="84">
                  <c:v>1.0600000000010823E-2</c:v>
                </c:pt>
                <c:pt idx="85">
                  <c:v>1.0600000000010823E-2</c:v>
                </c:pt>
                <c:pt idx="86">
                  <c:v>1.0600000000010823E-2</c:v>
                </c:pt>
                <c:pt idx="87">
                  <c:v>1.0600000000010823E-2</c:v>
                </c:pt>
                <c:pt idx="88">
                  <c:v>1.0600000000010823E-2</c:v>
                </c:pt>
                <c:pt idx="89">
                  <c:v>1.0600000000010823E-2</c:v>
                </c:pt>
                <c:pt idx="90">
                  <c:v>1.0600000000010823E-2</c:v>
                </c:pt>
                <c:pt idx="91">
                  <c:v>1.0600000000010823E-2</c:v>
                </c:pt>
                <c:pt idx="92">
                  <c:v>1.0600000000010823E-2</c:v>
                </c:pt>
                <c:pt idx="93">
                  <c:v>1.0600000000010823E-2</c:v>
                </c:pt>
                <c:pt idx="94">
                  <c:v>1.0600000000010823E-2</c:v>
                </c:pt>
                <c:pt idx="95">
                  <c:v>1.0600000000010823E-2</c:v>
                </c:pt>
                <c:pt idx="96">
                  <c:v>1.0600000000010823E-2</c:v>
                </c:pt>
                <c:pt idx="97">
                  <c:v>1.0600000000010823E-2</c:v>
                </c:pt>
                <c:pt idx="98">
                  <c:v>1.0600000000010823E-2</c:v>
                </c:pt>
                <c:pt idx="99">
                  <c:v>1.0600000000010823E-2</c:v>
                </c:pt>
                <c:pt idx="100">
                  <c:v>1.0600000000010823E-2</c:v>
                </c:pt>
                <c:pt idx="101">
                  <c:v>1.0600000000010823E-2</c:v>
                </c:pt>
                <c:pt idx="102">
                  <c:v>1.0600000000010823E-2</c:v>
                </c:pt>
                <c:pt idx="103">
                  <c:v>1.0600000000010823E-2</c:v>
                </c:pt>
                <c:pt idx="104">
                  <c:v>1.0600000000010823E-2</c:v>
                </c:pt>
                <c:pt idx="105">
                  <c:v>1.0600000000010823E-2</c:v>
                </c:pt>
                <c:pt idx="106">
                  <c:v>1.0600000000010823E-2</c:v>
                </c:pt>
                <c:pt idx="107">
                  <c:v>1.0600000000010823E-2</c:v>
                </c:pt>
                <c:pt idx="108">
                  <c:v>1.0900000000049204E-2</c:v>
                </c:pt>
                <c:pt idx="109">
                  <c:v>1.1099999999999E-2</c:v>
                </c:pt>
                <c:pt idx="110">
                  <c:v>1.1200000000030741E-2</c:v>
                </c:pt>
                <c:pt idx="111">
                  <c:v>1.1300000000005639E-2</c:v>
                </c:pt>
                <c:pt idx="112">
                  <c:v>1.140000000003738E-2</c:v>
                </c:pt>
                <c:pt idx="113">
                  <c:v>1.140000000003738E-2</c:v>
                </c:pt>
                <c:pt idx="114">
                  <c:v>1.1500000000012278E-2</c:v>
                </c:pt>
                <c:pt idx="115">
                  <c:v>1.1500000000012278E-2</c:v>
                </c:pt>
                <c:pt idx="116">
                  <c:v>1.160000000004402E-2</c:v>
                </c:pt>
                <c:pt idx="117">
                  <c:v>1.160000000004402E-2</c:v>
                </c:pt>
                <c:pt idx="118">
                  <c:v>1.160000000004402E-2</c:v>
                </c:pt>
                <c:pt idx="119">
                  <c:v>1.160000000004402E-2</c:v>
                </c:pt>
                <c:pt idx="120">
                  <c:v>1.160000000004402E-2</c:v>
                </c:pt>
                <c:pt idx="121">
                  <c:v>1.160000000004402E-2</c:v>
                </c:pt>
                <c:pt idx="122">
                  <c:v>1.1700000000018917E-2</c:v>
                </c:pt>
                <c:pt idx="123">
                  <c:v>1.1700000000018917E-2</c:v>
                </c:pt>
                <c:pt idx="124">
                  <c:v>1.1700000000018917E-2</c:v>
                </c:pt>
                <c:pt idx="125">
                  <c:v>1.1700000000018917E-2</c:v>
                </c:pt>
                <c:pt idx="126">
                  <c:v>1.1700000000018917E-2</c:v>
                </c:pt>
                <c:pt idx="127">
                  <c:v>1.1700000000018917E-2</c:v>
                </c:pt>
                <c:pt idx="128">
                  <c:v>1.1700000000018917E-2</c:v>
                </c:pt>
                <c:pt idx="129">
                  <c:v>1.1700000000018917E-2</c:v>
                </c:pt>
                <c:pt idx="130">
                  <c:v>1.1700000000018917E-2</c:v>
                </c:pt>
                <c:pt idx="131">
                  <c:v>1.1700000000018917E-2</c:v>
                </c:pt>
                <c:pt idx="132">
                  <c:v>1.1700000000018917E-2</c:v>
                </c:pt>
                <c:pt idx="133">
                  <c:v>1.1700000000018917E-2</c:v>
                </c:pt>
                <c:pt idx="134">
                  <c:v>1.1700000000018917E-2</c:v>
                </c:pt>
                <c:pt idx="135">
                  <c:v>1.1700000000018917E-2</c:v>
                </c:pt>
                <c:pt idx="136">
                  <c:v>1.1700000000018917E-2</c:v>
                </c:pt>
                <c:pt idx="137">
                  <c:v>1.1700000000018917E-2</c:v>
                </c:pt>
                <c:pt idx="138">
                  <c:v>1.1700000000018917E-2</c:v>
                </c:pt>
                <c:pt idx="139">
                  <c:v>1.1700000000018917E-2</c:v>
                </c:pt>
                <c:pt idx="140">
                  <c:v>1.1700000000018917E-2</c:v>
                </c:pt>
                <c:pt idx="141">
                  <c:v>1.1700000000018917E-2</c:v>
                </c:pt>
                <c:pt idx="142">
                  <c:v>1.1700000000018917E-2</c:v>
                </c:pt>
                <c:pt idx="143">
                  <c:v>1.1700000000018917E-2</c:v>
                </c:pt>
                <c:pt idx="144">
                  <c:v>1.1700000000018917E-2</c:v>
                </c:pt>
                <c:pt idx="145">
                  <c:v>1.1700000000018917E-2</c:v>
                </c:pt>
                <c:pt idx="146">
                  <c:v>1.1700000000018917E-2</c:v>
                </c:pt>
                <c:pt idx="147">
                  <c:v>1.1700000000018917E-2</c:v>
                </c:pt>
                <c:pt idx="148">
                  <c:v>1.1700000000018917E-2</c:v>
                </c:pt>
                <c:pt idx="149">
                  <c:v>1.1700000000018917E-2</c:v>
                </c:pt>
                <c:pt idx="150">
                  <c:v>1.1700000000018917E-2</c:v>
                </c:pt>
                <c:pt idx="151">
                  <c:v>1.1700000000018917E-2</c:v>
                </c:pt>
                <c:pt idx="152">
                  <c:v>1.1700000000018917E-2</c:v>
                </c:pt>
                <c:pt idx="153">
                  <c:v>1.1700000000018917E-2</c:v>
                </c:pt>
                <c:pt idx="154">
                  <c:v>1.1700000000018917E-2</c:v>
                </c:pt>
                <c:pt idx="155">
                  <c:v>1.1700000000018917E-2</c:v>
                </c:pt>
                <c:pt idx="156">
                  <c:v>1.1700000000018917E-2</c:v>
                </c:pt>
                <c:pt idx="157">
                  <c:v>1.1800000000050659E-2</c:v>
                </c:pt>
                <c:pt idx="158">
                  <c:v>1.1800000000050659E-2</c:v>
                </c:pt>
                <c:pt idx="159">
                  <c:v>1.1900000000025557E-2</c:v>
                </c:pt>
                <c:pt idx="160">
                  <c:v>1.2000000000000455E-2</c:v>
                </c:pt>
                <c:pt idx="161">
                  <c:v>1.2100000000032196E-2</c:v>
                </c:pt>
                <c:pt idx="162">
                  <c:v>1.2100000000032196E-2</c:v>
                </c:pt>
                <c:pt idx="163">
                  <c:v>1.2100000000032196E-2</c:v>
                </c:pt>
                <c:pt idx="164">
                  <c:v>1.2100000000032196E-2</c:v>
                </c:pt>
                <c:pt idx="165">
                  <c:v>1.2100000000032196E-2</c:v>
                </c:pt>
                <c:pt idx="166">
                  <c:v>1.2200000000007094E-2</c:v>
                </c:pt>
                <c:pt idx="167">
                  <c:v>1.2200000000007094E-2</c:v>
                </c:pt>
                <c:pt idx="168">
                  <c:v>1.2200000000007094E-2</c:v>
                </c:pt>
                <c:pt idx="169">
                  <c:v>1.2200000000007094E-2</c:v>
                </c:pt>
                <c:pt idx="170">
                  <c:v>1.2200000000007094E-2</c:v>
                </c:pt>
                <c:pt idx="171">
                  <c:v>1.2200000000007094E-2</c:v>
                </c:pt>
                <c:pt idx="172">
                  <c:v>1.2200000000007094E-2</c:v>
                </c:pt>
                <c:pt idx="173">
                  <c:v>1.2200000000007094E-2</c:v>
                </c:pt>
                <c:pt idx="174">
                  <c:v>1.2200000000007094E-2</c:v>
                </c:pt>
                <c:pt idx="175">
                  <c:v>1.2200000000007094E-2</c:v>
                </c:pt>
                <c:pt idx="176">
                  <c:v>1.2200000000007094E-2</c:v>
                </c:pt>
                <c:pt idx="177">
                  <c:v>1.2200000000007094E-2</c:v>
                </c:pt>
                <c:pt idx="178">
                  <c:v>1.2200000000007094E-2</c:v>
                </c:pt>
                <c:pt idx="179">
                  <c:v>1.2200000000007094E-2</c:v>
                </c:pt>
                <c:pt idx="180">
                  <c:v>1.2200000000007094E-2</c:v>
                </c:pt>
                <c:pt idx="181">
                  <c:v>1.2200000000007094E-2</c:v>
                </c:pt>
                <c:pt idx="182">
                  <c:v>1.2200000000007094E-2</c:v>
                </c:pt>
                <c:pt idx="183">
                  <c:v>1.2000000000000455E-2</c:v>
                </c:pt>
                <c:pt idx="184">
                  <c:v>1.1500000000012278E-2</c:v>
                </c:pt>
                <c:pt idx="185">
                  <c:v>1.1099999999999E-2</c:v>
                </c:pt>
                <c:pt idx="186">
                  <c:v>1.0800000000017462E-2</c:v>
                </c:pt>
                <c:pt idx="187">
                  <c:v>1.0600000000010823E-2</c:v>
                </c:pt>
                <c:pt idx="188">
                  <c:v>1.0500000000035925E-2</c:v>
                </c:pt>
                <c:pt idx="189">
                  <c:v>1.0400000000004184E-2</c:v>
                </c:pt>
                <c:pt idx="190">
                  <c:v>1.0300000000029286E-2</c:v>
                </c:pt>
                <c:pt idx="191">
                  <c:v>1.0300000000029286E-2</c:v>
                </c:pt>
                <c:pt idx="192">
                  <c:v>1.0199999999997544E-2</c:v>
                </c:pt>
                <c:pt idx="193">
                  <c:v>1.0199999999997544E-2</c:v>
                </c:pt>
                <c:pt idx="194">
                  <c:v>1.0100000000022646E-2</c:v>
                </c:pt>
                <c:pt idx="195">
                  <c:v>1.0100000000022646E-2</c:v>
                </c:pt>
                <c:pt idx="196">
                  <c:v>1.0100000000022646E-2</c:v>
                </c:pt>
                <c:pt idx="197">
                  <c:v>1.0000000000047748E-2</c:v>
                </c:pt>
                <c:pt idx="198">
                  <c:v>1.0000000000047748E-2</c:v>
                </c:pt>
                <c:pt idx="199">
                  <c:v>1.0000000000047748E-2</c:v>
                </c:pt>
                <c:pt idx="200">
                  <c:v>1.0000000000047748E-2</c:v>
                </c:pt>
                <c:pt idx="201">
                  <c:v>1.0000000000047748E-2</c:v>
                </c:pt>
                <c:pt idx="202">
                  <c:v>1.0000000000047748E-2</c:v>
                </c:pt>
                <c:pt idx="203">
                  <c:v>1.0000000000047748E-2</c:v>
                </c:pt>
                <c:pt idx="204">
                  <c:v>9.9000000000160071E-3</c:v>
                </c:pt>
                <c:pt idx="205">
                  <c:v>9.9000000000160071E-3</c:v>
                </c:pt>
                <c:pt idx="206">
                  <c:v>9.9000000000160071E-3</c:v>
                </c:pt>
                <c:pt idx="207">
                  <c:v>9.9000000000160071E-3</c:v>
                </c:pt>
                <c:pt idx="208">
                  <c:v>9.9000000000160071E-3</c:v>
                </c:pt>
                <c:pt idx="209">
                  <c:v>9.9000000000160071E-3</c:v>
                </c:pt>
                <c:pt idx="210">
                  <c:v>9.9000000000160071E-3</c:v>
                </c:pt>
                <c:pt idx="211">
                  <c:v>9.9000000000160071E-3</c:v>
                </c:pt>
                <c:pt idx="212">
                  <c:v>9.9000000000160071E-3</c:v>
                </c:pt>
                <c:pt idx="213">
                  <c:v>9.9000000000160071E-3</c:v>
                </c:pt>
                <c:pt idx="214">
                  <c:v>1.0000000000047748E-2</c:v>
                </c:pt>
                <c:pt idx="215">
                  <c:v>1.0199999999997544E-2</c:v>
                </c:pt>
                <c:pt idx="216">
                  <c:v>1.0300000000029286E-2</c:v>
                </c:pt>
                <c:pt idx="217">
                  <c:v>1.0400000000004184E-2</c:v>
                </c:pt>
                <c:pt idx="218">
                  <c:v>1.0400000000004184E-2</c:v>
                </c:pt>
                <c:pt idx="219">
                  <c:v>1.0500000000035925E-2</c:v>
                </c:pt>
                <c:pt idx="220">
                  <c:v>1.0500000000035925E-2</c:v>
                </c:pt>
                <c:pt idx="221">
                  <c:v>1.0500000000035925E-2</c:v>
                </c:pt>
                <c:pt idx="222">
                  <c:v>1.0500000000035925E-2</c:v>
                </c:pt>
                <c:pt idx="223">
                  <c:v>1.0500000000035925E-2</c:v>
                </c:pt>
                <c:pt idx="224">
                  <c:v>1.0500000000035925E-2</c:v>
                </c:pt>
                <c:pt idx="225">
                  <c:v>1.0500000000035925E-2</c:v>
                </c:pt>
                <c:pt idx="226">
                  <c:v>1.0600000000010823E-2</c:v>
                </c:pt>
                <c:pt idx="227">
                  <c:v>1.0600000000010823E-2</c:v>
                </c:pt>
                <c:pt idx="228">
                  <c:v>1.0600000000010823E-2</c:v>
                </c:pt>
                <c:pt idx="229">
                  <c:v>1.0600000000010823E-2</c:v>
                </c:pt>
                <c:pt idx="230">
                  <c:v>1.0600000000010823E-2</c:v>
                </c:pt>
                <c:pt idx="231">
                  <c:v>1.0600000000010823E-2</c:v>
                </c:pt>
                <c:pt idx="232">
                  <c:v>1.0600000000010823E-2</c:v>
                </c:pt>
                <c:pt idx="233">
                  <c:v>1.0600000000010823E-2</c:v>
                </c:pt>
                <c:pt idx="234">
                  <c:v>1.0600000000010823E-2</c:v>
                </c:pt>
                <c:pt idx="235">
                  <c:v>1.0600000000010823E-2</c:v>
                </c:pt>
                <c:pt idx="236">
                  <c:v>1.0600000000010823E-2</c:v>
                </c:pt>
                <c:pt idx="237">
                  <c:v>1.0600000000010823E-2</c:v>
                </c:pt>
                <c:pt idx="238">
                  <c:v>1.0600000000010823E-2</c:v>
                </c:pt>
                <c:pt idx="239">
                  <c:v>1.0600000000010823E-2</c:v>
                </c:pt>
                <c:pt idx="240">
                  <c:v>1.0600000000010823E-2</c:v>
                </c:pt>
                <c:pt idx="241">
                  <c:v>1.0600000000010823E-2</c:v>
                </c:pt>
                <c:pt idx="242">
                  <c:v>1.0600000000010823E-2</c:v>
                </c:pt>
                <c:pt idx="243">
                  <c:v>1.0600000000010823E-2</c:v>
                </c:pt>
                <c:pt idx="244">
                  <c:v>1.0600000000010823E-2</c:v>
                </c:pt>
                <c:pt idx="245">
                  <c:v>1.0600000000010823E-2</c:v>
                </c:pt>
                <c:pt idx="246">
                  <c:v>1.0600000000010823E-2</c:v>
                </c:pt>
                <c:pt idx="247">
                  <c:v>1.0600000000010823E-2</c:v>
                </c:pt>
                <c:pt idx="248">
                  <c:v>1.0600000000010823E-2</c:v>
                </c:pt>
                <c:pt idx="249">
                  <c:v>1.0600000000010823E-2</c:v>
                </c:pt>
                <c:pt idx="250">
                  <c:v>1.0600000000010823E-2</c:v>
                </c:pt>
                <c:pt idx="251">
                  <c:v>1.0600000000010823E-2</c:v>
                </c:pt>
                <c:pt idx="252">
                  <c:v>1.0600000000010823E-2</c:v>
                </c:pt>
                <c:pt idx="253">
                  <c:v>1.0600000000010823E-2</c:v>
                </c:pt>
                <c:pt idx="254">
                  <c:v>1.0600000000010823E-2</c:v>
                </c:pt>
                <c:pt idx="255">
                  <c:v>1.0600000000010823E-2</c:v>
                </c:pt>
                <c:pt idx="256">
                  <c:v>1.0600000000010823E-2</c:v>
                </c:pt>
                <c:pt idx="257">
                  <c:v>1.0600000000010823E-2</c:v>
                </c:pt>
                <c:pt idx="258">
                  <c:v>1.0600000000010823E-2</c:v>
                </c:pt>
                <c:pt idx="259">
                  <c:v>1.0600000000010823E-2</c:v>
                </c:pt>
                <c:pt idx="260">
                  <c:v>1.0600000000010823E-2</c:v>
                </c:pt>
                <c:pt idx="261">
                  <c:v>1.0600000000010823E-2</c:v>
                </c:pt>
                <c:pt idx="262">
                  <c:v>1.0600000000010823E-2</c:v>
                </c:pt>
                <c:pt idx="263">
                  <c:v>1.0600000000010823E-2</c:v>
                </c:pt>
                <c:pt idx="264">
                  <c:v>1.0700000000042564E-2</c:v>
                </c:pt>
                <c:pt idx="265">
                  <c:v>1.0900000000049204E-2</c:v>
                </c:pt>
                <c:pt idx="266">
                  <c:v>1.1099999999999E-2</c:v>
                </c:pt>
                <c:pt idx="267">
                  <c:v>1.1200000000030741E-2</c:v>
                </c:pt>
                <c:pt idx="268">
                  <c:v>1.1300000000005639E-2</c:v>
                </c:pt>
                <c:pt idx="269">
                  <c:v>1.140000000003738E-2</c:v>
                </c:pt>
                <c:pt idx="270">
                  <c:v>1.140000000003738E-2</c:v>
                </c:pt>
                <c:pt idx="271">
                  <c:v>1.1500000000012278E-2</c:v>
                </c:pt>
                <c:pt idx="272">
                  <c:v>1.1500000000012278E-2</c:v>
                </c:pt>
                <c:pt idx="273">
                  <c:v>1.160000000004402E-2</c:v>
                </c:pt>
                <c:pt idx="274">
                  <c:v>1.160000000004402E-2</c:v>
                </c:pt>
                <c:pt idx="275">
                  <c:v>1.160000000004402E-2</c:v>
                </c:pt>
                <c:pt idx="276">
                  <c:v>1.160000000004402E-2</c:v>
                </c:pt>
                <c:pt idx="277">
                  <c:v>1.160000000004402E-2</c:v>
                </c:pt>
                <c:pt idx="278">
                  <c:v>1.1700000000018917E-2</c:v>
                </c:pt>
                <c:pt idx="279">
                  <c:v>1.1700000000018917E-2</c:v>
                </c:pt>
                <c:pt idx="280">
                  <c:v>1.1700000000018917E-2</c:v>
                </c:pt>
                <c:pt idx="281">
                  <c:v>1.1700000000018917E-2</c:v>
                </c:pt>
                <c:pt idx="282">
                  <c:v>1.1700000000018917E-2</c:v>
                </c:pt>
                <c:pt idx="283">
                  <c:v>1.1700000000018917E-2</c:v>
                </c:pt>
                <c:pt idx="284">
                  <c:v>1.1700000000018917E-2</c:v>
                </c:pt>
                <c:pt idx="285">
                  <c:v>1.1700000000018917E-2</c:v>
                </c:pt>
                <c:pt idx="286">
                  <c:v>1.1700000000018917E-2</c:v>
                </c:pt>
                <c:pt idx="287">
                  <c:v>1.1700000000018917E-2</c:v>
                </c:pt>
                <c:pt idx="288">
                  <c:v>1.1700000000018917E-2</c:v>
                </c:pt>
                <c:pt idx="289">
                  <c:v>1.1700000000018917E-2</c:v>
                </c:pt>
                <c:pt idx="290">
                  <c:v>1.1700000000018917E-2</c:v>
                </c:pt>
                <c:pt idx="291">
                  <c:v>1.1700000000018917E-2</c:v>
                </c:pt>
                <c:pt idx="292">
                  <c:v>1.1700000000018917E-2</c:v>
                </c:pt>
                <c:pt idx="293">
                  <c:v>1.1700000000018917E-2</c:v>
                </c:pt>
                <c:pt idx="294">
                  <c:v>1.1700000000018917E-2</c:v>
                </c:pt>
                <c:pt idx="295">
                  <c:v>1.1700000000018917E-2</c:v>
                </c:pt>
                <c:pt idx="296">
                  <c:v>1.1700000000018917E-2</c:v>
                </c:pt>
                <c:pt idx="297">
                  <c:v>1.1700000000018917E-2</c:v>
                </c:pt>
                <c:pt idx="298">
                  <c:v>1.1700000000018917E-2</c:v>
                </c:pt>
                <c:pt idx="299">
                  <c:v>1.1700000000018917E-2</c:v>
                </c:pt>
                <c:pt idx="300">
                  <c:v>1.1700000000018917E-2</c:v>
                </c:pt>
                <c:pt idx="301">
                  <c:v>1.1700000000018917E-2</c:v>
                </c:pt>
                <c:pt idx="302">
                  <c:v>1.1700000000018917E-2</c:v>
                </c:pt>
                <c:pt idx="303">
                  <c:v>1.1700000000018917E-2</c:v>
                </c:pt>
                <c:pt idx="304">
                  <c:v>1.1700000000018917E-2</c:v>
                </c:pt>
                <c:pt idx="305">
                  <c:v>1.1700000000018917E-2</c:v>
                </c:pt>
                <c:pt idx="306">
                  <c:v>1.1700000000018917E-2</c:v>
                </c:pt>
                <c:pt idx="307">
                  <c:v>1.1700000000018917E-2</c:v>
                </c:pt>
                <c:pt idx="308">
                  <c:v>1.1700000000018917E-2</c:v>
                </c:pt>
                <c:pt idx="309">
                  <c:v>1.1700000000018917E-2</c:v>
                </c:pt>
                <c:pt idx="310">
                  <c:v>1.1700000000018917E-2</c:v>
                </c:pt>
                <c:pt idx="311">
                  <c:v>1.1700000000018917E-2</c:v>
                </c:pt>
                <c:pt idx="312">
                  <c:v>1.1700000000018917E-2</c:v>
                </c:pt>
                <c:pt idx="313">
                  <c:v>1.1800000000050659E-2</c:v>
                </c:pt>
                <c:pt idx="314">
                  <c:v>1.1800000000050659E-2</c:v>
                </c:pt>
                <c:pt idx="315">
                  <c:v>1.1900000000025557E-2</c:v>
                </c:pt>
                <c:pt idx="316">
                  <c:v>1.2000000000000455E-2</c:v>
                </c:pt>
                <c:pt idx="317">
                  <c:v>1.2000000000000455E-2</c:v>
                </c:pt>
                <c:pt idx="318">
                  <c:v>1.2100000000032196E-2</c:v>
                </c:pt>
                <c:pt idx="319">
                  <c:v>1.2100000000032196E-2</c:v>
                </c:pt>
                <c:pt idx="320">
                  <c:v>1.2100000000032196E-2</c:v>
                </c:pt>
                <c:pt idx="321">
                  <c:v>1.2100000000032196E-2</c:v>
                </c:pt>
                <c:pt idx="322">
                  <c:v>1.2100000000032196E-2</c:v>
                </c:pt>
                <c:pt idx="323">
                  <c:v>1.2200000000007094E-2</c:v>
                </c:pt>
                <c:pt idx="324">
                  <c:v>1.2200000000007094E-2</c:v>
                </c:pt>
                <c:pt idx="325">
                  <c:v>1.2200000000007094E-2</c:v>
                </c:pt>
                <c:pt idx="326">
                  <c:v>1.2200000000007094E-2</c:v>
                </c:pt>
                <c:pt idx="327">
                  <c:v>1.2200000000007094E-2</c:v>
                </c:pt>
                <c:pt idx="328">
                  <c:v>1.2200000000007094E-2</c:v>
                </c:pt>
                <c:pt idx="329">
                  <c:v>1.2200000000007094E-2</c:v>
                </c:pt>
                <c:pt idx="330">
                  <c:v>1.2200000000007094E-2</c:v>
                </c:pt>
                <c:pt idx="331">
                  <c:v>1.2200000000007094E-2</c:v>
                </c:pt>
                <c:pt idx="332">
                  <c:v>1.2200000000007094E-2</c:v>
                </c:pt>
                <c:pt idx="333">
                  <c:v>1.2200000000007094E-2</c:v>
                </c:pt>
                <c:pt idx="334">
                  <c:v>1.2200000000007094E-2</c:v>
                </c:pt>
                <c:pt idx="335">
                  <c:v>1.2200000000007094E-2</c:v>
                </c:pt>
                <c:pt idx="336">
                  <c:v>1.2200000000007094E-2</c:v>
                </c:pt>
                <c:pt idx="337">
                  <c:v>1.2200000000007094E-2</c:v>
                </c:pt>
                <c:pt idx="338">
                  <c:v>1.2200000000007094E-2</c:v>
                </c:pt>
                <c:pt idx="339">
                  <c:v>1.2200000000007094E-2</c:v>
                </c:pt>
                <c:pt idx="340">
                  <c:v>1.1900000000025557E-2</c:v>
                </c:pt>
                <c:pt idx="341">
                  <c:v>1.140000000003738E-2</c:v>
                </c:pt>
                <c:pt idx="342">
                  <c:v>1.1099999999999E-2</c:v>
                </c:pt>
                <c:pt idx="343">
                  <c:v>1.0800000000017462E-2</c:v>
                </c:pt>
                <c:pt idx="344">
                  <c:v>1.0600000000010823E-2</c:v>
                </c:pt>
                <c:pt idx="345">
                  <c:v>1.0500000000035925E-2</c:v>
                </c:pt>
                <c:pt idx="346">
                  <c:v>1.0400000000004184E-2</c:v>
                </c:pt>
                <c:pt idx="347">
                  <c:v>1.0300000000029286E-2</c:v>
                </c:pt>
                <c:pt idx="348">
                  <c:v>1.0199999999997544E-2</c:v>
                </c:pt>
                <c:pt idx="349">
                  <c:v>1.0199999999997544E-2</c:v>
                </c:pt>
                <c:pt idx="350">
                  <c:v>1.0199999999997544E-2</c:v>
                </c:pt>
                <c:pt idx="351">
                  <c:v>1.0100000000022646E-2</c:v>
                </c:pt>
                <c:pt idx="352">
                  <c:v>1.0100000000022646E-2</c:v>
                </c:pt>
                <c:pt idx="353">
                  <c:v>1.0100000000022646E-2</c:v>
                </c:pt>
                <c:pt idx="354">
                  <c:v>1.0000000000047748E-2</c:v>
                </c:pt>
                <c:pt idx="355">
                  <c:v>1.0000000000047748E-2</c:v>
                </c:pt>
                <c:pt idx="356">
                  <c:v>1.0000000000047748E-2</c:v>
                </c:pt>
                <c:pt idx="357">
                  <c:v>1.0000000000047748E-2</c:v>
                </c:pt>
                <c:pt idx="358">
                  <c:v>1.0000000000047748E-2</c:v>
                </c:pt>
                <c:pt idx="359">
                  <c:v>1.0000000000047748E-2</c:v>
                </c:pt>
                <c:pt idx="360">
                  <c:v>1.0000000000047748E-2</c:v>
                </c:pt>
                <c:pt idx="361">
                  <c:v>1.0000000000047748E-2</c:v>
                </c:pt>
                <c:pt idx="362">
                  <c:v>9.9000000000160071E-3</c:v>
                </c:pt>
                <c:pt idx="363">
                  <c:v>9.9000000000160071E-3</c:v>
                </c:pt>
                <c:pt idx="364">
                  <c:v>9.9000000000160071E-3</c:v>
                </c:pt>
                <c:pt idx="365">
                  <c:v>9.9000000000160071E-3</c:v>
                </c:pt>
                <c:pt idx="366">
                  <c:v>9.9000000000160071E-3</c:v>
                </c:pt>
                <c:pt idx="367">
                  <c:v>9.9000000000160071E-3</c:v>
                </c:pt>
                <c:pt idx="368">
                  <c:v>9.9000000000160071E-3</c:v>
                </c:pt>
                <c:pt idx="369">
                  <c:v>9.9000000000160071E-3</c:v>
                </c:pt>
                <c:pt idx="370">
                  <c:v>9.9000000000160071E-3</c:v>
                </c:pt>
                <c:pt idx="371">
                  <c:v>9.9000000000160071E-3</c:v>
                </c:pt>
                <c:pt idx="372">
                  <c:v>1.0100000000022646E-2</c:v>
                </c:pt>
                <c:pt idx="373">
                  <c:v>1.0199999999997544E-2</c:v>
                </c:pt>
                <c:pt idx="374">
                  <c:v>1.0300000000029286E-2</c:v>
                </c:pt>
                <c:pt idx="375">
                  <c:v>1.0400000000004184E-2</c:v>
                </c:pt>
                <c:pt idx="376">
                  <c:v>1.0400000000004184E-2</c:v>
                </c:pt>
                <c:pt idx="377">
                  <c:v>1.0500000000035925E-2</c:v>
                </c:pt>
                <c:pt idx="378">
                  <c:v>1.0500000000035925E-2</c:v>
                </c:pt>
                <c:pt idx="379">
                  <c:v>1.0500000000035925E-2</c:v>
                </c:pt>
                <c:pt idx="380">
                  <c:v>1.0500000000035925E-2</c:v>
                </c:pt>
                <c:pt idx="381">
                  <c:v>1.0500000000035925E-2</c:v>
                </c:pt>
                <c:pt idx="382">
                  <c:v>1.0500000000035925E-2</c:v>
                </c:pt>
                <c:pt idx="383">
                  <c:v>1.0500000000035925E-2</c:v>
                </c:pt>
                <c:pt idx="384">
                  <c:v>1.0600000000010823E-2</c:v>
                </c:pt>
                <c:pt idx="385">
                  <c:v>1.0600000000010823E-2</c:v>
                </c:pt>
                <c:pt idx="386">
                  <c:v>1.0600000000010823E-2</c:v>
                </c:pt>
                <c:pt idx="387">
                  <c:v>1.0600000000010823E-2</c:v>
                </c:pt>
                <c:pt idx="388">
                  <c:v>1.0600000000010823E-2</c:v>
                </c:pt>
                <c:pt idx="389">
                  <c:v>1.0600000000010823E-2</c:v>
                </c:pt>
                <c:pt idx="390">
                  <c:v>1.0600000000010823E-2</c:v>
                </c:pt>
                <c:pt idx="391">
                  <c:v>1.0600000000010823E-2</c:v>
                </c:pt>
                <c:pt idx="392">
                  <c:v>1.0600000000010823E-2</c:v>
                </c:pt>
                <c:pt idx="393">
                  <c:v>1.0600000000010823E-2</c:v>
                </c:pt>
                <c:pt idx="394">
                  <c:v>1.0600000000010823E-2</c:v>
                </c:pt>
                <c:pt idx="395">
                  <c:v>1.0600000000010823E-2</c:v>
                </c:pt>
                <c:pt idx="396">
                  <c:v>1.0600000000010823E-2</c:v>
                </c:pt>
                <c:pt idx="397">
                  <c:v>1.0600000000010823E-2</c:v>
                </c:pt>
                <c:pt idx="398">
                  <c:v>1.0600000000010823E-2</c:v>
                </c:pt>
                <c:pt idx="399">
                  <c:v>1.0600000000010823E-2</c:v>
                </c:pt>
                <c:pt idx="400">
                  <c:v>1.0600000000010823E-2</c:v>
                </c:pt>
                <c:pt idx="401">
                  <c:v>1.0600000000010823E-2</c:v>
                </c:pt>
                <c:pt idx="402">
                  <c:v>1.0600000000010823E-2</c:v>
                </c:pt>
                <c:pt idx="403">
                  <c:v>1.0600000000010823E-2</c:v>
                </c:pt>
                <c:pt idx="404">
                  <c:v>1.0600000000010823E-2</c:v>
                </c:pt>
                <c:pt idx="405">
                  <c:v>1.0600000000010823E-2</c:v>
                </c:pt>
                <c:pt idx="406">
                  <c:v>1.0600000000010823E-2</c:v>
                </c:pt>
                <c:pt idx="407">
                  <c:v>1.0600000000010823E-2</c:v>
                </c:pt>
                <c:pt idx="408">
                  <c:v>1.0600000000010823E-2</c:v>
                </c:pt>
                <c:pt idx="409">
                  <c:v>1.0600000000010823E-2</c:v>
                </c:pt>
                <c:pt idx="410">
                  <c:v>1.0600000000010823E-2</c:v>
                </c:pt>
                <c:pt idx="411">
                  <c:v>1.0600000000010823E-2</c:v>
                </c:pt>
                <c:pt idx="412">
                  <c:v>1.0600000000010823E-2</c:v>
                </c:pt>
                <c:pt idx="413">
                  <c:v>1.0600000000010823E-2</c:v>
                </c:pt>
                <c:pt idx="414">
                  <c:v>1.0600000000010823E-2</c:v>
                </c:pt>
                <c:pt idx="415">
                  <c:v>1.0600000000010823E-2</c:v>
                </c:pt>
                <c:pt idx="416">
                  <c:v>1.0600000000010823E-2</c:v>
                </c:pt>
                <c:pt idx="417">
                  <c:v>1.0600000000010823E-2</c:v>
                </c:pt>
                <c:pt idx="418">
                  <c:v>1.0600000000010823E-2</c:v>
                </c:pt>
                <c:pt idx="419">
                  <c:v>1.0600000000010823E-2</c:v>
                </c:pt>
                <c:pt idx="420">
                  <c:v>1.0600000000010823E-2</c:v>
                </c:pt>
                <c:pt idx="421">
                  <c:v>1.0600000000010823E-2</c:v>
                </c:pt>
                <c:pt idx="422">
                  <c:v>1.0700000000042564E-2</c:v>
                </c:pt>
                <c:pt idx="423">
                  <c:v>1.0900000000049204E-2</c:v>
                </c:pt>
                <c:pt idx="424">
                  <c:v>1.1099999999999E-2</c:v>
                </c:pt>
                <c:pt idx="425">
                  <c:v>1.1200000000030741E-2</c:v>
                </c:pt>
                <c:pt idx="426">
                  <c:v>1.1300000000005639E-2</c:v>
                </c:pt>
                <c:pt idx="427">
                  <c:v>1.140000000003738E-2</c:v>
                </c:pt>
                <c:pt idx="428">
                  <c:v>1.1500000000012278E-2</c:v>
                </c:pt>
                <c:pt idx="429">
                  <c:v>1.1500000000012278E-2</c:v>
                </c:pt>
                <c:pt idx="430">
                  <c:v>1.1500000000012278E-2</c:v>
                </c:pt>
                <c:pt idx="431">
                  <c:v>1.160000000004402E-2</c:v>
                </c:pt>
                <c:pt idx="432">
                  <c:v>1.160000000004402E-2</c:v>
                </c:pt>
                <c:pt idx="433">
                  <c:v>1.160000000004402E-2</c:v>
                </c:pt>
                <c:pt idx="434">
                  <c:v>1.160000000004402E-2</c:v>
                </c:pt>
                <c:pt idx="435">
                  <c:v>1.160000000004402E-2</c:v>
                </c:pt>
                <c:pt idx="436">
                  <c:v>1.1700000000018917E-2</c:v>
                </c:pt>
                <c:pt idx="437">
                  <c:v>1.1700000000018917E-2</c:v>
                </c:pt>
                <c:pt idx="438">
                  <c:v>1.1700000000018917E-2</c:v>
                </c:pt>
                <c:pt idx="439">
                  <c:v>1.1700000000018917E-2</c:v>
                </c:pt>
                <c:pt idx="440">
                  <c:v>1.1700000000018917E-2</c:v>
                </c:pt>
                <c:pt idx="441">
                  <c:v>1.1700000000018917E-2</c:v>
                </c:pt>
                <c:pt idx="442">
                  <c:v>1.1700000000018917E-2</c:v>
                </c:pt>
                <c:pt idx="443">
                  <c:v>1.1700000000018917E-2</c:v>
                </c:pt>
                <c:pt idx="444">
                  <c:v>1.1700000000018917E-2</c:v>
                </c:pt>
                <c:pt idx="445">
                  <c:v>1.1700000000018917E-2</c:v>
                </c:pt>
                <c:pt idx="446">
                  <c:v>1.1700000000018917E-2</c:v>
                </c:pt>
                <c:pt idx="447">
                  <c:v>1.1700000000018917E-2</c:v>
                </c:pt>
                <c:pt idx="448">
                  <c:v>1.1700000000018917E-2</c:v>
                </c:pt>
                <c:pt idx="449">
                  <c:v>1.1700000000018917E-2</c:v>
                </c:pt>
                <c:pt idx="450">
                  <c:v>1.1700000000018917E-2</c:v>
                </c:pt>
                <c:pt idx="451">
                  <c:v>1.1700000000018917E-2</c:v>
                </c:pt>
                <c:pt idx="452">
                  <c:v>1.1700000000018917E-2</c:v>
                </c:pt>
                <c:pt idx="453">
                  <c:v>1.1700000000018917E-2</c:v>
                </c:pt>
                <c:pt idx="454">
                  <c:v>1.1700000000018917E-2</c:v>
                </c:pt>
                <c:pt idx="455">
                  <c:v>1.1700000000018917E-2</c:v>
                </c:pt>
                <c:pt idx="456">
                  <c:v>1.1700000000018917E-2</c:v>
                </c:pt>
                <c:pt idx="457">
                  <c:v>1.1700000000018917E-2</c:v>
                </c:pt>
                <c:pt idx="458">
                  <c:v>1.1700000000018917E-2</c:v>
                </c:pt>
                <c:pt idx="459">
                  <c:v>1.1700000000018917E-2</c:v>
                </c:pt>
                <c:pt idx="460">
                  <c:v>1.1700000000018917E-2</c:v>
                </c:pt>
                <c:pt idx="461">
                  <c:v>1.1700000000018917E-2</c:v>
                </c:pt>
                <c:pt idx="462">
                  <c:v>1.1700000000018917E-2</c:v>
                </c:pt>
                <c:pt idx="463">
                  <c:v>1.1700000000018917E-2</c:v>
                </c:pt>
                <c:pt idx="464">
                  <c:v>1.1700000000018917E-2</c:v>
                </c:pt>
                <c:pt idx="465">
                  <c:v>1.1700000000018917E-2</c:v>
                </c:pt>
                <c:pt idx="466">
                  <c:v>1.1700000000018917E-2</c:v>
                </c:pt>
                <c:pt idx="467">
                  <c:v>1.1700000000018917E-2</c:v>
                </c:pt>
                <c:pt idx="468">
                  <c:v>1.1700000000018917E-2</c:v>
                </c:pt>
                <c:pt idx="469">
                  <c:v>1.1700000000018917E-2</c:v>
                </c:pt>
                <c:pt idx="470">
                  <c:v>1.1700000000018917E-2</c:v>
                </c:pt>
                <c:pt idx="471">
                  <c:v>1.1800000000050659E-2</c:v>
                </c:pt>
                <c:pt idx="472">
                  <c:v>1.1800000000050659E-2</c:v>
                </c:pt>
                <c:pt idx="473">
                  <c:v>1.1800000000050659E-2</c:v>
                </c:pt>
                <c:pt idx="474">
                  <c:v>1.1900000000025557E-2</c:v>
                </c:pt>
                <c:pt idx="475">
                  <c:v>1.2000000000000455E-2</c:v>
                </c:pt>
                <c:pt idx="476">
                  <c:v>1.2000000000000455E-2</c:v>
                </c:pt>
                <c:pt idx="477">
                  <c:v>1.2100000000032196E-2</c:v>
                </c:pt>
                <c:pt idx="478">
                  <c:v>1.2100000000032196E-2</c:v>
                </c:pt>
                <c:pt idx="479">
                  <c:v>1.2100000000032196E-2</c:v>
                </c:pt>
                <c:pt idx="480">
                  <c:v>1.2100000000032196E-2</c:v>
                </c:pt>
                <c:pt idx="481">
                  <c:v>1.2100000000032196E-2</c:v>
                </c:pt>
                <c:pt idx="482">
                  <c:v>1.2200000000007094E-2</c:v>
                </c:pt>
                <c:pt idx="483">
                  <c:v>1.2200000000007094E-2</c:v>
                </c:pt>
                <c:pt idx="484">
                  <c:v>1.2200000000007094E-2</c:v>
                </c:pt>
                <c:pt idx="485">
                  <c:v>1.2200000000007094E-2</c:v>
                </c:pt>
                <c:pt idx="486">
                  <c:v>1.2200000000007094E-2</c:v>
                </c:pt>
                <c:pt idx="487">
                  <c:v>1.2200000000007094E-2</c:v>
                </c:pt>
                <c:pt idx="488">
                  <c:v>1.2200000000007094E-2</c:v>
                </c:pt>
                <c:pt idx="489">
                  <c:v>1.2200000000007094E-2</c:v>
                </c:pt>
                <c:pt idx="490">
                  <c:v>1.2200000000007094E-2</c:v>
                </c:pt>
                <c:pt idx="491">
                  <c:v>1.2200000000007094E-2</c:v>
                </c:pt>
                <c:pt idx="492">
                  <c:v>1.2200000000007094E-2</c:v>
                </c:pt>
                <c:pt idx="493">
                  <c:v>1.2200000000007094E-2</c:v>
                </c:pt>
                <c:pt idx="494">
                  <c:v>1.2200000000007094E-2</c:v>
                </c:pt>
                <c:pt idx="495">
                  <c:v>1.2200000000007094E-2</c:v>
                </c:pt>
                <c:pt idx="496">
                  <c:v>1.2200000000007094E-2</c:v>
                </c:pt>
                <c:pt idx="497">
                  <c:v>1.2200000000007094E-2</c:v>
                </c:pt>
                <c:pt idx="498">
                  <c:v>1.2200000000007094E-2</c:v>
                </c:pt>
                <c:pt idx="499">
                  <c:v>1.1800000000050659E-2</c:v>
                </c:pt>
                <c:pt idx="500">
                  <c:v>1.1300000000005639E-2</c:v>
                </c:pt>
                <c:pt idx="501">
                  <c:v>1.1000000000024102E-2</c:v>
                </c:pt>
                <c:pt idx="502">
                  <c:v>1.0800000000017462E-2</c:v>
                </c:pt>
                <c:pt idx="503">
                  <c:v>1.0600000000010823E-2</c:v>
                </c:pt>
                <c:pt idx="504">
                  <c:v>1.0500000000035925E-2</c:v>
                </c:pt>
                <c:pt idx="505">
                  <c:v>1.0400000000004184E-2</c:v>
                </c:pt>
                <c:pt idx="506">
                  <c:v>1.0300000000029286E-2</c:v>
                </c:pt>
                <c:pt idx="507">
                  <c:v>1.0199999999997544E-2</c:v>
                </c:pt>
                <c:pt idx="508">
                  <c:v>1.0199999999997544E-2</c:v>
                </c:pt>
                <c:pt idx="509">
                  <c:v>1.0199999999997544E-2</c:v>
                </c:pt>
                <c:pt idx="510">
                  <c:v>1.0100000000022646E-2</c:v>
                </c:pt>
                <c:pt idx="511">
                  <c:v>1.0100000000022646E-2</c:v>
                </c:pt>
                <c:pt idx="512">
                  <c:v>1.0100000000022646E-2</c:v>
                </c:pt>
                <c:pt idx="513">
                  <c:v>1.0000000000047748E-2</c:v>
                </c:pt>
                <c:pt idx="514">
                  <c:v>1.0000000000047748E-2</c:v>
                </c:pt>
                <c:pt idx="515">
                  <c:v>1.0000000000047748E-2</c:v>
                </c:pt>
                <c:pt idx="516">
                  <c:v>1.0000000000047748E-2</c:v>
                </c:pt>
                <c:pt idx="517">
                  <c:v>1.0000000000047748E-2</c:v>
                </c:pt>
                <c:pt idx="518">
                  <c:v>1.0000000000047748E-2</c:v>
                </c:pt>
                <c:pt idx="519">
                  <c:v>1.0000000000047748E-2</c:v>
                </c:pt>
                <c:pt idx="520">
                  <c:v>9.9000000000160071E-3</c:v>
                </c:pt>
                <c:pt idx="521">
                  <c:v>9.9000000000160071E-3</c:v>
                </c:pt>
                <c:pt idx="522">
                  <c:v>9.9000000000160071E-3</c:v>
                </c:pt>
                <c:pt idx="523">
                  <c:v>9.9000000000160071E-3</c:v>
                </c:pt>
                <c:pt idx="524">
                  <c:v>9.9000000000160071E-3</c:v>
                </c:pt>
                <c:pt idx="525">
                  <c:v>9.9000000000160071E-3</c:v>
                </c:pt>
                <c:pt idx="526">
                  <c:v>9.9000000000160071E-3</c:v>
                </c:pt>
                <c:pt idx="527">
                  <c:v>9.9000000000160071E-3</c:v>
                </c:pt>
                <c:pt idx="528">
                  <c:v>9.9000000000160071E-3</c:v>
                </c:pt>
                <c:pt idx="529">
                  <c:v>9.9000000000160071E-3</c:v>
                </c:pt>
                <c:pt idx="530">
                  <c:v>1.0100000000022646E-2</c:v>
                </c:pt>
                <c:pt idx="531">
                  <c:v>1.0199999999997544E-2</c:v>
                </c:pt>
                <c:pt idx="532">
                  <c:v>1.0300000000029286E-2</c:v>
                </c:pt>
              </c:numCache>
            </c:numRef>
          </c:yVal>
          <c:smooth val="1"/>
          <c:extLst>
            <c:ext xmlns:c16="http://schemas.microsoft.com/office/drawing/2014/chart" uri="{C3380CC4-5D6E-409C-BE32-E72D297353CC}">
              <c16:uniqueId val="{00000000-1510-4437-9CAD-7ED8315A59D8}"/>
            </c:ext>
          </c:extLst>
        </c:ser>
        <c:ser>
          <c:idx val="1"/>
          <c:order val="1"/>
          <c:tx>
            <c:strRef>
              <c:f>SM50000_TEMPSoc5l2_50000!$OP$1</c:f>
              <c:strCache>
                <c:ptCount val="1"/>
                <c:pt idx="0">
                  <c:v>TELE_SM_INTERIOR.261</c:v>
                </c:pt>
              </c:strCache>
            </c:strRef>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SM50000_TEMPSoc5l2_50000!$OP$2:$OP$536</c:f>
              <c:numCache>
                <c:formatCode>General</c:formatCode>
                <c:ptCount val="533"/>
                <c:pt idx="0">
                  <c:v>0</c:v>
                </c:pt>
                <c:pt idx="1">
                  <c:v>3.5000000000309228E-3</c:v>
                </c:pt>
                <c:pt idx="2">
                  <c:v>5.2000000000020918E-3</c:v>
                </c:pt>
                <c:pt idx="3">
                  <c:v>6.3000000000101863E-3</c:v>
                </c:pt>
                <c:pt idx="4">
                  <c:v>7.0000000000050022E-3</c:v>
                </c:pt>
                <c:pt idx="5">
                  <c:v>7.6000000000249202E-3</c:v>
                </c:pt>
                <c:pt idx="6">
                  <c:v>8.0000000000381988E-3</c:v>
                </c:pt>
                <c:pt idx="7">
                  <c:v>8.300000000019736E-3</c:v>
                </c:pt>
                <c:pt idx="8">
                  <c:v>8.6000000000012733E-3</c:v>
                </c:pt>
                <c:pt idx="9">
                  <c:v>8.900000000039654E-3</c:v>
                </c:pt>
                <c:pt idx="10">
                  <c:v>9.0999999999894499E-3</c:v>
                </c:pt>
                <c:pt idx="11">
                  <c:v>9.2999999999960892E-3</c:v>
                </c:pt>
                <c:pt idx="12">
                  <c:v>9.5000000000027285E-3</c:v>
                </c:pt>
                <c:pt idx="13">
                  <c:v>9.7000000000093678E-3</c:v>
                </c:pt>
                <c:pt idx="14">
                  <c:v>9.9000000000160071E-3</c:v>
                </c:pt>
                <c:pt idx="15">
                  <c:v>9.9999999999909051E-3</c:v>
                </c:pt>
                <c:pt idx="16">
                  <c:v>1.0199999999997544E-2</c:v>
                </c:pt>
                <c:pt idx="17">
                  <c:v>1.0300000000029286E-2</c:v>
                </c:pt>
                <c:pt idx="18">
                  <c:v>1.0400000000004184E-2</c:v>
                </c:pt>
                <c:pt idx="19">
                  <c:v>1.0600000000010823E-2</c:v>
                </c:pt>
                <c:pt idx="20">
                  <c:v>1.0699999999985721E-2</c:v>
                </c:pt>
                <c:pt idx="21">
                  <c:v>1.0800000000017462E-2</c:v>
                </c:pt>
                <c:pt idx="22">
                  <c:v>1.089999999999236E-2</c:v>
                </c:pt>
                <c:pt idx="23">
                  <c:v>1.1000000000024102E-2</c:v>
                </c:pt>
                <c:pt idx="24">
                  <c:v>1.1099999999999E-2</c:v>
                </c:pt>
                <c:pt idx="25">
                  <c:v>1.1099999999999E-2</c:v>
                </c:pt>
                <c:pt idx="26">
                  <c:v>1.1000000000024102E-2</c:v>
                </c:pt>
                <c:pt idx="27">
                  <c:v>1.0600000000010823E-2</c:v>
                </c:pt>
                <c:pt idx="28">
                  <c:v>1.0199999999997544E-2</c:v>
                </c:pt>
                <c:pt idx="29">
                  <c:v>9.9999999999909051E-3</c:v>
                </c:pt>
                <c:pt idx="30">
                  <c:v>9.8000000000411092E-3</c:v>
                </c:pt>
                <c:pt idx="31">
                  <c:v>9.7000000000093678E-3</c:v>
                </c:pt>
                <c:pt idx="32">
                  <c:v>9.6000000000344698E-3</c:v>
                </c:pt>
                <c:pt idx="33">
                  <c:v>9.6000000000344698E-3</c:v>
                </c:pt>
                <c:pt idx="34">
                  <c:v>9.6000000000344698E-3</c:v>
                </c:pt>
                <c:pt idx="35">
                  <c:v>9.6000000000344698E-3</c:v>
                </c:pt>
                <c:pt idx="36">
                  <c:v>9.6000000000344698E-3</c:v>
                </c:pt>
                <c:pt idx="37">
                  <c:v>9.5000000000027285E-3</c:v>
                </c:pt>
                <c:pt idx="38">
                  <c:v>9.6000000000344698E-3</c:v>
                </c:pt>
                <c:pt idx="39">
                  <c:v>9.6000000000344698E-3</c:v>
                </c:pt>
                <c:pt idx="40">
                  <c:v>9.6000000000344698E-3</c:v>
                </c:pt>
                <c:pt idx="41">
                  <c:v>9.6000000000344698E-3</c:v>
                </c:pt>
                <c:pt idx="42">
                  <c:v>9.6000000000344698E-3</c:v>
                </c:pt>
                <c:pt idx="43">
                  <c:v>9.6000000000344698E-3</c:v>
                </c:pt>
                <c:pt idx="44">
                  <c:v>9.6000000000344698E-3</c:v>
                </c:pt>
                <c:pt idx="45">
                  <c:v>9.6000000000344698E-3</c:v>
                </c:pt>
                <c:pt idx="46">
                  <c:v>9.6000000000344698E-3</c:v>
                </c:pt>
                <c:pt idx="47">
                  <c:v>9.6000000000344698E-3</c:v>
                </c:pt>
                <c:pt idx="48">
                  <c:v>9.6000000000344698E-3</c:v>
                </c:pt>
                <c:pt idx="49">
                  <c:v>9.6000000000344698E-3</c:v>
                </c:pt>
                <c:pt idx="50">
                  <c:v>9.6000000000344698E-3</c:v>
                </c:pt>
                <c:pt idx="51">
                  <c:v>9.7000000000093678E-3</c:v>
                </c:pt>
                <c:pt idx="52">
                  <c:v>9.7000000000093678E-3</c:v>
                </c:pt>
                <c:pt idx="53">
                  <c:v>9.7000000000093678E-3</c:v>
                </c:pt>
                <c:pt idx="54">
                  <c:v>9.7000000000093678E-3</c:v>
                </c:pt>
                <c:pt idx="55">
                  <c:v>9.7000000000093678E-3</c:v>
                </c:pt>
                <c:pt idx="56">
                  <c:v>9.7000000000093678E-3</c:v>
                </c:pt>
                <c:pt idx="57">
                  <c:v>9.8000000000411092E-3</c:v>
                </c:pt>
                <c:pt idx="58">
                  <c:v>9.9999999999909051E-3</c:v>
                </c:pt>
                <c:pt idx="59">
                  <c:v>1.0100000000022646E-2</c:v>
                </c:pt>
                <c:pt idx="60">
                  <c:v>1.0199999999997544E-2</c:v>
                </c:pt>
                <c:pt idx="61">
                  <c:v>1.0300000000029286E-2</c:v>
                </c:pt>
                <c:pt idx="62">
                  <c:v>1.0300000000029286E-2</c:v>
                </c:pt>
                <c:pt idx="63">
                  <c:v>1.0400000000004184E-2</c:v>
                </c:pt>
                <c:pt idx="64">
                  <c:v>1.0400000000004184E-2</c:v>
                </c:pt>
                <c:pt idx="65">
                  <c:v>1.0400000000004184E-2</c:v>
                </c:pt>
                <c:pt idx="66">
                  <c:v>1.0500000000035925E-2</c:v>
                </c:pt>
                <c:pt idx="67">
                  <c:v>1.0500000000035925E-2</c:v>
                </c:pt>
                <c:pt idx="68">
                  <c:v>1.0500000000035925E-2</c:v>
                </c:pt>
                <c:pt idx="69">
                  <c:v>1.0500000000035925E-2</c:v>
                </c:pt>
                <c:pt idx="70">
                  <c:v>1.0500000000035925E-2</c:v>
                </c:pt>
                <c:pt idx="71">
                  <c:v>1.0500000000035925E-2</c:v>
                </c:pt>
                <c:pt idx="72">
                  <c:v>1.0500000000035925E-2</c:v>
                </c:pt>
                <c:pt idx="73">
                  <c:v>1.0500000000035925E-2</c:v>
                </c:pt>
                <c:pt idx="74">
                  <c:v>1.0600000000010823E-2</c:v>
                </c:pt>
                <c:pt idx="75">
                  <c:v>1.0600000000010823E-2</c:v>
                </c:pt>
                <c:pt idx="76">
                  <c:v>1.0600000000010823E-2</c:v>
                </c:pt>
                <c:pt idx="77">
                  <c:v>1.0600000000010823E-2</c:v>
                </c:pt>
                <c:pt idx="78">
                  <c:v>1.0600000000010823E-2</c:v>
                </c:pt>
                <c:pt idx="79">
                  <c:v>1.0600000000010823E-2</c:v>
                </c:pt>
                <c:pt idx="80">
                  <c:v>1.0600000000010823E-2</c:v>
                </c:pt>
                <c:pt idx="81">
                  <c:v>1.0600000000010823E-2</c:v>
                </c:pt>
                <c:pt idx="82">
                  <c:v>1.0600000000010823E-2</c:v>
                </c:pt>
                <c:pt idx="83">
                  <c:v>1.0600000000010823E-2</c:v>
                </c:pt>
                <c:pt idx="84">
                  <c:v>1.0600000000010823E-2</c:v>
                </c:pt>
                <c:pt idx="85">
                  <c:v>1.0600000000010823E-2</c:v>
                </c:pt>
                <c:pt idx="86">
                  <c:v>1.0600000000010823E-2</c:v>
                </c:pt>
                <c:pt idx="87">
                  <c:v>1.0600000000010823E-2</c:v>
                </c:pt>
                <c:pt idx="88">
                  <c:v>1.0600000000010823E-2</c:v>
                </c:pt>
                <c:pt idx="89">
                  <c:v>1.0600000000010823E-2</c:v>
                </c:pt>
                <c:pt idx="90">
                  <c:v>1.0600000000010823E-2</c:v>
                </c:pt>
                <c:pt idx="91">
                  <c:v>1.0600000000010823E-2</c:v>
                </c:pt>
                <c:pt idx="92">
                  <c:v>1.0600000000010823E-2</c:v>
                </c:pt>
                <c:pt idx="93">
                  <c:v>1.0600000000010823E-2</c:v>
                </c:pt>
                <c:pt idx="94">
                  <c:v>1.0600000000010823E-2</c:v>
                </c:pt>
                <c:pt idx="95">
                  <c:v>1.0600000000010823E-2</c:v>
                </c:pt>
                <c:pt idx="96">
                  <c:v>1.0600000000010823E-2</c:v>
                </c:pt>
                <c:pt idx="97">
                  <c:v>1.0600000000010823E-2</c:v>
                </c:pt>
                <c:pt idx="98">
                  <c:v>1.0600000000010823E-2</c:v>
                </c:pt>
                <c:pt idx="99">
                  <c:v>1.0600000000010823E-2</c:v>
                </c:pt>
                <c:pt idx="100">
                  <c:v>1.0600000000010823E-2</c:v>
                </c:pt>
                <c:pt idx="101">
                  <c:v>1.0600000000010823E-2</c:v>
                </c:pt>
                <c:pt idx="102">
                  <c:v>1.0600000000010823E-2</c:v>
                </c:pt>
                <c:pt idx="103">
                  <c:v>1.0600000000010823E-2</c:v>
                </c:pt>
                <c:pt idx="104">
                  <c:v>1.0600000000010823E-2</c:v>
                </c:pt>
                <c:pt idx="105">
                  <c:v>1.0600000000010823E-2</c:v>
                </c:pt>
                <c:pt idx="106">
                  <c:v>1.0600000000010823E-2</c:v>
                </c:pt>
                <c:pt idx="107">
                  <c:v>1.0699999999985721E-2</c:v>
                </c:pt>
                <c:pt idx="108">
                  <c:v>1.089999999999236E-2</c:v>
                </c:pt>
                <c:pt idx="109">
                  <c:v>1.1099999999999E-2</c:v>
                </c:pt>
                <c:pt idx="110">
                  <c:v>1.1300000000005639E-2</c:v>
                </c:pt>
                <c:pt idx="111">
                  <c:v>1.140000000003738E-2</c:v>
                </c:pt>
                <c:pt idx="112">
                  <c:v>1.140000000003738E-2</c:v>
                </c:pt>
                <c:pt idx="113">
                  <c:v>1.1500000000012278E-2</c:v>
                </c:pt>
                <c:pt idx="114">
                  <c:v>1.1599999999987176E-2</c:v>
                </c:pt>
                <c:pt idx="115">
                  <c:v>1.1599999999987176E-2</c:v>
                </c:pt>
                <c:pt idx="116">
                  <c:v>1.1599999999987176E-2</c:v>
                </c:pt>
                <c:pt idx="117">
                  <c:v>1.1599999999987176E-2</c:v>
                </c:pt>
                <c:pt idx="118">
                  <c:v>1.1700000000018917E-2</c:v>
                </c:pt>
                <c:pt idx="119">
                  <c:v>1.1700000000018917E-2</c:v>
                </c:pt>
                <c:pt idx="120">
                  <c:v>1.1700000000018917E-2</c:v>
                </c:pt>
                <c:pt idx="121">
                  <c:v>1.1700000000018917E-2</c:v>
                </c:pt>
                <c:pt idx="122">
                  <c:v>1.1700000000018917E-2</c:v>
                </c:pt>
                <c:pt idx="123">
                  <c:v>1.1700000000018917E-2</c:v>
                </c:pt>
                <c:pt idx="124">
                  <c:v>1.1700000000018917E-2</c:v>
                </c:pt>
                <c:pt idx="125">
                  <c:v>1.1799999999993815E-2</c:v>
                </c:pt>
                <c:pt idx="126">
                  <c:v>1.1799999999993815E-2</c:v>
                </c:pt>
                <c:pt idx="127">
                  <c:v>1.1799999999993815E-2</c:v>
                </c:pt>
                <c:pt idx="128">
                  <c:v>1.1799999999993815E-2</c:v>
                </c:pt>
                <c:pt idx="129">
                  <c:v>1.1799999999993815E-2</c:v>
                </c:pt>
                <c:pt idx="130">
                  <c:v>1.1799999999993815E-2</c:v>
                </c:pt>
                <c:pt idx="131">
                  <c:v>1.1799999999993815E-2</c:v>
                </c:pt>
                <c:pt idx="132">
                  <c:v>1.1799999999993815E-2</c:v>
                </c:pt>
                <c:pt idx="133">
                  <c:v>1.1799999999993815E-2</c:v>
                </c:pt>
                <c:pt idx="134">
                  <c:v>1.1799999999993815E-2</c:v>
                </c:pt>
                <c:pt idx="135">
                  <c:v>1.1799999999993815E-2</c:v>
                </c:pt>
                <c:pt idx="136">
                  <c:v>1.1799999999993815E-2</c:v>
                </c:pt>
                <c:pt idx="137">
                  <c:v>1.1799999999993815E-2</c:v>
                </c:pt>
                <c:pt idx="138">
                  <c:v>1.1799999999993815E-2</c:v>
                </c:pt>
                <c:pt idx="139">
                  <c:v>1.1799999999993815E-2</c:v>
                </c:pt>
                <c:pt idx="140">
                  <c:v>1.1799999999993815E-2</c:v>
                </c:pt>
                <c:pt idx="141">
                  <c:v>1.1799999999993815E-2</c:v>
                </c:pt>
                <c:pt idx="142">
                  <c:v>1.1799999999993815E-2</c:v>
                </c:pt>
                <c:pt idx="143">
                  <c:v>1.1799999999993815E-2</c:v>
                </c:pt>
                <c:pt idx="144">
                  <c:v>1.1799999999993815E-2</c:v>
                </c:pt>
                <c:pt idx="145">
                  <c:v>1.1799999999993815E-2</c:v>
                </c:pt>
                <c:pt idx="146">
                  <c:v>1.1799999999993815E-2</c:v>
                </c:pt>
                <c:pt idx="147">
                  <c:v>1.1799999999993815E-2</c:v>
                </c:pt>
                <c:pt idx="148">
                  <c:v>1.1799999999993815E-2</c:v>
                </c:pt>
                <c:pt idx="149">
                  <c:v>1.1799999999993815E-2</c:v>
                </c:pt>
                <c:pt idx="150">
                  <c:v>1.1799999999993815E-2</c:v>
                </c:pt>
                <c:pt idx="151">
                  <c:v>1.1799999999993815E-2</c:v>
                </c:pt>
                <c:pt idx="152">
                  <c:v>1.1799999999993815E-2</c:v>
                </c:pt>
                <c:pt idx="153">
                  <c:v>1.1799999999993815E-2</c:v>
                </c:pt>
                <c:pt idx="154">
                  <c:v>1.1799999999993815E-2</c:v>
                </c:pt>
                <c:pt idx="155">
                  <c:v>1.1799999999993815E-2</c:v>
                </c:pt>
                <c:pt idx="156">
                  <c:v>1.1799999999993815E-2</c:v>
                </c:pt>
                <c:pt idx="157">
                  <c:v>1.1799999999993815E-2</c:v>
                </c:pt>
                <c:pt idx="158">
                  <c:v>1.1900000000025557E-2</c:v>
                </c:pt>
                <c:pt idx="159">
                  <c:v>1.2000000000000455E-2</c:v>
                </c:pt>
                <c:pt idx="160">
                  <c:v>1.2100000000032196E-2</c:v>
                </c:pt>
                <c:pt idx="161">
                  <c:v>1.2200000000007094E-2</c:v>
                </c:pt>
                <c:pt idx="162">
                  <c:v>1.2200000000007094E-2</c:v>
                </c:pt>
                <c:pt idx="163">
                  <c:v>1.2200000000007094E-2</c:v>
                </c:pt>
                <c:pt idx="164">
                  <c:v>1.2300000000038835E-2</c:v>
                </c:pt>
                <c:pt idx="165">
                  <c:v>1.2300000000038835E-2</c:v>
                </c:pt>
                <c:pt idx="166">
                  <c:v>1.2300000000038835E-2</c:v>
                </c:pt>
                <c:pt idx="167">
                  <c:v>1.2300000000038835E-2</c:v>
                </c:pt>
                <c:pt idx="168">
                  <c:v>1.2300000000038835E-2</c:v>
                </c:pt>
                <c:pt idx="169">
                  <c:v>1.2300000000038835E-2</c:v>
                </c:pt>
                <c:pt idx="170">
                  <c:v>1.2300000000038835E-2</c:v>
                </c:pt>
                <c:pt idx="171">
                  <c:v>1.2300000000038835E-2</c:v>
                </c:pt>
                <c:pt idx="172">
                  <c:v>1.2300000000038835E-2</c:v>
                </c:pt>
                <c:pt idx="173">
                  <c:v>1.2300000000038835E-2</c:v>
                </c:pt>
                <c:pt idx="174">
                  <c:v>1.2300000000038835E-2</c:v>
                </c:pt>
                <c:pt idx="175">
                  <c:v>1.2300000000038835E-2</c:v>
                </c:pt>
                <c:pt idx="176">
                  <c:v>1.2300000000038835E-2</c:v>
                </c:pt>
                <c:pt idx="177">
                  <c:v>1.2300000000038835E-2</c:v>
                </c:pt>
                <c:pt idx="178">
                  <c:v>1.2300000000038835E-2</c:v>
                </c:pt>
                <c:pt idx="179">
                  <c:v>1.2300000000038835E-2</c:v>
                </c:pt>
                <c:pt idx="180">
                  <c:v>1.2300000000038835E-2</c:v>
                </c:pt>
                <c:pt idx="181">
                  <c:v>1.2300000000038835E-2</c:v>
                </c:pt>
                <c:pt idx="182">
                  <c:v>1.2300000000038835E-2</c:v>
                </c:pt>
                <c:pt idx="183">
                  <c:v>1.2100000000032196E-2</c:v>
                </c:pt>
                <c:pt idx="184">
                  <c:v>1.1599999999987176E-2</c:v>
                </c:pt>
                <c:pt idx="185">
                  <c:v>1.1099999999999E-2</c:v>
                </c:pt>
                <c:pt idx="186">
                  <c:v>1.0800000000017462E-2</c:v>
                </c:pt>
                <c:pt idx="187">
                  <c:v>1.0600000000010823E-2</c:v>
                </c:pt>
                <c:pt idx="188">
                  <c:v>1.0500000000035925E-2</c:v>
                </c:pt>
                <c:pt idx="189">
                  <c:v>1.0400000000004184E-2</c:v>
                </c:pt>
                <c:pt idx="190">
                  <c:v>1.0300000000029286E-2</c:v>
                </c:pt>
                <c:pt idx="191">
                  <c:v>1.0199999999997544E-2</c:v>
                </c:pt>
                <c:pt idx="192">
                  <c:v>1.0199999999997544E-2</c:v>
                </c:pt>
                <c:pt idx="193">
                  <c:v>1.0100000000022646E-2</c:v>
                </c:pt>
                <c:pt idx="194">
                  <c:v>1.0100000000022646E-2</c:v>
                </c:pt>
                <c:pt idx="195">
                  <c:v>1.0100000000022646E-2</c:v>
                </c:pt>
                <c:pt idx="196">
                  <c:v>9.9999999999909051E-3</c:v>
                </c:pt>
                <c:pt idx="197">
                  <c:v>9.9999999999909051E-3</c:v>
                </c:pt>
                <c:pt idx="198">
                  <c:v>9.9999999999909051E-3</c:v>
                </c:pt>
                <c:pt idx="199">
                  <c:v>9.9999999999909051E-3</c:v>
                </c:pt>
                <c:pt idx="200">
                  <c:v>9.9999999999909051E-3</c:v>
                </c:pt>
                <c:pt idx="201">
                  <c:v>9.9000000000160071E-3</c:v>
                </c:pt>
                <c:pt idx="202">
                  <c:v>9.9000000000160071E-3</c:v>
                </c:pt>
                <c:pt idx="203">
                  <c:v>9.9000000000160071E-3</c:v>
                </c:pt>
                <c:pt idx="204">
                  <c:v>9.9000000000160071E-3</c:v>
                </c:pt>
                <c:pt idx="205">
                  <c:v>9.9000000000160071E-3</c:v>
                </c:pt>
                <c:pt idx="206">
                  <c:v>9.9000000000160071E-3</c:v>
                </c:pt>
                <c:pt idx="207">
                  <c:v>9.9000000000160071E-3</c:v>
                </c:pt>
                <c:pt idx="208">
                  <c:v>9.9000000000160071E-3</c:v>
                </c:pt>
                <c:pt idx="209">
                  <c:v>9.9000000000160071E-3</c:v>
                </c:pt>
                <c:pt idx="210">
                  <c:v>9.9000000000160071E-3</c:v>
                </c:pt>
                <c:pt idx="211">
                  <c:v>9.9000000000160071E-3</c:v>
                </c:pt>
                <c:pt idx="212">
                  <c:v>9.9000000000160071E-3</c:v>
                </c:pt>
                <c:pt idx="213">
                  <c:v>9.9000000000160071E-3</c:v>
                </c:pt>
                <c:pt idx="214">
                  <c:v>9.9999999999909051E-3</c:v>
                </c:pt>
                <c:pt idx="215">
                  <c:v>1.0199999999997544E-2</c:v>
                </c:pt>
                <c:pt idx="216">
                  <c:v>1.0300000000029286E-2</c:v>
                </c:pt>
                <c:pt idx="217">
                  <c:v>1.0400000000004184E-2</c:v>
                </c:pt>
                <c:pt idx="218">
                  <c:v>1.0400000000004184E-2</c:v>
                </c:pt>
                <c:pt idx="219">
                  <c:v>1.0500000000035925E-2</c:v>
                </c:pt>
                <c:pt idx="220">
                  <c:v>1.0500000000035925E-2</c:v>
                </c:pt>
                <c:pt idx="221">
                  <c:v>1.0500000000035925E-2</c:v>
                </c:pt>
                <c:pt idx="222">
                  <c:v>1.0500000000035925E-2</c:v>
                </c:pt>
                <c:pt idx="223">
                  <c:v>1.0500000000035925E-2</c:v>
                </c:pt>
                <c:pt idx="224">
                  <c:v>1.0600000000010823E-2</c:v>
                </c:pt>
                <c:pt idx="225">
                  <c:v>1.0600000000010823E-2</c:v>
                </c:pt>
                <c:pt idx="226">
                  <c:v>1.0600000000010823E-2</c:v>
                </c:pt>
                <c:pt idx="227">
                  <c:v>1.0600000000010823E-2</c:v>
                </c:pt>
                <c:pt idx="228">
                  <c:v>1.0600000000010823E-2</c:v>
                </c:pt>
                <c:pt idx="229">
                  <c:v>1.0600000000010823E-2</c:v>
                </c:pt>
                <c:pt idx="230">
                  <c:v>1.0600000000010823E-2</c:v>
                </c:pt>
                <c:pt idx="231">
                  <c:v>1.0600000000010823E-2</c:v>
                </c:pt>
                <c:pt idx="232">
                  <c:v>1.0600000000010823E-2</c:v>
                </c:pt>
                <c:pt idx="233">
                  <c:v>1.0600000000010823E-2</c:v>
                </c:pt>
                <c:pt idx="234">
                  <c:v>1.0600000000010823E-2</c:v>
                </c:pt>
                <c:pt idx="235">
                  <c:v>1.0600000000010823E-2</c:v>
                </c:pt>
                <c:pt idx="236">
                  <c:v>1.0600000000010823E-2</c:v>
                </c:pt>
                <c:pt idx="237">
                  <c:v>1.0600000000010823E-2</c:v>
                </c:pt>
                <c:pt idx="238">
                  <c:v>1.0600000000010823E-2</c:v>
                </c:pt>
                <c:pt idx="239">
                  <c:v>1.0600000000010823E-2</c:v>
                </c:pt>
                <c:pt idx="240">
                  <c:v>1.0600000000010823E-2</c:v>
                </c:pt>
                <c:pt idx="241">
                  <c:v>1.0600000000010823E-2</c:v>
                </c:pt>
                <c:pt idx="242">
                  <c:v>1.0600000000010823E-2</c:v>
                </c:pt>
                <c:pt idx="243">
                  <c:v>1.0600000000010823E-2</c:v>
                </c:pt>
                <c:pt idx="244">
                  <c:v>1.0600000000010823E-2</c:v>
                </c:pt>
                <c:pt idx="245">
                  <c:v>1.0600000000010823E-2</c:v>
                </c:pt>
                <c:pt idx="246">
                  <c:v>1.0600000000010823E-2</c:v>
                </c:pt>
                <c:pt idx="247">
                  <c:v>1.0600000000010823E-2</c:v>
                </c:pt>
                <c:pt idx="248">
                  <c:v>1.0600000000010823E-2</c:v>
                </c:pt>
                <c:pt idx="249">
                  <c:v>1.0600000000010823E-2</c:v>
                </c:pt>
                <c:pt idx="250">
                  <c:v>1.0600000000010823E-2</c:v>
                </c:pt>
                <c:pt idx="251">
                  <c:v>1.0600000000010823E-2</c:v>
                </c:pt>
                <c:pt idx="252">
                  <c:v>1.0600000000010823E-2</c:v>
                </c:pt>
                <c:pt idx="253">
                  <c:v>1.0600000000010823E-2</c:v>
                </c:pt>
                <c:pt idx="254">
                  <c:v>1.0600000000010823E-2</c:v>
                </c:pt>
                <c:pt idx="255">
                  <c:v>1.0600000000010823E-2</c:v>
                </c:pt>
                <c:pt idx="256">
                  <c:v>1.0600000000010823E-2</c:v>
                </c:pt>
                <c:pt idx="257">
                  <c:v>1.0600000000010823E-2</c:v>
                </c:pt>
                <c:pt idx="258">
                  <c:v>1.0600000000010823E-2</c:v>
                </c:pt>
                <c:pt idx="259">
                  <c:v>1.0600000000010823E-2</c:v>
                </c:pt>
                <c:pt idx="260">
                  <c:v>1.0600000000010823E-2</c:v>
                </c:pt>
                <c:pt idx="261">
                  <c:v>1.0600000000010823E-2</c:v>
                </c:pt>
                <c:pt idx="262">
                  <c:v>1.0600000000010823E-2</c:v>
                </c:pt>
                <c:pt idx="263">
                  <c:v>1.0600000000010823E-2</c:v>
                </c:pt>
                <c:pt idx="264">
                  <c:v>1.0699999999985721E-2</c:v>
                </c:pt>
                <c:pt idx="265">
                  <c:v>1.1000000000024102E-2</c:v>
                </c:pt>
                <c:pt idx="266">
                  <c:v>1.1200000000030741E-2</c:v>
                </c:pt>
                <c:pt idx="267">
                  <c:v>1.1300000000005639E-2</c:v>
                </c:pt>
                <c:pt idx="268">
                  <c:v>1.140000000003738E-2</c:v>
                </c:pt>
                <c:pt idx="269">
                  <c:v>1.1500000000012278E-2</c:v>
                </c:pt>
                <c:pt idx="270">
                  <c:v>1.1500000000012278E-2</c:v>
                </c:pt>
                <c:pt idx="271">
                  <c:v>1.1599999999987176E-2</c:v>
                </c:pt>
                <c:pt idx="272">
                  <c:v>1.1599999999987176E-2</c:v>
                </c:pt>
                <c:pt idx="273">
                  <c:v>1.1599999999987176E-2</c:v>
                </c:pt>
                <c:pt idx="274">
                  <c:v>1.1700000000018917E-2</c:v>
                </c:pt>
                <c:pt idx="275">
                  <c:v>1.1700000000018917E-2</c:v>
                </c:pt>
                <c:pt idx="276">
                  <c:v>1.1700000000018917E-2</c:v>
                </c:pt>
                <c:pt idx="277">
                  <c:v>1.1700000000018917E-2</c:v>
                </c:pt>
                <c:pt idx="278">
                  <c:v>1.1700000000018917E-2</c:v>
                </c:pt>
                <c:pt idx="279">
                  <c:v>1.1700000000018917E-2</c:v>
                </c:pt>
                <c:pt idx="280">
                  <c:v>1.1700000000018917E-2</c:v>
                </c:pt>
                <c:pt idx="281">
                  <c:v>1.1799999999993815E-2</c:v>
                </c:pt>
                <c:pt idx="282">
                  <c:v>1.1799999999993815E-2</c:v>
                </c:pt>
                <c:pt idx="283">
                  <c:v>1.1799999999993815E-2</c:v>
                </c:pt>
                <c:pt idx="284">
                  <c:v>1.1799999999993815E-2</c:v>
                </c:pt>
                <c:pt idx="285">
                  <c:v>1.1799999999993815E-2</c:v>
                </c:pt>
                <c:pt idx="286">
                  <c:v>1.1799999999993815E-2</c:v>
                </c:pt>
                <c:pt idx="287">
                  <c:v>1.1799999999993815E-2</c:v>
                </c:pt>
                <c:pt idx="288">
                  <c:v>1.1799999999993815E-2</c:v>
                </c:pt>
                <c:pt idx="289">
                  <c:v>1.1799999999993815E-2</c:v>
                </c:pt>
                <c:pt idx="290">
                  <c:v>1.1799999999993815E-2</c:v>
                </c:pt>
                <c:pt idx="291">
                  <c:v>1.1799999999993815E-2</c:v>
                </c:pt>
                <c:pt idx="292">
                  <c:v>1.1799999999993815E-2</c:v>
                </c:pt>
                <c:pt idx="293">
                  <c:v>1.1799999999993815E-2</c:v>
                </c:pt>
                <c:pt idx="294">
                  <c:v>1.1799999999993815E-2</c:v>
                </c:pt>
                <c:pt idx="295">
                  <c:v>1.1799999999993815E-2</c:v>
                </c:pt>
                <c:pt idx="296">
                  <c:v>1.1799999999993815E-2</c:v>
                </c:pt>
                <c:pt idx="297">
                  <c:v>1.1799999999993815E-2</c:v>
                </c:pt>
                <c:pt idx="298">
                  <c:v>1.1799999999993815E-2</c:v>
                </c:pt>
                <c:pt idx="299">
                  <c:v>1.1799999999993815E-2</c:v>
                </c:pt>
                <c:pt idx="300">
                  <c:v>1.1799999999993815E-2</c:v>
                </c:pt>
                <c:pt idx="301">
                  <c:v>1.1799999999993815E-2</c:v>
                </c:pt>
                <c:pt idx="302">
                  <c:v>1.1799999999993815E-2</c:v>
                </c:pt>
                <c:pt idx="303">
                  <c:v>1.1799999999993815E-2</c:v>
                </c:pt>
                <c:pt idx="304">
                  <c:v>1.1799999999993815E-2</c:v>
                </c:pt>
                <c:pt idx="305">
                  <c:v>1.1799999999993815E-2</c:v>
                </c:pt>
                <c:pt idx="306">
                  <c:v>1.1799999999993815E-2</c:v>
                </c:pt>
                <c:pt idx="307">
                  <c:v>1.1799999999993815E-2</c:v>
                </c:pt>
                <c:pt idx="308">
                  <c:v>1.1799999999993815E-2</c:v>
                </c:pt>
                <c:pt idx="309">
                  <c:v>1.1799999999993815E-2</c:v>
                </c:pt>
                <c:pt idx="310">
                  <c:v>1.1799999999993815E-2</c:v>
                </c:pt>
                <c:pt idx="311">
                  <c:v>1.1799999999993815E-2</c:v>
                </c:pt>
                <c:pt idx="312">
                  <c:v>1.1799999999993815E-2</c:v>
                </c:pt>
                <c:pt idx="313">
                  <c:v>1.1799999999993815E-2</c:v>
                </c:pt>
                <c:pt idx="314">
                  <c:v>1.1799999999993815E-2</c:v>
                </c:pt>
                <c:pt idx="315">
                  <c:v>1.1900000000025557E-2</c:v>
                </c:pt>
                <c:pt idx="316">
                  <c:v>1.2100000000032196E-2</c:v>
                </c:pt>
                <c:pt idx="317">
                  <c:v>1.2100000000032196E-2</c:v>
                </c:pt>
                <c:pt idx="318">
                  <c:v>1.2200000000007094E-2</c:v>
                </c:pt>
                <c:pt idx="319">
                  <c:v>1.2200000000007094E-2</c:v>
                </c:pt>
                <c:pt idx="320">
                  <c:v>1.2200000000007094E-2</c:v>
                </c:pt>
                <c:pt idx="321">
                  <c:v>1.2300000000038835E-2</c:v>
                </c:pt>
                <c:pt idx="322">
                  <c:v>1.2300000000038835E-2</c:v>
                </c:pt>
                <c:pt idx="323">
                  <c:v>1.2300000000038835E-2</c:v>
                </c:pt>
                <c:pt idx="324">
                  <c:v>1.2300000000038835E-2</c:v>
                </c:pt>
                <c:pt idx="325">
                  <c:v>1.2300000000038835E-2</c:v>
                </c:pt>
                <c:pt idx="326">
                  <c:v>1.2300000000038835E-2</c:v>
                </c:pt>
                <c:pt idx="327">
                  <c:v>1.2300000000038835E-2</c:v>
                </c:pt>
                <c:pt idx="328">
                  <c:v>1.2300000000038835E-2</c:v>
                </c:pt>
                <c:pt idx="329">
                  <c:v>1.2300000000038835E-2</c:v>
                </c:pt>
                <c:pt idx="330">
                  <c:v>1.2300000000038835E-2</c:v>
                </c:pt>
                <c:pt idx="331">
                  <c:v>1.2300000000038835E-2</c:v>
                </c:pt>
                <c:pt idx="332">
                  <c:v>1.2300000000038835E-2</c:v>
                </c:pt>
                <c:pt idx="333">
                  <c:v>1.2300000000038835E-2</c:v>
                </c:pt>
                <c:pt idx="334">
                  <c:v>1.2300000000038835E-2</c:v>
                </c:pt>
                <c:pt idx="335">
                  <c:v>1.2300000000038835E-2</c:v>
                </c:pt>
                <c:pt idx="336">
                  <c:v>1.2300000000038835E-2</c:v>
                </c:pt>
                <c:pt idx="337">
                  <c:v>1.2300000000038835E-2</c:v>
                </c:pt>
                <c:pt idx="338">
                  <c:v>1.2300000000038835E-2</c:v>
                </c:pt>
                <c:pt idx="339">
                  <c:v>1.2300000000038835E-2</c:v>
                </c:pt>
                <c:pt idx="340">
                  <c:v>1.2000000000000455E-2</c:v>
                </c:pt>
                <c:pt idx="341">
                  <c:v>1.1500000000012278E-2</c:v>
                </c:pt>
                <c:pt idx="342">
                  <c:v>1.1099999999999E-2</c:v>
                </c:pt>
                <c:pt idx="343">
                  <c:v>1.0800000000017462E-2</c:v>
                </c:pt>
                <c:pt idx="344">
                  <c:v>1.0600000000010823E-2</c:v>
                </c:pt>
                <c:pt idx="345">
                  <c:v>1.0500000000035925E-2</c:v>
                </c:pt>
                <c:pt idx="346">
                  <c:v>1.0400000000004184E-2</c:v>
                </c:pt>
                <c:pt idx="347">
                  <c:v>1.0300000000029286E-2</c:v>
                </c:pt>
                <c:pt idx="348">
                  <c:v>1.0199999999997544E-2</c:v>
                </c:pt>
                <c:pt idx="349">
                  <c:v>1.0199999999997544E-2</c:v>
                </c:pt>
                <c:pt idx="350">
                  <c:v>1.0100000000022646E-2</c:v>
                </c:pt>
                <c:pt idx="351">
                  <c:v>1.0100000000022646E-2</c:v>
                </c:pt>
                <c:pt idx="352">
                  <c:v>1.0100000000022646E-2</c:v>
                </c:pt>
                <c:pt idx="353">
                  <c:v>9.9999999999909051E-3</c:v>
                </c:pt>
                <c:pt idx="354">
                  <c:v>9.9999999999909051E-3</c:v>
                </c:pt>
                <c:pt idx="355">
                  <c:v>9.9999999999909051E-3</c:v>
                </c:pt>
                <c:pt idx="356">
                  <c:v>9.9999999999909051E-3</c:v>
                </c:pt>
                <c:pt idx="357">
                  <c:v>9.9999999999909051E-3</c:v>
                </c:pt>
                <c:pt idx="358">
                  <c:v>9.9000000000160071E-3</c:v>
                </c:pt>
                <c:pt idx="359">
                  <c:v>9.9000000000160071E-3</c:v>
                </c:pt>
                <c:pt idx="360">
                  <c:v>9.9000000000160071E-3</c:v>
                </c:pt>
                <c:pt idx="361">
                  <c:v>9.9000000000160071E-3</c:v>
                </c:pt>
                <c:pt idx="362">
                  <c:v>9.9000000000160071E-3</c:v>
                </c:pt>
                <c:pt idx="363">
                  <c:v>9.9000000000160071E-3</c:v>
                </c:pt>
                <c:pt idx="364">
                  <c:v>9.9000000000160071E-3</c:v>
                </c:pt>
                <c:pt idx="365">
                  <c:v>9.9000000000160071E-3</c:v>
                </c:pt>
                <c:pt idx="366">
                  <c:v>9.9000000000160071E-3</c:v>
                </c:pt>
                <c:pt idx="367">
                  <c:v>9.9000000000160071E-3</c:v>
                </c:pt>
                <c:pt idx="368">
                  <c:v>9.9000000000160071E-3</c:v>
                </c:pt>
                <c:pt idx="369">
                  <c:v>9.9000000000160071E-3</c:v>
                </c:pt>
                <c:pt idx="370">
                  <c:v>9.9000000000160071E-3</c:v>
                </c:pt>
                <c:pt idx="371">
                  <c:v>9.9000000000160071E-3</c:v>
                </c:pt>
                <c:pt idx="372">
                  <c:v>9.9999999999909051E-3</c:v>
                </c:pt>
                <c:pt idx="373">
                  <c:v>1.0199999999997544E-2</c:v>
                </c:pt>
                <c:pt idx="374">
                  <c:v>1.0300000000029286E-2</c:v>
                </c:pt>
                <c:pt idx="375">
                  <c:v>1.0400000000004184E-2</c:v>
                </c:pt>
                <c:pt idx="376">
                  <c:v>1.0400000000004184E-2</c:v>
                </c:pt>
                <c:pt idx="377">
                  <c:v>1.0500000000035925E-2</c:v>
                </c:pt>
                <c:pt idx="378">
                  <c:v>1.0500000000035925E-2</c:v>
                </c:pt>
                <c:pt idx="379">
                  <c:v>1.0500000000035925E-2</c:v>
                </c:pt>
                <c:pt idx="380">
                  <c:v>1.0500000000035925E-2</c:v>
                </c:pt>
                <c:pt idx="381">
                  <c:v>1.0500000000035925E-2</c:v>
                </c:pt>
                <c:pt idx="382">
                  <c:v>1.0600000000010823E-2</c:v>
                </c:pt>
                <c:pt idx="383">
                  <c:v>1.0600000000010823E-2</c:v>
                </c:pt>
                <c:pt idx="384">
                  <c:v>1.0600000000010823E-2</c:v>
                </c:pt>
                <c:pt idx="385">
                  <c:v>1.0600000000010823E-2</c:v>
                </c:pt>
                <c:pt idx="386">
                  <c:v>1.0600000000010823E-2</c:v>
                </c:pt>
                <c:pt idx="387">
                  <c:v>1.0600000000010823E-2</c:v>
                </c:pt>
                <c:pt idx="388">
                  <c:v>1.0600000000010823E-2</c:v>
                </c:pt>
                <c:pt idx="389">
                  <c:v>1.0600000000010823E-2</c:v>
                </c:pt>
                <c:pt idx="390">
                  <c:v>1.0600000000010823E-2</c:v>
                </c:pt>
                <c:pt idx="391">
                  <c:v>1.0600000000010823E-2</c:v>
                </c:pt>
                <c:pt idx="392">
                  <c:v>1.0600000000010823E-2</c:v>
                </c:pt>
                <c:pt idx="393">
                  <c:v>1.0600000000010823E-2</c:v>
                </c:pt>
                <c:pt idx="394">
                  <c:v>1.0600000000010823E-2</c:v>
                </c:pt>
                <c:pt idx="395">
                  <c:v>1.0600000000010823E-2</c:v>
                </c:pt>
                <c:pt idx="396">
                  <c:v>1.0600000000010823E-2</c:v>
                </c:pt>
                <c:pt idx="397">
                  <c:v>1.0600000000010823E-2</c:v>
                </c:pt>
                <c:pt idx="398">
                  <c:v>1.0600000000010823E-2</c:v>
                </c:pt>
                <c:pt idx="399">
                  <c:v>1.0600000000010823E-2</c:v>
                </c:pt>
                <c:pt idx="400">
                  <c:v>1.0600000000010823E-2</c:v>
                </c:pt>
                <c:pt idx="401">
                  <c:v>1.0600000000010823E-2</c:v>
                </c:pt>
                <c:pt idx="402">
                  <c:v>1.0600000000010823E-2</c:v>
                </c:pt>
                <c:pt idx="403">
                  <c:v>1.0600000000010823E-2</c:v>
                </c:pt>
                <c:pt idx="404">
                  <c:v>1.0600000000010823E-2</c:v>
                </c:pt>
                <c:pt idx="405">
                  <c:v>1.0600000000010823E-2</c:v>
                </c:pt>
                <c:pt idx="406">
                  <c:v>1.0600000000010823E-2</c:v>
                </c:pt>
                <c:pt idx="407">
                  <c:v>1.0600000000010823E-2</c:v>
                </c:pt>
                <c:pt idx="408">
                  <c:v>1.0600000000010823E-2</c:v>
                </c:pt>
                <c:pt idx="409">
                  <c:v>1.0600000000010823E-2</c:v>
                </c:pt>
                <c:pt idx="410">
                  <c:v>1.0600000000010823E-2</c:v>
                </c:pt>
                <c:pt idx="411">
                  <c:v>1.0600000000010823E-2</c:v>
                </c:pt>
                <c:pt idx="412">
                  <c:v>1.0600000000010823E-2</c:v>
                </c:pt>
                <c:pt idx="413">
                  <c:v>1.0600000000010823E-2</c:v>
                </c:pt>
                <c:pt idx="414">
                  <c:v>1.0600000000010823E-2</c:v>
                </c:pt>
                <c:pt idx="415">
                  <c:v>1.0600000000010823E-2</c:v>
                </c:pt>
                <c:pt idx="416">
                  <c:v>1.0600000000010823E-2</c:v>
                </c:pt>
                <c:pt idx="417">
                  <c:v>1.0600000000010823E-2</c:v>
                </c:pt>
                <c:pt idx="418">
                  <c:v>1.0600000000010823E-2</c:v>
                </c:pt>
                <c:pt idx="419">
                  <c:v>1.0600000000010823E-2</c:v>
                </c:pt>
                <c:pt idx="420">
                  <c:v>1.0600000000010823E-2</c:v>
                </c:pt>
                <c:pt idx="421">
                  <c:v>1.0600000000010823E-2</c:v>
                </c:pt>
                <c:pt idx="422">
                  <c:v>1.0699999999985721E-2</c:v>
                </c:pt>
                <c:pt idx="423">
                  <c:v>1.1000000000024102E-2</c:v>
                </c:pt>
                <c:pt idx="424">
                  <c:v>1.1200000000030741E-2</c:v>
                </c:pt>
                <c:pt idx="425">
                  <c:v>1.1300000000005639E-2</c:v>
                </c:pt>
                <c:pt idx="426">
                  <c:v>1.140000000003738E-2</c:v>
                </c:pt>
                <c:pt idx="427">
                  <c:v>1.1500000000012278E-2</c:v>
                </c:pt>
                <c:pt idx="428">
                  <c:v>1.1500000000012278E-2</c:v>
                </c:pt>
                <c:pt idx="429">
                  <c:v>1.1599999999987176E-2</c:v>
                </c:pt>
                <c:pt idx="430">
                  <c:v>1.1599999999987176E-2</c:v>
                </c:pt>
                <c:pt idx="431">
                  <c:v>1.1599999999987176E-2</c:v>
                </c:pt>
                <c:pt idx="432">
                  <c:v>1.1700000000018917E-2</c:v>
                </c:pt>
                <c:pt idx="433">
                  <c:v>1.1700000000018917E-2</c:v>
                </c:pt>
                <c:pt idx="434">
                  <c:v>1.1700000000018917E-2</c:v>
                </c:pt>
                <c:pt idx="435">
                  <c:v>1.1700000000018917E-2</c:v>
                </c:pt>
                <c:pt idx="436">
                  <c:v>1.1700000000018917E-2</c:v>
                </c:pt>
                <c:pt idx="437">
                  <c:v>1.1700000000018917E-2</c:v>
                </c:pt>
                <c:pt idx="438">
                  <c:v>1.1700000000018917E-2</c:v>
                </c:pt>
                <c:pt idx="439">
                  <c:v>1.1799999999993815E-2</c:v>
                </c:pt>
                <c:pt idx="440">
                  <c:v>1.1799999999993815E-2</c:v>
                </c:pt>
                <c:pt idx="441">
                  <c:v>1.1799999999993815E-2</c:v>
                </c:pt>
                <c:pt idx="442">
                  <c:v>1.1799999999993815E-2</c:v>
                </c:pt>
                <c:pt idx="443">
                  <c:v>1.1799999999993815E-2</c:v>
                </c:pt>
                <c:pt idx="444">
                  <c:v>1.1799999999993815E-2</c:v>
                </c:pt>
                <c:pt idx="445">
                  <c:v>1.1799999999993815E-2</c:v>
                </c:pt>
                <c:pt idx="446">
                  <c:v>1.1799999999993815E-2</c:v>
                </c:pt>
                <c:pt idx="447">
                  <c:v>1.1799999999993815E-2</c:v>
                </c:pt>
                <c:pt idx="448">
                  <c:v>1.1799999999993815E-2</c:v>
                </c:pt>
                <c:pt idx="449">
                  <c:v>1.1799999999993815E-2</c:v>
                </c:pt>
                <c:pt idx="450">
                  <c:v>1.1799999999993815E-2</c:v>
                </c:pt>
                <c:pt idx="451">
                  <c:v>1.1799999999993815E-2</c:v>
                </c:pt>
                <c:pt idx="452">
                  <c:v>1.1799999999993815E-2</c:v>
                </c:pt>
                <c:pt idx="453">
                  <c:v>1.1799999999993815E-2</c:v>
                </c:pt>
                <c:pt idx="454">
                  <c:v>1.1799999999993815E-2</c:v>
                </c:pt>
                <c:pt idx="455">
                  <c:v>1.1799999999993815E-2</c:v>
                </c:pt>
                <c:pt idx="456">
                  <c:v>1.1799999999993815E-2</c:v>
                </c:pt>
                <c:pt idx="457">
                  <c:v>1.1799999999993815E-2</c:v>
                </c:pt>
                <c:pt idx="458">
                  <c:v>1.1799999999993815E-2</c:v>
                </c:pt>
                <c:pt idx="459">
                  <c:v>1.1799999999993815E-2</c:v>
                </c:pt>
                <c:pt idx="460">
                  <c:v>1.1799999999993815E-2</c:v>
                </c:pt>
                <c:pt idx="461">
                  <c:v>1.1799999999993815E-2</c:v>
                </c:pt>
                <c:pt idx="462">
                  <c:v>1.1799999999993815E-2</c:v>
                </c:pt>
                <c:pt idx="463">
                  <c:v>1.1799999999993815E-2</c:v>
                </c:pt>
                <c:pt idx="464">
                  <c:v>1.1799999999993815E-2</c:v>
                </c:pt>
                <c:pt idx="465">
                  <c:v>1.1799999999993815E-2</c:v>
                </c:pt>
                <c:pt idx="466">
                  <c:v>1.1799999999993815E-2</c:v>
                </c:pt>
                <c:pt idx="467">
                  <c:v>1.1799999999993815E-2</c:v>
                </c:pt>
                <c:pt idx="468">
                  <c:v>1.1799999999993815E-2</c:v>
                </c:pt>
                <c:pt idx="469">
                  <c:v>1.1799999999993815E-2</c:v>
                </c:pt>
                <c:pt idx="470">
                  <c:v>1.1799999999993815E-2</c:v>
                </c:pt>
                <c:pt idx="471">
                  <c:v>1.1799999999993815E-2</c:v>
                </c:pt>
                <c:pt idx="472">
                  <c:v>1.1799999999993815E-2</c:v>
                </c:pt>
                <c:pt idx="473">
                  <c:v>1.1799999999993815E-2</c:v>
                </c:pt>
                <c:pt idx="474">
                  <c:v>1.2000000000000455E-2</c:v>
                </c:pt>
                <c:pt idx="475">
                  <c:v>1.2100000000032196E-2</c:v>
                </c:pt>
                <c:pt idx="476">
                  <c:v>1.2100000000032196E-2</c:v>
                </c:pt>
                <c:pt idx="477">
                  <c:v>1.2200000000007094E-2</c:v>
                </c:pt>
                <c:pt idx="478">
                  <c:v>1.2200000000007094E-2</c:v>
                </c:pt>
                <c:pt idx="479">
                  <c:v>1.2300000000038835E-2</c:v>
                </c:pt>
                <c:pt idx="480">
                  <c:v>1.2300000000038835E-2</c:v>
                </c:pt>
                <c:pt idx="481">
                  <c:v>1.2300000000038835E-2</c:v>
                </c:pt>
                <c:pt idx="482">
                  <c:v>1.2300000000038835E-2</c:v>
                </c:pt>
                <c:pt idx="483">
                  <c:v>1.2300000000038835E-2</c:v>
                </c:pt>
                <c:pt idx="484">
                  <c:v>1.2300000000038835E-2</c:v>
                </c:pt>
                <c:pt idx="485">
                  <c:v>1.2300000000038835E-2</c:v>
                </c:pt>
                <c:pt idx="486">
                  <c:v>1.2300000000038835E-2</c:v>
                </c:pt>
                <c:pt idx="487">
                  <c:v>1.2300000000038835E-2</c:v>
                </c:pt>
                <c:pt idx="488">
                  <c:v>1.2300000000038835E-2</c:v>
                </c:pt>
                <c:pt idx="489">
                  <c:v>1.2300000000038835E-2</c:v>
                </c:pt>
                <c:pt idx="490">
                  <c:v>1.2300000000038835E-2</c:v>
                </c:pt>
                <c:pt idx="491">
                  <c:v>1.2300000000038835E-2</c:v>
                </c:pt>
                <c:pt idx="492">
                  <c:v>1.2300000000038835E-2</c:v>
                </c:pt>
                <c:pt idx="493">
                  <c:v>1.2300000000038835E-2</c:v>
                </c:pt>
                <c:pt idx="494">
                  <c:v>1.2300000000038835E-2</c:v>
                </c:pt>
                <c:pt idx="495">
                  <c:v>1.2300000000038835E-2</c:v>
                </c:pt>
                <c:pt idx="496">
                  <c:v>1.2300000000038835E-2</c:v>
                </c:pt>
                <c:pt idx="497">
                  <c:v>1.2300000000038835E-2</c:v>
                </c:pt>
                <c:pt idx="498">
                  <c:v>1.2300000000038835E-2</c:v>
                </c:pt>
                <c:pt idx="499">
                  <c:v>1.1900000000025557E-2</c:v>
                </c:pt>
                <c:pt idx="500">
                  <c:v>1.140000000003738E-2</c:v>
                </c:pt>
                <c:pt idx="501">
                  <c:v>1.1000000000024102E-2</c:v>
                </c:pt>
                <c:pt idx="502">
                  <c:v>1.0800000000017462E-2</c:v>
                </c:pt>
                <c:pt idx="503">
                  <c:v>1.0600000000010823E-2</c:v>
                </c:pt>
                <c:pt idx="504">
                  <c:v>1.0500000000035925E-2</c:v>
                </c:pt>
                <c:pt idx="505">
                  <c:v>1.0400000000004184E-2</c:v>
                </c:pt>
                <c:pt idx="506">
                  <c:v>1.0300000000029286E-2</c:v>
                </c:pt>
                <c:pt idx="507">
                  <c:v>1.0199999999997544E-2</c:v>
                </c:pt>
                <c:pt idx="508">
                  <c:v>1.0199999999997544E-2</c:v>
                </c:pt>
                <c:pt idx="509">
                  <c:v>1.0100000000022646E-2</c:v>
                </c:pt>
                <c:pt idx="510">
                  <c:v>1.0100000000022646E-2</c:v>
                </c:pt>
                <c:pt idx="511">
                  <c:v>1.0100000000022646E-2</c:v>
                </c:pt>
                <c:pt idx="512">
                  <c:v>9.9999999999909051E-3</c:v>
                </c:pt>
                <c:pt idx="513">
                  <c:v>9.9999999999909051E-3</c:v>
                </c:pt>
                <c:pt idx="514">
                  <c:v>9.9999999999909051E-3</c:v>
                </c:pt>
                <c:pt idx="515">
                  <c:v>9.9999999999909051E-3</c:v>
                </c:pt>
                <c:pt idx="516">
                  <c:v>9.9000000000160071E-3</c:v>
                </c:pt>
                <c:pt idx="517">
                  <c:v>9.9000000000160071E-3</c:v>
                </c:pt>
                <c:pt idx="518">
                  <c:v>9.9000000000160071E-3</c:v>
                </c:pt>
                <c:pt idx="519">
                  <c:v>9.9000000000160071E-3</c:v>
                </c:pt>
                <c:pt idx="520">
                  <c:v>9.9000000000160071E-3</c:v>
                </c:pt>
                <c:pt idx="521">
                  <c:v>9.9000000000160071E-3</c:v>
                </c:pt>
                <c:pt idx="522">
                  <c:v>9.9000000000160071E-3</c:v>
                </c:pt>
                <c:pt idx="523">
                  <c:v>9.9000000000160071E-3</c:v>
                </c:pt>
                <c:pt idx="524">
                  <c:v>9.9000000000160071E-3</c:v>
                </c:pt>
                <c:pt idx="525">
                  <c:v>9.9000000000160071E-3</c:v>
                </c:pt>
                <c:pt idx="526">
                  <c:v>9.9000000000160071E-3</c:v>
                </c:pt>
                <c:pt idx="527">
                  <c:v>9.9000000000160071E-3</c:v>
                </c:pt>
                <c:pt idx="528">
                  <c:v>9.9000000000160071E-3</c:v>
                </c:pt>
                <c:pt idx="529">
                  <c:v>9.9000000000160071E-3</c:v>
                </c:pt>
                <c:pt idx="530">
                  <c:v>1.0100000000022646E-2</c:v>
                </c:pt>
                <c:pt idx="531">
                  <c:v>1.0199999999997544E-2</c:v>
                </c:pt>
                <c:pt idx="532">
                  <c:v>1.0300000000029286E-2</c:v>
                </c:pt>
              </c:numCache>
            </c:numRef>
          </c:yVal>
          <c:smooth val="1"/>
          <c:extLst>
            <c:ext xmlns:c16="http://schemas.microsoft.com/office/drawing/2014/chart" uri="{C3380CC4-5D6E-409C-BE32-E72D297353CC}">
              <c16:uniqueId val="{00000001-1510-4437-9CAD-7ED8315A59D8}"/>
            </c:ext>
          </c:extLst>
        </c:ser>
        <c:ser>
          <c:idx val="2"/>
          <c:order val="2"/>
          <c:tx>
            <c:strRef>
              <c:f>SM50000_TEMPSoc5l2_50000!$OQ$1</c:f>
              <c:strCache>
                <c:ptCount val="1"/>
                <c:pt idx="0">
                  <c:v>TELE_SM_INTERIOR.262</c:v>
                </c:pt>
              </c:strCache>
            </c:strRef>
          </c:tx>
          <c:spPr>
            <a:ln w="19050" cap="rnd">
              <a:solidFill>
                <a:schemeClr val="accent3"/>
              </a:solidFill>
              <a:round/>
            </a:ln>
            <a:effectLst/>
          </c:spPr>
          <c:marker>
            <c:symbol val="circle"/>
            <c:size val="5"/>
            <c:spPr>
              <a:solidFill>
                <a:schemeClr val="accent3"/>
              </a:solidFill>
              <a:ln w="9525">
                <a:solidFill>
                  <a:schemeClr val="accent3"/>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SM50000_TEMPSoc5l2_50000!$OQ$2:$OQ$536</c:f>
              <c:numCache>
                <c:formatCode>General</c:formatCode>
                <c:ptCount val="533"/>
                <c:pt idx="0">
                  <c:v>0</c:v>
                </c:pt>
                <c:pt idx="1">
                  <c:v>1.7000000000280124E-3</c:v>
                </c:pt>
                <c:pt idx="2">
                  <c:v>3.3999999999991815E-3</c:v>
                </c:pt>
                <c:pt idx="3">
                  <c:v>4.5999999999821739E-3</c:v>
                </c:pt>
                <c:pt idx="4">
                  <c:v>5.4999999999836291E-3</c:v>
                </c:pt>
                <c:pt idx="5">
                  <c:v>6.100000000003547E-3</c:v>
                </c:pt>
                <c:pt idx="6">
                  <c:v>6.700000000023465E-3</c:v>
                </c:pt>
                <c:pt idx="7">
                  <c:v>7.0999999999799002E-3</c:v>
                </c:pt>
                <c:pt idx="8">
                  <c:v>7.4999999999931788E-3</c:v>
                </c:pt>
                <c:pt idx="9">
                  <c:v>7.8000000000315595E-3</c:v>
                </c:pt>
                <c:pt idx="10">
                  <c:v>8.1000000000130967E-3</c:v>
                </c:pt>
                <c:pt idx="11">
                  <c:v>8.300000000019736E-3</c:v>
                </c:pt>
                <c:pt idx="12">
                  <c:v>8.6000000000012733E-3</c:v>
                </c:pt>
                <c:pt idx="13">
                  <c:v>8.8000000000079126E-3</c:v>
                </c:pt>
                <c:pt idx="14">
                  <c:v>9.0000000000145519E-3</c:v>
                </c:pt>
                <c:pt idx="15">
                  <c:v>9.2000000000211912E-3</c:v>
                </c:pt>
                <c:pt idx="16">
                  <c:v>9.2999999999960892E-3</c:v>
                </c:pt>
                <c:pt idx="17">
                  <c:v>9.5000000000027285E-3</c:v>
                </c:pt>
                <c:pt idx="18">
                  <c:v>9.7000000000093678E-3</c:v>
                </c:pt>
                <c:pt idx="19">
                  <c:v>9.7999999999842657E-3</c:v>
                </c:pt>
                <c:pt idx="20">
                  <c:v>9.9000000000160071E-3</c:v>
                </c:pt>
                <c:pt idx="21">
                  <c:v>1.0100000000022646E-2</c:v>
                </c:pt>
                <c:pt idx="22">
                  <c:v>1.0199999999997544E-2</c:v>
                </c:pt>
                <c:pt idx="23">
                  <c:v>1.0300000000029286E-2</c:v>
                </c:pt>
                <c:pt idx="24">
                  <c:v>1.0400000000004184E-2</c:v>
                </c:pt>
                <c:pt idx="25">
                  <c:v>1.0499999999979082E-2</c:v>
                </c:pt>
                <c:pt idx="26">
                  <c:v>1.0499999999979082E-2</c:v>
                </c:pt>
                <c:pt idx="27">
                  <c:v>1.0300000000029286E-2</c:v>
                </c:pt>
                <c:pt idx="28">
                  <c:v>9.9999999999909051E-3</c:v>
                </c:pt>
                <c:pt idx="29">
                  <c:v>9.7999999999842657E-3</c:v>
                </c:pt>
                <c:pt idx="30">
                  <c:v>9.7000000000093678E-3</c:v>
                </c:pt>
                <c:pt idx="31">
                  <c:v>9.5999999999776264E-3</c:v>
                </c:pt>
                <c:pt idx="32">
                  <c:v>9.5000000000027285E-3</c:v>
                </c:pt>
                <c:pt idx="33">
                  <c:v>9.5000000000027285E-3</c:v>
                </c:pt>
                <c:pt idx="34">
                  <c:v>9.4000000000278305E-3</c:v>
                </c:pt>
                <c:pt idx="35">
                  <c:v>9.4000000000278305E-3</c:v>
                </c:pt>
                <c:pt idx="36">
                  <c:v>9.4000000000278305E-3</c:v>
                </c:pt>
                <c:pt idx="37">
                  <c:v>9.4000000000278305E-3</c:v>
                </c:pt>
                <c:pt idx="38">
                  <c:v>9.4000000000278305E-3</c:v>
                </c:pt>
                <c:pt idx="39">
                  <c:v>9.4000000000278305E-3</c:v>
                </c:pt>
                <c:pt idx="40">
                  <c:v>9.4000000000278305E-3</c:v>
                </c:pt>
                <c:pt idx="41">
                  <c:v>9.4000000000278305E-3</c:v>
                </c:pt>
                <c:pt idx="42">
                  <c:v>9.4000000000278305E-3</c:v>
                </c:pt>
                <c:pt idx="43">
                  <c:v>9.5000000000027285E-3</c:v>
                </c:pt>
                <c:pt idx="44">
                  <c:v>9.5000000000027285E-3</c:v>
                </c:pt>
                <c:pt idx="45">
                  <c:v>9.5000000000027285E-3</c:v>
                </c:pt>
                <c:pt idx="46">
                  <c:v>9.5000000000027285E-3</c:v>
                </c:pt>
                <c:pt idx="47">
                  <c:v>9.5000000000027285E-3</c:v>
                </c:pt>
                <c:pt idx="48">
                  <c:v>9.5000000000027285E-3</c:v>
                </c:pt>
                <c:pt idx="49">
                  <c:v>9.5000000000027285E-3</c:v>
                </c:pt>
                <c:pt idx="50">
                  <c:v>9.5000000000027285E-3</c:v>
                </c:pt>
                <c:pt idx="51">
                  <c:v>9.5000000000027285E-3</c:v>
                </c:pt>
                <c:pt idx="52">
                  <c:v>9.5999999999776264E-3</c:v>
                </c:pt>
                <c:pt idx="53">
                  <c:v>9.5999999999776264E-3</c:v>
                </c:pt>
                <c:pt idx="54">
                  <c:v>9.5999999999776264E-3</c:v>
                </c:pt>
                <c:pt idx="55">
                  <c:v>9.5999999999776264E-3</c:v>
                </c:pt>
                <c:pt idx="56">
                  <c:v>9.5999999999776264E-3</c:v>
                </c:pt>
                <c:pt idx="57">
                  <c:v>9.5999999999776264E-3</c:v>
                </c:pt>
                <c:pt idx="58">
                  <c:v>9.7999999999842657E-3</c:v>
                </c:pt>
                <c:pt idx="59">
                  <c:v>9.9000000000160071E-3</c:v>
                </c:pt>
                <c:pt idx="60">
                  <c:v>9.9999999999909051E-3</c:v>
                </c:pt>
                <c:pt idx="61">
                  <c:v>1.0100000000022646E-2</c:v>
                </c:pt>
                <c:pt idx="62">
                  <c:v>1.0100000000022646E-2</c:v>
                </c:pt>
                <c:pt idx="63">
                  <c:v>1.0199999999997544E-2</c:v>
                </c:pt>
                <c:pt idx="64">
                  <c:v>1.0199999999997544E-2</c:v>
                </c:pt>
                <c:pt idx="65">
                  <c:v>1.0199999999997544E-2</c:v>
                </c:pt>
                <c:pt idx="66">
                  <c:v>1.0199999999997544E-2</c:v>
                </c:pt>
                <c:pt idx="67">
                  <c:v>1.0300000000029286E-2</c:v>
                </c:pt>
                <c:pt idx="68">
                  <c:v>1.0300000000029286E-2</c:v>
                </c:pt>
                <c:pt idx="69">
                  <c:v>1.0300000000029286E-2</c:v>
                </c:pt>
                <c:pt idx="70">
                  <c:v>1.0300000000029286E-2</c:v>
                </c:pt>
                <c:pt idx="71">
                  <c:v>1.0300000000029286E-2</c:v>
                </c:pt>
                <c:pt idx="72">
                  <c:v>1.0300000000029286E-2</c:v>
                </c:pt>
                <c:pt idx="73">
                  <c:v>1.0300000000029286E-2</c:v>
                </c:pt>
                <c:pt idx="74">
                  <c:v>1.0400000000004184E-2</c:v>
                </c:pt>
                <c:pt idx="75">
                  <c:v>1.0400000000004184E-2</c:v>
                </c:pt>
                <c:pt idx="76">
                  <c:v>1.0400000000004184E-2</c:v>
                </c:pt>
                <c:pt idx="77">
                  <c:v>1.0400000000004184E-2</c:v>
                </c:pt>
                <c:pt idx="78">
                  <c:v>1.0400000000004184E-2</c:v>
                </c:pt>
                <c:pt idx="79">
                  <c:v>1.0400000000004184E-2</c:v>
                </c:pt>
                <c:pt idx="80">
                  <c:v>1.0400000000004184E-2</c:v>
                </c:pt>
                <c:pt idx="81">
                  <c:v>1.0400000000004184E-2</c:v>
                </c:pt>
                <c:pt idx="82">
                  <c:v>1.0400000000004184E-2</c:v>
                </c:pt>
                <c:pt idx="83">
                  <c:v>1.0400000000004184E-2</c:v>
                </c:pt>
                <c:pt idx="84">
                  <c:v>1.0400000000004184E-2</c:v>
                </c:pt>
                <c:pt idx="85">
                  <c:v>1.0400000000004184E-2</c:v>
                </c:pt>
                <c:pt idx="86">
                  <c:v>1.0400000000004184E-2</c:v>
                </c:pt>
                <c:pt idx="87">
                  <c:v>1.0400000000004184E-2</c:v>
                </c:pt>
                <c:pt idx="88">
                  <c:v>1.0400000000004184E-2</c:v>
                </c:pt>
                <c:pt idx="89">
                  <c:v>1.0400000000004184E-2</c:v>
                </c:pt>
                <c:pt idx="90">
                  <c:v>1.0400000000004184E-2</c:v>
                </c:pt>
                <c:pt idx="91">
                  <c:v>1.0400000000004184E-2</c:v>
                </c:pt>
                <c:pt idx="92">
                  <c:v>1.0400000000004184E-2</c:v>
                </c:pt>
                <c:pt idx="93">
                  <c:v>1.0400000000004184E-2</c:v>
                </c:pt>
                <c:pt idx="94">
                  <c:v>1.0400000000004184E-2</c:v>
                </c:pt>
                <c:pt idx="95">
                  <c:v>1.0400000000004184E-2</c:v>
                </c:pt>
                <c:pt idx="96">
                  <c:v>1.0400000000004184E-2</c:v>
                </c:pt>
                <c:pt idx="97">
                  <c:v>1.0400000000004184E-2</c:v>
                </c:pt>
                <c:pt idx="98">
                  <c:v>1.0400000000004184E-2</c:v>
                </c:pt>
                <c:pt idx="99">
                  <c:v>1.0400000000004184E-2</c:v>
                </c:pt>
                <c:pt idx="100">
                  <c:v>1.0400000000004184E-2</c:v>
                </c:pt>
                <c:pt idx="101">
                  <c:v>1.0400000000004184E-2</c:v>
                </c:pt>
                <c:pt idx="102">
                  <c:v>1.0400000000004184E-2</c:v>
                </c:pt>
                <c:pt idx="103">
                  <c:v>1.0400000000004184E-2</c:v>
                </c:pt>
                <c:pt idx="104">
                  <c:v>1.0400000000004184E-2</c:v>
                </c:pt>
                <c:pt idx="105">
                  <c:v>1.0400000000004184E-2</c:v>
                </c:pt>
                <c:pt idx="106">
                  <c:v>1.0400000000004184E-2</c:v>
                </c:pt>
                <c:pt idx="107">
                  <c:v>1.0499999999979082E-2</c:v>
                </c:pt>
                <c:pt idx="108">
                  <c:v>1.0600000000010823E-2</c:v>
                </c:pt>
                <c:pt idx="109">
                  <c:v>1.0800000000017462E-2</c:v>
                </c:pt>
                <c:pt idx="110">
                  <c:v>1.089999999999236E-2</c:v>
                </c:pt>
                <c:pt idx="111">
                  <c:v>1.1000000000024102E-2</c:v>
                </c:pt>
                <c:pt idx="112">
                  <c:v>1.1099999999999E-2</c:v>
                </c:pt>
                <c:pt idx="113">
                  <c:v>1.1099999999999E-2</c:v>
                </c:pt>
                <c:pt idx="114">
                  <c:v>1.1200000000030741E-2</c:v>
                </c:pt>
                <c:pt idx="115">
                  <c:v>1.1200000000030741E-2</c:v>
                </c:pt>
                <c:pt idx="116">
                  <c:v>1.1300000000005639E-2</c:v>
                </c:pt>
                <c:pt idx="117">
                  <c:v>1.1300000000005639E-2</c:v>
                </c:pt>
                <c:pt idx="118">
                  <c:v>1.1300000000005639E-2</c:v>
                </c:pt>
                <c:pt idx="119">
                  <c:v>1.1300000000005639E-2</c:v>
                </c:pt>
                <c:pt idx="120">
                  <c:v>1.1399999999980537E-2</c:v>
                </c:pt>
                <c:pt idx="121">
                  <c:v>1.1399999999980537E-2</c:v>
                </c:pt>
                <c:pt idx="122">
                  <c:v>1.1399999999980537E-2</c:v>
                </c:pt>
                <c:pt idx="123">
                  <c:v>1.1399999999980537E-2</c:v>
                </c:pt>
                <c:pt idx="124">
                  <c:v>1.1399999999980537E-2</c:v>
                </c:pt>
                <c:pt idx="125">
                  <c:v>1.1399999999980537E-2</c:v>
                </c:pt>
                <c:pt idx="126">
                  <c:v>1.1399999999980537E-2</c:v>
                </c:pt>
                <c:pt idx="127">
                  <c:v>1.1399999999980537E-2</c:v>
                </c:pt>
                <c:pt idx="128">
                  <c:v>1.1399999999980537E-2</c:v>
                </c:pt>
                <c:pt idx="129">
                  <c:v>1.1399999999980537E-2</c:v>
                </c:pt>
                <c:pt idx="130">
                  <c:v>1.1399999999980537E-2</c:v>
                </c:pt>
                <c:pt idx="131">
                  <c:v>1.1399999999980537E-2</c:v>
                </c:pt>
                <c:pt idx="132">
                  <c:v>1.1399999999980537E-2</c:v>
                </c:pt>
                <c:pt idx="133">
                  <c:v>1.1399999999980537E-2</c:v>
                </c:pt>
                <c:pt idx="134">
                  <c:v>1.1399999999980537E-2</c:v>
                </c:pt>
                <c:pt idx="135">
                  <c:v>1.1399999999980537E-2</c:v>
                </c:pt>
                <c:pt idx="136">
                  <c:v>1.1399999999980537E-2</c:v>
                </c:pt>
                <c:pt idx="137">
                  <c:v>1.1399999999980537E-2</c:v>
                </c:pt>
                <c:pt idx="138">
                  <c:v>1.1399999999980537E-2</c:v>
                </c:pt>
                <c:pt idx="139">
                  <c:v>1.1500000000012278E-2</c:v>
                </c:pt>
                <c:pt idx="140">
                  <c:v>1.1500000000012278E-2</c:v>
                </c:pt>
                <c:pt idx="141">
                  <c:v>1.1500000000012278E-2</c:v>
                </c:pt>
                <c:pt idx="142">
                  <c:v>1.1500000000012278E-2</c:v>
                </c:pt>
                <c:pt idx="143">
                  <c:v>1.1500000000012278E-2</c:v>
                </c:pt>
                <c:pt idx="144">
                  <c:v>1.1500000000012278E-2</c:v>
                </c:pt>
                <c:pt idx="145">
                  <c:v>1.1500000000012278E-2</c:v>
                </c:pt>
                <c:pt idx="146">
                  <c:v>1.1500000000012278E-2</c:v>
                </c:pt>
                <c:pt idx="147">
                  <c:v>1.1500000000012278E-2</c:v>
                </c:pt>
                <c:pt idx="148">
                  <c:v>1.1500000000012278E-2</c:v>
                </c:pt>
                <c:pt idx="149">
                  <c:v>1.1500000000012278E-2</c:v>
                </c:pt>
                <c:pt idx="150">
                  <c:v>1.1500000000012278E-2</c:v>
                </c:pt>
                <c:pt idx="151">
                  <c:v>1.1500000000012278E-2</c:v>
                </c:pt>
                <c:pt idx="152">
                  <c:v>1.1500000000012278E-2</c:v>
                </c:pt>
                <c:pt idx="153">
                  <c:v>1.1500000000012278E-2</c:v>
                </c:pt>
                <c:pt idx="154">
                  <c:v>1.1500000000012278E-2</c:v>
                </c:pt>
                <c:pt idx="155">
                  <c:v>1.1500000000012278E-2</c:v>
                </c:pt>
                <c:pt idx="156">
                  <c:v>1.1500000000012278E-2</c:v>
                </c:pt>
                <c:pt idx="157">
                  <c:v>1.1500000000012278E-2</c:v>
                </c:pt>
                <c:pt idx="158">
                  <c:v>1.1500000000012278E-2</c:v>
                </c:pt>
                <c:pt idx="159">
                  <c:v>1.1599999999987176E-2</c:v>
                </c:pt>
                <c:pt idx="160">
                  <c:v>1.1700000000018917E-2</c:v>
                </c:pt>
                <c:pt idx="161">
                  <c:v>1.1700000000018917E-2</c:v>
                </c:pt>
                <c:pt idx="162">
                  <c:v>1.1799999999993815E-2</c:v>
                </c:pt>
                <c:pt idx="163">
                  <c:v>1.1799999999993815E-2</c:v>
                </c:pt>
                <c:pt idx="164">
                  <c:v>1.1799999999993815E-2</c:v>
                </c:pt>
                <c:pt idx="165">
                  <c:v>1.1799999999993815E-2</c:v>
                </c:pt>
                <c:pt idx="166">
                  <c:v>1.1799999999993815E-2</c:v>
                </c:pt>
                <c:pt idx="167">
                  <c:v>1.1900000000025557E-2</c:v>
                </c:pt>
                <c:pt idx="168">
                  <c:v>1.1900000000025557E-2</c:v>
                </c:pt>
                <c:pt idx="169">
                  <c:v>1.1900000000025557E-2</c:v>
                </c:pt>
                <c:pt idx="170">
                  <c:v>1.1900000000025557E-2</c:v>
                </c:pt>
                <c:pt idx="171">
                  <c:v>1.1900000000025557E-2</c:v>
                </c:pt>
                <c:pt idx="172">
                  <c:v>1.1900000000025557E-2</c:v>
                </c:pt>
                <c:pt idx="173">
                  <c:v>1.1900000000025557E-2</c:v>
                </c:pt>
                <c:pt idx="174">
                  <c:v>1.1900000000025557E-2</c:v>
                </c:pt>
                <c:pt idx="175">
                  <c:v>1.1900000000025557E-2</c:v>
                </c:pt>
                <c:pt idx="176">
                  <c:v>1.1900000000025557E-2</c:v>
                </c:pt>
                <c:pt idx="177">
                  <c:v>1.1900000000025557E-2</c:v>
                </c:pt>
                <c:pt idx="178">
                  <c:v>1.1900000000025557E-2</c:v>
                </c:pt>
                <c:pt idx="179">
                  <c:v>1.1900000000025557E-2</c:v>
                </c:pt>
                <c:pt idx="180">
                  <c:v>1.1900000000025557E-2</c:v>
                </c:pt>
                <c:pt idx="181">
                  <c:v>1.1900000000025557E-2</c:v>
                </c:pt>
                <c:pt idx="182">
                  <c:v>1.1900000000025557E-2</c:v>
                </c:pt>
                <c:pt idx="183">
                  <c:v>1.1799999999993815E-2</c:v>
                </c:pt>
                <c:pt idx="184">
                  <c:v>1.1500000000012278E-2</c:v>
                </c:pt>
                <c:pt idx="185">
                  <c:v>1.1099999999999E-2</c:v>
                </c:pt>
                <c:pt idx="186">
                  <c:v>1.089999999999236E-2</c:v>
                </c:pt>
                <c:pt idx="187">
                  <c:v>1.0699999999985721E-2</c:v>
                </c:pt>
                <c:pt idx="188">
                  <c:v>1.0499999999979082E-2</c:v>
                </c:pt>
                <c:pt idx="189">
                  <c:v>1.0400000000004184E-2</c:v>
                </c:pt>
                <c:pt idx="190">
                  <c:v>1.0300000000029286E-2</c:v>
                </c:pt>
                <c:pt idx="191">
                  <c:v>1.0199999999997544E-2</c:v>
                </c:pt>
                <c:pt idx="192">
                  <c:v>1.0199999999997544E-2</c:v>
                </c:pt>
                <c:pt idx="193">
                  <c:v>1.0100000000022646E-2</c:v>
                </c:pt>
                <c:pt idx="194">
                  <c:v>1.0100000000022646E-2</c:v>
                </c:pt>
                <c:pt idx="195">
                  <c:v>9.9999999999909051E-3</c:v>
                </c:pt>
                <c:pt idx="196">
                  <c:v>9.9999999999909051E-3</c:v>
                </c:pt>
                <c:pt idx="197">
                  <c:v>9.9999999999909051E-3</c:v>
                </c:pt>
                <c:pt idx="198">
                  <c:v>9.9000000000160071E-3</c:v>
                </c:pt>
                <c:pt idx="199">
                  <c:v>9.9000000000160071E-3</c:v>
                </c:pt>
                <c:pt idx="200">
                  <c:v>9.9000000000160071E-3</c:v>
                </c:pt>
                <c:pt idx="201">
                  <c:v>9.9000000000160071E-3</c:v>
                </c:pt>
                <c:pt idx="202">
                  <c:v>9.9000000000160071E-3</c:v>
                </c:pt>
                <c:pt idx="203">
                  <c:v>9.9000000000160071E-3</c:v>
                </c:pt>
                <c:pt idx="204">
                  <c:v>9.7999999999842657E-3</c:v>
                </c:pt>
                <c:pt idx="205">
                  <c:v>9.7999999999842657E-3</c:v>
                </c:pt>
                <c:pt idx="206">
                  <c:v>9.7999999999842657E-3</c:v>
                </c:pt>
                <c:pt idx="207">
                  <c:v>9.7999999999842657E-3</c:v>
                </c:pt>
                <c:pt idx="208">
                  <c:v>9.7999999999842657E-3</c:v>
                </c:pt>
                <c:pt idx="209">
                  <c:v>9.7999999999842657E-3</c:v>
                </c:pt>
                <c:pt idx="210">
                  <c:v>9.7999999999842657E-3</c:v>
                </c:pt>
                <c:pt idx="211">
                  <c:v>9.7999999999842657E-3</c:v>
                </c:pt>
                <c:pt idx="212">
                  <c:v>9.7999999999842657E-3</c:v>
                </c:pt>
                <c:pt idx="213">
                  <c:v>9.7999999999842657E-3</c:v>
                </c:pt>
                <c:pt idx="214">
                  <c:v>9.7999999999842657E-3</c:v>
                </c:pt>
                <c:pt idx="215">
                  <c:v>9.9999999999909051E-3</c:v>
                </c:pt>
                <c:pt idx="216">
                  <c:v>1.0100000000022646E-2</c:v>
                </c:pt>
                <c:pt idx="217">
                  <c:v>1.0100000000022646E-2</c:v>
                </c:pt>
                <c:pt idx="218">
                  <c:v>1.0199999999997544E-2</c:v>
                </c:pt>
                <c:pt idx="219">
                  <c:v>1.0199999999997544E-2</c:v>
                </c:pt>
                <c:pt idx="220">
                  <c:v>1.0300000000029286E-2</c:v>
                </c:pt>
                <c:pt idx="221">
                  <c:v>1.0300000000029286E-2</c:v>
                </c:pt>
                <c:pt idx="222">
                  <c:v>1.0300000000029286E-2</c:v>
                </c:pt>
                <c:pt idx="223">
                  <c:v>1.0300000000029286E-2</c:v>
                </c:pt>
                <c:pt idx="224">
                  <c:v>1.0400000000004184E-2</c:v>
                </c:pt>
                <c:pt idx="225">
                  <c:v>1.0400000000004184E-2</c:v>
                </c:pt>
                <c:pt idx="226">
                  <c:v>1.0400000000004184E-2</c:v>
                </c:pt>
                <c:pt idx="227">
                  <c:v>1.0400000000004184E-2</c:v>
                </c:pt>
                <c:pt idx="228">
                  <c:v>1.0400000000004184E-2</c:v>
                </c:pt>
                <c:pt idx="229">
                  <c:v>1.0400000000004184E-2</c:v>
                </c:pt>
                <c:pt idx="230">
                  <c:v>1.0400000000004184E-2</c:v>
                </c:pt>
                <c:pt idx="231">
                  <c:v>1.0400000000004184E-2</c:v>
                </c:pt>
                <c:pt idx="232">
                  <c:v>1.0400000000004184E-2</c:v>
                </c:pt>
                <c:pt idx="233">
                  <c:v>1.0400000000004184E-2</c:v>
                </c:pt>
                <c:pt idx="234">
                  <c:v>1.0400000000004184E-2</c:v>
                </c:pt>
                <c:pt idx="235">
                  <c:v>1.0400000000004184E-2</c:v>
                </c:pt>
                <c:pt idx="236">
                  <c:v>1.0400000000004184E-2</c:v>
                </c:pt>
                <c:pt idx="237">
                  <c:v>1.0400000000004184E-2</c:v>
                </c:pt>
                <c:pt idx="238">
                  <c:v>1.0400000000004184E-2</c:v>
                </c:pt>
                <c:pt idx="239">
                  <c:v>1.0400000000004184E-2</c:v>
                </c:pt>
                <c:pt idx="240">
                  <c:v>1.0400000000004184E-2</c:v>
                </c:pt>
                <c:pt idx="241">
                  <c:v>1.0400000000004184E-2</c:v>
                </c:pt>
                <c:pt idx="242">
                  <c:v>1.0499999999979082E-2</c:v>
                </c:pt>
                <c:pt idx="243">
                  <c:v>1.0499999999979082E-2</c:v>
                </c:pt>
                <c:pt idx="244">
                  <c:v>1.0499999999979082E-2</c:v>
                </c:pt>
                <c:pt idx="245">
                  <c:v>1.0499999999979082E-2</c:v>
                </c:pt>
                <c:pt idx="246">
                  <c:v>1.0499999999979082E-2</c:v>
                </c:pt>
                <c:pt idx="247">
                  <c:v>1.0499999999979082E-2</c:v>
                </c:pt>
                <c:pt idx="248">
                  <c:v>1.0499999999979082E-2</c:v>
                </c:pt>
                <c:pt idx="249">
                  <c:v>1.0499999999979082E-2</c:v>
                </c:pt>
                <c:pt idx="250">
                  <c:v>1.0499999999979082E-2</c:v>
                </c:pt>
                <c:pt idx="251">
                  <c:v>1.0499999999979082E-2</c:v>
                </c:pt>
                <c:pt idx="252">
                  <c:v>1.0499999999979082E-2</c:v>
                </c:pt>
                <c:pt idx="253">
                  <c:v>1.0499999999979082E-2</c:v>
                </c:pt>
                <c:pt idx="254">
                  <c:v>1.0499999999979082E-2</c:v>
                </c:pt>
                <c:pt idx="255">
                  <c:v>1.0499999999979082E-2</c:v>
                </c:pt>
                <c:pt idx="256">
                  <c:v>1.0499999999979082E-2</c:v>
                </c:pt>
                <c:pt idx="257">
                  <c:v>1.0499999999979082E-2</c:v>
                </c:pt>
                <c:pt idx="258">
                  <c:v>1.0499999999979082E-2</c:v>
                </c:pt>
                <c:pt idx="259">
                  <c:v>1.0499999999979082E-2</c:v>
                </c:pt>
                <c:pt idx="260">
                  <c:v>1.0499999999979082E-2</c:v>
                </c:pt>
                <c:pt idx="261">
                  <c:v>1.0499999999979082E-2</c:v>
                </c:pt>
                <c:pt idx="262">
                  <c:v>1.0499999999979082E-2</c:v>
                </c:pt>
                <c:pt idx="263">
                  <c:v>1.0499999999979082E-2</c:v>
                </c:pt>
                <c:pt idx="264">
                  <c:v>1.0499999999979082E-2</c:v>
                </c:pt>
                <c:pt idx="265">
                  <c:v>1.0600000000010823E-2</c:v>
                </c:pt>
                <c:pt idx="266">
                  <c:v>1.0800000000017462E-2</c:v>
                </c:pt>
                <c:pt idx="267">
                  <c:v>1.089999999999236E-2</c:v>
                </c:pt>
                <c:pt idx="268">
                  <c:v>1.1000000000024102E-2</c:v>
                </c:pt>
                <c:pt idx="269">
                  <c:v>1.1099999999999E-2</c:v>
                </c:pt>
                <c:pt idx="270">
                  <c:v>1.1200000000030741E-2</c:v>
                </c:pt>
                <c:pt idx="271">
                  <c:v>1.1200000000030741E-2</c:v>
                </c:pt>
                <c:pt idx="272">
                  <c:v>1.1200000000030741E-2</c:v>
                </c:pt>
                <c:pt idx="273">
                  <c:v>1.1300000000005639E-2</c:v>
                </c:pt>
                <c:pt idx="274">
                  <c:v>1.1300000000005639E-2</c:v>
                </c:pt>
                <c:pt idx="275">
                  <c:v>1.1300000000005639E-2</c:v>
                </c:pt>
                <c:pt idx="276">
                  <c:v>1.1399999999980537E-2</c:v>
                </c:pt>
                <c:pt idx="277">
                  <c:v>1.1399999999980537E-2</c:v>
                </c:pt>
                <c:pt idx="278">
                  <c:v>1.1399999999980537E-2</c:v>
                </c:pt>
                <c:pt idx="279">
                  <c:v>1.1399999999980537E-2</c:v>
                </c:pt>
                <c:pt idx="280">
                  <c:v>1.1399999999980537E-2</c:v>
                </c:pt>
                <c:pt idx="281">
                  <c:v>1.1399999999980537E-2</c:v>
                </c:pt>
                <c:pt idx="282">
                  <c:v>1.1399999999980537E-2</c:v>
                </c:pt>
                <c:pt idx="283">
                  <c:v>1.1399999999980537E-2</c:v>
                </c:pt>
                <c:pt idx="284">
                  <c:v>1.1399999999980537E-2</c:v>
                </c:pt>
                <c:pt idx="285">
                  <c:v>1.1399999999980537E-2</c:v>
                </c:pt>
                <c:pt idx="286">
                  <c:v>1.1399999999980537E-2</c:v>
                </c:pt>
                <c:pt idx="287">
                  <c:v>1.1399999999980537E-2</c:v>
                </c:pt>
                <c:pt idx="288">
                  <c:v>1.1399999999980537E-2</c:v>
                </c:pt>
                <c:pt idx="289">
                  <c:v>1.1399999999980537E-2</c:v>
                </c:pt>
                <c:pt idx="290">
                  <c:v>1.1399999999980537E-2</c:v>
                </c:pt>
                <c:pt idx="291">
                  <c:v>1.1399999999980537E-2</c:v>
                </c:pt>
                <c:pt idx="292">
                  <c:v>1.1399999999980537E-2</c:v>
                </c:pt>
                <c:pt idx="293">
                  <c:v>1.1399999999980537E-2</c:v>
                </c:pt>
                <c:pt idx="294">
                  <c:v>1.1500000000012278E-2</c:v>
                </c:pt>
                <c:pt idx="295">
                  <c:v>1.1500000000012278E-2</c:v>
                </c:pt>
                <c:pt idx="296">
                  <c:v>1.1500000000012278E-2</c:v>
                </c:pt>
                <c:pt idx="297">
                  <c:v>1.1500000000012278E-2</c:v>
                </c:pt>
                <c:pt idx="298">
                  <c:v>1.1500000000012278E-2</c:v>
                </c:pt>
                <c:pt idx="299">
                  <c:v>1.1500000000012278E-2</c:v>
                </c:pt>
                <c:pt idx="300">
                  <c:v>1.1500000000012278E-2</c:v>
                </c:pt>
                <c:pt idx="301">
                  <c:v>1.1500000000012278E-2</c:v>
                </c:pt>
                <c:pt idx="302">
                  <c:v>1.1500000000012278E-2</c:v>
                </c:pt>
                <c:pt idx="303">
                  <c:v>1.1500000000012278E-2</c:v>
                </c:pt>
                <c:pt idx="304">
                  <c:v>1.1500000000012278E-2</c:v>
                </c:pt>
                <c:pt idx="305">
                  <c:v>1.1500000000012278E-2</c:v>
                </c:pt>
                <c:pt idx="306">
                  <c:v>1.1500000000012278E-2</c:v>
                </c:pt>
                <c:pt idx="307">
                  <c:v>1.1500000000012278E-2</c:v>
                </c:pt>
                <c:pt idx="308">
                  <c:v>1.1500000000012278E-2</c:v>
                </c:pt>
                <c:pt idx="309">
                  <c:v>1.1500000000012278E-2</c:v>
                </c:pt>
                <c:pt idx="310">
                  <c:v>1.1500000000012278E-2</c:v>
                </c:pt>
                <c:pt idx="311">
                  <c:v>1.1500000000012278E-2</c:v>
                </c:pt>
                <c:pt idx="312">
                  <c:v>1.1500000000012278E-2</c:v>
                </c:pt>
                <c:pt idx="313">
                  <c:v>1.1500000000012278E-2</c:v>
                </c:pt>
                <c:pt idx="314">
                  <c:v>1.1500000000012278E-2</c:v>
                </c:pt>
                <c:pt idx="315">
                  <c:v>1.1500000000012278E-2</c:v>
                </c:pt>
                <c:pt idx="316">
                  <c:v>1.1599999999987176E-2</c:v>
                </c:pt>
                <c:pt idx="317">
                  <c:v>1.1700000000018917E-2</c:v>
                </c:pt>
                <c:pt idx="318">
                  <c:v>1.1700000000018917E-2</c:v>
                </c:pt>
                <c:pt idx="319">
                  <c:v>1.1799999999993815E-2</c:v>
                </c:pt>
                <c:pt idx="320">
                  <c:v>1.1799999999993815E-2</c:v>
                </c:pt>
                <c:pt idx="321">
                  <c:v>1.1799999999993815E-2</c:v>
                </c:pt>
                <c:pt idx="322">
                  <c:v>1.1799999999993815E-2</c:v>
                </c:pt>
                <c:pt idx="323">
                  <c:v>1.1799999999993815E-2</c:v>
                </c:pt>
                <c:pt idx="324">
                  <c:v>1.1900000000025557E-2</c:v>
                </c:pt>
                <c:pt idx="325">
                  <c:v>1.1900000000025557E-2</c:v>
                </c:pt>
                <c:pt idx="326">
                  <c:v>1.1900000000025557E-2</c:v>
                </c:pt>
                <c:pt idx="327">
                  <c:v>1.1900000000025557E-2</c:v>
                </c:pt>
                <c:pt idx="328">
                  <c:v>1.1900000000025557E-2</c:v>
                </c:pt>
                <c:pt idx="329">
                  <c:v>1.1900000000025557E-2</c:v>
                </c:pt>
                <c:pt idx="330">
                  <c:v>1.1900000000025557E-2</c:v>
                </c:pt>
                <c:pt idx="331">
                  <c:v>1.1900000000025557E-2</c:v>
                </c:pt>
                <c:pt idx="332">
                  <c:v>1.1900000000025557E-2</c:v>
                </c:pt>
                <c:pt idx="333">
                  <c:v>1.1900000000025557E-2</c:v>
                </c:pt>
                <c:pt idx="334">
                  <c:v>1.1900000000025557E-2</c:v>
                </c:pt>
                <c:pt idx="335">
                  <c:v>1.1900000000025557E-2</c:v>
                </c:pt>
                <c:pt idx="336">
                  <c:v>1.1900000000025557E-2</c:v>
                </c:pt>
                <c:pt idx="337">
                  <c:v>1.1900000000025557E-2</c:v>
                </c:pt>
                <c:pt idx="338">
                  <c:v>1.1900000000025557E-2</c:v>
                </c:pt>
                <c:pt idx="339">
                  <c:v>1.1900000000025557E-2</c:v>
                </c:pt>
                <c:pt idx="340">
                  <c:v>1.1799999999993815E-2</c:v>
                </c:pt>
                <c:pt idx="341">
                  <c:v>1.1500000000012278E-2</c:v>
                </c:pt>
                <c:pt idx="342">
                  <c:v>1.1099999999999E-2</c:v>
                </c:pt>
                <c:pt idx="343">
                  <c:v>1.0800000000017462E-2</c:v>
                </c:pt>
                <c:pt idx="344">
                  <c:v>1.0600000000010823E-2</c:v>
                </c:pt>
                <c:pt idx="345">
                  <c:v>1.0499999999979082E-2</c:v>
                </c:pt>
                <c:pt idx="346">
                  <c:v>1.0400000000004184E-2</c:v>
                </c:pt>
                <c:pt idx="347">
                  <c:v>1.0300000000029286E-2</c:v>
                </c:pt>
                <c:pt idx="348">
                  <c:v>1.0199999999997544E-2</c:v>
                </c:pt>
                <c:pt idx="349">
                  <c:v>1.0100000000022646E-2</c:v>
                </c:pt>
                <c:pt idx="350">
                  <c:v>1.0100000000022646E-2</c:v>
                </c:pt>
                <c:pt idx="351">
                  <c:v>1.0100000000022646E-2</c:v>
                </c:pt>
                <c:pt idx="352">
                  <c:v>9.9999999999909051E-3</c:v>
                </c:pt>
                <c:pt idx="353">
                  <c:v>9.9999999999909051E-3</c:v>
                </c:pt>
                <c:pt idx="354">
                  <c:v>9.9999999999909051E-3</c:v>
                </c:pt>
                <c:pt idx="355">
                  <c:v>9.9000000000160071E-3</c:v>
                </c:pt>
                <c:pt idx="356">
                  <c:v>9.9000000000160071E-3</c:v>
                </c:pt>
                <c:pt idx="357">
                  <c:v>9.9000000000160071E-3</c:v>
                </c:pt>
                <c:pt idx="358">
                  <c:v>9.9000000000160071E-3</c:v>
                </c:pt>
                <c:pt idx="359">
                  <c:v>9.9000000000160071E-3</c:v>
                </c:pt>
                <c:pt idx="360">
                  <c:v>9.9000000000160071E-3</c:v>
                </c:pt>
                <c:pt idx="361">
                  <c:v>9.9000000000160071E-3</c:v>
                </c:pt>
                <c:pt idx="362">
                  <c:v>9.7999999999842657E-3</c:v>
                </c:pt>
                <c:pt idx="363">
                  <c:v>9.7999999999842657E-3</c:v>
                </c:pt>
                <c:pt idx="364">
                  <c:v>9.7999999999842657E-3</c:v>
                </c:pt>
                <c:pt idx="365">
                  <c:v>9.7999999999842657E-3</c:v>
                </c:pt>
                <c:pt idx="366">
                  <c:v>9.7999999999842657E-3</c:v>
                </c:pt>
                <c:pt idx="367">
                  <c:v>9.7999999999842657E-3</c:v>
                </c:pt>
                <c:pt idx="368">
                  <c:v>9.7999999999842657E-3</c:v>
                </c:pt>
                <c:pt idx="369">
                  <c:v>9.7999999999842657E-3</c:v>
                </c:pt>
                <c:pt idx="370">
                  <c:v>9.7999999999842657E-3</c:v>
                </c:pt>
                <c:pt idx="371">
                  <c:v>9.7999999999842657E-3</c:v>
                </c:pt>
                <c:pt idx="372">
                  <c:v>9.9000000000160071E-3</c:v>
                </c:pt>
                <c:pt idx="373">
                  <c:v>9.9999999999909051E-3</c:v>
                </c:pt>
                <c:pt idx="374">
                  <c:v>1.0100000000022646E-2</c:v>
                </c:pt>
                <c:pt idx="375">
                  <c:v>1.0199999999997544E-2</c:v>
                </c:pt>
                <c:pt idx="376">
                  <c:v>1.0199999999997544E-2</c:v>
                </c:pt>
                <c:pt idx="377">
                  <c:v>1.0300000000029286E-2</c:v>
                </c:pt>
                <c:pt idx="378">
                  <c:v>1.0300000000029286E-2</c:v>
                </c:pt>
                <c:pt idx="379">
                  <c:v>1.0300000000029286E-2</c:v>
                </c:pt>
                <c:pt idx="380">
                  <c:v>1.0300000000029286E-2</c:v>
                </c:pt>
                <c:pt idx="381">
                  <c:v>1.0300000000029286E-2</c:v>
                </c:pt>
                <c:pt idx="382">
                  <c:v>1.0400000000004184E-2</c:v>
                </c:pt>
                <c:pt idx="383">
                  <c:v>1.0400000000004184E-2</c:v>
                </c:pt>
                <c:pt idx="384">
                  <c:v>1.0400000000004184E-2</c:v>
                </c:pt>
                <c:pt idx="385">
                  <c:v>1.0400000000004184E-2</c:v>
                </c:pt>
                <c:pt idx="386">
                  <c:v>1.0400000000004184E-2</c:v>
                </c:pt>
                <c:pt idx="387">
                  <c:v>1.0400000000004184E-2</c:v>
                </c:pt>
                <c:pt idx="388">
                  <c:v>1.0400000000004184E-2</c:v>
                </c:pt>
                <c:pt idx="389">
                  <c:v>1.0400000000004184E-2</c:v>
                </c:pt>
                <c:pt idx="390">
                  <c:v>1.0400000000004184E-2</c:v>
                </c:pt>
                <c:pt idx="391">
                  <c:v>1.0400000000004184E-2</c:v>
                </c:pt>
                <c:pt idx="392">
                  <c:v>1.0400000000004184E-2</c:v>
                </c:pt>
                <c:pt idx="393">
                  <c:v>1.0400000000004184E-2</c:v>
                </c:pt>
                <c:pt idx="394">
                  <c:v>1.0400000000004184E-2</c:v>
                </c:pt>
                <c:pt idx="395">
                  <c:v>1.0400000000004184E-2</c:v>
                </c:pt>
                <c:pt idx="396">
                  <c:v>1.0400000000004184E-2</c:v>
                </c:pt>
                <c:pt idx="397">
                  <c:v>1.0400000000004184E-2</c:v>
                </c:pt>
                <c:pt idx="398">
                  <c:v>1.0400000000004184E-2</c:v>
                </c:pt>
                <c:pt idx="399">
                  <c:v>1.0499999999979082E-2</c:v>
                </c:pt>
                <c:pt idx="400">
                  <c:v>1.0499999999979082E-2</c:v>
                </c:pt>
                <c:pt idx="401">
                  <c:v>1.0499999999979082E-2</c:v>
                </c:pt>
                <c:pt idx="402">
                  <c:v>1.0499999999979082E-2</c:v>
                </c:pt>
                <c:pt idx="403">
                  <c:v>1.0499999999979082E-2</c:v>
                </c:pt>
                <c:pt idx="404">
                  <c:v>1.0499999999979082E-2</c:v>
                </c:pt>
                <c:pt idx="405">
                  <c:v>1.0499999999979082E-2</c:v>
                </c:pt>
                <c:pt idx="406">
                  <c:v>1.0499999999979082E-2</c:v>
                </c:pt>
                <c:pt idx="407">
                  <c:v>1.0499999999979082E-2</c:v>
                </c:pt>
                <c:pt idx="408">
                  <c:v>1.0499999999979082E-2</c:v>
                </c:pt>
                <c:pt idx="409">
                  <c:v>1.0499999999979082E-2</c:v>
                </c:pt>
                <c:pt idx="410">
                  <c:v>1.0499999999979082E-2</c:v>
                </c:pt>
                <c:pt idx="411">
                  <c:v>1.0499999999979082E-2</c:v>
                </c:pt>
                <c:pt idx="412">
                  <c:v>1.0499999999979082E-2</c:v>
                </c:pt>
                <c:pt idx="413">
                  <c:v>1.0499999999979082E-2</c:v>
                </c:pt>
                <c:pt idx="414">
                  <c:v>1.0499999999979082E-2</c:v>
                </c:pt>
                <c:pt idx="415">
                  <c:v>1.0499999999979082E-2</c:v>
                </c:pt>
                <c:pt idx="416">
                  <c:v>1.0499999999979082E-2</c:v>
                </c:pt>
                <c:pt idx="417">
                  <c:v>1.0499999999979082E-2</c:v>
                </c:pt>
                <c:pt idx="418">
                  <c:v>1.0499999999979082E-2</c:v>
                </c:pt>
                <c:pt idx="419">
                  <c:v>1.0499999999979082E-2</c:v>
                </c:pt>
                <c:pt idx="420">
                  <c:v>1.0499999999979082E-2</c:v>
                </c:pt>
                <c:pt idx="421">
                  <c:v>1.0499999999979082E-2</c:v>
                </c:pt>
                <c:pt idx="422">
                  <c:v>1.0499999999979082E-2</c:v>
                </c:pt>
                <c:pt idx="423">
                  <c:v>1.0600000000010823E-2</c:v>
                </c:pt>
                <c:pt idx="424">
                  <c:v>1.0800000000017462E-2</c:v>
                </c:pt>
                <c:pt idx="425">
                  <c:v>1.089999999999236E-2</c:v>
                </c:pt>
                <c:pt idx="426">
                  <c:v>1.1000000000024102E-2</c:v>
                </c:pt>
                <c:pt idx="427">
                  <c:v>1.1099999999999E-2</c:v>
                </c:pt>
                <c:pt idx="428">
                  <c:v>1.1200000000030741E-2</c:v>
                </c:pt>
                <c:pt idx="429">
                  <c:v>1.1200000000030741E-2</c:v>
                </c:pt>
                <c:pt idx="430">
                  <c:v>1.1300000000005639E-2</c:v>
                </c:pt>
                <c:pt idx="431">
                  <c:v>1.1300000000005639E-2</c:v>
                </c:pt>
                <c:pt idx="432">
                  <c:v>1.1300000000005639E-2</c:v>
                </c:pt>
                <c:pt idx="433">
                  <c:v>1.1300000000005639E-2</c:v>
                </c:pt>
                <c:pt idx="434">
                  <c:v>1.1399999999980537E-2</c:v>
                </c:pt>
                <c:pt idx="435">
                  <c:v>1.1399999999980537E-2</c:v>
                </c:pt>
                <c:pt idx="436">
                  <c:v>1.1399999999980537E-2</c:v>
                </c:pt>
                <c:pt idx="437">
                  <c:v>1.1399999999980537E-2</c:v>
                </c:pt>
                <c:pt idx="438">
                  <c:v>1.1399999999980537E-2</c:v>
                </c:pt>
                <c:pt idx="439">
                  <c:v>1.1399999999980537E-2</c:v>
                </c:pt>
                <c:pt idx="440">
                  <c:v>1.1399999999980537E-2</c:v>
                </c:pt>
                <c:pt idx="441">
                  <c:v>1.1399999999980537E-2</c:v>
                </c:pt>
                <c:pt idx="442">
                  <c:v>1.1399999999980537E-2</c:v>
                </c:pt>
                <c:pt idx="443">
                  <c:v>1.1399999999980537E-2</c:v>
                </c:pt>
                <c:pt idx="444">
                  <c:v>1.1399999999980537E-2</c:v>
                </c:pt>
                <c:pt idx="445">
                  <c:v>1.1399999999980537E-2</c:v>
                </c:pt>
                <c:pt idx="446">
                  <c:v>1.1399999999980537E-2</c:v>
                </c:pt>
                <c:pt idx="447">
                  <c:v>1.1399999999980537E-2</c:v>
                </c:pt>
                <c:pt idx="448">
                  <c:v>1.1399999999980537E-2</c:v>
                </c:pt>
                <c:pt idx="449">
                  <c:v>1.1399999999980537E-2</c:v>
                </c:pt>
                <c:pt idx="450">
                  <c:v>1.1399999999980537E-2</c:v>
                </c:pt>
                <c:pt idx="451">
                  <c:v>1.1399999999980537E-2</c:v>
                </c:pt>
                <c:pt idx="452">
                  <c:v>1.1399999999980537E-2</c:v>
                </c:pt>
                <c:pt idx="453">
                  <c:v>1.1500000000012278E-2</c:v>
                </c:pt>
                <c:pt idx="454">
                  <c:v>1.1500000000012278E-2</c:v>
                </c:pt>
                <c:pt idx="455">
                  <c:v>1.1500000000012278E-2</c:v>
                </c:pt>
                <c:pt idx="456">
                  <c:v>1.1500000000012278E-2</c:v>
                </c:pt>
                <c:pt idx="457">
                  <c:v>1.1500000000012278E-2</c:v>
                </c:pt>
                <c:pt idx="458">
                  <c:v>1.1500000000012278E-2</c:v>
                </c:pt>
                <c:pt idx="459">
                  <c:v>1.1500000000012278E-2</c:v>
                </c:pt>
                <c:pt idx="460">
                  <c:v>1.1500000000012278E-2</c:v>
                </c:pt>
                <c:pt idx="461">
                  <c:v>1.1500000000012278E-2</c:v>
                </c:pt>
                <c:pt idx="462">
                  <c:v>1.1500000000012278E-2</c:v>
                </c:pt>
                <c:pt idx="463">
                  <c:v>1.1500000000012278E-2</c:v>
                </c:pt>
                <c:pt idx="464">
                  <c:v>1.1500000000012278E-2</c:v>
                </c:pt>
                <c:pt idx="465">
                  <c:v>1.1500000000012278E-2</c:v>
                </c:pt>
                <c:pt idx="466">
                  <c:v>1.1500000000012278E-2</c:v>
                </c:pt>
                <c:pt idx="467">
                  <c:v>1.1500000000012278E-2</c:v>
                </c:pt>
                <c:pt idx="468">
                  <c:v>1.1500000000012278E-2</c:v>
                </c:pt>
                <c:pt idx="469">
                  <c:v>1.1500000000012278E-2</c:v>
                </c:pt>
                <c:pt idx="470">
                  <c:v>1.1500000000012278E-2</c:v>
                </c:pt>
                <c:pt idx="471">
                  <c:v>1.1500000000012278E-2</c:v>
                </c:pt>
                <c:pt idx="472">
                  <c:v>1.1500000000012278E-2</c:v>
                </c:pt>
                <c:pt idx="473">
                  <c:v>1.1500000000012278E-2</c:v>
                </c:pt>
                <c:pt idx="474">
                  <c:v>1.1500000000012278E-2</c:v>
                </c:pt>
                <c:pt idx="475">
                  <c:v>1.1599999999987176E-2</c:v>
                </c:pt>
                <c:pt idx="476">
                  <c:v>1.1700000000018917E-2</c:v>
                </c:pt>
                <c:pt idx="477">
                  <c:v>1.1700000000018917E-2</c:v>
                </c:pt>
                <c:pt idx="478">
                  <c:v>1.1799999999993815E-2</c:v>
                </c:pt>
                <c:pt idx="479">
                  <c:v>1.1799999999993815E-2</c:v>
                </c:pt>
                <c:pt idx="480">
                  <c:v>1.1799999999993815E-2</c:v>
                </c:pt>
                <c:pt idx="481">
                  <c:v>1.1799999999993815E-2</c:v>
                </c:pt>
                <c:pt idx="482">
                  <c:v>1.1900000000025557E-2</c:v>
                </c:pt>
                <c:pt idx="483">
                  <c:v>1.1900000000025557E-2</c:v>
                </c:pt>
                <c:pt idx="484">
                  <c:v>1.1900000000025557E-2</c:v>
                </c:pt>
                <c:pt idx="485">
                  <c:v>1.1900000000025557E-2</c:v>
                </c:pt>
                <c:pt idx="486">
                  <c:v>1.1900000000025557E-2</c:v>
                </c:pt>
                <c:pt idx="487">
                  <c:v>1.1900000000025557E-2</c:v>
                </c:pt>
                <c:pt idx="488">
                  <c:v>1.1900000000025557E-2</c:v>
                </c:pt>
                <c:pt idx="489">
                  <c:v>1.1900000000025557E-2</c:v>
                </c:pt>
                <c:pt idx="490">
                  <c:v>1.1900000000025557E-2</c:v>
                </c:pt>
                <c:pt idx="491">
                  <c:v>1.1900000000025557E-2</c:v>
                </c:pt>
                <c:pt idx="492">
                  <c:v>1.1900000000025557E-2</c:v>
                </c:pt>
                <c:pt idx="493">
                  <c:v>1.1900000000025557E-2</c:v>
                </c:pt>
                <c:pt idx="494">
                  <c:v>1.1900000000025557E-2</c:v>
                </c:pt>
                <c:pt idx="495">
                  <c:v>1.1900000000025557E-2</c:v>
                </c:pt>
                <c:pt idx="496">
                  <c:v>1.1900000000025557E-2</c:v>
                </c:pt>
                <c:pt idx="497">
                  <c:v>1.1900000000025557E-2</c:v>
                </c:pt>
                <c:pt idx="498">
                  <c:v>1.1900000000025557E-2</c:v>
                </c:pt>
                <c:pt idx="499">
                  <c:v>1.1700000000018917E-2</c:v>
                </c:pt>
                <c:pt idx="500">
                  <c:v>1.1399999999980537E-2</c:v>
                </c:pt>
                <c:pt idx="501">
                  <c:v>1.1099999999999E-2</c:v>
                </c:pt>
                <c:pt idx="502">
                  <c:v>1.0800000000017462E-2</c:v>
                </c:pt>
                <c:pt idx="503">
                  <c:v>1.0600000000010823E-2</c:v>
                </c:pt>
                <c:pt idx="504">
                  <c:v>1.0499999999979082E-2</c:v>
                </c:pt>
                <c:pt idx="505">
                  <c:v>1.0400000000004184E-2</c:v>
                </c:pt>
                <c:pt idx="506">
                  <c:v>1.0300000000029286E-2</c:v>
                </c:pt>
                <c:pt idx="507">
                  <c:v>1.0199999999997544E-2</c:v>
                </c:pt>
                <c:pt idx="508">
                  <c:v>1.0100000000022646E-2</c:v>
                </c:pt>
                <c:pt idx="509">
                  <c:v>1.0100000000022646E-2</c:v>
                </c:pt>
                <c:pt idx="510">
                  <c:v>9.9999999999909051E-3</c:v>
                </c:pt>
                <c:pt idx="511">
                  <c:v>9.9999999999909051E-3</c:v>
                </c:pt>
                <c:pt idx="512">
                  <c:v>9.9999999999909051E-3</c:v>
                </c:pt>
                <c:pt idx="513">
                  <c:v>9.9999999999909051E-3</c:v>
                </c:pt>
                <c:pt idx="514">
                  <c:v>9.9000000000160071E-3</c:v>
                </c:pt>
                <c:pt idx="515">
                  <c:v>9.9000000000160071E-3</c:v>
                </c:pt>
                <c:pt idx="516">
                  <c:v>9.9000000000160071E-3</c:v>
                </c:pt>
                <c:pt idx="517">
                  <c:v>9.9000000000160071E-3</c:v>
                </c:pt>
                <c:pt idx="518">
                  <c:v>9.9000000000160071E-3</c:v>
                </c:pt>
                <c:pt idx="519">
                  <c:v>9.7999999999842657E-3</c:v>
                </c:pt>
                <c:pt idx="520">
                  <c:v>9.7999999999842657E-3</c:v>
                </c:pt>
                <c:pt idx="521">
                  <c:v>9.7999999999842657E-3</c:v>
                </c:pt>
                <c:pt idx="522">
                  <c:v>9.7999999999842657E-3</c:v>
                </c:pt>
                <c:pt idx="523">
                  <c:v>9.7999999999842657E-3</c:v>
                </c:pt>
                <c:pt idx="524">
                  <c:v>9.7999999999842657E-3</c:v>
                </c:pt>
                <c:pt idx="525">
                  <c:v>9.7999999999842657E-3</c:v>
                </c:pt>
                <c:pt idx="526">
                  <c:v>9.7999999999842657E-3</c:v>
                </c:pt>
                <c:pt idx="527">
                  <c:v>9.7999999999842657E-3</c:v>
                </c:pt>
                <c:pt idx="528">
                  <c:v>9.7999999999842657E-3</c:v>
                </c:pt>
                <c:pt idx="529">
                  <c:v>9.7999999999842657E-3</c:v>
                </c:pt>
                <c:pt idx="530">
                  <c:v>9.9000000000160071E-3</c:v>
                </c:pt>
                <c:pt idx="531">
                  <c:v>9.9999999999909051E-3</c:v>
                </c:pt>
                <c:pt idx="532">
                  <c:v>1.0100000000022646E-2</c:v>
                </c:pt>
              </c:numCache>
            </c:numRef>
          </c:yVal>
          <c:smooth val="1"/>
          <c:extLst>
            <c:ext xmlns:c16="http://schemas.microsoft.com/office/drawing/2014/chart" uri="{C3380CC4-5D6E-409C-BE32-E72D297353CC}">
              <c16:uniqueId val="{00000002-1510-4437-9CAD-7ED8315A59D8}"/>
            </c:ext>
          </c:extLst>
        </c:ser>
        <c:ser>
          <c:idx val="3"/>
          <c:order val="3"/>
          <c:tx>
            <c:strRef>
              <c:f>SM50000_TEMPSoc5l2_50000!$OR$1</c:f>
              <c:strCache>
                <c:ptCount val="1"/>
                <c:pt idx="0">
                  <c:v>TELE_SM_INTERIOR.263</c:v>
                </c:pt>
              </c:strCache>
            </c:strRef>
          </c:tx>
          <c:spPr>
            <a:ln w="19050" cap="rnd">
              <a:solidFill>
                <a:schemeClr val="accent4"/>
              </a:solidFill>
              <a:round/>
            </a:ln>
            <a:effectLst/>
          </c:spPr>
          <c:marker>
            <c:symbol val="circle"/>
            <c:size val="5"/>
            <c:spPr>
              <a:solidFill>
                <a:schemeClr val="accent4"/>
              </a:solidFill>
              <a:ln w="9525">
                <a:solidFill>
                  <a:schemeClr val="accent4"/>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SM50000_TEMPSoc5l2_50000!$OR$2:$OR$536</c:f>
              <c:numCache>
                <c:formatCode>General</c:formatCode>
                <c:ptCount val="533"/>
                <c:pt idx="0">
                  <c:v>0</c:v>
                </c:pt>
                <c:pt idx="1">
                  <c:v>3.3999999999991815E-3</c:v>
                </c:pt>
                <c:pt idx="2">
                  <c:v>5.1000000000271939E-3</c:v>
                </c:pt>
                <c:pt idx="3">
                  <c:v>6.2000000000352884E-3</c:v>
                </c:pt>
                <c:pt idx="4">
                  <c:v>6.9000000000301043E-3</c:v>
                </c:pt>
                <c:pt idx="5">
                  <c:v>7.4000000000182808E-3</c:v>
                </c:pt>
                <c:pt idx="6">
                  <c:v>7.8000000000315595E-3</c:v>
                </c:pt>
                <c:pt idx="7">
                  <c:v>8.1000000000130967E-3</c:v>
                </c:pt>
                <c:pt idx="8">
                  <c:v>8.399999999994634E-3</c:v>
                </c:pt>
                <c:pt idx="9">
                  <c:v>8.7000000000330147E-3</c:v>
                </c:pt>
                <c:pt idx="10">
                  <c:v>8.900000000039654E-3</c:v>
                </c:pt>
                <c:pt idx="11">
                  <c:v>9.0999999999894499E-3</c:v>
                </c:pt>
                <c:pt idx="12">
                  <c:v>9.2999999999960892E-3</c:v>
                </c:pt>
                <c:pt idx="13">
                  <c:v>9.5000000000027285E-3</c:v>
                </c:pt>
                <c:pt idx="14">
                  <c:v>9.6000000000344698E-3</c:v>
                </c:pt>
                <c:pt idx="15">
                  <c:v>9.7999999999842657E-3</c:v>
                </c:pt>
                <c:pt idx="16">
                  <c:v>9.9000000000160071E-3</c:v>
                </c:pt>
                <c:pt idx="17">
                  <c:v>1.0100000000022646E-2</c:v>
                </c:pt>
                <c:pt idx="18">
                  <c:v>1.0199999999997544E-2</c:v>
                </c:pt>
                <c:pt idx="19">
                  <c:v>1.0300000000029286E-2</c:v>
                </c:pt>
                <c:pt idx="20">
                  <c:v>1.0400000000004184E-2</c:v>
                </c:pt>
                <c:pt idx="21">
                  <c:v>1.0500000000035925E-2</c:v>
                </c:pt>
                <c:pt idx="22">
                  <c:v>1.0600000000010823E-2</c:v>
                </c:pt>
                <c:pt idx="23">
                  <c:v>1.0699999999985721E-2</c:v>
                </c:pt>
                <c:pt idx="24">
                  <c:v>1.0800000000017462E-2</c:v>
                </c:pt>
                <c:pt idx="25">
                  <c:v>1.089999999999236E-2</c:v>
                </c:pt>
                <c:pt idx="26">
                  <c:v>1.0800000000017462E-2</c:v>
                </c:pt>
                <c:pt idx="27">
                  <c:v>1.0500000000035925E-2</c:v>
                </c:pt>
                <c:pt idx="28">
                  <c:v>1.0100000000022646E-2</c:v>
                </c:pt>
                <c:pt idx="29">
                  <c:v>9.9999999999909051E-3</c:v>
                </c:pt>
                <c:pt idx="30">
                  <c:v>9.7999999999842657E-3</c:v>
                </c:pt>
                <c:pt idx="31">
                  <c:v>9.7999999999842657E-3</c:v>
                </c:pt>
                <c:pt idx="32">
                  <c:v>9.7999999999842657E-3</c:v>
                </c:pt>
                <c:pt idx="33">
                  <c:v>9.7999999999842657E-3</c:v>
                </c:pt>
                <c:pt idx="34">
                  <c:v>9.7999999999842657E-3</c:v>
                </c:pt>
                <c:pt idx="35">
                  <c:v>9.7999999999842657E-3</c:v>
                </c:pt>
                <c:pt idx="36">
                  <c:v>9.7999999999842657E-3</c:v>
                </c:pt>
                <c:pt idx="37">
                  <c:v>9.7999999999842657E-3</c:v>
                </c:pt>
                <c:pt idx="38">
                  <c:v>9.7999999999842657E-3</c:v>
                </c:pt>
                <c:pt idx="39">
                  <c:v>9.7999999999842657E-3</c:v>
                </c:pt>
                <c:pt idx="40">
                  <c:v>9.7999999999842657E-3</c:v>
                </c:pt>
                <c:pt idx="41">
                  <c:v>9.7999999999842657E-3</c:v>
                </c:pt>
                <c:pt idx="42">
                  <c:v>9.7999999999842657E-3</c:v>
                </c:pt>
                <c:pt idx="43">
                  <c:v>9.7999999999842657E-3</c:v>
                </c:pt>
                <c:pt idx="44">
                  <c:v>9.9000000000160071E-3</c:v>
                </c:pt>
                <c:pt idx="45">
                  <c:v>9.9000000000160071E-3</c:v>
                </c:pt>
                <c:pt idx="46">
                  <c:v>9.9000000000160071E-3</c:v>
                </c:pt>
                <c:pt idx="47">
                  <c:v>9.9000000000160071E-3</c:v>
                </c:pt>
                <c:pt idx="48">
                  <c:v>9.9000000000160071E-3</c:v>
                </c:pt>
                <c:pt idx="49">
                  <c:v>9.9000000000160071E-3</c:v>
                </c:pt>
                <c:pt idx="50">
                  <c:v>9.9000000000160071E-3</c:v>
                </c:pt>
                <c:pt idx="51">
                  <c:v>9.9000000000160071E-3</c:v>
                </c:pt>
                <c:pt idx="52">
                  <c:v>9.9000000000160071E-3</c:v>
                </c:pt>
                <c:pt idx="53">
                  <c:v>9.9999999999909051E-3</c:v>
                </c:pt>
                <c:pt idx="54">
                  <c:v>9.9999999999909051E-3</c:v>
                </c:pt>
                <c:pt idx="55">
                  <c:v>9.9999999999909051E-3</c:v>
                </c:pt>
                <c:pt idx="56">
                  <c:v>9.9999999999909051E-3</c:v>
                </c:pt>
                <c:pt idx="57">
                  <c:v>1.0100000000022646E-2</c:v>
                </c:pt>
                <c:pt idx="58">
                  <c:v>1.0199999999997544E-2</c:v>
                </c:pt>
                <c:pt idx="59">
                  <c:v>1.0400000000004184E-2</c:v>
                </c:pt>
                <c:pt idx="60">
                  <c:v>1.0400000000004184E-2</c:v>
                </c:pt>
                <c:pt idx="61">
                  <c:v>1.0500000000035925E-2</c:v>
                </c:pt>
                <c:pt idx="62">
                  <c:v>1.0500000000035925E-2</c:v>
                </c:pt>
                <c:pt idx="63">
                  <c:v>1.0500000000035925E-2</c:v>
                </c:pt>
                <c:pt idx="64">
                  <c:v>1.0600000000010823E-2</c:v>
                </c:pt>
                <c:pt idx="65">
                  <c:v>1.0600000000010823E-2</c:v>
                </c:pt>
                <c:pt idx="66">
                  <c:v>1.0600000000010823E-2</c:v>
                </c:pt>
                <c:pt idx="67">
                  <c:v>1.0600000000010823E-2</c:v>
                </c:pt>
                <c:pt idx="68">
                  <c:v>1.0600000000010823E-2</c:v>
                </c:pt>
                <c:pt idx="69">
                  <c:v>1.0600000000010823E-2</c:v>
                </c:pt>
                <c:pt idx="70">
                  <c:v>1.0600000000010823E-2</c:v>
                </c:pt>
                <c:pt idx="71">
                  <c:v>1.0600000000010823E-2</c:v>
                </c:pt>
                <c:pt idx="72">
                  <c:v>1.0699999999985721E-2</c:v>
                </c:pt>
                <c:pt idx="73">
                  <c:v>1.0699999999985721E-2</c:v>
                </c:pt>
                <c:pt idx="74">
                  <c:v>1.0699999999985721E-2</c:v>
                </c:pt>
                <c:pt idx="75">
                  <c:v>1.0699999999985721E-2</c:v>
                </c:pt>
                <c:pt idx="76">
                  <c:v>1.0699999999985721E-2</c:v>
                </c:pt>
                <c:pt idx="77">
                  <c:v>1.0699999999985721E-2</c:v>
                </c:pt>
                <c:pt idx="78">
                  <c:v>1.0699999999985721E-2</c:v>
                </c:pt>
                <c:pt idx="79">
                  <c:v>1.0699999999985721E-2</c:v>
                </c:pt>
                <c:pt idx="80">
                  <c:v>1.0699999999985721E-2</c:v>
                </c:pt>
                <c:pt idx="81">
                  <c:v>1.0699999999985721E-2</c:v>
                </c:pt>
                <c:pt idx="82">
                  <c:v>1.0699999999985721E-2</c:v>
                </c:pt>
                <c:pt idx="83">
                  <c:v>1.0699999999985721E-2</c:v>
                </c:pt>
                <c:pt idx="84">
                  <c:v>1.0699999999985721E-2</c:v>
                </c:pt>
                <c:pt idx="85">
                  <c:v>1.0699999999985721E-2</c:v>
                </c:pt>
                <c:pt idx="86">
                  <c:v>1.0699999999985721E-2</c:v>
                </c:pt>
                <c:pt idx="87">
                  <c:v>1.0699999999985721E-2</c:v>
                </c:pt>
                <c:pt idx="88">
                  <c:v>1.0699999999985721E-2</c:v>
                </c:pt>
                <c:pt idx="89">
                  <c:v>1.0699999999985721E-2</c:v>
                </c:pt>
                <c:pt idx="90">
                  <c:v>1.0699999999985721E-2</c:v>
                </c:pt>
                <c:pt idx="91">
                  <c:v>1.0699999999985721E-2</c:v>
                </c:pt>
                <c:pt idx="92">
                  <c:v>1.0699999999985721E-2</c:v>
                </c:pt>
                <c:pt idx="93">
                  <c:v>1.0699999999985721E-2</c:v>
                </c:pt>
                <c:pt idx="94">
                  <c:v>1.0699999999985721E-2</c:v>
                </c:pt>
                <c:pt idx="95">
                  <c:v>1.0699999999985721E-2</c:v>
                </c:pt>
                <c:pt idx="96">
                  <c:v>1.0699999999985721E-2</c:v>
                </c:pt>
                <c:pt idx="97">
                  <c:v>1.0699999999985721E-2</c:v>
                </c:pt>
                <c:pt idx="98">
                  <c:v>1.0699999999985721E-2</c:v>
                </c:pt>
                <c:pt idx="99">
                  <c:v>1.0699999999985721E-2</c:v>
                </c:pt>
                <c:pt idx="100">
                  <c:v>1.0699999999985721E-2</c:v>
                </c:pt>
                <c:pt idx="101">
                  <c:v>1.0699999999985721E-2</c:v>
                </c:pt>
                <c:pt idx="102">
                  <c:v>1.0699999999985721E-2</c:v>
                </c:pt>
                <c:pt idx="103">
                  <c:v>1.0699999999985721E-2</c:v>
                </c:pt>
                <c:pt idx="104">
                  <c:v>1.0699999999985721E-2</c:v>
                </c:pt>
                <c:pt idx="105">
                  <c:v>1.0699999999985721E-2</c:v>
                </c:pt>
                <c:pt idx="106">
                  <c:v>1.0699999999985721E-2</c:v>
                </c:pt>
                <c:pt idx="107">
                  <c:v>1.0800000000017462E-2</c:v>
                </c:pt>
                <c:pt idx="108">
                  <c:v>1.1000000000024102E-2</c:v>
                </c:pt>
                <c:pt idx="109">
                  <c:v>1.1099999999999E-2</c:v>
                </c:pt>
                <c:pt idx="110">
                  <c:v>1.1300000000005639E-2</c:v>
                </c:pt>
                <c:pt idx="111">
                  <c:v>1.1300000000005639E-2</c:v>
                </c:pt>
                <c:pt idx="112">
                  <c:v>1.140000000003738E-2</c:v>
                </c:pt>
                <c:pt idx="113">
                  <c:v>1.140000000003738E-2</c:v>
                </c:pt>
                <c:pt idx="114">
                  <c:v>1.1500000000012278E-2</c:v>
                </c:pt>
                <c:pt idx="115">
                  <c:v>1.1500000000012278E-2</c:v>
                </c:pt>
                <c:pt idx="116">
                  <c:v>1.1500000000012278E-2</c:v>
                </c:pt>
                <c:pt idx="117">
                  <c:v>1.1599999999987176E-2</c:v>
                </c:pt>
                <c:pt idx="118">
                  <c:v>1.1599999999987176E-2</c:v>
                </c:pt>
                <c:pt idx="119">
                  <c:v>1.1599999999987176E-2</c:v>
                </c:pt>
                <c:pt idx="120">
                  <c:v>1.1599999999987176E-2</c:v>
                </c:pt>
                <c:pt idx="121">
                  <c:v>1.1599999999987176E-2</c:v>
                </c:pt>
                <c:pt idx="122">
                  <c:v>1.1599999999987176E-2</c:v>
                </c:pt>
                <c:pt idx="123">
                  <c:v>1.1700000000018917E-2</c:v>
                </c:pt>
                <c:pt idx="124">
                  <c:v>1.1700000000018917E-2</c:v>
                </c:pt>
                <c:pt idx="125">
                  <c:v>1.1700000000018917E-2</c:v>
                </c:pt>
                <c:pt idx="126">
                  <c:v>1.1700000000018917E-2</c:v>
                </c:pt>
                <c:pt idx="127">
                  <c:v>1.1700000000018917E-2</c:v>
                </c:pt>
                <c:pt idx="128">
                  <c:v>1.1700000000018917E-2</c:v>
                </c:pt>
                <c:pt idx="129">
                  <c:v>1.1700000000018917E-2</c:v>
                </c:pt>
                <c:pt idx="130">
                  <c:v>1.1700000000018917E-2</c:v>
                </c:pt>
                <c:pt idx="131">
                  <c:v>1.1700000000018917E-2</c:v>
                </c:pt>
                <c:pt idx="132">
                  <c:v>1.1700000000018917E-2</c:v>
                </c:pt>
                <c:pt idx="133">
                  <c:v>1.1700000000018917E-2</c:v>
                </c:pt>
                <c:pt idx="134">
                  <c:v>1.1700000000018917E-2</c:v>
                </c:pt>
                <c:pt idx="135">
                  <c:v>1.1700000000018917E-2</c:v>
                </c:pt>
                <c:pt idx="136">
                  <c:v>1.1700000000018917E-2</c:v>
                </c:pt>
                <c:pt idx="137">
                  <c:v>1.1700000000018917E-2</c:v>
                </c:pt>
                <c:pt idx="138">
                  <c:v>1.1700000000018917E-2</c:v>
                </c:pt>
                <c:pt idx="139">
                  <c:v>1.1700000000018917E-2</c:v>
                </c:pt>
                <c:pt idx="140">
                  <c:v>1.1700000000018917E-2</c:v>
                </c:pt>
                <c:pt idx="141">
                  <c:v>1.1700000000018917E-2</c:v>
                </c:pt>
                <c:pt idx="142">
                  <c:v>1.1700000000018917E-2</c:v>
                </c:pt>
                <c:pt idx="143">
                  <c:v>1.1700000000018917E-2</c:v>
                </c:pt>
                <c:pt idx="144">
                  <c:v>1.1700000000018917E-2</c:v>
                </c:pt>
                <c:pt idx="145">
                  <c:v>1.1700000000018917E-2</c:v>
                </c:pt>
                <c:pt idx="146">
                  <c:v>1.1700000000018917E-2</c:v>
                </c:pt>
                <c:pt idx="147">
                  <c:v>1.1700000000018917E-2</c:v>
                </c:pt>
                <c:pt idx="148">
                  <c:v>1.1700000000018917E-2</c:v>
                </c:pt>
                <c:pt idx="149">
                  <c:v>1.1700000000018917E-2</c:v>
                </c:pt>
                <c:pt idx="150">
                  <c:v>1.1700000000018917E-2</c:v>
                </c:pt>
                <c:pt idx="151">
                  <c:v>1.1700000000018917E-2</c:v>
                </c:pt>
                <c:pt idx="152">
                  <c:v>1.1700000000018917E-2</c:v>
                </c:pt>
                <c:pt idx="153">
                  <c:v>1.1700000000018917E-2</c:v>
                </c:pt>
                <c:pt idx="154">
                  <c:v>1.1700000000018917E-2</c:v>
                </c:pt>
                <c:pt idx="155">
                  <c:v>1.1700000000018917E-2</c:v>
                </c:pt>
                <c:pt idx="156">
                  <c:v>1.1700000000018917E-2</c:v>
                </c:pt>
                <c:pt idx="157">
                  <c:v>1.1700000000018917E-2</c:v>
                </c:pt>
                <c:pt idx="158">
                  <c:v>1.1799999999993815E-2</c:v>
                </c:pt>
                <c:pt idx="159">
                  <c:v>1.1900000000025557E-2</c:v>
                </c:pt>
                <c:pt idx="160">
                  <c:v>1.2000000000000455E-2</c:v>
                </c:pt>
                <c:pt idx="161">
                  <c:v>1.2000000000000455E-2</c:v>
                </c:pt>
                <c:pt idx="162">
                  <c:v>1.2100000000032196E-2</c:v>
                </c:pt>
                <c:pt idx="163">
                  <c:v>1.2100000000032196E-2</c:v>
                </c:pt>
                <c:pt idx="164">
                  <c:v>1.2100000000032196E-2</c:v>
                </c:pt>
                <c:pt idx="165">
                  <c:v>1.2100000000032196E-2</c:v>
                </c:pt>
                <c:pt idx="166">
                  <c:v>1.2100000000032196E-2</c:v>
                </c:pt>
                <c:pt idx="167">
                  <c:v>1.2100000000032196E-2</c:v>
                </c:pt>
                <c:pt idx="168">
                  <c:v>1.2100000000032196E-2</c:v>
                </c:pt>
                <c:pt idx="169">
                  <c:v>1.2100000000032196E-2</c:v>
                </c:pt>
                <c:pt idx="170">
                  <c:v>1.2100000000032196E-2</c:v>
                </c:pt>
                <c:pt idx="171">
                  <c:v>1.2100000000032196E-2</c:v>
                </c:pt>
                <c:pt idx="172">
                  <c:v>1.2100000000032196E-2</c:v>
                </c:pt>
                <c:pt idx="173">
                  <c:v>1.2100000000032196E-2</c:v>
                </c:pt>
                <c:pt idx="174">
                  <c:v>1.2100000000032196E-2</c:v>
                </c:pt>
                <c:pt idx="175">
                  <c:v>1.2100000000032196E-2</c:v>
                </c:pt>
                <c:pt idx="176">
                  <c:v>1.2100000000032196E-2</c:v>
                </c:pt>
                <c:pt idx="177">
                  <c:v>1.2100000000032196E-2</c:v>
                </c:pt>
                <c:pt idx="178">
                  <c:v>1.2100000000032196E-2</c:v>
                </c:pt>
                <c:pt idx="179">
                  <c:v>1.2100000000032196E-2</c:v>
                </c:pt>
                <c:pt idx="180">
                  <c:v>1.2100000000032196E-2</c:v>
                </c:pt>
                <c:pt idx="181">
                  <c:v>1.2100000000032196E-2</c:v>
                </c:pt>
                <c:pt idx="182">
                  <c:v>1.2100000000032196E-2</c:v>
                </c:pt>
                <c:pt idx="183">
                  <c:v>1.1900000000025557E-2</c:v>
                </c:pt>
                <c:pt idx="184">
                  <c:v>1.140000000003738E-2</c:v>
                </c:pt>
                <c:pt idx="185">
                  <c:v>1.1099999999999E-2</c:v>
                </c:pt>
                <c:pt idx="186">
                  <c:v>1.089999999999236E-2</c:v>
                </c:pt>
                <c:pt idx="187">
                  <c:v>1.0699999999985721E-2</c:v>
                </c:pt>
                <c:pt idx="188">
                  <c:v>1.0600000000010823E-2</c:v>
                </c:pt>
                <c:pt idx="189">
                  <c:v>1.0500000000035925E-2</c:v>
                </c:pt>
                <c:pt idx="190">
                  <c:v>1.0500000000035925E-2</c:v>
                </c:pt>
                <c:pt idx="191">
                  <c:v>1.0400000000004184E-2</c:v>
                </c:pt>
                <c:pt idx="192">
                  <c:v>1.0400000000004184E-2</c:v>
                </c:pt>
                <c:pt idx="193">
                  <c:v>1.0400000000004184E-2</c:v>
                </c:pt>
                <c:pt idx="194">
                  <c:v>1.0300000000029286E-2</c:v>
                </c:pt>
                <c:pt idx="195">
                  <c:v>1.0300000000029286E-2</c:v>
                </c:pt>
                <c:pt idx="196">
                  <c:v>1.0300000000029286E-2</c:v>
                </c:pt>
                <c:pt idx="197">
                  <c:v>1.0300000000029286E-2</c:v>
                </c:pt>
                <c:pt idx="198">
                  <c:v>1.0300000000029286E-2</c:v>
                </c:pt>
                <c:pt idx="199">
                  <c:v>1.0199999999997544E-2</c:v>
                </c:pt>
                <c:pt idx="200">
                  <c:v>1.0199999999997544E-2</c:v>
                </c:pt>
                <c:pt idx="201">
                  <c:v>1.0199999999997544E-2</c:v>
                </c:pt>
                <c:pt idx="202">
                  <c:v>1.0199999999997544E-2</c:v>
                </c:pt>
                <c:pt idx="203">
                  <c:v>1.0199999999997544E-2</c:v>
                </c:pt>
                <c:pt idx="204">
                  <c:v>1.0199999999997544E-2</c:v>
                </c:pt>
                <c:pt idx="205">
                  <c:v>1.0199999999997544E-2</c:v>
                </c:pt>
                <c:pt idx="206">
                  <c:v>1.0199999999997544E-2</c:v>
                </c:pt>
                <c:pt idx="207">
                  <c:v>1.0199999999997544E-2</c:v>
                </c:pt>
                <c:pt idx="208">
                  <c:v>1.0199999999997544E-2</c:v>
                </c:pt>
                <c:pt idx="209">
                  <c:v>1.0199999999997544E-2</c:v>
                </c:pt>
                <c:pt idx="210">
                  <c:v>1.0199999999997544E-2</c:v>
                </c:pt>
                <c:pt idx="211">
                  <c:v>1.0199999999997544E-2</c:v>
                </c:pt>
                <c:pt idx="212">
                  <c:v>1.0100000000022646E-2</c:v>
                </c:pt>
                <c:pt idx="213">
                  <c:v>1.0100000000022646E-2</c:v>
                </c:pt>
                <c:pt idx="214">
                  <c:v>1.0300000000029286E-2</c:v>
                </c:pt>
                <c:pt idx="215">
                  <c:v>1.0400000000004184E-2</c:v>
                </c:pt>
                <c:pt idx="216">
                  <c:v>1.0500000000035925E-2</c:v>
                </c:pt>
                <c:pt idx="217">
                  <c:v>1.0600000000010823E-2</c:v>
                </c:pt>
                <c:pt idx="218">
                  <c:v>1.0600000000010823E-2</c:v>
                </c:pt>
                <c:pt idx="219">
                  <c:v>1.0600000000010823E-2</c:v>
                </c:pt>
                <c:pt idx="220">
                  <c:v>1.0699999999985721E-2</c:v>
                </c:pt>
                <c:pt idx="221">
                  <c:v>1.0699999999985721E-2</c:v>
                </c:pt>
                <c:pt idx="222">
                  <c:v>1.0699999999985721E-2</c:v>
                </c:pt>
                <c:pt idx="223">
                  <c:v>1.0699999999985721E-2</c:v>
                </c:pt>
                <c:pt idx="224">
                  <c:v>1.0699999999985721E-2</c:v>
                </c:pt>
                <c:pt idx="225">
                  <c:v>1.0699999999985721E-2</c:v>
                </c:pt>
                <c:pt idx="226">
                  <c:v>1.0699999999985721E-2</c:v>
                </c:pt>
                <c:pt idx="227">
                  <c:v>1.0699999999985721E-2</c:v>
                </c:pt>
                <c:pt idx="228">
                  <c:v>1.0699999999985721E-2</c:v>
                </c:pt>
                <c:pt idx="229">
                  <c:v>1.0699999999985721E-2</c:v>
                </c:pt>
                <c:pt idx="230">
                  <c:v>1.0699999999985721E-2</c:v>
                </c:pt>
                <c:pt idx="231">
                  <c:v>1.0699999999985721E-2</c:v>
                </c:pt>
                <c:pt idx="232">
                  <c:v>1.0699999999985721E-2</c:v>
                </c:pt>
                <c:pt idx="233">
                  <c:v>1.0699999999985721E-2</c:v>
                </c:pt>
                <c:pt idx="234">
                  <c:v>1.0699999999985721E-2</c:v>
                </c:pt>
                <c:pt idx="235">
                  <c:v>1.0699999999985721E-2</c:v>
                </c:pt>
                <c:pt idx="236">
                  <c:v>1.0699999999985721E-2</c:v>
                </c:pt>
                <c:pt idx="237">
                  <c:v>1.0699999999985721E-2</c:v>
                </c:pt>
                <c:pt idx="238">
                  <c:v>1.0699999999985721E-2</c:v>
                </c:pt>
                <c:pt idx="239">
                  <c:v>1.0699999999985721E-2</c:v>
                </c:pt>
                <c:pt idx="240">
                  <c:v>1.0699999999985721E-2</c:v>
                </c:pt>
                <c:pt idx="241">
                  <c:v>1.0699999999985721E-2</c:v>
                </c:pt>
                <c:pt idx="242">
                  <c:v>1.0800000000017462E-2</c:v>
                </c:pt>
                <c:pt idx="243">
                  <c:v>1.0800000000017462E-2</c:v>
                </c:pt>
                <c:pt idx="244">
                  <c:v>1.0800000000017462E-2</c:v>
                </c:pt>
                <c:pt idx="245">
                  <c:v>1.0800000000017462E-2</c:v>
                </c:pt>
                <c:pt idx="246">
                  <c:v>1.0800000000017462E-2</c:v>
                </c:pt>
                <c:pt idx="247">
                  <c:v>1.0800000000017462E-2</c:v>
                </c:pt>
                <c:pt idx="248">
                  <c:v>1.0800000000017462E-2</c:v>
                </c:pt>
                <c:pt idx="249">
                  <c:v>1.0800000000017462E-2</c:v>
                </c:pt>
                <c:pt idx="250">
                  <c:v>1.0800000000017462E-2</c:v>
                </c:pt>
                <c:pt idx="251">
                  <c:v>1.0800000000017462E-2</c:v>
                </c:pt>
                <c:pt idx="252">
                  <c:v>1.0800000000017462E-2</c:v>
                </c:pt>
                <c:pt idx="253">
                  <c:v>1.0800000000017462E-2</c:v>
                </c:pt>
                <c:pt idx="254">
                  <c:v>1.0800000000017462E-2</c:v>
                </c:pt>
                <c:pt idx="255">
                  <c:v>1.0800000000017462E-2</c:v>
                </c:pt>
                <c:pt idx="256">
                  <c:v>1.0800000000017462E-2</c:v>
                </c:pt>
                <c:pt idx="257">
                  <c:v>1.0800000000017462E-2</c:v>
                </c:pt>
                <c:pt idx="258">
                  <c:v>1.0800000000017462E-2</c:v>
                </c:pt>
                <c:pt idx="259">
                  <c:v>1.0800000000017462E-2</c:v>
                </c:pt>
                <c:pt idx="260">
                  <c:v>1.0800000000017462E-2</c:v>
                </c:pt>
                <c:pt idx="261">
                  <c:v>1.0800000000017462E-2</c:v>
                </c:pt>
                <c:pt idx="262">
                  <c:v>1.0800000000017462E-2</c:v>
                </c:pt>
                <c:pt idx="263">
                  <c:v>1.0800000000017462E-2</c:v>
                </c:pt>
                <c:pt idx="264">
                  <c:v>1.0800000000017462E-2</c:v>
                </c:pt>
                <c:pt idx="265">
                  <c:v>1.1000000000024102E-2</c:v>
                </c:pt>
                <c:pt idx="266">
                  <c:v>1.1200000000030741E-2</c:v>
                </c:pt>
                <c:pt idx="267">
                  <c:v>1.1300000000005639E-2</c:v>
                </c:pt>
                <c:pt idx="268">
                  <c:v>1.140000000003738E-2</c:v>
                </c:pt>
                <c:pt idx="269">
                  <c:v>1.140000000003738E-2</c:v>
                </c:pt>
                <c:pt idx="270">
                  <c:v>1.1500000000012278E-2</c:v>
                </c:pt>
                <c:pt idx="271">
                  <c:v>1.1500000000012278E-2</c:v>
                </c:pt>
                <c:pt idx="272">
                  <c:v>1.1500000000012278E-2</c:v>
                </c:pt>
                <c:pt idx="273">
                  <c:v>1.1599999999987176E-2</c:v>
                </c:pt>
                <c:pt idx="274">
                  <c:v>1.1599999999987176E-2</c:v>
                </c:pt>
                <c:pt idx="275">
                  <c:v>1.1599999999987176E-2</c:v>
                </c:pt>
                <c:pt idx="276">
                  <c:v>1.1599999999987176E-2</c:v>
                </c:pt>
                <c:pt idx="277">
                  <c:v>1.1599999999987176E-2</c:v>
                </c:pt>
                <c:pt idx="278">
                  <c:v>1.1599999999987176E-2</c:v>
                </c:pt>
                <c:pt idx="279">
                  <c:v>1.1700000000018917E-2</c:v>
                </c:pt>
                <c:pt idx="280">
                  <c:v>1.1700000000018917E-2</c:v>
                </c:pt>
                <c:pt idx="281">
                  <c:v>1.1700000000018917E-2</c:v>
                </c:pt>
                <c:pt idx="282">
                  <c:v>1.1700000000018917E-2</c:v>
                </c:pt>
                <c:pt idx="283">
                  <c:v>1.1700000000018917E-2</c:v>
                </c:pt>
                <c:pt idx="284">
                  <c:v>1.1700000000018917E-2</c:v>
                </c:pt>
                <c:pt idx="285">
                  <c:v>1.1700000000018917E-2</c:v>
                </c:pt>
                <c:pt idx="286">
                  <c:v>1.1700000000018917E-2</c:v>
                </c:pt>
                <c:pt idx="287">
                  <c:v>1.1700000000018917E-2</c:v>
                </c:pt>
                <c:pt idx="288">
                  <c:v>1.1700000000018917E-2</c:v>
                </c:pt>
                <c:pt idx="289">
                  <c:v>1.1700000000018917E-2</c:v>
                </c:pt>
                <c:pt idx="290">
                  <c:v>1.1700000000018917E-2</c:v>
                </c:pt>
                <c:pt idx="291">
                  <c:v>1.1700000000018917E-2</c:v>
                </c:pt>
                <c:pt idx="292">
                  <c:v>1.1700000000018917E-2</c:v>
                </c:pt>
                <c:pt idx="293">
                  <c:v>1.1700000000018917E-2</c:v>
                </c:pt>
                <c:pt idx="294">
                  <c:v>1.1700000000018917E-2</c:v>
                </c:pt>
                <c:pt idx="295">
                  <c:v>1.1700000000018917E-2</c:v>
                </c:pt>
                <c:pt idx="296">
                  <c:v>1.1700000000018917E-2</c:v>
                </c:pt>
                <c:pt idx="297">
                  <c:v>1.1700000000018917E-2</c:v>
                </c:pt>
                <c:pt idx="298">
                  <c:v>1.1700000000018917E-2</c:v>
                </c:pt>
                <c:pt idx="299">
                  <c:v>1.1700000000018917E-2</c:v>
                </c:pt>
                <c:pt idx="300">
                  <c:v>1.1700000000018917E-2</c:v>
                </c:pt>
                <c:pt idx="301">
                  <c:v>1.1700000000018917E-2</c:v>
                </c:pt>
                <c:pt idx="302">
                  <c:v>1.1700000000018917E-2</c:v>
                </c:pt>
                <c:pt idx="303">
                  <c:v>1.1700000000018917E-2</c:v>
                </c:pt>
                <c:pt idx="304">
                  <c:v>1.1700000000018917E-2</c:v>
                </c:pt>
                <c:pt idx="305">
                  <c:v>1.1700000000018917E-2</c:v>
                </c:pt>
                <c:pt idx="306">
                  <c:v>1.1700000000018917E-2</c:v>
                </c:pt>
                <c:pt idx="307">
                  <c:v>1.1700000000018917E-2</c:v>
                </c:pt>
                <c:pt idx="308">
                  <c:v>1.1700000000018917E-2</c:v>
                </c:pt>
                <c:pt idx="309">
                  <c:v>1.1700000000018917E-2</c:v>
                </c:pt>
                <c:pt idx="310">
                  <c:v>1.1700000000018917E-2</c:v>
                </c:pt>
                <c:pt idx="311">
                  <c:v>1.1700000000018917E-2</c:v>
                </c:pt>
                <c:pt idx="312">
                  <c:v>1.1700000000018917E-2</c:v>
                </c:pt>
                <c:pt idx="313">
                  <c:v>1.1700000000018917E-2</c:v>
                </c:pt>
                <c:pt idx="314">
                  <c:v>1.1700000000018917E-2</c:v>
                </c:pt>
                <c:pt idx="315">
                  <c:v>1.1900000000025557E-2</c:v>
                </c:pt>
                <c:pt idx="316">
                  <c:v>1.2000000000000455E-2</c:v>
                </c:pt>
                <c:pt idx="317">
                  <c:v>1.2000000000000455E-2</c:v>
                </c:pt>
                <c:pt idx="318">
                  <c:v>1.2100000000032196E-2</c:v>
                </c:pt>
                <c:pt idx="319">
                  <c:v>1.2100000000032196E-2</c:v>
                </c:pt>
                <c:pt idx="320">
                  <c:v>1.2100000000032196E-2</c:v>
                </c:pt>
                <c:pt idx="321">
                  <c:v>1.2100000000032196E-2</c:v>
                </c:pt>
                <c:pt idx="322">
                  <c:v>1.2100000000032196E-2</c:v>
                </c:pt>
                <c:pt idx="323">
                  <c:v>1.2100000000032196E-2</c:v>
                </c:pt>
                <c:pt idx="324">
                  <c:v>1.2100000000032196E-2</c:v>
                </c:pt>
                <c:pt idx="325">
                  <c:v>1.2100000000032196E-2</c:v>
                </c:pt>
                <c:pt idx="326">
                  <c:v>1.2100000000032196E-2</c:v>
                </c:pt>
                <c:pt idx="327">
                  <c:v>1.2100000000032196E-2</c:v>
                </c:pt>
                <c:pt idx="328">
                  <c:v>1.2100000000032196E-2</c:v>
                </c:pt>
                <c:pt idx="329">
                  <c:v>1.2100000000032196E-2</c:v>
                </c:pt>
                <c:pt idx="330">
                  <c:v>1.2100000000032196E-2</c:v>
                </c:pt>
                <c:pt idx="331">
                  <c:v>1.2100000000032196E-2</c:v>
                </c:pt>
                <c:pt idx="332">
                  <c:v>1.2100000000032196E-2</c:v>
                </c:pt>
                <c:pt idx="333">
                  <c:v>1.2100000000032196E-2</c:v>
                </c:pt>
                <c:pt idx="334">
                  <c:v>1.2100000000032196E-2</c:v>
                </c:pt>
                <c:pt idx="335">
                  <c:v>1.2100000000032196E-2</c:v>
                </c:pt>
                <c:pt idx="336">
                  <c:v>1.2100000000032196E-2</c:v>
                </c:pt>
                <c:pt idx="337">
                  <c:v>1.2100000000032196E-2</c:v>
                </c:pt>
                <c:pt idx="338">
                  <c:v>1.2100000000032196E-2</c:v>
                </c:pt>
                <c:pt idx="339">
                  <c:v>1.2100000000032196E-2</c:v>
                </c:pt>
                <c:pt idx="340">
                  <c:v>1.1799999999993815E-2</c:v>
                </c:pt>
                <c:pt idx="341">
                  <c:v>1.140000000003738E-2</c:v>
                </c:pt>
                <c:pt idx="342">
                  <c:v>1.1099999999999E-2</c:v>
                </c:pt>
                <c:pt idx="343">
                  <c:v>1.0800000000017462E-2</c:v>
                </c:pt>
                <c:pt idx="344">
                  <c:v>1.0699999999985721E-2</c:v>
                </c:pt>
                <c:pt idx="345">
                  <c:v>1.0600000000010823E-2</c:v>
                </c:pt>
                <c:pt idx="346">
                  <c:v>1.0500000000035925E-2</c:v>
                </c:pt>
                <c:pt idx="347">
                  <c:v>1.0500000000035925E-2</c:v>
                </c:pt>
                <c:pt idx="348">
                  <c:v>1.0400000000004184E-2</c:v>
                </c:pt>
                <c:pt idx="349">
                  <c:v>1.0400000000004184E-2</c:v>
                </c:pt>
                <c:pt idx="350">
                  <c:v>1.0400000000004184E-2</c:v>
                </c:pt>
                <c:pt idx="351">
                  <c:v>1.0300000000029286E-2</c:v>
                </c:pt>
                <c:pt idx="352">
                  <c:v>1.0300000000029286E-2</c:v>
                </c:pt>
                <c:pt idx="353">
                  <c:v>1.0300000000029286E-2</c:v>
                </c:pt>
                <c:pt idx="354">
                  <c:v>1.0300000000029286E-2</c:v>
                </c:pt>
                <c:pt idx="355">
                  <c:v>1.0300000000029286E-2</c:v>
                </c:pt>
                <c:pt idx="356">
                  <c:v>1.0199999999997544E-2</c:v>
                </c:pt>
                <c:pt idx="357">
                  <c:v>1.0199999999997544E-2</c:v>
                </c:pt>
                <c:pt idx="358">
                  <c:v>1.0199999999997544E-2</c:v>
                </c:pt>
                <c:pt idx="359">
                  <c:v>1.0199999999997544E-2</c:v>
                </c:pt>
                <c:pt idx="360">
                  <c:v>1.0199999999997544E-2</c:v>
                </c:pt>
                <c:pt idx="361">
                  <c:v>1.0199999999997544E-2</c:v>
                </c:pt>
                <c:pt idx="362">
                  <c:v>1.0199999999997544E-2</c:v>
                </c:pt>
                <c:pt idx="363">
                  <c:v>1.0199999999997544E-2</c:v>
                </c:pt>
                <c:pt idx="364">
                  <c:v>1.0199999999997544E-2</c:v>
                </c:pt>
                <c:pt idx="365">
                  <c:v>1.0199999999997544E-2</c:v>
                </c:pt>
                <c:pt idx="366">
                  <c:v>1.0199999999997544E-2</c:v>
                </c:pt>
                <c:pt idx="367">
                  <c:v>1.0199999999997544E-2</c:v>
                </c:pt>
                <c:pt idx="368">
                  <c:v>1.0199999999997544E-2</c:v>
                </c:pt>
                <c:pt idx="369">
                  <c:v>1.0199999999997544E-2</c:v>
                </c:pt>
                <c:pt idx="370">
                  <c:v>1.0100000000022646E-2</c:v>
                </c:pt>
                <c:pt idx="371">
                  <c:v>1.0199999999997544E-2</c:v>
                </c:pt>
                <c:pt idx="372">
                  <c:v>1.0300000000029286E-2</c:v>
                </c:pt>
                <c:pt idx="373">
                  <c:v>1.0400000000004184E-2</c:v>
                </c:pt>
                <c:pt idx="374">
                  <c:v>1.0500000000035925E-2</c:v>
                </c:pt>
                <c:pt idx="375">
                  <c:v>1.0600000000010823E-2</c:v>
                </c:pt>
                <c:pt idx="376">
                  <c:v>1.0600000000010823E-2</c:v>
                </c:pt>
                <c:pt idx="377">
                  <c:v>1.0600000000010823E-2</c:v>
                </c:pt>
                <c:pt idx="378">
                  <c:v>1.0699999999985721E-2</c:v>
                </c:pt>
                <c:pt idx="379">
                  <c:v>1.0699999999985721E-2</c:v>
                </c:pt>
                <c:pt idx="380">
                  <c:v>1.0699999999985721E-2</c:v>
                </c:pt>
                <c:pt idx="381">
                  <c:v>1.0699999999985721E-2</c:v>
                </c:pt>
                <c:pt idx="382">
                  <c:v>1.0699999999985721E-2</c:v>
                </c:pt>
                <c:pt idx="383">
                  <c:v>1.0699999999985721E-2</c:v>
                </c:pt>
                <c:pt idx="384">
                  <c:v>1.0699999999985721E-2</c:v>
                </c:pt>
                <c:pt idx="385">
                  <c:v>1.0699999999985721E-2</c:v>
                </c:pt>
                <c:pt idx="386">
                  <c:v>1.0699999999985721E-2</c:v>
                </c:pt>
                <c:pt idx="387">
                  <c:v>1.0699999999985721E-2</c:v>
                </c:pt>
                <c:pt idx="388">
                  <c:v>1.0699999999985721E-2</c:v>
                </c:pt>
                <c:pt idx="389">
                  <c:v>1.0699999999985721E-2</c:v>
                </c:pt>
                <c:pt idx="390">
                  <c:v>1.0699999999985721E-2</c:v>
                </c:pt>
                <c:pt idx="391">
                  <c:v>1.0699999999985721E-2</c:v>
                </c:pt>
                <c:pt idx="392">
                  <c:v>1.0699999999985721E-2</c:v>
                </c:pt>
                <c:pt idx="393">
                  <c:v>1.0699999999985721E-2</c:v>
                </c:pt>
                <c:pt idx="394">
                  <c:v>1.0699999999985721E-2</c:v>
                </c:pt>
                <c:pt idx="395">
                  <c:v>1.0699999999985721E-2</c:v>
                </c:pt>
                <c:pt idx="396">
                  <c:v>1.0699999999985721E-2</c:v>
                </c:pt>
                <c:pt idx="397">
                  <c:v>1.0699999999985721E-2</c:v>
                </c:pt>
                <c:pt idx="398">
                  <c:v>1.0699999999985721E-2</c:v>
                </c:pt>
                <c:pt idx="399">
                  <c:v>1.0800000000017462E-2</c:v>
                </c:pt>
                <c:pt idx="400">
                  <c:v>1.0800000000017462E-2</c:v>
                </c:pt>
                <c:pt idx="401">
                  <c:v>1.0800000000017462E-2</c:v>
                </c:pt>
                <c:pt idx="402">
                  <c:v>1.0800000000017462E-2</c:v>
                </c:pt>
                <c:pt idx="403">
                  <c:v>1.0800000000017462E-2</c:v>
                </c:pt>
                <c:pt idx="404">
                  <c:v>1.0800000000017462E-2</c:v>
                </c:pt>
                <c:pt idx="405">
                  <c:v>1.0800000000017462E-2</c:v>
                </c:pt>
                <c:pt idx="406">
                  <c:v>1.0800000000017462E-2</c:v>
                </c:pt>
                <c:pt idx="407">
                  <c:v>1.0800000000017462E-2</c:v>
                </c:pt>
                <c:pt idx="408">
                  <c:v>1.0800000000017462E-2</c:v>
                </c:pt>
                <c:pt idx="409">
                  <c:v>1.0800000000017462E-2</c:v>
                </c:pt>
                <c:pt idx="410">
                  <c:v>1.0800000000017462E-2</c:v>
                </c:pt>
                <c:pt idx="411">
                  <c:v>1.0800000000017462E-2</c:v>
                </c:pt>
                <c:pt idx="412">
                  <c:v>1.0800000000017462E-2</c:v>
                </c:pt>
                <c:pt idx="413">
                  <c:v>1.0800000000017462E-2</c:v>
                </c:pt>
                <c:pt idx="414">
                  <c:v>1.0800000000017462E-2</c:v>
                </c:pt>
                <c:pt idx="415">
                  <c:v>1.0800000000017462E-2</c:v>
                </c:pt>
                <c:pt idx="416">
                  <c:v>1.0800000000017462E-2</c:v>
                </c:pt>
                <c:pt idx="417">
                  <c:v>1.0800000000017462E-2</c:v>
                </c:pt>
                <c:pt idx="418">
                  <c:v>1.0800000000017462E-2</c:v>
                </c:pt>
                <c:pt idx="419">
                  <c:v>1.0800000000017462E-2</c:v>
                </c:pt>
                <c:pt idx="420">
                  <c:v>1.0800000000017462E-2</c:v>
                </c:pt>
                <c:pt idx="421">
                  <c:v>1.0800000000017462E-2</c:v>
                </c:pt>
                <c:pt idx="422">
                  <c:v>1.0800000000017462E-2</c:v>
                </c:pt>
                <c:pt idx="423">
                  <c:v>1.1000000000024102E-2</c:v>
                </c:pt>
                <c:pt idx="424">
                  <c:v>1.1200000000030741E-2</c:v>
                </c:pt>
                <c:pt idx="425">
                  <c:v>1.1300000000005639E-2</c:v>
                </c:pt>
                <c:pt idx="426">
                  <c:v>1.140000000003738E-2</c:v>
                </c:pt>
                <c:pt idx="427">
                  <c:v>1.140000000003738E-2</c:v>
                </c:pt>
                <c:pt idx="428">
                  <c:v>1.1500000000012278E-2</c:v>
                </c:pt>
                <c:pt idx="429">
                  <c:v>1.1500000000012278E-2</c:v>
                </c:pt>
                <c:pt idx="430">
                  <c:v>1.1500000000012278E-2</c:v>
                </c:pt>
                <c:pt idx="431">
                  <c:v>1.1599999999987176E-2</c:v>
                </c:pt>
                <c:pt idx="432">
                  <c:v>1.1599999999987176E-2</c:v>
                </c:pt>
                <c:pt idx="433">
                  <c:v>1.1599999999987176E-2</c:v>
                </c:pt>
                <c:pt idx="434">
                  <c:v>1.1599999999987176E-2</c:v>
                </c:pt>
                <c:pt idx="435">
                  <c:v>1.1599999999987176E-2</c:v>
                </c:pt>
                <c:pt idx="436">
                  <c:v>1.1599999999987176E-2</c:v>
                </c:pt>
                <c:pt idx="437">
                  <c:v>1.1700000000018917E-2</c:v>
                </c:pt>
                <c:pt idx="438">
                  <c:v>1.1700000000018917E-2</c:v>
                </c:pt>
                <c:pt idx="439">
                  <c:v>1.1700000000018917E-2</c:v>
                </c:pt>
                <c:pt idx="440">
                  <c:v>1.1700000000018917E-2</c:v>
                </c:pt>
                <c:pt idx="441">
                  <c:v>1.1700000000018917E-2</c:v>
                </c:pt>
                <c:pt idx="442">
                  <c:v>1.1700000000018917E-2</c:v>
                </c:pt>
                <c:pt idx="443">
                  <c:v>1.1700000000018917E-2</c:v>
                </c:pt>
                <c:pt idx="444">
                  <c:v>1.1700000000018917E-2</c:v>
                </c:pt>
                <c:pt idx="445">
                  <c:v>1.1700000000018917E-2</c:v>
                </c:pt>
                <c:pt idx="446">
                  <c:v>1.1700000000018917E-2</c:v>
                </c:pt>
                <c:pt idx="447">
                  <c:v>1.1700000000018917E-2</c:v>
                </c:pt>
                <c:pt idx="448">
                  <c:v>1.1700000000018917E-2</c:v>
                </c:pt>
                <c:pt idx="449">
                  <c:v>1.1700000000018917E-2</c:v>
                </c:pt>
                <c:pt idx="450">
                  <c:v>1.1700000000018917E-2</c:v>
                </c:pt>
                <c:pt idx="451">
                  <c:v>1.1700000000018917E-2</c:v>
                </c:pt>
                <c:pt idx="452">
                  <c:v>1.1700000000018917E-2</c:v>
                </c:pt>
                <c:pt idx="453">
                  <c:v>1.1700000000018917E-2</c:v>
                </c:pt>
                <c:pt idx="454">
                  <c:v>1.1700000000018917E-2</c:v>
                </c:pt>
                <c:pt idx="455">
                  <c:v>1.1700000000018917E-2</c:v>
                </c:pt>
                <c:pt idx="456">
                  <c:v>1.1700000000018917E-2</c:v>
                </c:pt>
                <c:pt idx="457">
                  <c:v>1.1700000000018917E-2</c:v>
                </c:pt>
                <c:pt idx="458">
                  <c:v>1.1700000000018917E-2</c:v>
                </c:pt>
                <c:pt idx="459">
                  <c:v>1.1700000000018917E-2</c:v>
                </c:pt>
                <c:pt idx="460">
                  <c:v>1.1700000000018917E-2</c:v>
                </c:pt>
                <c:pt idx="461">
                  <c:v>1.1700000000018917E-2</c:v>
                </c:pt>
                <c:pt idx="462">
                  <c:v>1.1700000000018917E-2</c:v>
                </c:pt>
                <c:pt idx="463">
                  <c:v>1.1700000000018917E-2</c:v>
                </c:pt>
                <c:pt idx="464">
                  <c:v>1.1700000000018917E-2</c:v>
                </c:pt>
                <c:pt idx="465">
                  <c:v>1.1700000000018917E-2</c:v>
                </c:pt>
                <c:pt idx="466">
                  <c:v>1.1700000000018917E-2</c:v>
                </c:pt>
                <c:pt idx="467">
                  <c:v>1.1700000000018917E-2</c:v>
                </c:pt>
                <c:pt idx="468">
                  <c:v>1.1700000000018917E-2</c:v>
                </c:pt>
                <c:pt idx="469">
                  <c:v>1.1700000000018917E-2</c:v>
                </c:pt>
                <c:pt idx="470">
                  <c:v>1.1700000000018917E-2</c:v>
                </c:pt>
                <c:pt idx="471">
                  <c:v>1.1700000000018917E-2</c:v>
                </c:pt>
                <c:pt idx="472">
                  <c:v>1.1700000000018917E-2</c:v>
                </c:pt>
                <c:pt idx="473">
                  <c:v>1.1799999999993815E-2</c:v>
                </c:pt>
                <c:pt idx="474">
                  <c:v>1.1900000000025557E-2</c:v>
                </c:pt>
                <c:pt idx="475">
                  <c:v>1.2000000000000455E-2</c:v>
                </c:pt>
                <c:pt idx="476">
                  <c:v>1.2000000000000455E-2</c:v>
                </c:pt>
                <c:pt idx="477">
                  <c:v>1.2100000000032196E-2</c:v>
                </c:pt>
                <c:pt idx="478">
                  <c:v>1.2100000000032196E-2</c:v>
                </c:pt>
                <c:pt idx="479">
                  <c:v>1.2100000000032196E-2</c:v>
                </c:pt>
                <c:pt idx="480">
                  <c:v>1.2100000000032196E-2</c:v>
                </c:pt>
                <c:pt idx="481">
                  <c:v>1.2100000000032196E-2</c:v>
                </c:pt>
                <c:pt idx="482">
                  <c:v>1.2100000000032196E-2</c:v>
                </c:pt>
                <c:pt idx="483">
                  <c:v>1.2100000000032196E-2</c:v>
                </c:pt>
                <c:pt idx="484">
                  <c:v>1.2100000000032196E-2</c:v>
                </c:pt>
                <c:pt idx="485">
                  <c:v>1.2100000000032196E-2</c:v>
                </c:pt>
                <c:pt idx="486">
                  <c:v>1.2100000000032196E-2</c:v>
                </c:pt>
                <c:pt idx="487">
                  <c:v>1.2100000000032196E-2</c:v>
                </c:pt>
                <c:pt idx="488">
                  <c:v>1.2100000000032196E-2</c:v>
                </c:pt>
                <c:pt idx="489">
                  <c:v>1.2100000000032196E-2</c:v>
                </c:pt>
                <c:pt idx="490">
                  <c:v>1.2100000000032196E-2</c:v>
                </c:pt>
                <c:pt idx="491">
                  <c:v>1.2100000000032196E-2</c:v>
                </c:pt>
                <c:pt idx="492">
                  <c:v>1.2100000000032196E-2</c:v>
                </c:pt>
                <c:pt idx="493">
                  <c:v>1.2100000000032196E-2</c:v>
                </c:pt>
                <c:pt idx="494">
                  <c:v>1.2100000000032196E-2</c:v>
                </c:pt>
                <c:pt idx="495">
                  <c:v>1.2100000000032196E-2</c:v>
                </c:pt>
                <c:pt idx="496">
                  <c:v>1.2100000000032196E-2</c:v>
                </c:pt>
                <c:pt idx="497">
                  <c:v>1.2100000000032196E-2</c:v>
                </c:pt>
                <c:pt idx="498">
                  <c:v>1.2100000000032196E-2</c:v>
                </c:pt>
                <c:pt idx="499">
                  <c:v>1.1799999999993815E-2</c:v>
                </c:pt>
                <c:pt idx="500">
                  <c:v>1.1300000000005639E-2</c:v>
                </c:pt>
                <c:pt idx="501">
                  <c:v>1.1000000000024102E-2</c:v>
                </c:pt>
                <c:pt idx="502">
                  <c:v>1.0800000000017462E-2</c:v>
                </c:pt>
                <c:pt idx="503">
                  <c:v>1.0699999999985721E-2</c:v>
                </c:pt>
                <c:pt idx="504">
                  <c:v>1.0600000000010823E-2</c:v>
                </c:pt>
                <c:pt idx="505">
                  <c:v>1.0500000000035925E-2</c:v>
                </c:pt>
                <c:pt idx="506">
                  <c:v>1.0500000000035925E-2</c:v>
                </c:pt>
                <c:pt idx="507">
                  <c:v>1.0400000000004184E-2</c:v>
                </c:pt>
                <c:pt idx="508">
                  <c:v>1.0400000000004184E-2</c:v>
                </c:pt>
                <c:pt idx="509">
                  <c:v>1.0300000000029286E-2</c:v>
                </c:pt>
                <c:pt idx="510">
                  <c:v>1.0300000000029286E-2</c:v>
                </c:pt>
                <c:pt idx="511">
                  <c:v>1.0300000000029286E-2</c:v>
                </c:pt>
                <c:pt idx="512">
                  <c:v>1.0300000000029286E-2</c:v>
                </c:pt>
                <c:pt idx="513">
                  <c:v>1.0300000000029286E-2</c:v>
                </c:pt>
                <c:pt idx="514">
                  <c:v>1.0199999999997544E-2</c:v>
                </c:pt>
                <c:pt idx="515">
                  <c:v>1.0199999999997544E-2</c:v>
                </c:pt>
                <c:pt idx="516">
                  <c:v>1.0199999999997544E-2</c:v>
                </c:pt>
                <c:pt idx="517">
                  <c:v>1.0199999999997544E-2</c:v>
                </c:pt>
                <c:pt idx="518">
                  <c:v>1.0199999999997544E-2</c:v>
                </c:pt>
                <c:pt idx="519">
                  <c:v>1.0199999999997544E-2</c:v>
                </c:pt>
                <c:pt idx="520">
                  <c:v>1.0199999999997544E-2</c:v>
                </c:pt>
                <c:pt idx="521">
                  <c:v>1.0199999999997544E-2</c:v>
                </c:pt>
                <c:pt idx="522">
                  <c:v>1.0199999999997544E-2</c:v>
                </c:pt>
                <c:pt idx="523">
                  <c:v>1.0199999999997544E-2</c:v>
                </c:pt>
                <c:pt idx="524">
                  <c:v>1.0199999999997544E-2</c:v>
                </c:pt>
                <c:pt idx="525">
                  <c:v>1.0199999999997544E-2</c:v>
                </c:pt>
                <c:pt idx="526">
                  <c:v>1.0199999999997544E-2</c:v>
                </c:pt>
                <c:pt idx="527">
                  <c:v>1.0199999999997544E-2</c:v>
                </c:pt>
                <c:pt idx="528">
                  <c:v>1.0100000000022646E-2</c:v>
                </c:pt>
                <c:pt idx="529">
                  <c:v>1.0199999999997544E-2</c:v>
                </c:pt>
                <c:pt idx="530">
                  <c:v>1.0300000000029286E-2</c:v>
                </c:pt>
                <c:pt idx="531">
                  <c:v>1.0400000000004184E-2</c:v>
                </c:pt>
                <c:pt idx="532">
                  <c:v>1.0500000000035925E-2</c:v>
                </c:pt>
              </c:numCache>
            </c:numRef>
          </c:yVal>
          <c:smooth val="1"/>
          <c:extLst>
            <c:ext xmlns:c16="http://schemas.microsoft.com/office/drawing/2014/chart" uri="{C3380CC4-5D6E-409C-BE32-E72D297353CC}">
              <c16:uniqueId val="{00000003-1510-4437-9CAD-7ED8315A59D8}"/>
            </c:ext>
          </c:extLst>
        </c:ser>
        <c:ser>
          <c:idx val="4"/>
          <c:order val="4"/>
          <c:tx>
            <c:strRef>
              <c:f>SM50000_TEMPSoc5l2_50000!$OS$1</c:f>
              <c:strCache>
                <c:ptCount val="1"/>
                <c:pt idx="0">
                  <c:v>TELE_SM_INTERIOR.264</c:v>
                </c:pt>
              </c:strCache>
            </c:strRef>
          </c:tx>
          <c:spPr>
            <a:ln w="19050" cap="rnd">
              <a:solidFill>
                <a:schemeClr val="accent5"/>
              </a:solidFill>
              <a:round/>
            </a:ln>
            <a:effectLst/>
          </c:spPr>
          <c:marker>
            <c:symbol val="circle"/>
            <c:size val="5"/>
            <c:spPr>
              <a:solidFill>
                <a:schemeClr val="accent5"/>
              </a:solidFill>
              <a:ln w="9525">
                <a:solidFill>
                  <a:schemeClr val="accent5"/>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SM50000_TEMPSoc5l2_50000!$OS$2:$OS$536</c:f>
              <c:numCache>
                <c:formatCode>General</c:formatCode>
                <c:ptCount val="533"/>
                <c:pt idx="0">
                  <c:v>0</c:v>
                </c:pt>
                <c:pt idx="1">
                  <c:v>1.3000000000147338E-3</c:v>
                </c:pt>
                <c:pt idx="2">
                  <c:v>2.9000000000110049E-3</c:v>
                </c:pt>
                <c:pt idx="3">
                  <c:v>4.0000000000190994E-3</c:v>
                </c:pt>
                <c:pt idx="4">
                  <c:v>4.9000000000205546E-3</c:v>
                </c:pt>
                <c:pt idx="5">
                  <c:v>5.6000000000153705E-3</c:v>
                </c:pt>
                <c:pt idx="6">
                  <c:v>6.100000000003547E-3</c:v>
                </c:pt>
                <c:pt idx="7">
                  <c:v>6.600000000048567E-3</c:v>
                </c:pt>
                <c:pt idx="8">
                  <c:v>7.0000000000050022E-3</c:v>
                </c:pt>
                <c:pt idx="9">
                  <c:v>7.3000000000433829E-3</c:v>
                </c:pt>
                <c:pt idx="10">
                  <c:v>7.6000000000249202E-3</c:v>
                </c:pt>
                <c:pt idx="11">
                  <c:v>7.8000000000315595E-3</c:v>
                </c:pt>
                <c:pt idx="12">
                  <c:v>8.1000000000130967E-3</c:v>
                </c:pt>
                <c:pt idx="13">
                  <c:v>8.300000000019736E-3</c:v>
                </c:pt>
                <c:pt idx="14">
                  <c:v>8.5000000000263753E-3</c:v>
                </c:pt>
                <c:pt idx="15">
                  <c:v>8.7000000000330147E-3</c:v>
                </c:pt>
                <c:pt idx="16">
                  <c:v>8.900000000039654E-3</c:v>
                </c:pt>
                <c:pt idx="17">
                  <c:v>9.1000000000462933E-3</c:v>
                </c:pt>
                <c:pt idx="18">
                  <c:v>9.2000000000211912E-3</c:v>
                </c:pt>
                <c:pt idx="19">
                  <c:v>9.4000000000278305E-3</c:v>
                </c:pt>
                <c:pt idx="20">
                  <c:v>9.5000000000027285E-3</c:v>
                </c:pt>
                <c:pt idx="21">
                  <c:v>9.7000000000093678E-3</c:v>
                </c:pt>
                <c:pt idx="22">
                  <c:v>9.8000000000411092E-3</c:v>
                </c:pt>
                <c:pt idx="23">
                  <c:v>9.9000000000160071E-3</c:v>
                </c:pt>
                <c:pt idx="24">
                  <c:v>1.0000000000047748E-2</c:v>
                </c:pt>
                <c:pt idx="25">
                  <c:v>1.0100000000022646E-2</c:v>
                </c:pt>
                <c:pt idx="26">
                  <c:v>1.0199999999997544E-2</c:v>
                </c:pt>
                <c:pt idx="27">
                  <c:v>1.0100000000022646E-2</c:v>
                </c:pt>
                <c:pt idx="28">
                  <c:v>9.9000000000160071E-3</c:v>
                </c:pt>
                <c:pt idx="29">
                  <c:v>9.8000000000411092E-3</c:v>
                </c:pt>
                <c:pt idx="30">
                  <c:v>9.8000000000411092E-3</c:v>
                </c:pt>
                <c:pt idx="31">
                  <c:v>9.7000000000093678E-3</c:v>
                </c:pt>
                <c:pt idx="32">
                  <c:v>9.7000000000093678E-3</c:v>
                </c:pt>
                <c:pt idx="33">
                  <c:v>9.7000000000093678E-3</c:v>
                </c:pt>
                <c:pt idx="34">
                  <c:v>9.7000000000093678E-3</c:v>
                </c:pt>
                <c:pt idx="35">
                  <c:v>9.7000000000093678E-3</c:v>
                </c:pt>
                <c:pt idx="36">
                  <c:v>9.7000000000093678E-3</c:v>
                </c:pt>
                <c:pt idx="37">
                  <c:v>9.8000000000411092E-3</c:v>
                </c:pt>
                <c:pt idx="38">
                  <c:v>9.8000000000411092E-3</c:v>
                </c:pt>
                <c:pt idx="39">
                  <c:v>9.8000000000411092E-3</c:v>
                </c:pt>
                <c:pt idx="40">
                  <c:v>9.8000000000411092E-3</c:v>
                </c:pt>
                <c:pt idx="41">
                  <c:v>9.8000000000411092E-3</c:v>
                </c:pt>
                <c:pt idx="42">
                  <c:v>9.8000000000411092E-3</c:v>
                </c:pt>
                <c:pt idx="43">
                  <c:v>9.9000000000160071E-3</c:v>
                </c:pt>
                <c:pt idx="44">
                  <c:v>9.9000000000160071E-3</c:v>
                </c:pt>
                <c:pt idx="45">
                  <c:v>9.9000000000160071E-3</c:v>
                </c:pt>
                <c:pt idx="46">
                  <c:v>9.9000000000160071E-3</c:v>
                </c:pt>
                <c:pt idx="47">
                  <c:v>9.9000000000160071E-3</c:v>
                </c:pt>
                <c:pt idx="48">
                  <c:v>9.9000000000160071E-3</c:v>
                </c:pt>
                <c:pt idx="49">
                  <c:v>9.9000000000160071E-3</c:v>
                </c:pt>
                <c:pt idx="50">
                  <c:v>1.0000000000047748E-2</c:v>
                </c:pt>
                <c:pt idx="51">
                  <c:v>1.0000000000047748E-2</c:v>
                </c:pt>
                <c:pt idx="52">
                  <c:v>1.0000000000047748E-2</c:v>
                </c:pt>
                <c:pt idx="53">
                  <c:v>1.0000000000047748E-2</c:v>
                </c:pt>
                <c:pt idx="54">
                  <c:v>1.0000000000047748E-2</c:v>
                </c:pt>
                <c:pt idx="55">
                  <c:v>1.0000000000047748E-2</c:v>
                </c:pt>
                <c:pt idx="56">
                  <c:v>1.0000000000047748E-2</c:v>
                </c:pt>
                <c:pt idx="57">
                  <c:v>1.0100000000022646E-2</c:v>
                </c:pt>
                <c:pt idx="58">
                  <c:v>1.0100000000022646E-2</c:v>
                </c:pt>
                <c:pt idx="59">
                  <c:v>1.0199999999997544E-2</c:v>
                </c:pt>
                <c:pt idx="60">
                  <c:v>1.0300000000029286E-2</c:v>
                </c:pt>
                <c:pt idx="61">
                  <c:v>1.0300000000029286E-2</c:v>
                </c:pt>
                <c:pt idx="62">
                  <c:v>1.0400000000004184E-2</c:v>
                </c:pt>
                <c:pt idx="63">
                  <c:v>1.0400000000004184E-2</c:v>
                </c:pt>
                <c:pt idx="64">
                  <c:v>1.0400000000004184E-2</c:v>
                </c:pt>
                <c:pt idx="65">
                  <c:v>1.0500000000035925E-2</c:v>
                </c:pt>
                <c:pt idx="66">
                  <c:v>1.0500000000035925E-2</c:v>
                </c:pt>
                <c:pt idx="67">
                  <c:v>1.0500000000035925E-2</c:v>
                </c:pt>
                <c:pt idx="68">
                  <c:v>1.0500000000035925E-2</c:v>
                </c:pt>
                <c:pt idx="69">
                  <c:v>1.0500000000035925E-2</c:v>
                </c:pt>
                <c:pt idx="70">
                  <c:v>1.0500000000035925E-2</c:v>
                </c:pt>
                <c:pt idx="71">
                  <c:v>1.0500000000035925E-2</c:v>
                </c:pt>
                <c:pt idx="72">
                  <c:v>1.0500000000035925E-2</c:v>
                </c:pt>
                <c:pt idx="73">
                  <c:v>1.0600000000010823E-2</c:v>
                </c:pt>
                <c:pt idx="74">
                  <c:v>1.0600000000010823E-2</c:v>
                </c:pt>
                <c:pt idx="75">
                  <c:v>1.0600000000010823E-2</c:v>
                </c:pt>
                <c:pt idx="76">
                  <c:v>1.0600000000010823E-2</c:v>
                </c:pt>
                <c:pt idx="77">
                  <c:v>1.0600000000010823E-2</c:v>
                </c:pt>
                <c:pt idx="78">
                  <c:v>1.0600000000010823E-2</c:v>
                </c:pt>
                <c:pt idx="79">
                  <c:v>1.0600000000010823E-2</c:v>
                </c:pt>
                <c:pt idx="80">
                  <c:v>1.0600000000010823E-2</c:v>
                </c:pt>
                <c:pt idx="81">
                  <c:v>1.0600000000010823E-2</c:v>
                </c:pt>
                <c:pt idx="82">
                  <c:v>1.0600000000010823E-2</c:v>
                </c:pt>
                <c:pt idx="83">
                  <c:v>1.0600000000010823E-2</c:v>
                </c:pt>
                <c:pt idx="84">
                  <c:v>1.0600000000010823E-2</c:v>
                </c:pt>
                <c:pt idx="85">
                  <c:v>1.0600000000010823E-2</c:v>
                </c:pt>
                <c:pt idx="86">
                  <c:v>1.0600000000010823E-2</c:v>
                </c:pt>
                <c:pt idx="87">
                  <c:v>1.0600000000010823E-2</c:v>
                </c:pt>
                <c:pt idx="88">
                  <c:v>1.0600000000010823E-2</c:v>
                </c:pt>
                <c:pt idx="89">
                  <c:v>1.0600000000010823E-2</c:v>
                </c:pt>
                <c:pt idx="90">
                  <c:v>1.0600000000010823E-2</c:v>
                </c:pt>
                <c:pt idx="91">
                  <c:v>1.0600000000010823E-2</c:v>
                </c:pt>
                <c:pt idx="92">
                  <c:v>1.0600000000010823E-2</c:v>
                </c:pt>
                <c:pt idx="93">
                  <c:v>1.0600000000010823E-2</c:v>
                </c:pt>
                <c:pt idx="94">
                  <c:v>1.0600000000010823E-2</c:v>
                </c:pt>
                <c:pt idx="95">
                  <c:v>1.0600000000010823E-2</c:v>
                </c:pt>
                <c:pt idx="96">
                  <c:v>1.0700000000042564E-2</c:v>
                </c:pt>
                <c:pt idx="97">
                  <c:v>1.0700000000042564E-2</c:v>
                </c:pt>
                <c:pt idx="98">
                  <c:v>1.0700000000042564E-2</c:v>
                </c:pt>
                <c:pt idx="99">
                  <c:v>1.0700000000042564E-2</c:v>
                </c:pt>
                <c:pt idx="100">
                  <c:v>1.0700000000042564E-2</c:v>
                </c:pt>
                <c:pt idx="101">
                  <c:v>1.0700000000042564E-2</c:v>
                </c:pt>
                <c:pt idx="102">
                  <c:v>1.0700000000042564E-2</c:v>
                </c:pt>
                <c:pt idx="103">
                  <c:v>1.0700000000042564E-2</c:v>
                </c:pt>
                <c:pt idx="104">
                  <c:v>1.0700000000042564E-2</c:v>
                </c:pt>
                <c:pt idx="105">
                  <c:v>1.0700000000042564E-2</c:v>
                </c:pt>
                <c:pt idx="106">
                  <c:v>1.0700000000042564E-2</c:v>
                </c:pt>
                <c:pt idx="107">
                  <c:v>1.0700000000042564E-2</c:v>
                </c:pt>
                <c:pt idx="108">
                  <c:v>1.0700000000042564E-2</c:v>
                </c:pt>
                <c:pt idx="109">
                  <c:v>1.0800000000017462E-2</c:v>
                </c:pt>
                <c:pt idx="110">
                  <c:v>1.0900000000049204E-2</c:v>
                </c:pt>
                <c:pt idx="111">
                  <c:v>1.1000000000024102E-2</c:v>
                </c:pt>
                <c:pt idx="112">
                  <c:v>1.1000000000024102E-2</c:v>
                </c:pt>
                <c:pt idx="113">
                  <c:v>1.1099999999999E-2</c:v>
                </c:pt>
                <c:pt idx="114">
                  <c:v>1.1099999999999E-2</c:v>
                </c:pt>
                <c:pt idx="115">
                  <c:v>1.1099999999999E-2</c:v>
                </c:pt>
                <c:pt idx="116">
                  <c:v>1.1099999999999E-2</c:v>
                </c:pt>
                <c:pt idx="117">
                  <c:v>1.1200000000030741E-2</c:v>
                </c:pt>
                <c:pt idx="118">
                  <c:v>1.1200000000030741E-2</c:v>
                </c:pt>
                <c:pt idx="119">
                  <c:v>1.1200000000030741E-2</c:v>
                </c:pt>
                <c:pt idx="120">
                  <c:v>1.1200000000030741E-2</c:v>
                </c:pt>
                <c:pt idx="121">
                  <c:v>1.1200000000030741E-2</c:v>
                </c:pt>
                <c:pt idx="122">
                  <c:v>1.1200000000030741E-2</c:v>
                </c:pt>
                <c:pt idx="123">
                  <c:v>1.1300000000005639E-2</c:v>
                </c:pt>
                <c:pt idx="124">
                  <c:v>1.1300000000005639E-2</c:v>
                </c:pt>
                <c:pt idx="125">
                  <c:v>1.1300000000005639E-2</c:v>
                </c:pt>
                <c:pt idx="126">
                  <c:v>1.1300000000005639E-2</c:v>
                </c:pt>
                <c:pt idx="127">
                  <c:v>1.1300000000005639E-2</c:v>
                </c:pt>
                <c:pt idx="128">
                  <c:v>1.1300000000005639E-2</c:v>
                </c:pt>
                <c:pt idx="129">
                  <c:v>1.1300000000005639E-2</c:v>
                </c:pt>
                <c:pt idx="130">
                  <c:v>1.1300000000005639E-2</c:v>
                </c:pt>
                <c:pt idx="131">
                  <c:v>1.1300000000005639E-2</c:v>
                </c:pt>
                <c:pt idx="132">
                  <c:v>1.1300000000005639E-2</c:v>
                </c:pt>
                <c:pt idx="133">
                  <c:v>1.1300000000005639E-2</c:v>
                </c:pt>
                <c:pt idx="134">
                  <c:v>1.1300000000005639E-2</c:v>
                </c:pt>
                <c:pt idx="135">
                  <c:v>1.1300000000005639E-2</c:v>
                </c:pt>
                <c:pt idx="136">
                  <c:v>1.1300000000005639E-2</c:v>
                </c:pt>
                <c:pt idx="137">
                  <c:v>1.1300000000005639E-2</c:v>
                </c:pt>
                <c:pt idx="138">
                  <c:v>1.1300000000005639E-2</c:v>
                </c:pt>
                <c:pt idx="139">
                  <c:v>1.1300000000005639E-2</c:v>
                </c:pt>
                <c:pt idx="140">
                  <c:v>1.1300000000005639E-2</c:v>
                </c:pt>
                <c:pt idx="141">
                  <c:v>1.1300000000005639E-2</c:v>
                </c:pt>
                <c:pt idx="142">
                  <c:v>1.1300000000005639E-2</c:v>
                </c:pt>
                <c:pt idx="143">
                  <c:v>1.1300000000005639E-2</c:v>
                </c:pt>
                <c:pt idx="144">
                  <c:v>1.1300000000005639E-2</c:v>
                </c:pt>
                <c:pt idx="145">
                  <c:v>1.1300000000005639E-2</c:v>
                </c:pt>
                <c:pt idx="146">
                  <c:v>1.1300000000005639E-2</c:v>
                </c:pt>
                <c:pt idx="147">
                  <c:v>1.1300000000005639E-2</c:v>
                </c:pt>
                <c:pt idx="148">
                  <c:v>1.1300000000005639E-2</c:v>
                </c:pt>
                <c:pt idx="149">
                  <c:v>1.1300000000005639E-2</c:v>
                </c:pt>
                <c:pt idx="150">
                  <c:v>1.1300000000005639E-2</c:v>
                </c:pt>
                <c:pt idx="151">
                  <c:v>1.1300000000005639E-2</c:v>
                </c:pt>
                <c:pt idx="152">
                  <c:v>1.1300000000005639E-2</c:v>
                </c:pt>
                <c:pt idx="153">
                  <c:v>1.1300000000005639E-2</c:v>
                </c:pt>
                <c:pt idx="154">
                  <c:v>1.1300000000005639E-2</c:v>
                </c:pt>
                <c:pt idx="155">
                  <c:v>1.1300000000005639E-2</c:v>
                </c:pt>
                <c:pt idx="156">
                  <c:v>1.1300000000005639E-2</c:v>
                </c:pt>
                <c:pt idx="157">
                  <c:v>1.1300000000005639E-2</c:v>
                </c:pt>
                <c:pt idx="158">
                  <c:v>1.140000000003738E-2</c:v>
                </c:pt>
                <c:pt idx="159">
                  <c:v>1.140000000003738E-2</c:v>
                </c:pt>
                <c:pt idx="160">
                  <c:v>1.1500000000012278E-2</c:v>
                </c:pt>
                <c:pt idx="161">
                  <c:v>1.1500000000012278E-2</c:v>
                </c:pt>
                <c:pt idx="162">
                  <c:v>1.1500000000012278E-2</c:v>
                </c:pt>
                <c:pt idx="163">
                  <c:v>1.160000000004402E-2</c:v>
                </c:pt>
                <c:pt idx="164">
                  <c:v>1.160000000004402E-2</c:v>
                </c:pt>
                <c:pt idx="165">
                  <c:v>1.160000000004402E-2</c:v>
                </c:pt>
                <c:pt idx="166">
                  <c:v>1.160000000004402E-2</c:v>
                </c:pt>
                <c:pt idx="167">
                  <c:v>1.160000000004402E-2</c:v>
                </c:pt>
                <c:pt idx="168">
                  <c:v>1.160000000004402E-2</c:v>
                </c:pt>
                <c:pt idx="169">
                  <c:v>1.160000000004402E-2</c:v>
                </c:pt>
                <c:pt idx="170">
                  <c:v>1.160000000004402E-2</c:v>
                </c:pt>
                <c:pt idx="171">
                  <c:v>1.160000000004402E-2</c:v>
                </c:pt>
                <c:pt idx="172">
                  <c:v>1.160000000004402E-2</c:v>
                </c:pt>
                <c:pt idx="173">
                  <c:v>1.160000000004402E-2</c:v>
                </c:pt>
                <c:pt idx="174">
                  <c:v>1.160000000004402E-2</c:v>
                </c:pt>
                <c:pt idx="175">
                  <c:v>1.160000000004402E-2</c:v>
                </c:pt>
                <c:pt idx="176">
                  <c:v>1.160000000004402E-2</c:v>
                </c:pt>
                <c:pt idx="177">
                  <c:v>1.160000000004402E-2</c:v>
                </c:pt>
                <c:pt idx="178">
                  <c:v>1.160000000004402E-2</c:v>
                </c:pt>
                <c:pt idx="179">
                  <c:v>1.160000000004402E-2</c:v>
                </c:pt>
                <c:pt idx="180">
                  <c:v>1.160000000004402E-2</c:v>
                </c:pt>
                <c:pt idx="181">
                  <c:v>1.160000000004402E-2</c:v>
                </c:pt>
                <c:pt idx="182">
                  <c:v>1.160000000004402E-2</c:v>
                </c:pt>
                <c:pt idx="183">
                  <c:v>1.160000000004402E-2</c:v>
                </c:pt>
                <c:pt idx="184">
                  <c:v>1.140000000003738E-2</c:v>
                </c:pt>
                <c:pt idx="185">
                  <c:v>1.1099999999999E-2</c:v>
                </c:pt>
                <c:pt idx="186">
                  <c:v>1.1000000000024102E-2</c:v>
                </c:pt>
                <c:pt idx="187">
                  <c:v>1.0800000000017462E-2</c:v>
                </c:pt>
                <c:pt idx="188">
                  <c:v>1.0700000000042564E-2</c:v>
                </c:pt>
                <c:pt idx="189">
                  <c:v>1.0600000000010823E-2</c:v>
                </c:pt>
                <c:pt idx="190">
                  <c:v>1.0600000000010823E-2</c:v>
                </c:pt>
                <c:pt idx="191">
                  <c:v>1.0500000000035925E-2</c:v>
                </c:pt>
                <c:pt idx="192">
                  <c:v>1.0500000000035925E-2</c:v>
                </c:pt>
                <c:pt idx="193">
                  <c:v>1.0500000000035925E-2</c:v>
                </c:pt>
                <c:pt idx="194">
                  <c:v>1.0400000000004184E-2</c:v>
                </c:pt>
                <c:pt idx="195">
                  <c:v>1.0400000000004184E-2</c:v>
                </c:pt>
                <c:pt idx="196">
                  <c:v>1.0400000000004184E-2</c:v>
                </c:pt>
                <c:pt idx="197">
                  <c:v>1.0400000000004184E-2</c:v>
                </c:pt>
                <c:pt idx="198">
                  <c:v>1.0400000000004184E-2</c:v>
                </c:pt>
                <c:pt idx="199">
                  <c:v>1.0300000000029286E-2</c:v>
                </c:pt>
                <c:pt idx="200">
                  <c:v>1.0300000000029286E-2</c:v>
                </c:pt>
                <c:pt idx="201">
                  <c:v>1.0300000000029286E-2</c:v>
                </c:pt>
                <c:pt idx="202">
                  <c:v>1.0300000000029286E-2</c:v>
                </c:pt>
                <c:pt idx="203">
                  <c:v>1.0300000000029286E-2</c:v>
                </c:pt>
                <c:pt idx="204">
                  <c:v>1.0300000000029286E-2</c:v>
                </c:pt>
                <c:pt idx="205">
                  <c:v>1.0300000000029286E-2</c:v>
                </c:pt>
                <c:pt idx="206">
                  <c:v>1.0300000000029286E-2</c:v>
                </c:pt>
                <c:pt idx="207">
                  <c:v>1.0300000000029286E-2</c:v>
                </c:pt>
                <c:pt idx="208">
                  <c:v>1.0300000000029286E-2</c:v>
                </c:pt>
                <c:pt idx="209">
                  <c:v>1.0199999999997544E-2</c:v>
                </c:pt>
                <c:pt idx="210">
                  <c:v>1.0199999999997544E-2</c:v>
                </c:pt>
                <c:pt idx="211">
                  <c:v>1.0199999999997544E-2</c:v>
                </c:pt>
                <c:pt idx="212">
                  <c:v>1.0199999999997544E-2</c:v>
                </c:pt>
                <c:pt idx="213">
                  <c:v>1.0199999999997544E-2</c:v>
                </c:pt>
                <c:pt idx="214">
                  <c:v>1.0300000000029286E-2</c:v>
                </c:pt>
                <c:pt idx="215">
                  <c:v>1.0300000000029286E-2</c:v>
                </c:pt>
                <c:pt idx="216">
                  <c:v>1.0400000000004184E-2</c:v>
                </c:pt>
                <c:pt idx="217">
                  <c:v>1.0500000000035925E-2</c:v>
                </c:pt>
                <c:pt idx="218">
                  <c:v>1.0500000000035925E-2</c:v>
                </c:pt>
                <c:pt idx="219">
                  <c:v>1.0500000000035925E-2</c:v>
                </c:pt>
                <c:pt idx="220">
                  <c:v>1.0600000000010823E-2</c:v>
                </c:pt>
                <c:pt idx="221">
                  <c:v>1.0600000000010823E-2</c:v>
                </c:pt>
                <c:pt idx="222">
                  <c:v>1.0600000000010823E-2</c:v>
                </c:pt>
                <c:pt idx="223">
                  <c:v>1.0600000000010823E-2</c:v>
                </c:pt>
                <c:pt idx="224">
                  <c:v>1.0600000000010823E-2</c:v>
                </c:pt>
                <c:pt idx="225">
                  <c:v>1.0600000000010823E-2</c:v>
                </c:pt>
                <c:pt idx="226">
                  <c:v>1.0600000000010823E-2</c:v>
                </c:pt>
                <c:pt idx="227">
                  <c:v>1.0600000000010823E-2</c:v>
                </c:pt>
                <c:pt idx="228">
                  <c:v>1.0600000000010823E-2</c:v>
                </c:pt>
                <c:pt idx="229">
                  <c:v>1.0600000000010823E-2</c:v>
                </c:pt>
                <c:pt idx="230">
                  <c:v>1.0600000000010823E-2</c:v>
                </c:pt>
                <c:pt idx="231">
                  <c:v>1.0600000000010823E-2</c:v>
                </c:pt>
                <c:pt idx="232">
                  <c:v>1.0600000000010823E-2</c:v>
                </c:pt>
                <c:pt idx="233">
                  <c:v>1.0600000000010823E-2</c:v>
                </c:pt>
                <c:pt idx="234">
                  <c:v>1.0600000000010823E-2</c:v>
                </c:pt>
                <c:pt idx="235">
                  <c:v>1.0600000000010823E-2</c:v>
                </c:pt>
                <c:pt idx="236">
                  <c:v>1.0600000000010823E-2</c:v>
                </c:pt>
                <c:pt idx="237">
                  <c:v>1.0600000000010823E-2</c:v>
                </c:pt>
                <c:pt idx="238">
                  <c:v>1.0700000000042564E-2</c:v>
                </c:pt>
                <c:pt idx="239">
                  <c:v>1.0700000000042564E-2</c:v>
                </c:pt>
                <c:pt idx="240">
                  <c:v>1.0700000000042564E-2</c:v>
                </c:pt>
                <c:pt idx="241">
                  <c:v>1.0700000000042564E-2</c:v>
                </c:pt>
                <c:pt idx="242">
                  <c:v>1.0700000000042564E-2</c:v>
                </c:pt>
                <c:pt idx="243">
                  <c:v>1.0700000000042564E-2</c:v>
                </c:pt>
                <c:pt idx="244">
                  <c:v>1.0700000000042564E-2</c:v>
                </c:pt>
                <c:pt idx="245">
                  <c:v>1.0700000000042564E-2</c:v>
                </c:pt>
                <c:pt idx="246">
                  <c:v>1.0700000000042564E-2</c:v>
                </c:pt>
                <c:pt idx="247">
                  <c:v>1.0700000000042564E-2</c:v>
                </c:pt>
                <c:pt idx="248">
                  <c:v>1.0700000000042564E-2</c:v>
                </c:pt>
                <c:pt idx="249">
                  <c:v>1.0700000000042564E-2</c:v>
                </c:pt>
                <c:pt idx="250">
                  <c:v>1.0700000000042564E-2</c:v>
                </c:pt>
                <c:pt idx="251">
                  <c:v>1.0700000000042564E-2</c:v>
                </c:pt>
                <c:pt idx="252">
                  <c:v>1.0700000000042564E-2</c:v>
                </c:pt>
                <c:pt idx="253">
                  <c:v>1.0700000000042564E-2</c:v>
                </c:pt>
                <c:pt idx="254">
                  <c:v>1.0700000000042564E-2</c:v>
                </c:pt>
                <c:pt idx="255">
                  <c:v>1.0700000000042564E-2</c:v>
                </c:pt>
                <c:pt idx="256">
                  <c:v>1.0700000000042564E-2</c:v>
                </c:pt>
                <c:pt idx="257">
                  <c:v>1.0700000000042564E-2</c:v>
                </c:pt>
                <c:pt idx="258">
                  <c:v>1.0700000000042564E-2</c:v>
                </c:pt>
                <c:pt idx="259">
                  <c:v>1.0700000000042564E-2</c:v>
                </c:pt>
                <c:pt idx="260">
                  <c:v>1.0700000000042564E-2</c:v>
                </c:pt>
                <c:pt idx="261">
                  <c:v>1.0700000000042564E-2</c:v>
                </c:pt>
                <c:pt idx="262">
                  <c:v>1.0700000000042564E-2</c:v>
                </c:pt>
                <c:pt idx="263">
                  <c:v>1.0700000000042564E-2</c:v>
                </c:pt>
                <c:pt idx="264">
                  <c:v>1.0700000000042564E-2</c:v>
                </c:pt>
                <c:pt idx="265">
                  <c:v>1.0800000000017462E-2</c:v>
                </c:pt>
                <c:pt idx="266">
                  <c:v>1.0800000000017462E-2</c:v>
                </c:pt>
                <c:pt idx="267">
                  <c:v>1.0900000000049204E-2</c:v>
                </c:pt>
                <c:pt idx="268">
                  <c:v>1.1000000000024102E-2</c:v>
                </c:pt>
                <c:pt idx="269">
                  <c:v>1.1000000000024102E-2</c:v>
                </c:pt>
                <c:pt idx="270">
                  <c:v>1.1099999999999E-2</c:v>
                </c:pt>
                <c:pt idx="271">
                  <c:v>1.1099999999999E-2</c:v>
                </c:pt>
                <c:pt idx="272">
                  <c:v>1.1099999999999E-2</c:v>
                </c:pt>
                <c:pt idx="273">
                  <c:v>1.1200000000030741E-2</c:v>
                </c:pt>
                <c:pt idx="274">
                  <c:v>1.1200000000030741E-2</c:v>
                </c:pt>
                <c:pt idx="275">
                  <c:v>1.1200000000030741E-2</c:v>
                </c:pt>
                <c:pt idx="276">
                  <c:v>1.1200000000030741E-2</c:v>
                </c:pt>
                <c:pt idx="277">
                  <c:v>1.1200000000030741E-2</c:v>
                </c:pt>
                <c:pt idx="278">
                  <c:v>1.1200000000030741E-2</c:v>
                </c:pt>
                <c:pt idx="279">
                  <c:v>1.1300000000005639E-2</c:v>
                </c:pt>
                <c:pt idx="280">
                  <c:v>1.1300000000005639E-2</c:v>
                </c:pt>
                <c:pt idx="281">
                  <c:v>1.1300000000005639E-2</c:v>
                </c:pt>
                <c:pt idx="282">
                  <c:v>1.1300000000005639E-2</c:v>
                </c:pt>
                <c:pt idx="283">
                  <c:v>1.1300000000005639E-2</c:v>
                </c:pt>
                <c:pt idx="284">
                  <c:v>1.1300000000005639E-2</c:v>
                </c:pt>
                <c:pt idx="285">
                  <c:v>1.1300000000005639E-2</c:v>
                </c:pt>
                <c:pt idx="286">
                  <c:v>1.1300000000005639E-2</c:v>
                </c:pt>
                <c:pt idx="287">
                  <c:v>1.1300000000005639E-2</c:v>
                </c:pt>
                <c:pt idx="288">
                  <c:v>1.1300000000005639E-2</c:v>
                </c:pt>
                <c:pt idx="289">
                  <c:v>1.1300000000005639E-2</c:v>
                </c:pt>
                <c:pt idx="290">
                  <c:v>1.1300000000005639E-2</c:v>
                </c:pt>
                <c:pt idx="291">
                  <c:v>1.1300000000005639E-2</c:v>
                </c:pt>
                <c:pt idx="292">
                  <c:v>1.1300000000005639E-2</c:v>
                </c:pt>
                <c:pt idx="293">
                  <c:v>1.1300000000005639E-2</c:v>
                </c:pt>
                <c:pt idx="294">
                  <c:v>1.1300000000005639E-2</c:v>
                </c:pt>
                <c:pt idx="295">
                  <c:v>1.1300000000005639E-2</c:v>
                </c:pt>
                <c:pt idx="296">
                  <c:v>1.1300000000005639E-2</c:v>
                </c:pt>
                <c:pt idx="297">
                  <c:v>1.1300000000005639E-2</c:v>
                </c:pt>
                <c:pt idx="298">
                  <c:v>1.1300000000005639E-2</c:v>
                </c:pt>
                <c:pt idx="299">
                  <c:v>1.1300000000005639E-2</c:v>
                </c:pt>
                <c:pt idx="300">
                  <c:v>1.1300000000005639E-2</c:v>
                </c:pt>
                <c:pt idx="301">
                  <c:v>1.1300000000005639E-2</c:v>
                </c:pt>
                <c:pt idx="302">
                  <c:v>1.1300000000005639E-2</c:v>
                </c:pt>
                <c:pt idx="303">
                  <c:v>1.1300000000005639E-2</c:v>
                </c:pt>
                <c:pt idx="304">
                  <c:v>1.1300000000005639E-2</c:v>
                </c:pt>
                <c:pt idx="305">
                  <c:v>1.1300000000005639E-2</c:v>
                </c:pt>
                <c:pt idx="306">
                  <c:v>1.1300000000005639E-2</c:v>
                </c:pt>
                <c:pt idx="307">
                  <c:v>1.1300000000005639E-2</c:v>
                </c:pt>
                <c:pt idx="308">
                  <c:v>1.1300000000005639E-2</c:v>
                </c:pt>
                <c:pt idx="309">
                  <c:v>1.1300000000005639E-2</c:v>
                </c:pt>
                <c:pt idx="310">
                  <c:v>1.1300000000005639E-2</c:v>
                </c:pt>
                <c:pt idx="311">
                  <c:v>1.1300000000005639E-2</c:v>
                </c:pt>
                <c:pt idx="312">
                  <c:v>1.1300000000005639E-2</c:v>
                </c:pt>
                <c:pt idx="313">
                  <c:v>1.1300000000005639E-2</c:v>
                </c:pt>
                <c:pt idx="314">
                  <c:v>1.1300000000005639E-2</c:v>
                </c:pt>
                <c:pt idx="315">
                  <c:v>1.140000000003738E-2</c:v>
                </c:pt>
                <c:pt idx="316">
                  <c:v>1.140000000003738E-2</c:v>
                </c:pt>
                <c:pt idx="317">
                  <c:v>1.1500000000012278E-2</c:v>
                </c:pt>
                <c:pt idx="318">
                  <c:v>1.1500000000012278E-2</c:v>
                </c:pt>
                <c:pt idx="319">
                  <c:v>1.1500000000012278E-2</c:v>
                </c:pt>
                <c:pt idx="320">
                  <c:v>1.160000000004402E-2</c:v>
                </c:pt>
                <c:pt idx="321">
                  <c:v>1.160000000004402E-2</c:v>
                </c:pt>
                <c:pt idx="322">
                  <c:v>1.160000000004402E-2</c:v>
                </c:pt>
                <c:pt idx="323">
                  <c:v>1.160000000004402E-2</c:v>
                </c:pt>
                <c:pt idx="324">
                  <c:v>1.160000000004402E-2</c:v>
                </c:pt>
                <c:pt idx="325">
                  <c:v>1.160000000004402E-2</c:v>
                </c:pt>
                <c:pt idx="326">
                  <c:v>1.160000000004402E-2</c:v>
                </c:pt>
                <c:pt idx="327">
                  <c:v>1.160000000004402E-2</c:v>
                </c:pt>
                <c:pt idx="328">
                  <c:v>1.160000000004402E-2</c:v>
                </c:pt>
                <c:pt idx="329">
                  <c:v>1.160000000004402E-2</c:v>
                </c:pt>
                <c:pt idx="330">
                  <c:v>1.160000000004402E-2</c:v>
                </c:pt>
                <c:pt idx="331">
                  <c:v>1.160000000004402E-2</c:v>
                </c:pt>
                <c:pt idx="332">
                  <c:v>1.160000000004402E-2</c:v>
                </c:pt>
                <c:pt idx="333">
                  <c:v>1.160000000004402E-2</c:v>
                </c:pt>
                <c:pt idx="334">
                  <c:v>1.160000000004402E-2</c:v>
                </c:pt>
                <c:pt idx="335">
                  <c:v>1.160000000004402E-2</c:v>
                </c:pt>
                <c:pt idx="336">
                  <c:v>1.160000000004402E-2</c:v>
                </c:pt>
                <c:pt idx="337">
                  <c:v>1.160000000004402E-2</c:v>
                </c:pt>
                <c:pt idx="338">
                  <c:v>1.160000000004402E-2</c:v>
                </c:pt>
                <c:pt idx="339">
                  <c:v>1.160000000004402E-2</c:v>
                </c:pt>
                <c:pt idx="340">
                  <c:v>1.1500000000012278E-2</c:v>
                </c:pt>
                <c:pt idx="341">
                  <c:v>1.1300000000005639E-2</c:v>
                </c:pt>
                <c:pt idx="342">
                  <c:v>1.1099999999999E-2</c:v>
                </c:pt>
                <c:pt idx="343">
                  <c:v>1.0900000000049204E-2</c:v>
                </c:pt>
                <c:pt idx="344">
                  <c:v>1.0800000000017462E-2</c:v>
                </c:pt>
                <c:pt idx="345">
                  <c:v>1.0700000000042564E-2</c:v>
                </c:pt>
                <c:pt idx="346">
                  <c:v>1.0600000000010823E-2</c:v>
                </c:pt>
                <c:pt idx="347">
                  <c:v>1.0600000000010823E-2</c:v>
                </c:pt>
                <c:pt idx="348">
                  <c:v>1.0500000000035925E-2</c:v>
                </c:pt>
                <c:pt idx="349">
                  <c:v>1.0500000000035925E-2</c:v>
                </c:pt>
                <c:pt idx="350">
                  <c:v>1.0500000000035925E-2</c:v>
                </c:pt>
                <c:pt idx="351">
                  <c:v>1.0400000000004184E-2</c:v>
                </c:pt>
                <c:pt idx="352">
                  <c:v>1.0400000000004184E-2</c:v>
                </c:pt>
                <c:pt idx="353">
                  <c:v>1.0400000000004184E-2</c:v>
                </c:pt>
                <c:pt idx="354">
                  <c:v>1.0400000000004184E-2</c:v>
                </c:pt>
                <c:pt idx="355">
                  <c:v>1.0400000000004184E-2</c:v>
                </c:pt>
                <c:pt idx="356">
                  <c:v>1.0300000000029286E-2</c:v>
                </c:pt>
                <c:pt idx="357">
                  <c:v>1.0300000000029286E-2</c:v>
                </c:pt>
                <c:pt idx="358">
                  <c:v>1.0300000000029286E-2</c:v>
                </c:pt>
                <c:pt idx="359">
                  <c:v>1.0300000000029286E-2</c:v>
                </c:pt>
                <c:pt idx="360">
                  <c:v>1.0300000000029286E-2</c:v>
                </c:pt>
                <c:pt idx="361">
                  <c:v>1.0300000000029286E-2</c:v>
                </c:pt>
                <c:pt idx="362">
                  <c:v>1.0300000000029286E-2</c:v>
                </c:pt>
                <c:pt idx="363">
                  <c:v>1.0300000000029286E-2</c:v>
                </c:pt>
                <c:pt idx="364">
                  <c:v>1.0300000000029286E-2</c:v>
                </c:pt>
                <c:pt idx="365">
                  <c:v>1.0300000000029286E-2</c:v>
                </c:pt>
                <c:pt idx="366">
                  <c:v>1.0300000000029286E-2</c:v>
                </c:pt>
                <c:pt idx="367">
                  <c:v>1.0199999999997544E-2</c:v>
                </c:pt>
                <c:pt idx="368">
                  <c:v>1.0199999999997544E-2</c:v>
                </c:pt>
                <c:pt idx="369">
                  <c:v>1.0199999999997544E-2</c:v>
                </c:pt>
                <c:pt idx="370">
                  <c:v>1.0199999999997544E-2</c:v>
                </c:pt>
                <c:pt idx="371">
                  <c:v>1.0199999999997544E-2</c:v>
                </c:pt>
                <c:pt idx="372">
                  <c:v>1.0300000000029286E-2</c:v>
                </c:pt>
                <c:pt idx="373">
                  <c:v>1.0400000000004184E-2</c:v>
                </c:pt>
                <c:pt idx="374">
                  <c:v>1.0400000000004184E-2</c:v>
                </c:pt>
                <c:pt idx="375">
                  <c:v>1.0500000000035925E-2</c:v>
                </c:pt>
                <c:pt idx="376">
                  <c:v>1.0500000000035925E-2</c:v>
                </c:pt>
                <c:pt idx="377">
                  <c:v>1.0500000000035925E-2</c:v>
                </c:pt>
                <c:pt idx="378">
                  <c:v>1.0600000000010823E-2</c:v>
                </c:pt>
                <c:pt idx="379">
                  <c:v>1.0600000000010823E-2</c:v>
                </c:pt>
                <c:pt idx="380">
                  <c:v>1.0600000000010823E-2</c:v>
                </c:pt>
                <c:pt idx="381">
                  <c:v>1.0600000000010823E-2</c:v>
                </c:pt>
                <c:pt idx="382">
                  <c:v>1.0600000000010823E-2</c:v>
                </c:pt>
                <c:pt idx="383">
                  <c:v>1.0600000000010823E-2</c:v>
                </c:pt>
                <c:pt idx="384">
                  <c:v>1.0600000000010823E-2</c:v>
                </c:pt>
                <c:pt idx="385">
                  <c:v>1.0600000000010823E-2</c:v>
                </c:pt>
                <c:pt idx="386">
                  <c:v>1.0600000000010823E-2</c:v>
                </c:pt>
                <c:pt idx="387">
                  <c:v>1.0600000000010823E-2</c:v>
                </c:pt>
                <c:pt idx="388">
                  <c:v>1.0600000000010823E-2</c:v>
                </c:pt>
                <c:pt idx="389">
                  <c:v>1.0600000000010823E-2</c:v>
                </c:pt>
                <c:pt idx="390">
                  <c:v>1.0600000000010823E-2</c:v>
                </c:pt>
                <c:pt idx="391">
                  <c:v>1.0600000000010823E-2</c:v>
                </c:pt>
                <c:pt idx="392">
                  <c:v>1.0600000000010823E-2</c:v>
                </c:pt>
                <c:pt idx="393">
                  <c:v>1.0600000000010823E-2</c:v>
                </c:pt>
                <c:pt idx="394">
                  <c:v>1.0600000000010823E-2</c:v>
                </c:pt>
                <c:pt idx="395">
                  <c:v>1.0700000000042564E-2</c:v>
                </c:pt>
                <c:pt idx="396">
                  <c:v>1.0700000000042564E-2</c:v>
                </c:pt>
                <c:pt idx="397">
                  <c:v>1.0700000000042564E-2</c:v>
                </c:pt>
                <c:pt idx="398">
                  <c:v>1.0700000000042564E-2</c:v>
                </c:pt>
                <c:pt idx="399">
                  <c:v>1.0700000000042564E-2</c:v>
                </c:pt>
                <c:pt idx="400">
                  <c:v>1.0700000000042564E-2</c:v>
                </c:pt>
                <c:pt idx="401">
                  <c:v>1.0700000000042564E-2</c:v>
                </c:pt>
                <c:pt idx="402">
                  <c:v>1.0700000000042564E-2</c:v>
                </c:pt>
                <c:pt idx="403">
                  <c:v>1.0700000000042564E-2</c:v>
                </c:pt>
                <c:pt idx="404">
                  <c:v>1.0700000000042564E-2</c:v>
                </c:pt>
                <c:pt idx="405">
                  <c:v>1.0700000000042564E-2</c:v>
                </c:pt>
                <c:pt idx="406">
                  <c:v>1.0700000000042564E-2</c:v>
                </c:pt>
                <c:pt idx="407">
                  <c:v>1.0700000000042564E-2</c:v>
                </c:pt>
                <c:pt idx="408">
                  <c:v>1.0700000000042564E-2</c:v>
                </c:pt>
                <c:pt idx="409">
                  <c:v>1.0700000000042564E-2</c:v>
                </c:pt>
                <c:pt idx="410">
                  <c:v>1.0700000000042564E-2</c:v>
                </c:pt>
                <c:pt idx="411">
                  <c:v>1.0700000000042564E-2</c:v>
                </c:pt>
                <c:pt idx="412">
                  <c:v>1.0700000000042564E-2</c:v>
                </c:pt>
                <c:pt idx="413">
                  <c:v>1.0700000000042564E-2</c:v>
                </c:pt>
                <c:pt idx="414">
                  <c:v>1.0700000000042564E-2</c:v>
                </c:pt>
                <c:pt idx="415">
                  <c:v>1.0700000000042564E-2</c:v>
                </c:pt>
                <c:pt idx="416">
                  <c:v>1.0700000000042564E-2</c:v>
                </c:pt>
                <c:pt idx="417">
                  <c:v>1.0700000000042564E-2</c:v>
                </c:pt>
                <c:pt idx="418">
                  <c:v>1.0700000000042564E-2</c:v>
                </c:pt>
                <c:pt idx="419">
                  <c:v>1.0700000000042564E-2</c:v>
                </c:pt>
                <c:pt idx="420">
                  <c:v>1.0700000000042564E-2</c:v>
                </c:pt>
                <c:pt idx="421">
                  <c:v>1.0700000000042564E-2</c:v>
                </c:pt>
                <c:pt idx="422">
                  <c:v>1.0700000000042564E-2</c:v>
                </c:pt>
                <c:pt idx="423">
                  <c:v>1.0800000000017462E-2</c:v>
                </c:pt>
                <c:pt idx="424">
                  <c:v>1.0900000000049204E-2</c:v>
                </c:pt>
                <c:pt idx="425">
                  <c:v>1.0900000000049204E-2</c:v>
                </c:pt>
                <c:pt idx="426">
                  <c:v>1.1000000000024102E-2</c:v>
                </c:pt>
                <c:pt idx="427">
                  <c:v>1.1000000000024102E-2</c:v>
                </c:pt>
                <c:pt idx="428">
                  <c:v>1.1099999999999E-2</c:v>
                </c:pt>
                <c:pt idx="429">
                  <c:v>1.1099999999999E-2</c:v>
                </c:pt>
                <c:pt idx="430">
                  <c:v>1.1099999999999E-2</c:v>
                </c:pt>
                <c:pt idx="431">
                  <c:v>1.1200000000030741E-2</c:v>
                </c:pt>
                <c:pt idx="432">
                  <c:v>1.1200000000030741E-2</c:v>
                </c:pt>
                <c:pt idx="433">
                  <c:v>1.1200000000030741E-2</c:v>
                </c:pt>
                <c:pt idx="434">
                  <c:v>1.1200000000030741E-2</c:v>
                </c:pt>
                <c:pt idx="435">
                  <c:v>1.1200000000030741E-2</c:v>
                </c:pt>
                <c:pt idx="436">
                  <c:v>1.1200000000030741E-2</c:v>
                </c:pt>
                <c:pt idx="437">
                  <c:v>1.1300000000005639E-2</c:v>
                </c:pt>
                <c:pt idx="438">
                  <c:v>1.1300000000005639E-2</c:v>
                </c:pt>
                <c:pt idx="439">
                  <c:v>1.1300000000005639E-2</c:v>
                </c:pt>
                <c:pt idx="440">
                  <c:v>1.1300000000005639E-2</c:v>
                </c:pt>
                <c:pt idx="441">
                  <c:v>1.1300000000005639E-2</c:v>
                </c:pt>
                <c:pt idx="442">
                  <c:v>1.1300000000005639E-2</c:v>
                </c:pt>
                <c:pt idx="443">
                  <c:v>1.1300000000005639E-2</c:v>
                </c:pt>
                <c:pt idx="444">
                  <c:v>1.1300000000005639E-2</c:v>
                </c:pt>
                <c:pt idx="445">
                  <c:v>1.1300000000005639E-2</c:v>
                </c:pt>
                <c:pt idx="446">
                  <c:v>1.1300000000005639E-2</c:v>
                </c:pt>
                <c:pt idx="447">
                  <c:v>1.1300000000005639E-2</c:v>
                </c:pt>
                <c:pt idx="448">
                  <c:v>1.1300000000005639E-2</c:v>
                </c:pt>
                <c:pt idx="449">
                  <c:v>1.1300000000005639E-2</c:v>
                </c:pt>
                <c:pt idx="450">
                  <c:v>1.1300000000005639E-2</c:v>
                </c:pt>
                <c:pt idx="451">
                  <c:v>1.1300000000005639E-2</c:v>
                </c:pt>
                <c:pt idx="452">
                  <c:v>1.1300000000005639E-2</c:v>
                </c:pt>
                <c:pt idx="453">
                  <c:v>1.1300000000005639E-2</c:v>
                </c:pt>
                <c:pt idx="454">
                  <c:v>1.1300000000005639E-2</c:v>
                </c:pt>
                <c:pt idx="455">
                  <c:v>1.1300000000005639E-2</c:v>
                </c:pt>
                <c:pt idx="456">
                  <c:v>1.1300000000005639E-2</c:v>
                </c:pt>
                <c:pt idx="457">
                  <c:v>1.1300000000005639E-2</c:v>
                </c:pt>
                <c:pt idx="458">
                  <c:v>1.1300000000005639E-2</c:v>
                </c:pt>
                <c:pt idx="459">
                  <c:v>1.1300000000005639E-2</c:v>
                </c:pt>
                <c:pt idx="460">
                  <c:v>1.1300000000005639E-2</c:v>
                </c:pt>
                <c:pt idx="461">
                  <c:v>1.1300000000005639E-2</c:v>
                </c:pt>
                <c:pt idx="462">
                  <c:v>1.1300000000005639E-2</c:v>
                </c:pt>
                <c:pt idx="463">
                  <c:v>1.1300000000005639E-2</c:v>
                </c:pt>
                <c:pt idx="464">
                  <c:v>1.1300000000005639E-2</c:v>
                </c:pt>
                <c:pt idx="465">
                  <c:v>1.1300000000005639E-2</c:v>
                </c:pt>
                <c:pt idx="466">
                  <c:v>1.1300000000005639E-2</c:v>
                </c:pt>
                <c:pt idx="467">
                  <c:v>1.1300000000005639E-2</c:v>
                </c:pt>
                <c:pt idx="468">
                  <c:v>1.1300000000005639E-2</c:v>
                </c:pt>
                <c:pt idx="469">
                  <c:v>1.1300000000005639E-2</c:v>
                </c:pt>
                <c:pt idx="470">
                  <c:v>1.1300000000005639E-2</c:v>
                </c:pt>
                <c:pt idx="471">
                  <c:v>1.1300000000005639E-2</c:v>
                </c:pt>
                <c:pt idx="472">
                  <c:v>1.1300000000005639E-2</c:v>
                </c:pt>
                <c:pt idx="473">
                  <c:v>1.1300000000005639E-2</c:v>
                </c:pt>
                <c:pt idx="474">
                  <c:v>1.140000000003738E-2</c:v>
                </c:pt>
                <c:pt idx="475">
                  <c:v>1.140000000003738E-2</c:v>
                </c:pt>
                <c:pt idx="476">
                  <c:v>1.1500000000012278E-2</c:v>
                </c:pt>
                <c:pt idx="477">
                  <c:v>1.1500000000012278E-2</c:v>
                </c:pt>
                <c:pt idx="478">
                  <c:v>1.1500000000012278E-2</c:v>
                </c:pt>
                <c:pt idx="479">
                  <c:v>1.160000000004402E-2</c:v>
                </c:pt>
                <c:pt idx="480">
                  <c:v>1.160000000004402E-2</c:v>
                </c:pt>
                <c:pt idx="481">
                  <c:v>1.160000000004402E-2</c:v>
                </c:pt>
                <c:pt idx="482">
                  <c:v>1.160000000004402E-2</c:v>
                </c:pt>
                <c:pt idx="483">
                  <c:v>1.160000000004402E-2</c:v>
                </c:pt>
                <c:pt idx="484">
                  <c:v>1.160000000004402E-2</c:v>
                </c:pt>
                <c:pt idx="485">
                  <c:v>1.160000000004402E-2</c:v>
                </c:pt>
                <c:pt idx="486">
                  <c:v>1.160000000004402E-2</c:v>
                </c:pt>
                <c:pt idx="487">
                  <c:v>1.160000000004402E-2</c:v>
                </c:pt>
                <c:pt idx="488">
                  <c:v>1.160000000004402E-2</c:v>
                </c:pt>
                <c:pt idx="489">
                  <c:v>1.160000000004402E-2</c:v>
                </c:pt>
                <c:pt idx="490">
                  <c:v>1.160000000004402E-2</c:v>
                </c:pt>
                <c:pt idx="491">
                  <c:v>1.160000000004402E-2</c:v>
                </c:pt>
                <c:pt idx="492">
                  <c:v>1.160000000004402E-2</c:v>
                </c:pt>
                <c:pt idx="493">
                  <c:v>1.160000000004402E-2</c:v>
                </c:pt>
                <c:pt idx="494">
                  <c:v>1.160000000004402E-2</c:v>
                </c:pt>
                <c:pt idx="495">
                  <c:v>1.160000000004402E-2</c:v>
                </c:pt>
                <c:pt idx="496">
                  <c:v>1.160000000004402E-2</c:v>
                </c:pt>
                <c:pt idx="497">
                  <c:v>1.160000000004402E-2</c:v>
                </c:pt>
                <c:pt idx="498">
                  <c:v>1.160000000004402E-2</c:v>
                </c:pt>
                <c:pt idx="499">
                  <c:v>1.1500000000012278E-2</c:v>
                </c:pt>
                <c:pt idx="500">
                  <c:v>1.1300000000005639E-2</c:v>
                </c:pt>
                <c:pt idx="501">
                  <c:v>1.1099999999999E-2</c:v>
                </c:pt>
                <c:pt idx="502">
                  <c:v>1.0900000000049204E-2</c:v>
                </c:pt>
                <c:pt idx="503">
                  <c:v>1.0800000000017462E-2</c:v>
                </c:pt>
                <c:pt idx="504">
                  <c:v>1.0700000000042564E-2</c:v>
                </c:pt>
                <c:pt idx="505">
                  <c:v>1.0600000000010823E-2</c:v>
                </c:pt>
                <c:pt idx="506">
                  <c:v>1.0600000000010823E-2</c:v>
                </c:pt>
                <c:pt idx="507">
                  <c:v>1.0500000000035925E-2</c:v>
                </c:pt>
                <c:pt idx="508">
                  <c:v>1.0500000000035925E-2</c:v>
                </c:pt>
                <c:pt idx="509">
                  <c:v>1.0500000000035925E-2</c:v>
                </c:pt>
                <c:pt idx="510">
                  <c:v>1.0400000000004184E-2</c:v>
                </c:pt>
                <c:pt idx="511">
                  <c:v>1.0400000000004184E-2</c:v>
                </c:pt>
                <c:pt idx="512">
                  <c:v>1.0400000000004184E-2</c:v>
                </c:pt>
                <c:pt idx="513">
                  <c:v>1.0400000000004184E-2</c:v>
                </c:pt>
                <c:pt idx="514">
                  <c:v>1.0400000000004184E-2</c:v>
                </c:pt>
                <c:pt idx="515">
                  <c:v>1.0300000000029286E-2</c:v>
                </c:pt>
                <c:pt idx="516">
                  <c:v>1.0300000000029286E-2</c:v>
                </c:pt>
                <c:pt idx="517">
                  <c:v>1.0300000000029286E-2</c:v>
                </c:pt>
                <c:pt idx="518">
                  <c:v>1.0300000000029286E-2</c:v>
                </c:pt>
                <c:pt idx="519">
                  <c:v>1.0300000000029286E-2</c:v>
                </c:pt>
                <c:pt idx="520">
                  <c:v>1.0300000000029286E-2</c:v>
                </c:pt>
                <c:pt idx="521">
                  <c:v>1.0300000000029286E-2</c:v>
                </c:pt>
                <c:pt idx="522">
                  <c:v>1.0300000000029286E-2</c:v>
                </c:pt>
                <c:pt idx="523">
                  <c:v>1.0300000000029286E-2</c:v>
                </c:pt>
                <c:pt idx="524">
                  <c:v>1.0300000000029286E-2</c:v>
                </c:pt>
                <c:pt idx="525">
                  <c:v>1.0199999999997544E-2</c:v>
                </c:pt>
                <c:pt idx="526">
                  <c:v>1.0199999999997544E-2</c:v>
                </c:pt>
                <c:pt idx="527">
                  <c:v>1.0199999999997544E-2</c:v>
                </c:pt>
                <c:pt idx="528">
                  <c:v>1.0199999999997544E-2</c:v>
                </c:pt>
                <c:pt idx="529">
                  <c:v>1.0199999999997544E-2</c:v>
                </c:pt>
                <c:pt idx="530">
                  <c:v>1.0300000000029286E-2</c:v>
                </c:pt>
                <c:pt idx="531">
                  <c:v>1.0400000000004184E-2</c:v>
                </c:pt>
                <c:pt idx="532">
                  <c:v>1.0400000000004184E-2</c:v>
                </c:pt>
              </c:numCache>
            </c:numRef>
          </c:yVal>
          <c:smooth val="1"/>
          <c:extLst>
            <c:ext xmlns:c16="http://schemas.microsoft.com/office/drawing/2014/chart" uri="{C3380CC4-5D6E-409C-BE32-E72D297353CC}">
              <c16:uniqueId val="{00000004-1510-4437-9CAD-7ED8315A59D8}"/>
            </c:ext>
          </c:extLst>
        </c:ser>
        <c:ser>
          <c:idx val="5"/>
          <c:order val="5"/>
          <c:tx>
            <c:strRef>
              <c:f>SM50000_TEMPSoc5l2_50000!$OT$1</c:f>
              <c:strCache>
                <c:ptCount val="1"/>
                <c:pt idx="0">
                  <c:v>TELE_SM_INTERIOR.265</c:v>
                </c:pt>
              </c:strCache>
            </c:strRef>
          </c:tx>
          <c:spPr>
            <a:ln w="19050" cap="rnd">
              <a:solidFill>
                <a:schemeClr val="accent6"/>
              </a:solidFill>
              <a:round/>
            </a:ln>
            <a:effectLst/>
          </c:spPr>
          <c:marker>
            <c:symbol val="circle"/>
            <c:size val="5"/>
            <c:spPr>
              <a:solidFill>
                <a:schemeClr val="accent6"/>
              </a:solidFill>
              <a:ln w="9525">
                <a:solidFill>
                  <a:schemeClr val="accent6"/>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SM50000_TEMPSoc5l2_50000!$OT$2:$OT$536</c:f>
              <c:numCache>
                <c:formatCode>General</c:formatCode>
                <c:ptCount val="533"/>
                <c:pt idx="0">
                  <c:v>0</c:v>
                </c:pt>
                <c:pt idx="1">
                  <c:v>3.4999999999740794E-3</c:v>
                </c:pt>
                <c:pt idx="2">
                  <c:v>4.9999999999954525E-3</c:v>
                </c:pt>
                <c:pt idx="3">
                  <c:v>5.9999999999718057E-3</c:v>
                </c:pt>
                <c:pt idx="4">
                  <c:v>6.6999999999666215E-3</c:v>
                </c:pt>
                <c:pt idx="5">
                  <c:v>7.1999999999547981E-3</c:v>
                </c:pt>
                <c:pt idx="6">
                  <c:v>7.5999999999680767E-3</c:v>
                </c:pt>
                <c:pt idx="7">
                  <c:v>7.899999999949614E-3</c:v>
                </c:pt>
                <c:pt idx="8">
                  <c:v>8.1999999999879947E-3</c:v>
                </c:pt>
                <c:pt idx="9">
                  <c:v>8.399999999994634E-3</c:v>
                </c:pt>
                <c:pt idx="10">
                  <c:v>8.6000000000012733E-3</c:v>
                </c:pt>
                <c:pt idx="11">
                  <c:v>8.7999999999510692E-3</c:v>
                </c:pt>
                <c:pt idx="12">
                  <c:v>8.9999999999577085E-3</c:v>
                </c:pt>
                <c:pt idx="13">
                  <c:v>9.1999999999643478E-3</c:v>
                </c:pt>
                <c:pt idx="14">
                  <c:v>9.3999999999709871E-3</c:v>
                </c:pt>
                <c:pt idx="15">
                  <c:v>9.5000000000027285E-3</c:v>
                </c:pt>
                <c:pt idx="16">
                  <c:v>9.6999999999525244E-3</c:v>
                </c:pt>
                <c:pt idx="17">
                  <c:v>9.7999999999842657E-3</c:v>
                </c:pt>
                <c:pt idx="18">
                  <c:v>9.8999999999591637E-3</c:v>
                </c:pt>
                <c:pt idx="19">
                  <c:v>1.0099999999965803E-2</c:v>
                </c:pt>
                <c:pt idx="20">
                  <c:v>1.0199999999997544E-2</c:v>
                </c:pt>
                <c:pt idx="21">
                  <c:v>1.0299999999972442E-2</c:v>
                </c:pt>
                <c:pt idx="22">
                  <c:v>1.0400000000004184E-2</c:v>
                </c:pt>
                <c:pt idx="23">
                  <c:v>1.0499999999979082E-2</c:v>
                </c:pt>
                <c:pt idx="24">
                  <c:v>1.059999999995398E-2</c:v>
                </c:pt>
                <c:pt idx="25">
                  <c:v>1.059999999995398E-2</c:v>
                </c:pt>
                <c:pt idx="26">
                  <c:v>1.059999999995398E-2</c:v>
                </c:pt>
                <c:pt idx="27">
                  <c:v>1.0299999999972442E-2</c:v>
                </c:pt>
                <c:pt idx="28">
                  <c:v>1.0099999999965803E-2</c:v>
                </c:pt>
                <c:pt idx="29">
                  <c:v>9.8999999999591637E-3</c:v>
                </c:pt>
                <c:pt idx="30">
                  <c:v>9.8999999999591637E-3</c:v>
                </c:pt>
                <c:pt idx="31">
                  <c:v>9.7999999999842657E-3</c:v>
                </c:pt>
                <c:pt idx="32">
                  <c:v>9.7999999999842657E-3</c:v>
                </c:pt>
                <c:pt idx="33">
                  <c:v>9.7999999999842657E-3</c:v>
                </c:pt>
                <c:pt idx="34">
                  <c:v>9.7999999999842657E-3</c:v>
                </c:pt>
                <c:pt idx="35">
                  <c:v>9.8999999999591637E-3</c:v>
                </c:pt>
                <c:pt idx="36">
                  <c:v>9.8999999999591637E-3</c:v>
                </c:pt>
                <c:pt idx="37">
                  <c:v>9.8999999999591637E-3</c:v>
                </c:pt>
                <c:pt idx="38">
                  <c:v>9.8999999999591637E-3</c:v>
                </c:pt>
                <c:pt idx="39">
                  <c:v>9.8999999999591637E-3</c:v>
                </c:pt>
                <c:pt idx="40">
                  <c:v>9.8999999999591637E-3</c:v>
                </c:pt>
                <c:pt idx="41">
                  <c:v>9.9999999999909051E-3</c:v>
                </c:pt>
                <c:pt idx="42">
                  <c:v>9.9999999999909051E-3</c:v>
                </c:pt>
                <c:pt idx="43">
                  <c:v>9.9999999999909051E-3</c:v>
                </c:pt>
                <c:pt idx="44">
                  <c:v>9.9999999999909051E-3</c:v>
                </c:pt>
                <c:pt idx="45">
                  <c:v>9.9999999999909051E-3</c:v>
                </c:pt>
                <c:pt idx="46">
                  <c:v>9.9999999999909051E-3</c:v>
                </c:pt>
                <c:pt idx="47">
                  <c:v>9.9999999999909051E-3</c:v>
                </c:pt>
                <c:pt idx="48">
                  <c:v>9.9999999999909051E-3</c:v>
                </c:pt>
                <c:pt idx="49">
                  <c:v>1.0099999999965803E-2</c:v>
                </c:pt>
                <c:pt idx="50">
                  <c:v>1.0099999999965803E-2</c:v>
                </c:pt>
                <c:pt idx="51">
                  <c:v>1.0099999999965803E-2</c:v>
                </c:pt>
                <c:pt idx="52">
                  <c:v>1.0099999999965803E-2</c:v>
                </c:pt>
                <c:pt idx="53">
                  <c:v>1.0099999999965803E-2</c:v>
                </c:pt>
                <c:pt idx="54">
                  <c:v>1.0099999999965803E-2</c:v>
                </c:pt>
                <c:pt idx="55">
                  <c:v>1.0099999999965803E-2</c:v>
                </c:pt>
                <c:pt idx="56">
                  <c:v>1.0099999999965803E-2</c:v>
                </c:pt>
                <c:pt idx="57">
                  <c:v>1.0199999999997544E-2</c:v>
                </c:pt>
                <c:pt idx="58">
                  <c:v>1.0400000000004184E-2</c:v>
                </c:pt>
                <c:pt idx="59">
                  <c:v>1.0499999999979082E-2</c:v>
                </c:pt>
                <c:pt idx="60">
                  <c:v>1.0499999999979082E-2</c:v>
                </c:pt>
                <c:pt idx="61">
                  <c:v>1.059999999995398E-2</c:v>
                </c:pt>
                <c:pt idx="62">
                  <c:v>1.059999999995398E-2</c:v>
                </c:pt>
                <c:pt idx="63">
                  <c:v>1.059999999995398E-2</c:v>
                </c:pt>
                <c:pt idx="64">
                  <c:v>1.059999999995398E-2</c:v>
                </c:pt>
                <c:pt idx="65">
                  <c:v>1.059999999995398E-2</c:v>
                </c:pt>
                <c:pt idx="66">
                  <c:v>1.059999999995398E-2</c:v>
                </c:pt>
                <c:pt idx="67">
                  <c:v>1.0699999999985721E-2</c:v>
                </c:pt>
                <c:pt idx="68">
                  <c:v>1.0699999999985721E-2</c:v>
                </c:pt>
                <c:pt idx="69">
                  <c:v>1.0699999999985721E-2</c:v>
                </c:pt>
                <c:pt idx="70">
                  <c:v>1.0699999999985721E-2</c:v>
                </c:pt>
                <c:pt idx="71">
                  <c:v>1.0699999999985721E-2</c:v>
                </c:pt>
                <c:pt idx="72">
                  <c:v>1.0699999999985721E-2</c:v>
                </c:pt>
                <c:pt idx="73">
                  <c:v>1.0699999999985721E-2</c:v>
                </c:pt>
                <c:pt idx="74">
                  <c:v>1.0699999999985721E-2</c:v>
                </c:pt>
                <c:pt idx="75">
                  <c:v>1.0699999999985721E-2</c:v>
                </c:pt>
                <c:pt idx="76">
                  <c:v>1.0699999999985721E-2</c:v>
                </c:pt>
                <c:pt idx="77">
                  <c:v>1.0699999999985721E-2</c:v>
                </c:pt>
                <c:pt idx="78">
                  <c:v>1.0699999999985721E-2</c:v>
                </c:pt>
                <c:pt idx="79">
                  <c:v>1.0699999999985721E-2</c:v>
                </c:pt>
                <c:pt idx="80">
                  <c:v>1.0699999999985721E-2</c:v>
                </c:pt>
                <c:pt idx="81">
                  <c:v>1.0699999999985721E-2</c:v>
                </c:pt>
                <c:pt idx="82">
                  <c:v>1.0699999999985721E-2</c:v>
                </c:pt>
                <c:pt idx="83">
                  <c:v>1.0699999999985721E-2</c:v>
                </c:pt>
                <c:pt idx="84">
                  <c:v>1.0799999999960619E-2</c:v>
                </c:pt>
                <c:pt idx="85">
                  <c:v>1.0799999999960619E-2</c:v>
                </c:pt>
                <c:pt idx="86">
                  <c:v>1.0799999999960619E-2</c:v>
                </c:pt>
                <c:pt idx="87">
                  <c:v>1.0799999999960619E-2</c:v>
                </c:pt>
                <c:pt idx="88">
                  <c:v>1.0799999999960619E-2</c:v>
                </c:pt>
                <c:pt idx="89">
                  <c:v>1.0799999999960619E-2</c:v>
                </c:pt>
                <c:pt idx="90">
                  <c:v>1.0799999999960619E-2</c:v>
                </c:pt>
                <c:pt idx="91">
                  <c:v>1.0799999999960619E-2</c:v>
                </c:pt>
                <c:pt idx="92">
                  <c:v>1.0799999999960619E-2</c:v>
                </c:pt>
                <c:pt idx="93">
                  <c:v>1.0799999999960619E-2</c:v>
                </c:pt>
                <c:pt idx="94">
                  <c:v>1.0799999999960619E-2</c:v>
                </c:pt>
                <c:pt idx="95">
                  <c:v>1.0799999999960619E-2</c:v>
                </c:pt>
                <c:pt idx="96">
                  <c:v>1.0799999999960619E-2</c:v>
                </c:pt>
                <c:pt idx="97">
                  <c:v>1.0799999999960619E-2</c:v>
                </c:pt>
                <c:pt idx="98">
                  <c:v>1.0799999999960619E-2</c:v>
                </c:pt>
                <c:pt idx="99">
                  <c:v>1.0799999999960619E-2</c:v>
                </c:pt>
                <c:pt idx="100">
                  <c:v>1.0799999999960619E-2</c:v>
                </c:pt>
                <c:pt idx="101">
                  <c:v>1.0799999999960619E-2</c:v>
                </c:pt>
                <c:pt idx="102">
                  <c:v>1.0799999999960619E-2</c:v>
                </c:pt>
                <c:pt idx="103">
                  <c:v>1.0799999999960619E-2</c:v>
                </c:pt>
                <c:pt idx="104">
                  <c:v>1.0799999999960619E-2</c:v>
                </c:pt>
                <c:pt idx="105">
                  <c:v>1.0799999999960619E-2</c:v>
                </c:pt>
                <c:pt idx="106">
                  <c:v>1.0799999999960619E-2</c:v>
                </c:pt>
                <c:pt idx="107">
                  <c:v>1.0799999999960619E-2</c:v>
                </c:pt>
                <c:pt idx="108">
                  <c:v>1.0999999999967258E-2</c:v>
                </c:pt>
                <c:pt idx="109">
                  <c:v>1.1099999999999E-2</c:v>
                </c:pt>
                <c:pt idx="110">
                  <c:v>1.1199999999973898E-2</c:v>
                </c:pt>
                <c:pt idx="111">
                  <c:v>1.1199999999973898E-2</c:v>
                </c:pt>
                <c:pt idx="112">
                  <c:v>1.1299999999948795E-2</c:v>
                </c:pt>
                <c:pt idx="113">
                  <c:v>1.1299999999948795E-2</c:v>
                </c:pt>
                <c:pt idx="114">
                  <c:v>1.1299999999948795E-2</c:v>
                </c:pt>
                <c:pt idx="115">
                  <c:v>1.1399999999980537E-2</c:v>
                </c:pt>
                <c:pt idx="116">
                  <c:v>1.1399999999980537E-2</c:v>
                </c:pt>
                <c:pt idx="117">
                  <c:v>1.1399999999980537E-2</c:v>
                </c:pt>
                <c:pt idx="118">
                  <c:v>1.1399999999980537E-2</c:v>
                </c:pt>
                <c:pt idx="119">
                  <c:v>1.1399999999980537E-2</c:v>
                </c:pt>
                <c:pt idx="120">
                  <c:v>1.1499999999955435E-2</c:v>
                </c:pt>
                <c:pt idx="121">
                  <c:v>1.1499999999955435E-2</c:v>
                </c:pt>
                <c:pt idx="122">
                  <c:v>1.1499999999955435E-2</c:v>
                </c:pt>
                <c:pt idx="123">
                  <c:v>1.1499999999955435E-2</c:v>
                </c:pt>
                <c:pt idx="124">
                  <c:v>1.1499999999955435E-2</c:v>
                </c:pt>
                <c:pt idx="125">
                  <c:v>1.1499999999955435E-2</c:v>
                </c:pt>
                <c:pt idx="126">
                  <c:v>1.1499999999955435E-2</c:v>
                </c:pt>
                <c:pt idx="127">
                  <c:v>1.1499999999955435E-2</c:v>
                </c:pt>
                <c:pt idx="128">
                  <c:v>1.1499999999955435E-2</c:v>
                </c:pt>
                <c:pt idx="129">
                  <c:v>1.1499999999955435E-2</c:v>
                </c:pt>
                <c:pt idx="130">
                  <c:v>1.1499999999955435E-2</c:v>
                </c:pt>
                <c:pt idx="131">
                  <c:v>1.1499999999955435E-2</c:v>
                </c:pt>
                <c:pt idx="132">
                  <c:v>1.1499999999955435E-2</c:v>
                </c:pt>
                <c:pt idx="133">
                  <c:v>1.1499999999955435E-2</c:v>
                </c:pt>
                <c:pt idx="134">
                  <c:v>1.1499999999955435E-2</c:v>
                </c:pt>
                <c:pt idx="135">
                  <c:v>1.1499999999955435E-2</c:v>
                </c:pt>
                <c:pt idx="136">
                  <c:v>1.1499999999955435E-2</c:v>
                </c:pt>
                <c:pt idx="137">
                  <c:v>1.1499999999955435E-2</c:v>
                </c:pt>
                <c:pt idx="138">
                  <c:v>1.1499999999955435E-2</c:v>
                </c:pt>
                <c:pt idx="139">
                  <c:v>1.1499999999955435E-2</c:v>
                </c:pt>
                <c:pt idx="140">
                  <c:v>1.1499999999955435E-2</c:v>
                </c:pt>
                <c:pt idx="141">
                  <c:v>1.1499999999955435E-2</c:v>
                </c:pt>
                <c:pt idx="142">
                  <c:v>1.1499999999955435E-2</c:v>
                </c:pt>
                <c:pt idx="143">
                  <c:v>1.1499999999955435E-2</c:v>
                </c:pt>
                <c:pt idx="144">
                  <c:v>1.1499999999955435E-2</c:v>
                </c:pt>
                <c:pt idx="145">
                  <c:v>1.1499999999955435E-2</c:v>
                </c:pt>
                <c:pt idx="146">
                  <c:v>1.1499999999955435E-2</c:v>
                </c:pt>
                <c:pt idx="147">
                  <c:v>1.1499999999955435E-2</c:v>
                </c:pt>
                <c:pt idx="148">
                  <c:v>1.1499999999955435E-2</c:v>
                </c:pt>
                <c:pt idx="149">
                  <c:v>1.1499999999955435E-2</c:v>
                </c:pt>
                <c:pt idx="150">
                  <c:v>1.1499999999955435E-2</c:v>
                </c:pt>
                <c:pt idx="151">
                  <c:v>1.1499999999955435E-2</c:v>
                </c:pt>
                <c:pt idx="152">
                  <c:v>1.1499999999955435E-2</c:v>
                </c:pt>
                <c:pt idx="153">
                  <c:v>1.1599999999987176E-2</c:v>
                </c:pt>
                <c:pt idx="154">
                  <c:v>1.1599999999987176E-2</c:v>
                </c:pt>
                <c:pt idx="155">
                  <c:v>1.1599999999987176E-2</c:v>
                </c:pt>
                <c:pt idx="156">
                  <c:v>1.1599999999987176E-2</c:v>
                </c:pt>
                <c:pt idx="157">
                  <c:v>1.1599999999987176E-2</c:v>
                </c:pt>
                <c:pt idx="158">
                  <c:v>1.1699999999962074E-2</c:v>
                </c:pt>
                <c:pt idx="159">
                  <c:v>1.1699999999962074E-2</c:v>
                </c:pt>
                <c:pt idx="160">
                  <c:v>1.1799999999993815E-2</c:v>
                </c:pt>
                <c:pt idx="161">
                  <c:v>1.1799999999993815E-2</c:v>
                </c:pt>
                <c:pt idx="162">
                  <c:v>1.1899999999968713E-2</c:v>
                </c:pt>
                <c:pt idx="163">
                  <c:v>1.1899999999968713E-2</c:v>
                </c:pt>
                <c:pt idx="164">
                  <c:v>1.1899999999968713E-2</c:v>
                </c:pt>
                <c:pt idx="165">
                  <c:v>1.1899999999968713E-2</c:v>
                </c:pt>
                <c:pt idx="166">
                  <c:v>1.1899999999968713E-2</c:v>
                </c:pt>
                <c:pt idx="167">
                  <c:v>1.1899999999968713E-2</c:v>
                </c:pt>
                <c:pt idx="168">
                  <c:v>1.1899999999968713E-2</c:v>
                </c:pt>
                <c:pt idx="169">
                  <c:v>1.1899999999968713E-2</c:v>
                </c:pt>
                <c:pt idx="170">
                  <c:v>1.1899999999968713E-2</c:v>
                </c:pt>
                <c:pt idx="171">
                  <c:v>1.1899999999968713E-2</c:v>
                </c:pt>
                <c:pt idx="172">
                  <c:v>1.1899999999968713E-2</c:v>
                </c:pt>
                <c:pt idx="173">
                  <c:v>1.1899999999968713E-2</c:v>
                </c:pt>
                <c:pt idx="174">
                  <c:v>1.1899999999968713E-2</c:v>
                </c:pt>
                <c:pt idx="175">
                  <c:v>1.1899999999968713E-2</c:v>
                </c:pt>
                <c:pt idx="176">
                  <c:v>1.1899999999968713E-2</c:v>
                </c:pt>
                <c:pt idx="177">
                  <c:v>1.1899999999968713E-2</c:v>
                </c:pt>
                <c:pt idx="178">
                  <c:v>1.1899999999968713E-2</c:v>
                </c:pt>
                <c:pt idx="179">
                  <c:v>1.1899999999968713E-2</c:v>
                </c:pt>
                <c:pt idx="180">
                  <c:v>1.1899999999968713E-2</c:v>
                </c:pt>
                <c:pt idx="181">
                  <c:v>1.1899999999968713E-2</c:v>
                </c:pt>
                <c:pt idx="182">
                  <c:v>1.1899999999968713E-2</c:v>
                </c:pt>
                <c:pt idx="183">
                  <c:v>1.1699999999962074E-2</c:v>
                </c:pt>
                <c:pt idx="184">
                  <c:v>1.1299999999948795E-2</c:v>
                </c:pt>
                <c:pt idx="185">
                  <c:v>1.0999999999967258E-2</c:v>
                </c:pt>
                <c:pt idx="186">
                  <c:v>1.0799999999960619E-2</c:v>
                </c:pt>
                <c:pt idx="187">
                  <c:v>1.0699999999985721E-2</c:v>
                </c:pt>
                <c:pt idx="188">
                  <c:v>1.0699999999985721E-2</c:v>
                </c:pt>
                <c:pt idx="189">
                  <c:v>1.059999999995398E-2</c:v>
                </c:pt>
                <c:pt idx="190">
                  <c:v>1.059999999995398E-2</c:v>
                </c:pt>
                <c:pt idx="191">
                  <c:v>1.0499999999979082E-2</c:v>
                </c:pt>
                <c:pt idx="192">
                  <c:v>1.0499999999979082E-2</c:v>
                </c:pt>
                <c:pt idx="193">
                  <c:v>1.0499999999979082E-2</c:v>
                </c:pt>
                <c:pt idx="194">
                  <c:v>1.0400000000004184E-2</c:v>
                </c:pt>
                <c:pt idx="195">
                  <c:v>1.0400000000004184E-2</c:v>
                </c:pt>
                <c:pt idx="196">
                  <c:v>1.0400000000004184E-2</c:v>
                </c:pt>
                <c:pt idx="197">
                  <c:v>1.0400000000004184E-2</c:v>
                </c:pt>
                <c:pt idx="198">
                  <c:v>1.0400000000004184E-2</c:v>
                </c:pt>
                <c:pt idx="199">
                  <c:v>1.0400000000004184E-2</c:v>
                </c:pt>
                <c:pt idx="200">
                  <c:v>1.0400000000004184E-2</c:v>
                </c:pt>
                <c:pt idx="201">
                  <c:v>1.0400000000004184E-2</c:v>
                </c:pt>
                <c:pt idx="202">
                  <c:v>1.0299999999972442E-2</c:v>
                </c:pt>
                <c:pt idx="203">
                  <c:v>1.0299999999972442E-2</c:v>
                </c:pt>
                <c:pt idx="204">
                  <c:v>1.0299999999972442E-2</c:v>
                </c:pt>
                <c:pt idx="205">
                  <c:v>1.0299999999972442E-2</c:v>
                </c:pt>
                <c:pt idx="206">
                  <c:v>1.0299999999972442E-2</c:v>
                </c:pt>
                <c:pt idx="207">
                  <c:v>1.0299999999972442E-2</c:v>
                </c:pt>
                <c:pt idx="208">
                  <c:v>1.0299999999972442E-2</c:v>
                </c:pt>
                <c:pt idx="209">
                  <c:v>1.0299999999972442E-2</c:v>
                </c:pt>
                <c:pt idx="210">
                  <c:v>1.0299999999972442E-2</c:v>
                </c:pt>
                <c:pt idx="211">
                  <c:v>1.0299999999972442E-2</c:v>
                </c:pt>
                <c:pt idx="212">
                  <c:v>1.0299999999972442E-2</c:v>
                </c:pt>
                <c:pt idx="213">
                  <c:v>1.0299999999972442E-2</c:v>
                </c:pt>
                <c:pt idx="214">
                  <c:v>1.0400000000004184E-2</c:v>
                </c:pt>
                <c:pt idx="215">
                  <c:v>1.0499999999979082E-2</c:v>
                </c:pt>
                <c:pt idx="216">
                  <c:v>1.059999999995398E-2</c:v>
                </c:pt>
                <c:pt idx="217">
                  <c:v>1.0699999999985721E-2</c:v>
                </c:pt>
                <c:pt idx="218">
                  <c:v>1.0699999999985721E-2</c:v>
                </c:pt>
                <c:pt idx="219">
                  <c:v>1.0699999999985721E-2</c:v>
                </c:pt>
                <c:pt idx="220">
                  <c:v>1.0699999999985721E-2</c:v>
                </c:pt>
                <c:pt idx="221">
                  <c:v>1.0699999999985721E-2</c:v>
                </c:pt>
                <c:pt idx="222">
                  <c:v>1.0699999999985721E-2</c:v>
                </c:pt>
                <c:pt idx="223">
                  <c:v>1.0699999999985721E-2</c:v>
                </c:pt>
                <c:pt idx="224">
                  <c:v>1.0699999999985721E-2</c:v>
                </c:pt>
                <c:pt idx="225">
                  <c:v>1.0699999999985721E-2</c:v>
                </c:pt>
                <c:pt idx="226">
                  <c:v>1.0699999999985721E-2</c:v>
                </c:pt>
                <c:pt idx="227">
                  <c:v>1.0699999999985721E-2</c:v>
                </c:pt>
                <c:pt idx="228">
                  <c:v>1.0799999999960619E-2</c:v>
                </c:pt>
                <c:pt idx="229">
                  <c:v>1.0799999999960619E-2</c:v>
                </c:pt>
                <c:pt idx="230">
                  <c:v>1.0799999999960619E-2</c:v>
                </c:pt>
                <c:pt idx="231">
                  <c:v>1.0799999999960619E-2</c:v>
                </c:pt>
                <c:pt idx="232">
                  <c:v>1.0799999999960619E-2</c:v>
                </c:pt>
                <c:pt idx="233">
                  <c:v>1.0799999999960619E-2</c:v>
                </c:pt>
                <c:pt idx="234">
                  <c:v>1.0799999999960619E-2</c:v>
                </c:pt>
                <c:pt idx="235">
                  <c:v>1.0799999999960619E-2</c:v>
                </c:pt>
                <c:pt idx="236">
                  <c:v>1.0799999999960619E-2</c:v>
                </c:pt>
                <c:pt idx="237">
                  <c:v>1.0799999999960619E-2</c:v>
                </c:pt>
                <c:pt idx="238">
                  <c:v>1.0799999999960619E-2</c:v>
                </c:pt>
                <c:pt idx="239">
                  <c:v>1.0799999999960619E-2</c:v>
                </c:pt>
                <c:pt idx="240">
                  <c:v>1.0799999999960619E-2</c:v>
                </c:pt>
                <c:pt idx="241">
                  <c:v>1.0799999999960619E-2</c:v>
                </c:pt>
                <c:pt idx="242">
                  <c:v>1.0799999999960619E-2</c:v>
                </c:pt>
                <c:pt idx="243">
                  <c:v>1.0799999999960619E-2</c:v>
                </c:pt>
                <c:pt idx="244">
                  <c:v>1.0799999999960619E-2</c:v>
                </c:pt>
                <c:pt idx="245">
                  <c:v>1.0799999999960619E-2</c:v>
                </c:pt>
                <c:pt idx="246">
                  <c:v>1.0799999999960619E-2</c:v>
                </c:pt>
                <c:pt idx="247">
                  <c:v>1.0799999999960619E-2</c:v>
                </c:pt>
                <c:pt idx="248">
                  <c:v>1.0799999999960619E-2</c:v>
                </c:pt>
                <c:pt idx="249">
                  <c:v>1.0799999999960619E-2</c:v>
                </c:pt>
                <c:pt idx="250">
                  <c:v>1.0799999999960619E-2</c:v>
                </c:pt>
                <c:pt idx="251">
                  <c:v>1.0799999999960619E-2</c:v>
                </c:pt>
                <c:pt idx="252">
                  <c:v>1.0799999999960619E-2</c:v>
                </c:pt>
                <c:pt idx="253">
                  <c:v>1.0799999999960619E-2</c:v>
                </c:pt>
                <c:pt idx="254">
                  <c:v>1.0799999999960619E-2</c:v>
                </c:pt>
                <c:pt idx="255">
                  <c:v>1.0799999999960619E-2</c:v>
                </c:pt>
                <c:pt idx="256">
                  <c:v>1.0799999999960619E-2</c:v>
                </c:pt>
                <c:pt idx="257">
                  <c:v>1.0799999999960619E-2</c:v>
                </c:pt>
                <c:pt idx="258">
                  <c:v>1.0799999999960619E-2</c:v>
                </c:pt>
                <c:pt idx="259">
                  <c:v>1.0799999999960619E-2</c:v>
                </c:pt>
                <c:pt idx="260">
                  <c:v>1.0799999999960619E-2</c:v>
                </c:pt>
                <c:pt idx="261">
                  <c:v>1.0799999999960619E-2</c:v>
                </c:pt>
                <c:pt idx="262">
                  <c:v>1.0799999999960619E-2</c:v>
                </c:pt>
                <c:pt idx="263">
                  <c:v>1.0799999999960619E-2</c:v>
                </c:pt>
                <c:pt idx="264">
                  <c:v>1.0799999999960619E-2</c:v>
                </c:pt>
                <c:pt idx="265">
                  <c:v>1.0999999999967258E-2</c:v>
                </c:pt>
                <c:pt idx="266">
                  <c:v>1.1099999999999E-2</c:v>
                </c:pt>
                <c:pt idx="267">
                  <c:v>1.1199999999973898E-2</c:v>
                </c:pt>
                <c:pt idx="268">
                  <c:v>1.1199999999973898E-2</c:v>
                </c:pt>
                <c:pt idx="269">
                  <c:v>1.1299999999948795E-2</c:v>
                </c:pt>
                <c:pt idx="270">
                  <c:v>1.1299999999948795E-2</c:v>
                </c:pt>
                <c:pt idx="271">
                  <c:v>1.1299999999948795E-2</c:v>
                </c:pt>
                <c:pt idx="272">
                  <c:v>1.1399999999980537E-2</c:v>
                </c:pt>
                <c:pt idx="273">
                  <c:v>1.1399999999980537E-2</c:v>
                </c:pt>
                <c:pt idx="274">
                  <c:v>1.1399999999980537E-2</c:v>
                </c:pt>
                <c:pt idx="275">
                  <c:v>1.1399999999980537E-2</c:v>
                </c:pt>
                <c:pt idx="276">
                  <c:v>1.1499999999955435E-2</c:v>
                </c:pt>
                <c:pt idx="277">
                  <c:v>1.1499999999955435E-2</c:v>
                </c:pt>
                <c:pt idx="278">
                  <c:v>1.1499999999955435E-2</c:v>
                </c:pt>
                <c:pt idx="279">
                  <c:v>1.1499999999955435E-2</c:v>
                </c:pt>
                <c:pt idx="280">
                  <c:v>1.1499999999955435E-2</c:v>
                </c:pt>
                <c:pt idx="281">
                  <c:v>1.1499999999955435E-2</c:v>
                </c:pt>
                <c:pt idx="282">
                  <c:v>1.1499999999955435E-2</c:v>
                </c:pt>
                <c:pt idx="283">
                  <c:v>1.1499999999955435E-2</c:v>
                </c:pt>
                <c:pt idx="284">
                  <c:v>1.1499999999955435E-2</c:v>
                </c:pt>
                <c:pt idx="285">
                  <c:v>1.1499999999955435E-2</c:v>
                </c:pt>
                <c:pt idx="286">
                  <c:v>1.1499999999955435E-2</c:v>
                </c:pt>
                <c:pt idx="287">
                  <c:v>1.1499999999955435E-2</c:v>
                </c:pt>
                <c:pt idx="288">
                  <c:v>1.1499999999955435E-2</c:v>
                </c:pt>
                <c:pt idx="289">
                  <c:v>1.1499999999955435E-2</c:v>
                </c:pt>
                <c:pt idx="290">
                  <c:v>1.1499999999955435E-2</c:v>
                </c:pt>
                <c:pt idx="291">
                  <c:v>1.1499999999955435E-2</c:v>
                </c:pt>
                <c:pt idx="292">
                  <c:v>1.1499999999955435E-2</c:v>
                </c:pt>
                <c:pt idx="293">
                  <c:v>1.1499999999955435E-2</c:v>
                </c:pt>
                <c:pt idx="294">
                  <c:v>1.1499999999955435E-2</c:v>
                </c:pt>
                <c:pt idx="295">
                  <c:v>1.1499999999955435E-2</c:v>
                </c:pt>
                <c:pt idx="296">
                  <c:v>1.1499999999955435E-2</c:v>
                </c:pt>
                <c:pt idx="297">
                  <c:v>1.1499999999955435E-2</c:v>
                </c:pt>
                <c:pt idx="298">
                  <c:v>1.1499999999955435E-2</c:v>
                </c:pt>
                <c:pt idx="299">
                  <c:v>1.1499999999955435E-2</c:v>
                </c:pt>
                <c:pt idx="300">
                  <c:v>1.1499999999955435E-2</c:v>
                </c:pt>
                <c:pt idx="301">
                  <c:v>1.1499999999955435E-2</c:v>
                </c:pt>
                <c:pt idx="302">
                  <c:v>1.1499999999955435E-2</c:v>
                </c:pt>
                <c:pt idx="303">
                  <c:v>1.1499999999955435E-2</c:v>
                </c:pt>
                <c:pt idx="304">
                  <c:v>1.1499999999955435E-2</c:v>
                </c:pt>
                <c:pt idx="305">
                  <c:v>1.1499999999955435E-2</c:v>
                </c:pt>
                <c:pt idx="306">
                  <c:v>1.1499999999955435E-2</c:v>
                </c:pt>
                <c:pt idx="307">
                  <c:v>1.1599999999987176E-2</c:v>
                </c:pt>
                <c:pt idx="308">
                  <c:v>1.1599999999987176E-2</c:v>
                </c:pt>
                <c:pt idx="309">
                  <c:v>1.1599999999987176E-2</c:v>
                </c:pt>
                <c:pt idx="310">
                  <c:v>1.1599999999987176E-2</c:v>
                </c:pt>
                <c:pt idx="311">
                  <c:v>1.1599999999987176E-2</c:v>
                </c:pt>
                <c:pt idx="312">
                  <c:v>1.1599999999987176E-2</c:v>
                </c:pt>
                <c:pt idx="313">
                  <c:v>1.1599999999987176E-2</c:v>
                </c:pt>
                <c:pt idx="314">
                  <c:v>1.1599999999987176E-2</c:v>
                </c:pt>
                <c:pt idx="315">
                  <c:v>1.1699999999962074E-2</c:v>
                </c:pt>
                <c:pt idx="316">
                  <c:v>1.1799999999993815E-2</c:v>
                </c:pt>
                <c:pt idx="317">
                  <c:v>1.1799999999993815E-2</c:v>
                </c:pt>
                <c:pt idx="318">
                  <c:v>1.1799999999993815E-2</c:v>
                </c:pt>
                <c:pt idx="319">
                  <c:v>1.1899999999968713E-2</c:v>
                </c:pt>
                <c:pt idx="320">
                  <c:v>1.1899999999968713E-2</c:v>
                </c:pt>
                <c:pt idx="321">
                  <c:v>1.1899999999968713E-2</c:v>
                </c:pt>
                <c:pt idx="322">
                  <c:v>1.1899999999968713E-2</c:v>
                </c:pt>
                <c:pt idx="323">
                  <c:v>1.1899999999968713E-2</c:v>
                </c:pt>
                <c:pt idx="324">
                  <c:v>1.1899999999968713E-2</c:v>
                </c:pt>
                <c:pt idx="325">
                  <c:v>1.1899999999968713E-2</c:v>
                </c:pt>
                <c:pt idx="326">
                  <c:v>1.1899999999968713E-2</c:v>
                </c:pt>
                <c:pt idx="327">
                  <c:v>1.1899999999968713E-2</c:v>
                </c:pt>
                <c:pt idx="328">
                  <c:v>1.1899999999968713E-2</c:v>
                </c:pt>
                <c:pt idx="329">
                  <c:v>1.1899999999968713E-2</c:v>
                </c:pt>
                <c:pt idx="330">
                  <c:v>1.1899999999968713E-2</c:v>
                </c:pt>
                <c:pt idx="331">
                  <c:v>1.1899999999968713E-2</c:v>
                </c:pt>
                <c:pt idx="332">
                  <c:v>1.1899999999968713E-2</c:v>
                </c:pt>
                <c:pt idx="333">
                  <c:v>1.1899999999968713E-2</c:v>
                </c:pt>
                <c:pt idx="334">
                  <c:v>1.1899999999968713E-2</c:v>
                </c:pt>
                <c:pt idx="335">
                  <c:v>1.1899999999968713E-2</c:v>
                </c:pt>
                <c:pt idx="336">
                  <c:v>1.1899999999968713E-2</c:v>
                </c:pt>
                <c:pt idx="337">
                  <c:v>1.1899999999968713E-2</c:v>
                </c:pt>
                <c:pt idx="338">
                  <c:v>1.1899999999968713E-2</c:v>
                </c:pt>
                <c:pt idx="339">
                  <c:v>1.1899999999968713E-2</c:v>
                </c:pt>
                <c:pt idx="340">
                  <c:v>1.1599999999987176E-2</c:v>
                </c:pt>
                <c:pt idx="341">
                  <c:v>1.1299999999948795E-2</c:v>
                </c:pt>
                <c:pt idx="342">
                  <c:v>1.0999999999967258E-2</c:v>
                </c:pt>
                <c:pt idx="343">
                  <c:v>1.0799999999960619E-2</c:v>
                </c:pt>
                <c:pt idx="344">
                  <c:v>1.0699999999985721E-2</c:v>
                </c:pt>
                <c:pt idx="345">
                  <c:v>1.059999999995398E-2</c:v>
                </c:pt>
                <c:pt idx="346">
                  <c:v>1.059999999995398E-2</c:v>
                </c:pt>
                <c:pt idx="347">
                  <c:v>1.059999999995398E-2</c:v>
                </c:pt>
                <c:pt idx="348">
                  <c:v>1.0499999999979082E-2</c:v>
                </c:pt>
                <c:pt idx="349">
                  <c:v>1.0499999999979082E-2</c:v>
                </c:pt>
                <c:pt idx="350">
                  <c:v>1.0499999999979082E-2</c:v>
                </c:pt>
                <c:pt idx="351">
                  <c:v>1.0400000000004184E-2</c:v>
                </c:pt>
                <c:pt idx="352">
                  <c:v>1.0400000000004184E-2</c:v>
                </c:pt>
                <c:pt idx="353">
                  <c:v>1.0400000000004184E-2</c:v>
                </c:pt>
                <c:pt idx="354">
                  <c:v>1.0400000000004184E-2</c:v>
                </c:pt>
                <c:pt idx="355">
                  <c:v>1.0400000000004184E-2</c:v>
                </c:pt>
                <c:pt idx="356">
                  <c:v>1.0400000000004184E-2</c:v>
                </c:pt>
                <c:pt idx="357">
                  <c:v>1.0400000000004184E-2</c:v>
                </c:pt>
                <c:pt idx="358">
                  <c:v>1.0400000000004184E-2</c:v>
                </c:pt>
                <c:pt idx="359">
                  <c:v>1.0299999999972442E-2</c:v>
                </c:pt>
                <c:pt idx="360">
                  <c:v>1.0299999999972442E-2</c:v>
                </c:pt>
                <c:pt idx="361">
                  <c:v>1.0299999999972442E-2</c:v>
                </c:pt>
                <c:pt idx="362">
                  <c:v>1.0299999999972442E-2</c:v>
                </c:pt>
                <c:pt idx="363">
                  <c:v>1.0299999999972442E-2</c:v>
                </c:pt>
                <c:pt idx="364">
                  <c:v>1.0299999999972442E-2</c:v>
                </c:pt>
                <c:pt idx="365">
                  <c:v>1.0299999999972442E-2</c:v>
                </c:pt>
                <c:pt idx="366">
                  <c:v>1.0299999999972442E-2</c:v>
                </c:pt>
                <c:pt idx="367">
                  <c:v>1.0299999999972442E-2</c:v>
                </c:pt>
                <c:pt idx="368">
                  <c:v>1.0299999999972442E-2</c:v>
                </c:pt>
                <c:pt idx="369">
                  <c:v>1.0299999999972442E-2</c:v>
                </c:pt>
                <c:pt idx="370">
                  <c:v>1.0299999999972442E-2</c:v>
                </c:pt>
                <c:pt idx="371">
                  <c:v>1.0299999999972442E-2</c:v>
                </c:pt>
                <c:pt idx="372">
                  <c:v>1.0400000000004184E-2</c:v>
                </c:pt>
                <c:pt idx="373">
                  <c:v>1.0499999999979082E-2</c:v>
                </c:pt>
                <c:pt idx="374">
                  <c:v>1.059999999995398E-2</c:v>
                </c:pt>
                <c:pt idx="375">
                  <c:v>1.0699999999985721E-2</c:v>
                </c:pt>
                <c:pt idx="376">
                  <c:v>1.0699999999985721E-2</c:v>
                </c:pt>
                <c:pt idx="377">
                  <c:v>1.0699999999985721E-2</c:v>
                </c:pt>
                <c:pt idx="378">
                  <c:v>1.0699999999985721E-2</c:v>
                </c:pt>
                <c:pt idx="379">
                  <c:v>1.0699999999985721E-2</c:v>
                </c:pt>
                <c:pt idx="380">
                  <c:v>1.0699999999985721E-2</c:v>
                </c:pt>
                <c:pt idx="381">
                  <c:v>1.0699999999985721E-2</c:v>
                </c:pt>
                <c:pt idx="382">
                  <c:v>1.0699999999985721E-2</c:v>
                </c:pt>
                <c:pt idx="383">
                  <c:v>1.0699999999985721E-2</c:v>
                </c:pt>
                <c:pt idx="384">
                  <c:v>1.0699999999985721E-2</c:v>
                </c:pt>
                <c:pt idx="385">
                  <c:v>1.0799999999960619E-2</c:v>
                </c:pt>
                <c:pt idx="386">
                  <c:v>1.0799999999960619E-2</c:v>
                </c:pt>
                <c:pt idx="387">
                  <c:v>1.0799999999960619E-2</c:v>
                </c:pt>
                <c:pt idx="388">
                  <c:v>1.0799999999960619E-2</c:v>
                </c:pt>
                <c:pt idx="389">
                  <c:v>1.0799999999960619E-2</c:v>
                </c:pt>
                <c:pt idx="390">
                  <c:v>1.0799999999960619E-2</c:v>
                </c:pt>
                <c:pt idx="391">
                  <c:v>1.0799999999960619E-2</c:v>
                </c:pt>
                <c:pt idx="392">
                  <c:v>1.0799999999960619E-2</c:v>
                </c:pt>
                <c:pt idx="393">
                  <c:v>1.0799999999960619E-2</c:v>
                </c:pt>
                <c:pt idx="394">
                  <c:v>1.0799999999960619E-2</c:v>
                </c:pt>
                <c:pt idx="395">
                  <c:v>1.0799999999960619E-2</c:v>
                </c:pt>
                <c:pt idx="396">
                  <c:v>1.0799999999960619E-2</c:v>
                </c:pt>
                <c:pt idx="397">
                  <c:v>1.0799999999960619E-2</c:v>
                </c:pt>
                <c:pt idx="398">
                  <c:v>1.0799999999960619E-2</c:v>
                </c:pt>
                <c:pt idx="399">
                  <c:v>1.0799999999960619E-2</c:v>
                </c:pt>
                <c:pt idx="400">
                  <c:v>1.0799999999960619E-2</c:v>
                </c:pt>
                <c:pt idx="401">
                  <c:v>1.0799999999960619E-2</c:v>
                </c:pt>
                <c:pt idx="402">
                  <c:v>1.0799999999960619E-2</c:v>
                </c:pt>
                <c:pt idx="403">
                  <c:v>1.0799999999960619E-2</c:v>
                </c:pt>
                <c:pt idx="404">
                  <c:v>1.0799999999960619E-2</c:v>
                </c:pt>
                <c:pt idx="405">
                  <c:v>1.0799999999960619E-2</c:v>
                </c:pt>
                <c:pt idx="406">
                  <c:v>1.0799999999960619E-2</c:v>
                </c:pt>
                <c:pt idx="407">
                  <c:v>1.0799999999960619E-2</c:v>
                </c:pt>
                <c:pt idx="408">
                  <c:v>1.0799999999960619E-2</c:v>
                </c:pt>
                <c:pt idx="409">
                  <c:v>1.0799999999960619E-2</c:v>
                </c:pt>
                <c:pt idx="410">
                  <c:v>1.0799999999960619E-2</c:v>
                </c:pt>
                <c:pt idx="411">
                  <c:v>1.0799999999960619E-2</c:v>
                </c:pt>
                <c:pt idx="412">
                  <c:v>1.0799999999960619E-2</c:v>
                </c:pt>
                <c:pt idx="413">
                  <c:v>1.0799999999960619E-2</c:v>
                </c:pt>
                <c:pt idx="414">
                  <c:v>1.0799999999960619E-2</c:v>
                </c:pt>
                <c:pt idx="415">
                  <c:v>1.0799999999960619E-2</c:v>
                </c:pt>
                <c:pt idx="416">
                  <c:v>1.0799999999960619E-2</c:v>
                </c:pt>
                <c:pt idx="417">
                  <c:v>1.0799999999960619E-2</c:v>
                </c:pt>
                <c:pt idx="418">
                  <c:v>1.0799999999960619E-2</c:v>
                </c:pt>
                <c:pt idx="419">
                  <c:v>1.0799999999960619E-2</c:v>
                </c:pt>
                <c:pt idx="420">
                  <c:v>1.0799999999960619E-2</c:v>
                </c:pt>
                <c:pt idx="421">
                  <c:v>1.0799999999960619E-2</c:v>
                </c:pt>
                <c:pt idx="422">
                  <c:v>1.0799999999960619E-2</c:v>
                </c:pt>
                <c:pt idx="423">
                  <c:v>1.0999999999967258E-2</c:v>
                </c:pt>
                <c:pt idx="424">
                  <c:v>1.1099999999999E-2</c:v>
                </c:pt>
                <c:pt idx="425">
                  <c:v>1.1199999999973898E-2</c:v>
                </c:pt>
                <c:pt idx="426">
                  <c:v>1.1199999999973898E-2</c:v>
                </c:pt>
                <c:pt idx="427">
                  <c:v>1.1299999999948795E-2</c:v>
                </c:pt>
                <c:pt idx="428">
                  <c:v>1.1299999999948795E-2</c:v>
                </c:pt>
                <c:pt idx="429">
                  <c:v>1.1399999999980537E-2</c:v>
                </c:pt>
                <c:pt idx="430">
                  <c:v>1.1399999999980537E-2</c:v>
                </c:pt>
                <c:pt idx="431">
                  <c:v>1.1399999999980537E-2</c:v>
                </c:pt>
                <c:pt idx="432">
                  <c:v>1.1399999999980537E-2</c:v>
                </c:pt>
                <c:pt idx="433">
                  <c:v>1.1399999999980537E-2</c:v>
                </c:pt>
                <c:pt idx="434">
                  <c:v>1.1499999999955435E-2</c:v>
                </c:pt>
                <c:pt idx="435">
                  <c:v>1.1499999999955435E-2</c:v>
                </c:pt>
                <c:pt idx="436">
                  <c:v>1.1499999999955435E-2</c:v>
                </c:pt>
                <c:pt idx="437">
                  <c:v>1.1499999999955435E-2</c:v>
                </c:pt>
                <c:pt idx="438">
                  <c:v>1.1499999999955435E-2</c:v>
                </c:pt>
                <c:pt idx="439">
                  <c:v>1.1499999999955435E-2</c:v>
                </c:pt>
                <c:pt idx="440">
                  <c:v>1.1499999999955435E-2</c:v>
                </c:pt>
                <c:pt idx="441">
                  <c:v>1.1499999999955435E-2</c:v>
                </c:pt>
                <c:pt idx="442">
                  <c:v>1.1499999999955435E-2</c:v>
                </c:pt>
                <c:pt idx="443">
                  <c:v>1.1499999999955435E-2</c:v>
                </c:pt>
                <c:pt idx="444">
                  <c:v>1.1499999999955435E-2</c:v>
                </c:pt>
                <c:pt idx="445">
                  <c:v>1.1499999999955435E-2</c:v>
                </c:pt>
                <c:pt idx="446">
                  <c:v>1.1499999999955435E-2</c:v>
                </c:pt>
                <c:pt idx="447">
                  <c:v>1.1499999999955435E-2</c:v>
                </c:pt>
                <c:pt idx="448">
                  <c:v>1.1499999999955435E-2</c:v>
                </c:pt>
                <c:pt idx="449">
                  <c:v>1.1499999999955435E-2</c:v>
                </c:pt>
                <c:pt idx="450">
                  <c:v>1.1499999999955435E-2</c:v>
                </c:pt>
                <c:pt idx="451">
                  <c:v>1.1499999999955435E-2</c:v>
                </c:pt>
                <c:pt idx="452">
                  <c:v>1.1499999999955435E-2</c:v>
                </c:pt>
                <c:pt idx="453">
                  <c:v>1.1499999999955435E-2</c:v>
                </c:pt>
                <c:pt idx="454">
                  <c:v>1.1499999999955435E-2</c:v>
                </c:pt>
                <c:pt idx="455">
                  <c:v>1.1499999999955435E-2</c:v>
                </c:pt>
                <c:pt idx="456">
                  <c:v>1.1499999999955435E-2</c:v>
                </c:pt>
                <c:pt idx="457">
                  <c:v>1.1499999999955435E-2</c:v>
                </c:pt>
                <c:pt idx="458">
                  <c:v>1.1499999999955435E-2</c:v>
                </c:pt>
                <c:pt idx="459">
                  <c:v>1.1499999999955435E-2</c:v>
                </c:pt>
                <c:pt idx="460">
                  <c:v>1.1499999999955435E-2</c:v>
                </c:pt>
                <c:pt idx="461">
                  <c:v>1.1499999999955435E-2</c:v>
                </c:pt>
                <c:pt idx="462">
                  <c:v>1.1499999999955435E-2</c:v>
                </c:pt>
                <c:pt idx="463">
                  <c:v>1.1499999999955435E-2</c:v>
                </c:pt>
                <c:pt idx="464">
                  <c:v>1.1499999999955435E-2</c:v>
                </c:pt>
                <c:pt idx="465">
                  <c:v>1.1499999999955435E-2</c:v>
                </c:pt>
                <c:pt idx="466">
                  <c:v>1.1599999999987176E-2</c:v>
                </c:pt>
                <c:pt idx="467">
                  <c:v>1.1599999999987176E-2</c:v>
                </c:pt>
                <c:pt idx="468">
                  <c:v>1.1599999999987176E-2</c:v>
                </c:pt>
                <c:pt idx="469">
                  <c:v>1.1599999999987176E-2</c:v>
                </c:pt>
                <c:pt idx="470">
                  <c:v>1.1599999999987176E-2</c:v>
                </c:pt>
                <c:pt idx="471">
                  <c:v>1.1599999999987176E-2</c:v>
                </c:pt>
                <c:pt idx="472">
                  <c:v>1.1599999999987176E-2</c:v>
                </c:pt>
                <c:pt idx="473">
                  <c:v>1.1599999999987176E-2</c:v>
                </c:pt>
                <c:pt idx="474">
                  <c:v>1.1699999999962074E-2</c:v>
                </c:pt>
                <c:pt idx="475">
                  <c:v>1.1799999999993815E-2</c:v>
                </c:pt>
                <c:pt idx="476">
                  <c:v>1.1799999999993815E-2</c:v>
                </c:pt>
                <c:pt idx="477">
                  <c:v>1.1899999999968713E-2</c:v>
                </c:pt>
                <c:pt idx="478">
                  <c:v>1.1899999999968713E-2</c:v>
                </c:pt>
                <c:pt idx="479">
                  <c:v>1.1899999999968713E-2</c:v>
                </c:pt>
                <c:pt idx="480">
                  <c:v>1.1899999999968713E-2</c:v>
                </c:pt>
                <c:pt idx="481">
                  <c:v>1.1899999999968713E-2</c:v>
                </c:pt>
                <c:pt idx="482">
                  <c:v>1.1899999999968713E-2</c:v>
                </c:pt>
                <c:pt idx="483">
                  <c:v>1.1899999999968713E-2</c:v>
                </c:pt>
                <c:pt idx="484">
                  <c:v>1.1899999999968713E-2</c:v>
                </c:pt>
                <c:pt idx="485">
                  <c:v>1.1899999999968713E-2</c:v>
                </c:pt>
                <c:pt idx="486">
                  <c:v>1.1899999999968713E-2</c:v>
                </c:pt>
                <c:pt idx="487">
                  <c:v>1.1899999999968713E-2</c:v>
                </c:pt>
                <c:pt idx="488">
                  <c:v>1.1899999999968713E-2</c:v>
                </c:pt>
                <c:pt idx="489">
                  <c:v>1.1899999999968713E-2</c:v>
                </c:pt>
                <c:pt idx="490">
                  <c:v>1.1899999999968713E-2</c:v>
                </c:pt>
                <c:pt idx="491">
                  <c:v>1.1899999999968713E-2</c:v>
                </c:pt>
                <c:pt idx="492">
                  <c:v>1.1899999999968713E-2</c:v>
                </c:pt>
                <c:pt idx="493">
                  <c:v>1.1899999999968713E-2</c:v>
                </c:pt>
                <c:pt idx="494">
                  <c:v>1.1899999999968713E-2</c:v>
                </c:pt>
                <c:pt idx="495">
                  <c:v>1.1899999999968713E-2</c:v>
                </c:pt>
                <c:pt idx="496">
                  <c:v>1.1899999999968713E-2</c:v>
                </c:pt>
                <c:pt idx="497">
                  <c:v>1.1899999999968713E-2</c:v>
                </c:pt>
                <c:pt idx="498">
                  <c:v>1.1799999999993815E-2</c:v>
                </c:pt>
                <c:pt idx="499">
                  <c:v>1.1599999999987176E-2</c:v>
                </c:pt>
                <c:pt idx="500">
                  <c:v>1.1199999999973898E-2</c:v>
                </c:pt>
                <c:pt idx="501">
                  <c:v>1.0999999999967258E-2</c:v>
                </c:pt>
                <c:pt idx="502">
                  <c:v>1.0799999999960619E-2</c:v>
                </c:pt>
                <c:pt idx="503">
                  <c:v>1.0699999999985721E-2</c:v>
                </c:pt>
                <c:pt idx="504">
                  <c:v>1.059999999995398E-2</c:v>
                </c:pt>
                <c:pt idx="505">
                  <c:v>1.059999999995398E-2</c:v>
                </c:pt>
                <c:pt idx="506">
                  <c:v>1.0499999999979082E-2</c:v>
                </c:pt>
                <c:pt idx="507">
                  <c:v>1.0499999999979082E-2</c:v>
                </c:pt>
                <c:pt idx="508">
                  <c:v>1.0499999999979082E-2</c:v>
                </c:pt>
                <c:pt idx="509">
                  <c:v>1.0499999999979082E-2</c:v>
                </c:pt>
                <c:pt idx="510">
                  <c:v>1.0400000000004184E-2</c:v>
                </c:pt>
                <c:pt idx="511">
                  <c:v>1.0400000000004184E-2</c:v>
                </c:pt>
                <c:pt idx="512">
                  <c:v>1.0400000000004184E-2</c:v>
                </c:pt>
                <c:pt idx="513">
                  <c:v>1.0400000000004184E-2</c:v>
                </c:pt>
                <c:pt idx="514">
                  <c:v>1.0400000000004184E-2</c:v>
                </c:pt>
                <c:pt idx="515">
                  <c:v>1.0400000000004184E-2</c:v>
                </c:pt>
                <c:pt idx="516">
                  <c:v>1.0400000000004184E-2</c:v>
                </c:pt>
                <c:pt idx="517">
                  <c:v>1.0400000000004184E-2</c:v>
                </c:pt>
                <c:pt idx="518">
                  <c:v>1.0299999999972442E-2</c:v>
                </c:pt>
                <c:pt idx="519">
                  <c:v>1.0299999999972442E-2</c:v>
                </c:pt>
                <c:pt idx="520">
                  <c:v>1.0299999999972442E-2</c:v>
                </c:pt>
                <c:pt idx="521">
                  <c:v>1.0299999999972442E-2</c:v>
                </c:pt>
                <c:pt idx="522">
                  <c:v>1.0299999999972442E-2</c:v>
                </c:pt>
                <c:pt idx="523">
                  <c:v>1.0299999999972442E-2</c:v>
                </c:pt>
                <c:pt idx="524">
                  <c:v>1.0299999999972442E-2</c:v>
                </c:pt>
                <c:pt idx="525">
                  <c:v>1.0299999999972442E-2</c:v>
                </c:pt>
                <c:pt idx="526">
                  <c:v>1.0299999999972442E-2</c:v>
                </c:pt>
                <c:pt idx="527">
                  <c:v>1.0299999999972442E-2</c:v>
                </c:pt>
                <c:pt idx="528">
                  <c:v>1.0299999999972442E-2</c:v>
                </c:pt>
                <c:pt idx="529">
                  <c:v>1.0299999999972442E-2</c:v>
                </c:pt>
                <c:pt idx="530">
                  <c:v>1.0400000000004184E-2</c:v>
                </c:pt>
                <c:pt idx="531">
                  <c:v>1.059999999995398E-2</c:v>
                </c:pt>
                <c:pt idx="532">
                  <c:v>1.059999999995398E-2</c:v>
                </c:pt>
              </c:numCache>
            </c:numRef>
          </c:yVal>
          <c:smooth val="1"/>
          <c:extLst>
            <c:ext xmlns:c16="http://schemas.microsoft.com/office/drawing/2014/chart" uri="{C3380CC4-5D6E-409C-BE32-E72D297353CC}">
              <c16:uniqueId val="{00000005-1510-4437-9CAD-7ED8315A59D8}"/>
            </c:ext>
          </c:extLst>
        </c:ser>
        <c:ser>
          <c:idx val="6"/>
          <c:order val="6"/>
          <c:tx>
            <c:strRef>
              <c:f>SM50000_TEMPSoc5l2_50000!$OU$1</c:f>
              <c:strCache>
                <c:ptCount val="1"/>
                <c:pt idx="0">
                  <c:v>TELE_SM_INTERIOR.266</c:v>
                </c:pt>
              </c:strCache>
            </c:strRef>
          </c:tx>
          <c:spPr>
            <a:ln w="19050" cap="rnd">
              <a:solidFill>
                <a:schemeClr val="accent1">
                  <a:lumMod val="60000"/>
                </a:schemeClr>
              </a:solidFill>
              <a:round/>
            </a:ln>
            <a:effectLst/>
          </c:spPr>
          <c:marker>
            <c:symbol val="circle"/>
            <c:size val="5"/>
            <c:spPr>
              <a:solidFill>
                <a:schemeClr val="accent1">
                  <a:lumMod val="60000"/>
                </a:schemeClr>
              </a:solidFill>
              <a:ln w="9525">
                <a:solidFill>
                  <a:schemeClr val="accent1">
                    <a:lumMod val="6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SM50000_TEMPSoc5l2_50000!$OU$2:$OU$536</c:f>
              <c:numCache>
                <c:formatCode>General</c:formatCode>
                <c:ptCount val="533"/>
                <c:pt idx="0">
                  <c:v>0</c:v>
                </c:pt>
                <c:pt idx="1">
                  <c:v>1.2000000000398359E-3</c:v>
                </c:pt>
                <c:pt idx="2">
                  <c:v>2.7000000000043656E-3</c:v>
                </c:pt>
                <c:pt idx="3">
                  <c:v>3.899999999987358E-3</c:v>
                </c:pt>
                <c:pt idx="4">
                  <c:v>4.7000000000139153E-3</c:v>
                </c:pt>
                <c:pt idx="5">
                  <c:v>5.4000000000087311E-3</c:v>
                </c:pt>
                <c:pt idx="6">
                  <c:v>5.8999999999969077E-3</c:v>
                </c:pt>
                <c:pt idx="7">
                  <c:v>6.3000000000101863E-3</c:v>
                </c:pt>
                <c:pt idx="8">
                  <c:v>6.700000000023465E-3</c:v>
                </c:pt>
                <c:pt idx="9">
                  <c:v>7.0000000000050022E-3</c:v>
                </c:pt>
                <c:pt idx="10">
                  <c:v>7.2999999999865395E-3</c:v>
                </c:pt>
                <c:pt idx="11">
                  <c:v>7.4999999999931788E-3</c:v>
                </c:pt>
                <c:pt idx="12">
                  <c:v>7.6999999999998181E-3</c:v>
                </c:pt>
                <c:pt idx="13">
                  <c:v>8.0000000000381988E-3</c:v>
                </c:pt>
                <c:pt idx="14">
                  <c:v>8.1999999999879947E-3</c:v>
                </c:pt>
                <c:pt idx="15">
                  <c:v>8.399999999994634E-3</c:v>
                </c:pt>
                <c:pt idx="16">
                  <c:v>8.5000000000263753E-3</c:v>
                </c:pt>
                <c:pt idx="17">
                  <c:v>8.7000000000330147E-3</c:v>
                </c:pt>
                <c:pt idx="18">
                  <c:v>8.900000000039654E-3</c:v>
                </c:pt>
                <c:pt idx="19">
                  <c:v>9.0000000000145519E-3</c:v>
                </c:pt>
                <c:pt idx="20">
                  <c:v>9.2000000000211912E-3</c:v>
                </c:pt>
                <c:pt idx="21">
                  <c:v>9.2999999999960892E-3</c:v>
                </c:pt>
                <c:pt idx="22">
                  <c:v>9.4000000000278305E-3</c:v>
                </c:pt>
                <c:pt idx="23">
                  <c:v>9.5000000000027285E-3</c:v>
                </c:pt>
                <c:pt idx="24">
                  <c:v>9.6000000000344698E-3</c:v>
                </c:pt>
                <c:pt idx="25">
                  <c:v>9.7000000000093678E-3</c:v>
                </c:pt>
                <c:pt idx="26">
                  <c:v>9.8000000000411092E-3</c:v>
                </c:pt>
                <c:pt idx="27">
                  <c:v>9.8000000000411092E-3</c:v>
                </c:pt>
                <c:pt idx="28">
                  <c:v>9.8000000000411092E-3</c:v>
                </c:pt>
                <c:pt idx="29">
                  <c:v>9.8000000000411092E-3</c:v>
                </c:pt>
                <c:pt idx="30">
                  <c:v>9.8000000000411092E-3</c:v>
                </c:pt>
                <c:pt idx="31">
                  <c:v>9.8000000000411092E-3</c:v>
                </c:pt>
                <c:pt idx="32">
                  <c:v>9.8000000000411092E-3</c:v>
                </c:pt>
                <c:pt idx="33">
                  <c:v>9.9000000000160071E-3</c:v>
                </c:pt>
                <c:pt idx="34">
                  <c:v>9.9000000000160071E-3</c:v>
                </c:pt>
                <c:pt idx="35">
                  <c:v>9.9000000000160071E-3</c:v>
                </c:pt>
                <c:pt idx="36">
                  <c:v>9.9999999999909051E-3</c:v>
                </c:pt>
                <c:pt idx="37">
                  <c:v>9.9999999999909051E-3</c:v>
                </c:pt>
                <c:pt idx="38">
                  <c:v>9.9999999999909051E-3</c:v>
                </c:pt>
                <c:pt idx="39">
                  <c:v>1.0100000000022646E-2</c:v>
                </c:pt>
                <c:pt idx="40">
                  <c:v>1.0100000000022646E-2</c:v>
                </c:pt>
                <c:pt idx="41">
                  <c:v>1.0100000000022646E-2</c:v>
                </c:pt>
                <c:pt idx="42">
                  <c:v>1.0100000000022646E-2</c:v>
                </c:pt>
                <c:pt idx="43">
                  <c:v>1.0199999999997544E-2</c:v>
                </c:pt>
                <c:pt idx="44">
                  <c:v>1.0199999999997544E-2</c:v>
                </c:pt>
                <c:pt idx="45">
                  <c:v>1.0199999999997544E-2</c:v>
                </c:pt>
                <c:pt idx="46">
                  <c:v>1.0199999999997544E-2</c:v>
                </c:pt>
                <c:pt idx="47">
                  <c:v>1.0199999999997544E-2</c:v>
                </c:pt>
                <c:pt idx="48">
                  <c:v>1.0199999999997544E-2</c:v>
                </c:pt>
                <c:pt idx="49">
                  <c:v>1.0300000000029286E-2</c:v>
                </c:pt>
                <c:pt idx="50">
                  <c:v>1.0300000000029286E-2</c:v>
                </c:pt>
                <c:pt idx="51">
                  <c:v>1.0300000000029286E-2</c:v>
                </c:pt>
                <c:pt idx="52">
                  <c:v>1.0300000000029286E-2</c:v>
                </c:pt>
                <c:pt idx="53">
                  <c:v>1.0300000000029286E-2</c:v>
                </c:pt>
                <c:pt idx="54">
                  <c:v>1.0300000000029286E-2</c:v>
                </c:pt>
                <c:pt idx="55">
                  <c:v>1.0300000000029286E-2</c:v>
                </c:pt>
                <c:pt idx="56">
                  <c:v>1.0300000000029286E-2</c:v>
                </c:pt>
                <c:pt idx="57">
                  <c:v>1.0400000000004184E-2</c:v>
                </c:pt>
                <c:pt idx="58">
                  <c:v>1.0400000000004184E-2</c:v>
                </c:pt>
                <c:pt idx="59">
                  <c:v>1.0500000000035925E-2</c:v>
                </c:pt>
                <c:pt idx="60">
                  <c:v>1.0500000000035925E-2</c:v>
                </c:pt>
                <c:pt idx="61">
                  <c:v>1.0600000000010823E-2</c:v>
                </c:pt>
                <c:pt idx="62">
                  <c:v>1.0600000000010823E-2</c:v>
                </c:pt>
                <c:pt idx="63">
                  <c:v>1.0600000000010823E-2</c:v>
                </c:pt>
                <c:pt idx="64">
                  <c:v>1.0600000000010823E-2</c:v>
                </c:pt>
                <c:pt idx="65">
                  <c:v>1.0600000000010823E-2</c:v>
                </c:pt>
                <c:pt idx="66">
                  <c:v>1.0600000000010823E-2</c:v>
                </c:pt>
                <c:pt idx="67">
                  <c:v>1.0600000000010823E-2</c:v>
                </c:pt>
                <c:pt idx="68">
                  <c:v>1.0600000000010823E-2</c:v>
                </c:pt>
                <c:pt idx="69">
                  <c:v>1.0700000000042564E-2</c:v>
                </c:pt>
                <c:pt idx="70">
                  <c:v>1.0700000000042564E-2</c:v>
                </c:pt>
                <c:pt idx="71">
                  <c:v>1.0700000000042564E-2</c:v>
                </c:pt>
                <c:pt idx="72">
                  <c:v>1.0700000000042564E-2</c:v>
                </c:pt>
                <c:pt idx="73">
                  <c:v>1.0700000000042564E-2</c:v>
                </c:pt>
                <c:pt idx="74">
                  <c:v>1.0700000000042564E-2</c:v>
                </c:pt>
                <c:pt idx="75">
                  <c:v>1.0700000000042564E-2</c:v>
                </c:pt>
                <c:pt idx="76">
                  <c:v>1.0700000000042564E-2</c:v>
                </c:pt>
                <c:pt idx="77">
                  <c:v>1.0700000000042564E-2</c:v>
                </c:pt>
                <c:pt idx="78">
                  <c:v>1.0700000000042564E-2</c:v>
                </c:pt>
                <c:pt idx="79">
                  <c:v>1.0700000000042564E-2</c:v>
                </c:pt>
                <c:pt idx="80">
                  <c:v>1.0700000000042564E-2</c:v>
                </c:pt>
                <c:pt idx="81">
                  <c:v>1.0700000000042564E-2</c:v>
                </c:pt>
                <c:pt idx="82">
                  <c:v>1.0700000000042564E-2</c:v>
                </c:pt>
                <c:pt idx="83">
                  <c:v>1.0700000000042564E-2</c:v>
                </c:pt>
                <c:pt idx="84">
                  <c:v>1.0700000000042564E-2</c:v>
                </c:pt>
                <c:pt idx="85">
                  <c:v>1.0800000000017462E-2</c:v>
                </c:pt>
                <c:pt idx="86">
                  <c:v>1.0800000000017462E-2</c:v>
                </c:pt>
                <c:pt idx="87">
                  <c:v>1.0800000000017462E-2</c:v>
                </c:pt>
                <c:pt idx="88">
                  <c:v>1.0800000000017462E-2</c:v>
                </c:pt>
                <c:pt idx="89">
                  <c:v>1.0800000000017462E-2</c:v>
                </c:pt>
                <c:pt idx="90">
                  <c:v>1.0800000000017462E-2</c:v>
                </c:pt>
                <c:pt idx="91">
                  <c:v>1.0800000000017462E-2</c:v>
                </c:pt>
                <c:pt idx="92">
                  <c:v>1.0800000000017462E-2</c:v>
                </c:pt>
                <c:pt idx="93">
                  <c:v>1.0800000000017462E-2</c:v>
                </c:pt>
                <c:pt idx="94">
                  <c:v>1.0800000000017462E-2</c:v>
                </c:pt>
                <c:pt idx="95">
                  <c:v>1.0800000000017462E-2</c:v>
                </c:pt>
                <c:pt idx="96">
                  <c:v>1.0800000000017462E-2</c:v>
                </c:pt>
                <c:pt idx="97">
                  <c:v>1.0800000000017462E-2</c:v>
                </c:pt>
                <c:pt idx="98">
                  <c:v>1.0800000000017462E-2</c:v>
                </c:pt>
                <c:pt idx="99">
                  <c:v>1.0800000000017462E-2</c:v>
                </c:pt>
                <c:pt idx="100">
                  <c:v>1.0800000000017462E-2</c:v>
                </c:pt>
                <c:pt idx="101">
                  <c:v>1.0800000000017462E-2</c:v>
                </c:pt>
                <c:pt idx="102">
                  <c:v>1.0800000000017462E-2</c:v>
                </c:pt>
                <c:pt idx="103">
                  <c:v>1.0800000000017462E-2</c:v>
                </c:pt>
                <c:pt idx="104">
                  <c:v>1.0800000000017462E-2</c:v>
                </c:pt>
                <c:pt idx="105">
                  <c:v>1.0800000000017462E-2</c:v>
                </c:pt>
                <c:pt idx="106">
                  <c:v>1.0800000000017462E-2</c:v>
                </c:pt>
                <c:pt idx="107">
                  <c:v>1.0800000000017462E-2</c:v>
                </c:pt>
                <c:pt idx="108">
                  <c:v>1.0800000000017462E-2</c:v>
                </c:pt>
                <c:pt idx="109">
                  <c:v>1.0800000000017462E-2</c:v>
                </c:pt>
                <c:pt idx="110">
                  <c:v>1.0800000000017462E-2</c:v>
                </c:pt>
                <c:pt idx="111">
                  <c:v>1.0800000000017462E-2</c:v>
                </c:pt>
                <c:pt idx="112">
                  <c:v>1.089999999999236E-2</c:v>
                </c:pt>
                <c:pt idx="113">
                  <c:v>1.089999999999236E-2</c:v>
                </c:pt>
                <c:pt idx="114">
                  <c:v>1.089999999999236E-2</c:v>
                </c:pt>
                <c:pt idx="115">
                  <c:v>1.089999999999236E-2</c:v>
                </c:pt>
                <c:pt idx="116">
                  <c:v>1.089999999999236E-2</c:v>
                </c:pt>
                <c:pt idx="117">
                  <c:v>1.089999999999236E-2</c:v>
                </c:pt>
                <c:pt idx="118">
                  <c:v>1.1000000000024102E-2</c:v>
                </c:pt>
                <c:pt idx="119">
                  <c:v>1.1000000000024102E-2</c:v>
                </c:pt>
                <c:pt idx="120">
                  <c:v>1.1000000000024102E-2</c:v>
                </c:pt>
                <c:pt idx="121">
                  <c:v>1.1000000000024102E-2</c:v>
                </c:pt>
                <c:pt idx="122">
                  <c:v>1.1000000000024102E-2</c:v>
                </c:pt>
                <c:pt idx="123">
                  <c:v>1.1000000000024102E-2</c:v>
                </c:pt>
                <c:pt idx="124">
                  <c:v>1.1000000000024102E-2</c:v>
                </c:pt>
                <c:pt idx="125">
                  <c:v>1.1000000000024102E-2</c:v>
                </c:pt>
                <c:pt idx="126">
                  <c:v>1.1000000000024102E-2</c:v>
                </c:pt>
                <c:pt idx="127">
                  <c:v>1.1000000000024102E-2</c:v>
                </c:pt>
                <c:pt idx="128">
                  <c:v>1.1000000000024102E-2</c:v>
                </c:pt>
                <c:pt idx="129">
                  <c:v>1.1000000000024102E-2</c:v>
                </c:pt>
                <c:pt idx="130">
                  <c:v>1.1000000000024102E-2</c:v>
                </c:pt>
                <c:pt idx="131">
                  <c:v>1.1000000000024102E-2</c:v>
                </c:pt>
                <c:pt idx="132">
                  <c:v>1.1000000000024102E-2</c:v>
                </c:pt>
                <c:pt idx="133">
                  <c:v>1.1000000000024102E-2</c:v>
                </c:pt>
                <c:pt idx="134">
                  <c:v>1.1000000000024102E-2</c:v>
                </c:pt>
                <c:pt idx="135">
                  <c:v>1.1000000000024102E-2</c:v>
                </c:pt>
                <c:pt idx="136">
                  <c:v>1.1000000000024102E-2</c:v>
                </c:pt>
                <c:pt idx="137">
                  <c:v>1.1000000000024102E-2</c:v>
                </c:pt>
                <c:pt idx="138">
                  <c:v>1.1000000000024102E-2</c:v>
                </c:pt>
                <c:pt idx="139">
                  <c:v>1.1000000000024102E-2</c:v>
                </c:pt>
                <c:pt idx="140">
                  <c:v>1.1000000000024102E-2</c:v>
                </c:pt>
                <c:pt idx="141">
                  <c:v>1.1000000000024102E-2</c:v>
                </c:pt>
                <c:pt idx="142">
                  <c:v>1.1000000000024102E-2</c:v>
                </c:pt>
                <c:pt idx="143">
                  <c:v>1.1000000000024102E-2</c:v>
                </c:pt>
                <c:pt idx="144">
                  <c:v>1.1000000000024102E-2</c:v>
                </c:pt>
                <c:pt idx="145">
                  <c:v>1.1000000000024102E-2</c:v>
                </c:pt>
                <c:pt idx="146">
                  <c:v>1.1099999999999E-2</c:v>
                </c:pt>
                <c:pt idx="147">
                  <c:v>1.1099999999999E-2</c:v>
                </c:pt>
                <c:pt idx="148">
                  <c:v>1.1099999999999E-2</c:v>
                </c:pt>
                <c:pt idx="149">
                  <c:v>1.1099999999999E-2</c:v>
                </c:pt>
                <c:pt idx="150">
                  <c:v>1.1099999999999E-2</c:v>
                </c:pt>
                <c:pt idx="151">
                  <c:v>1.1099999999999E-2</c:v>
                </c:pt>
                <c:pt idx="152">
                  <c:v>1.1099999999999E-2</c:v>
                </c:pt>
                <c:pt idx="153">
                  <c:v>1.1099999999999E-2</c:v>
                </c:pt>
                <c:pt idx="154">
                  <c:v>1.1099999999999E-2</c:v>
                </c:pt>
                <c:pt idx="155">
                  <c:v>1.1099999999999E-2</c:v>
                </c:pt>
                <c:pt idx="156">
                  <c:v>1.1099999999999E-2</c:v>
                </c:pt>
                <c:pt idx="157">
                  <c:v>1.1099999999999E-2</c:v>
                </c:pt>
                <c:pt idx="158">
                  <c:v>1.1099999999999E-2</c:v>
                </c:pt>
                <c:pt idx="159">
                  <c:v>1.1099999999999E-2</c:v>
                </c:pt>
                <c:pt idx="160">
                  <c:v>1.1200000000030741E-2</c:v>
                </c:pt>
                <c:pt idx="161">
                  <c:v>1.1200000000030741E-2</c:v>
                </c:pt>
                <c:pt idx="162">
                  <c:v>1.1200000000030741E-2</c:v>
                </c:pt>
                <c:pt idx="163">
                  <c:v>1.1200000000030741E-2</c:v>
                </c:pt>
                <c:pt idx="164">
                  <c:v>1.1300000000005639E-2</c:v>
                </c:pt>
                <c:pt idx="165">
                  <c:v>1.1200000000030741E-2</c:v>
                </c:pt>
                <c:pt idx="166">
                  <c:v>1.1200000000030741E-2</c:v>
                </c:pt>
                <c:pt idx="167">
                  <c:v>1.1200000000030741E-2</c:v>
                </c:pt>
                <c:pt idx="168">
                  <c:v>1.1200000000030741E-2</c:v>
                </c:pt>
                <c:pt idx="169">
                  <c:v>1.1200000000030741E-2</c:v>
                </c:pt>
                <c:pt idx="170">
                  <c:v>1.1200000000030741E-2</c:v>
                </c:pt>
                <c:pt idx="171">
                  <c:v>1.1200000000030741E-2</c:v>
                </c:pt>
                <c:pt idx="172">
                  <c:v>1.1200000000030741E-2</c:v>
                </c:pt>
                <c:pt idx="173">
                  <c:v>1.1200000000030741E-2</c:v>
                </c:pt>
                <c:pt idx="174">
                  <c:v>1.1200000000030741E-2</c:v>
                </c:pt>
                <c:pt idx="175">
                  <c:v>1.1200000000030741E-2</c:v>
                </c:pt>
                <c:pt idx="176">
                  <c:v>1.1200000000030741E-2</c:v>
                </c:pt>
                <c:pt idx="177">
                  <c:v>1.1200000000030741E-2</c:v>
                </c:pt>
                <c:pt idx="178">
                  <c:v>1.1200000000030741E-2</c:v>
                </c:pt>
                <c:pt idx="179">
                  <c:v>1.1200000000030741E-2</c:v>
                </c:pt>
                <c:pt idx="180">
                  <c:v>1.1200000000030741E-2</c:v>
                </c:pt>
                <c:pt idx="181">
                  <c:v>1.1200000000030741E-2</c:v>
                </c:pt>
                <c:pt idx="182">
                  <c:v>1.1300000000005639E-2</c:v>
                </c:pt>
                <c:pt idx="183">
                  <c:v>1.1200000000030741E-2</c:v>
                </c:pt>
                <c:pt idx="184">
                  <c:v>1.1099999999999E-2</c:v>
                </c:pt>
                <c:pt idx="185">
                  <c:v>1.1000000000024102E-2</c:v>
                </c:pt>
                <c:pt idx="186">
                  <c:v>1.089999999999236E-2</c:v>
                </c:pt>
                <c:pt idx="187">
                  <c:v>1.089999999999236E-2</c:v>
                </c:pt>
                <c:pt idx="188">
                  <c:v>1.0800000000017462E-2</c:v>
                </c:pt>
                <c:pt idx="189">
                  <c:v>1.0800000000017462E-2</c:v>
                </c:pt>
                <c:pt idx="190">
                  <c:v>1.0800000000017462E-2</c:v>
                </c:pt>
                <c:pt idx="191">
                  <c:v>1.0700000000042564E-2</c:v>
                </c:pt>
                <c:pt idx="192">
                  <c:v>1.0700000000042564E-2</c:v>
                </c:pt>
                <c:pt idx="193">
                  <c:v>1.0700000000042564E-2</c:v>
                </c:pt>
                <c:pt idx="194">
                  <c:v>1.0700000000042564E-2</c:v>
                </c:pt>
                <c:pt idx="195">
                  <c:v>1.0700000000042564E-2</c:v>
                </c:pt>
                <c:pt idx="196">
                  <c:v>1.0700000000042564E-2</c:v>
                </c:pt>
                <c:pt idx="197">
                  <c:v>1.0700000000042564E-2</c:v>
                </c:pt>
                <c:pt idx="198">
                  <c:v>1.0600000000010823E-2</c:v>
                </c:pt>
                <c:pt idx="199">
                  <c:v>1.0600000000010823E-2</c:v>
                </c:pt>
                <c:pt idx="200">
                  <c:v>1.0600000000010823E-2</c:v>
                </c:pt>
                <c:pt idx="201">
                  <c:v>1.0600000000010823E-2</c:v>
                </c:pt>
                <c:pt idx="202">
                  <c:v>1.0600000000010823E-2</c:v>
                </c:pt>
                <c:pt idx="203">
                  <c:v>1.0600000000010823E-2</c:v>
                </c:pt>
                <c:pt idx="204">
                  <c:v>1.0600000000010823E-2</c:v>
                </c:pt>
                <c:pt idx="205">
                  <c:v>1.0600000000010823E-2</c:v>
                </c:pt>
                <c:pt idx="206">
                  <c:v>1.0600000000010823E-2</c:v>
                </c:pt>
                <c:pt idx="207">
                  <c:v>1.0600000000010823E-2</c:v>
                </c:pt>
                <c:pt idx="208">
                  <c:v>1.0600000000010823E-2</c:v>
                </c:pt>
                <c:pt idx="209">
                  <c:v>1.0600000000010823E-2</c:v>
                </c:pt>
                <c:pt idx="210">
                  <c:v>1.0600000000010823E-2</c:v>
                </c:pt>
                <c:pt idx="211">
                  <c:v>1.0600000000010823E-2</c:v>
                </c:pt>
                <c:pt idx="212">
                  <c:v>1.0500000000035925E-2</c:v>
                </c:pt>
                <c:pt idx="213">
                  <c:v>1.0500000000035925E-2</c:v>
                </c:pt>
                <c:pt idx="214">
                  <c:v>1.0600000000010823E-2</c:v>
                </c:pt>
                <c:pt idx="215">
                  <c:v>1.0600000000010823E-2</c:v>
                </c:pt>
                <c:pt idx="216">
                  <c:v>1.0700000000042564E-2</c:v>
                </c:pt>
                <c:pt idx="217">
                  <c:v>1.0700000000042564E-2</c:v>
                </c:pt>
                <c:pt idx="218">
                  <c:v>1.0700000000042564E-2</c:v>
                </c:pt>
                <c:pt idx="219">
                  <c:v>1.0700000000042564E-2</c:v>
                </c:pt>
                <c:pt idx="220">
                  <c:v>1.0700000000042564E-2</c:v>
                </c:pt>
                <c:pt idx="221">
                  <c:v>1.0700000000042564E-2</c:v>
                </c:pt>
                <c:pt idx="222">
                  <c:v>1.0700000000042564E-2</c:v>
                </c:pt>
                <c:pt idx="223">
                  <c:v>1.0700000000042564E-2</c:v>
                </c:pt>
                <c:pt idx="224">
                  <c:v>1.0700000000042564E-2</c:v>
                </c:pt>
                <c:pt idx="225">
                  <c:v>1.0700000000042564E-2</c:v>
                </c:pt>
                <c:pt idx="226">
                  <c:v>1.0700000000042564E-2</c:v>
                </c:pt>
                <c:pt idx="227">
                  <c:v>1.0800000000017462E-2</c:v>
                </c:pt>
                <c:pt idx="228">
                  <c:v>1.0800000000017462E-2</c:v>
                </c:pt>
                <c:pt idx="229">
                  <c:v>1.0800000000017462E-2</c:v>
                </c:pt>
                <c:pt idx="230">
                  <c:v>1.0800000000017462E-2</c:v>
                </c:pt>
                <c:pt idx="231">
                  <c:v>1.0800000000017462E-2</c:v>
                </c:pt>
                <c:pt idx="232">
                  <c:v>1.0800000000017462E-2</c:v>
                </c:pt>
                <c:pt idx="233">
                  <c:v>1.0800000000017462E-2</c:v>
                </c:pt>
                <c:pt idx="234">
                  <c:v>1.0800000000017462E-2</c:v>
                </c:pt>
                <c:pt idx="235">
                  <c:v>1.0800000000017462E-2</c:v>
                </c:pt>
                <c:pt idx="236">
                  <c:v>1.0800000000017462E-2</c:v>
                </c:pt>
                <c:pt idx="237">
                  <c:v>1.0800000000017462E-2</c:v>
                </c:pt>
                <c:pt idx="238">
                  <c:v>1.0800000000017462E-2</c:v>
                </c:pt>
                <c:pt idx="239">
                  <c:v>1.0800000000017462E-2</c:v>
                </c:pt>
                <c:pt idx="240">
                  <c:v>1.0800000000017462E-2</c:v>
                </c:pt>
                <c:pt idx="241">
                  <c:v>1.0800000000017462E-2</c:v>
                </c:pt>
                <c:pt idx="242">
                  <c:v>1.0800000000017462E-2</c:v>
                </c:pt>
                <c:pt idx="243">
                  <c:v>1.0800000000017462E-2</c:v>
                </c:pt>
                <c:pt idx="244">
                  <c:v>1.0800000000017462E-2</c:v>
                </c:pt>
                <c:pt idx="245">
                  <c:v>1.0800000000017462E-2</c:v>
                </c:pt>
                <c:pt idx="246">
                  <c:v>1.0800000000017462E-2</c:v>
                </c:pt>
                <c:pt idx="247">
                  <c:v>1.0800000000017462E-2</c:v>
                </c:pt>
                <c:pt idx="248">
                  <c:v>1.0800000000017462E-2</c:v>
                </c:pt>
                <c:pt idx="249">
                  <c:v>1.0800000000017462E-2</c:v>
                </c:pt>
                <c:pt idx="250">
                  <c:v>1.0800000000017462E-2</c:v>
                </c:pt>
                <c:pt idx="251">
                  <c:v>1.0800000000017462E-2</c:v>
                </c:pt>
                <c:pt idx="252">
                  <c:v>1.0800000000017462E-2</c:v>
                </c:pt>
                <c:pt idx="253">
                  <c:v>1.0800000000017462E-2</c:v>
                </c:pt>
                <c:pt idx="254">
                  <c:v>1.0800000000017462E-2</c:v>
                </c:pt>
                <c:pt idx="255">
                  <c:v>1.0800000000017462E-2</c:v>
                </c:pt>
                <c:pt idx="256">
                  <c:v>1.0800000000017462E-2</c:v>
                </c:pt>
                <c:pt idx="257">
                  <c:v>1.0800000000017462E-2</c:v>
                </c:pt>
                <c:pt idx="258">
                  <c:v>1.0800000000017462E-2</c:v>
                </c:pt>
                <c:pt idx="259">
                  <c:v>1.0800000000017462E-2</c:v>
                </c:pt>
                <c:pt idx="260">
                  <c:v>1.0800000000017462E-2</c:v>
                </c:pt>
                <c:pt idx="261">
                  <c:v>1.0800000000017462E-2</c:v>
                </c:pt>
                <c:pt idx="262">
                  <c:v>1.0800000000017462E-2</c:v>
                </c:pt>
                <c:pt idx="263">
                  <c:v>1.0800000000017462E-2</c:v>
                </c:pt>
                <c:pt idx="264">
                  <c:v>1.0800000000017462E-2</c:v>
                </c:pt>
                <c:pt idx="265">
                  <c:v>1.0800000000017462E-2</c:v>
                </c:pt>
                <c:pt idx="266">
                  <c:v>1.0800000000017462E-2</c:v>
                </c:pt>
                <c:pt idx="267">
                  <c:v>1.0800000000017462E-2</c:v>
                </c:pt>
                <c:pt idx="268">
                  <c:v>1.0800000000017462E-2</c:v>
                </c:pt>
                <c:pt idx="269">
                  <c:v>1.089999999999236E-2</c:v>
                </c:pt>
                <c:pt idx="270">
                  <c:v>1.089999999999236E-2</c:v>
                </c:pt>
                <c:pt idx="271">
                  <c:v>1.089999999999236E-2</c:v>
                </c:pt>
                <c:pt idx="272">
                  <c:v>1.089999999999236E-2</c:v>
                </c:pt>
                <c:pt idx="273">
                  <c:v>1.089999999999236E-2</c:v>
                </c:pt>
                <c:pt idx="274">
                  <c:v>1.1000000000024102E-2</c:v>
                </c:pt>
                <c:pt idx="275">
                  <c:v>1.1000000000024102E-2</c:v>
                </c:pt>
                <c:pt idx="276">
                  <c:v>1.1000000000024102E-2</c:v>
                </c:pt>
                <c:pt idx="277">
                  <c:v>1.1000000000024102E-2</c:v>
                </c:pt>
                <c:pt idx="278">
                  <c:v>1.1000000000024102E-2</c:v>
                </c:pt>
                <c:pt idx="279">
                  <c:v>1.1000000000024102E-2</c:v>
                </c:pt>
                <c:pt idx="280">
                  <c:v>1.1000000000024102E-2</c:v>
                </c:pt>
                <c:pt idx="281">
                  <c:v>1.1000000000024102E-2</c:v>
                </c:pt>
                <c:pt idx="282">
                  <c:v>1.1000000000024102E-2</c:v>
                </c:pt>
                <c:pt idx="283">
                  <c:v>1.1000000000024102E-2</c:v>
                </c:pt>
                <c:pt idx="284">
                  <c:v>1.1000000000024102E-2</c:v>
                </c:pt>
                <c:pt idx="285">
                  <c:v>1.1000000000024102E-2</c:v>
                </c:pt>
                <c:pt idx="286">
                  <c:v>1.1000000000024102E-2</c:v>
                </c:pt>
                <c:pt idx="287">
                  <c:v>1.1000000000024102E-2</c:v>
                </c:pt>
                <c:pt idx="288">
                  <c:v>1.1000000000024102E-2</c:v>
                </c:pt>
                <c:pt idx="289">
                  <c:v>1.1000000000024102E-2</c:v>
                </c:pt>
                <c:pt idx="290">
                  <c:v>1.1000000000024102E-2</c:v>
                </c:pt>
                <c:pt idx="291">
                  <c:v>1.1000000000024102E-2</c:v>
                </c:pt>
                <c:pt idx="292">
                  <c:v>1.1000000000024102E-2</c:v>
                </c:pt>
                <c:pt idx="293">
                  <c:v>1.1000000000024102E-2</c:v>
                </c:pt>
                <c:pt idx="294">
                  <c:v>1.1000000000024102E-2</c:v>
                </c:pt>
                <c:pt idx="295">
                  <c:v>1.1000000000024102E-2</c:v>
                </c:pt>
                <c:pt idx="296">
                  <c:v>1.1000000000024102E-2</c:v>
                </c:pt>
                <c:pt idx="297">
                  <c:v>1.1000000000024102E-2</c:v>
                </c:pt>
                <c:pt idx="298">
                  <c:v>1.1099999999999E-2</c:v>
                </c:pt>
                <c:pt idx="299">
                  <c:v>1.1099999999999E-2</c:v>
                </c:pt>
                <c:pt idx="300">
                  <c:v>1.1099999999999E-2</c:v>
                </c:pt>
                <c:pt idx="301">
                  <c:v>1.1099999999999E-2</c:v>
                </c:pt>
                <c:pt idx="302">
                  <c:v>1.1099999999999E-2</c:v>
                </c:pt>
                <c:pt idx="303">
                  <c:v>1.1099999999999E-2</c:v>
                </c:pt>
                <c:pt idx="304">
                  <c:v>1.1099999999999E-2</c:v>
                </c:pt>
                <c:pt idx="305">
                  <c:v>1.1099999999999E-2</c:v>
                </c:pt>
                <c:pt idx="306">
                  <c:v>1.1099999999999E-2</c:v>
                </c:pt>
                <c:pt idx="307">
                  <c:v>1.1099999999999E-2</c:v>
                </c:pt>
                <c:pt idx="308">
                  <c:v>1.1099999999999E-2</c:v>
                </c:pt>
                <c:pt idx="309">
                  <c:v>1.1099999999999E-2</c:v>
                </c:pt>
                <c:pt idx="310">
                  <c:v>1.1099999999999E-2</c:v>
                </c:pt>
                <c:pt idx="311">
                  <c:v>1.1099999999999E-2</c:v>
                </c:pt>
                <c:pt idx="312">
                  <c:v>1.1099999999999E-2</c:v>
                </c:pt>
                <c:pt idx="313">
                  <c:v>1.1099999999999E-2</c:v>
                </c:pt>
                <c:pt idx="314">
                  <c:v>1.1099999999999E-2</c:v>
                </c:pt>
                <c:pt idx="315">
                  <c:v>1.1099999999999E-2</c:v>
                </c:pt>
                <c:pt idx="316">
                  <c:v>1.1200000000030741E-2</c:v>
                </c:pt>
                <c:pt idx="317">
                  <c:v>1.1200000000030741E-2</c:v>
                </c:pt>
                <c:pt idx="318">
                  <c:v>1.1200000000030741E-2</c:v>
                </c:pt>
                <c:pt idx="319">
                  <c:v>1.1200000000030741E-2</c:v>
                </c:pt>
                <c:pt idx="320">
                  <c:v>1.1300000000005639E-2</c:v>
                </c:pt>
                <c:pt idx="321">
                  <c:v>1.1300000000005639E-2</c:v>
                </c:pt>
                <c:pt idx="322">
                  <c:v>1.1300000000005639E-2</c:v>
                </c:pt>
                <c:pt idx="323">
                  <c:v>1.1200000000030741E-2</c:v>
                </c:pt>
                <c:pt idx="324">
                  <c:v>1.1200000000030741E-2</c:v>
                </c:pt>
                <c:pt idx="325">
                  <c:v>1.1200000000030741E-2</c:v>
                </c:pt>
                <c:pt idx="326">
                  <c:v>1.1200000000030741E-2</c:v>
                </c:pt>
                <c:pt idx="327">
                  <c:v>1.1200000000030741E-2</c:v>
                </c:pt>
                <c:pt idx="328">
                  <c:v>1.1200000000030741E-2</c:v>
                </c:pt>
                <c:pt idx="329">
                  <c:v>1.1200000000030741E-2</c:v>
                </c:pt>
                <c:pt idx="330">
                  <c:v>1.1200000000030741E-2</c:v>
                </c:pt>
                <c:pt idx="331">
                  <c:v>1.1200000000030741E-2</c:v>
                </c:pt>
                <c:pt idx="332">
                  <c:v>1.1200000000030741E-2</c:v>
                </c:pt>
                <c:pt idx="333">
                  <c:v>1.1200000000030741E-2</c:v>
                </c:pt>
                <c:pt idx="334">
                  <c:v>1.1200000000030741E-2</c:v>
                </c:pt>
                <c:pt idx="335">
                  <c:v>1.1200000000030741E-2</c:v>
                </c:pt>
                <c:pt idx="336">
                  <c:v>1.1200000000030741E-2</c:v>
                </c:pt>
                <c:pt idx="337">
                  <c:v>1.1300000000005639E-2</c:v>
                </c:pt>
                <c:pt idx="338">
                  <c:v>1.1300000000005639E-2</c:v>
                </c:pt>
                <c:pt idx="339">
                  <c:v>1.1300000000005639E-2</c:v>
                </c:pt>
                <c:pt idx="340">
                  <c:v>1.1200000000030741E-2</c:v>
                </c:pt>
                <c:pt idx="341">
                  <c:v>1.1099999999999E-2</c:v>
                </c:pt>
                <c:pt idx="342">
                  <c:v>1.1000000000024102E-2</c:v>
                </c:pt>
                <c:pt idx="343">
                  <c:v>1.089999999999236E-2</c:v>
                </c:pt>
                <c:pt idx="344">
                  <c:v>1.089999999999236E-2</c:v>
                </c:pt>
                <c:pt idx="345">
                  <c:v>1.0800000000017462E-2</c:v>
                </c:pt>
                <c:pt idx="346">
                  <c:v>1.0800000000017462E-2</c:v>
                </c:pt>
                <c:pt idx="347">
                  <c:v>1.0800000000017462E-2</c:v>
                </c:pt>
                <c:pt idx="348">
                  <c:v>1.0700000000042564E-2</c:v>
                </c:pt>
                <c:pt idx="349">
                  <c:v>1.0700000000042564E-2</c:v>
                </c:pt>
                <c:pt idx="350">
                  <c:v>1.0700000000042564E-2</c:v>
                </c:pt>
                <c:pt idx="351">
                  <c:v>1.0700000000042564E-2</c:v>
                </c:pt>
                <c:pt idx="352">
                  <c:v>1.0700000000042564E-2</c:v>
                </c:pt>
                <c:pt idx="353">
                  <c:v>1.0700000000042564E-2</c:v>
                </c:pt>
                <c:pt idx="354">
                  <c:v>1.0700000000042564E-2</c:v>
                </c:pt>
                <c:pt idx="355">
                  <c:v>1.0600000000010823E-2</c:v>
                </c:pt>
                <c:pt idx="356">
                  <c:v>1.0600000000010823E-2</c:v>
                </c:pt>
                <c:pt idx="357">
                  <c:v>1.0600000000010823E-2</c:v>
                </c:pt>
                <c:pt idx="358">
                  <c:v>1.0600000000010823E-2</c:v>
                </c:pt>
                <c:pt idx="359">
                  <c:v>1.0600000000010823E-2</c:v>
                </c:pt>
                <c:pt idx="360">
                  <c:v>1.0600000000010823E-2</c:v>
                </c:pt>
                <c:pt idx="361">
                  <c:v>1.0600000000010823E-2</c:v>
                </c:pt>
                <c:pt idx="362">
                  <c:v>1.0600000000010823E-2</c:v>
                </c:pt>
                <c:pt idx="363">
                  <c:v>1.0600000000010823E-2</c:v>
                </c:pt>
                <c:pt idx="364">
                  <c:v>1.0600000000010823E-2</c:v>
                </c:pt>
                <c:pt idx="365">
                  <c:v>1.0600000000010823E-2</c:v>
                </c:pt>
                <c:pt idx="366">
                  <c:v>1.0600000000010823E-2</c:v>
                </c:pt>
                <c:pt idx="367">
                  <c:v>1.0600000000010823E-2</c:v>
                </c:pt>
                <c:pt idx="368">
                  <c:v>1.0600000000010823E-2</c:v>
                </c:pt>
                <c:pt idx="369">
                  <c:v>1.0600000000010823E-2</c:v>
                </c:pt>
                <c:pt idx="370">
                  <c:v>1.0500000000035925E-2</c:v>
                </c:pt>
                <c:pt idx="371">
                  <c:v>1.0500000000035925E-2</c:v>
                </c:pt>
                <c:pt idx="372">
                  <c:v>1.0600000000010823E-2</c:v>
                </c:pt>
                <c:pt idx="373">
                  <c:v>1.0600000000010823E-2</c:v>
                </c:pt>
                <c:pt idx="374">
                  <c:v>1.0700000000042564E-2</c:v>
                </c:pt>
                <c:pt idx="375">
                  <c:v>1.0700000000042564E-2</c:v>
                </c:pt>
                <c:pt idx="376">
                  <c:v>1.0700000000042564E-2</c:v>
                </c:pt>
                <c:pt idx="377">
                  <c:v>1.0700000000042564E-2</c:v>
                </c:pt>
                <c:pt idx="378">
                  <c:v>1.0700000000042564E-2</c:v>
                </c:pt>
                <c:pt idx="379">
                  <c:v>1.0700000000042564E-2</c:v>
                </c:pt>
                <c:pt idx="380">
                  <c:v>1.0700000000042564E-2</c:v>
                </c:pt>
                <c:pt idx="381">
                  <c:v>1.0700000000042564E-2</c:v>
                </c:pt>
                <c:pt idx="382">
                  <c:v>1.0700000000042564E-2</c:v>
                </c:pt>
                <c:pt idx="383">
                  <c:v>1.0700000000042564E-2</c:v>
                </c:pt>
                <c:pt idx="384">
                  <c:v>1.0800000000017462E-2</c:v>
                </c:pt>
                <c:pt idx="385">
                  <c:v>1.0800000000017462E-2</c:v>
                </c:pt>
                <c:pt idx="386">
                  <c:v>1.0800000000017462E-2</c:v>
                </c:pt>
                <c:pt idx="387">
                  <c:v>1.0800000000017462E-2</c:v>
                </c:pt>
                <c:pt idx="388">
                  <c:v>1.0800000000017462E-2</c:v>
                </c:pt>
                <c:pt idx="389">
                  <c:v>1.0800000000017462E-2</c:v>
                </c:pt>
                <c:pt idx="390">
                  <c:v>1.0800000000017462E-2</c:v>
                </c:pt>
                <c:pt idx="391">
                  <c:v>1.0800000000017462E-2</c:v>
                </c:pt>
                <c:pt idx="392">
                  <c:v>1.0800000000017462E-2</c:v>
                </c:pt>
                <c:pt idx="393">
                  <c:v>1.0800000000017462E-2</c:v>
                </c:pt>
                <c:pt idx="394">
                  <c:v>1.0800000000017462E-2</c:v>
                </c:pt>
                <c:pt idx="395">
                  <c:v>1.0800000000017462E-2</c:v>
                </c:pt>
                <c:pt idx="396">
                  <c:v>1.0800000000017462E-2</c:v>
                </c:pt>
                <c:pt idx="397">
                  <c:v>1.0800000000017462E-2</c:v>
                </c:pt>
                <c:pt idx="398">
                  <c:v>1.0800000000017462E-2</c:v>
                </c:pt>
                <c:pt idx="399">
                  <c:v>1.0800000000017462E-2</c:v>
                </c:pt>
                <c:pt idx="400">
                  <c:v>1.0800000000017462E-2</c:v>
                </c:pt>
                <c:pt idx="401">
                  <c:v>1.0800000000017462E-2</c:v>
                </c:pt>
                <c:pt idx="402">
                  <c:v>1.0800000000017462E-2</c:v>
                </c:pt>
                <c:pt idx="403">
                  <c:v>1.0800000000017462E-2</c:v>
                </c:pt>
                <c:pt idx="404">
                  <c:v>1.0800000000017462E-2</c:v>
                </c:pt>
                <c:pt idx="405">
                  <c:v>1.0800000000017462E-2</c:v>
                </c:pt>
                <c:pt idx="406">
                  <c:v>1.0800000000017462E-2</c:v>
                </c:pt>
                <c:pt idx="407">
                  <c:v>1.0800000000017462E-2</c:v>
                </c:pt>
                <c:pt idx="408">
                  <c:v>1.0800000000017462E-2</c:v>
                </c:pt>
                <c:pt idx="409">
                  <c:v>1.0800000000017462E-2</c:v>
                </c:pt>
                <c:pt idx="410">
                  <c:v>1.0800000000017462E-2</c:v>
                </c:pt>
                <c:pt idx="411">
                  <c:v>1.0800000000017462E-2</c:v>
                </c:pt>
                <c:pt idx="412">
                  <c:v>1.0800000000017462E-2</c:v>
                </c:pt>
                <c:pt idx="413">
                  <c:v>1.0800000000017462E-2</c:v>
                </c:pt>
                <c:pt idx="414">
                  <c:v>1.0800000000017462E-2</c:v>
                </c:pt>
                <c:pt idx="415">
                  <c:v>1.0800000000017462E-2</c:v>
                </c:pt>
                <c:pt idx="416">
                  <c:v>1.0800000000017462E-2</c:v>
                </c:pt>
                <c:pt idx="417">
                  <c:v>1.0800000000017462E-2</c:v>
                </c:pt>
                <c:pt idx="418">
                  <c:v>1.0800000000017462E-2</c:v>
                </c:pt>
                <c:pt idx="419">
                  <c:v>1.0800000000017462E-2</c:v>
                </c:pt>
                <c:pt idx="420">
                  <c:v>1.0800000000017462E-2</c:v>
                </c:pt>
                <c:pt idx="421">
                  <c:v>1.0800000000017462E-2</c:v>
                </c:pt>
                <c:pt idx="422">
                  <c:v>1.0800000000017462E-2</c:v>
                </c:pt>
                <c:pt idx="423">
                  <c:v>1.0800000000017462E-2</c:v>
                </c:pt>
                <c:pt idx="424">
                  <c:v>1.0800000000017462E-2</c:v>
                </c:pt>
                <c:pt idx="425">
                  <c:v>1.0800000000017462E-2</c:v>
                </c:pt>
                <c:pt idx="426">
                  <c:v>1.0800000000017462E-2</c:v>
                </c:pt>
                <c:pt idx="427">
                  <c:v>1.089999999999236E-2</c:v>
                </c:pt>
                <c:pt idx="428">
                  <c:v>1.089999999999236E-2</c:v>
                </c:pt>
                <c:pt idx="429">
                  <c:v>1.089999999999236E-2</c:v>
                </c:pt>
                <c:pt idx="430">
                  <c:v>1.089999999999236E-2</c:v>
                </c:pt>
                <c:pt idx="431">
                  <c:v>1.089999999999236E-2</c:v>
                </c:pt>
                <c:pt idx="432">
                  <c:v>1.1000000000024102E-2</c:v>
                </c:pt>
                <c:pt idx="433">
                  <c:v>1.1000000000024102E-2</c:v>
                </c:pt>
                <c:pt idx="434">
                  <c:v>1.1000000000024102E-2</c:v>
                </c:pt>
                <c:pt idx="435">
                  <c:v>1.1000000000024102E-2</c:v>
                </c:pt>
                <c:pt idx="436">
                  <c:v>1.1000000000024102E-2</c:v>
                </c:pt>
                <c:pt idx="437">
                  <c:v>1.1000000000024102E-2</c:v>
                </c:pt>
                <c:pt idx="438">
                  <c:v>1.1000000000024102E-2</c:v>
                </c:pt>
                <c:pt idx="439">
                  <c:v>1.1000000000024102E-2</c:v>
                </c:pt>
                <c:pt idx="440">
                  <c:v>1.1000000000024102E-2</c:v>
                </c:pt>
                <c:pt idx="441">
                  <c:v>1.1000000000024102E-2</c:v>
                </c:pt>
                <c:pt idx="442">
                  <c:v>1.1000000000024102E-2</c:v>
                </c:pt>
                <c:pt idx="443">
                  <c:v>1.1000000000024102E-2</c:v>
                </c:pt>
                <c:pt idx="444">
                  <c:v>1.1000000000024102E-2</c:v>
                </c:pt>
                <c:pt idx="445">
                  <c:v>1.1000000000024102E-2</c:v>
                </c:pt>
                <c:pt idx="446">
                  <c:v>1.1000000000024102E-2</c:v>
                </c:pt>
                <c:pt idx="447">
                  <c:v>1.1000000000024102E-2</c:v>
                </c:pt>
                <c:pt idx="448">
                  <c:v>1.1000000000024102E-2</c:v>
                </c:pt>
                <c:pt idx="449">
                  <c:v>1.1000000000024102E-2</c:v>
                </c:pt>
                <c:pt idx="450">
                  <c:v>1.1000000000024102E-2</c:v>
                </c:pt>
                <c:pt idx="451">
                  <c:v>1.1000000000024102E-2</c:v>
                </c:pt>
                <c:pt idx="452">
                  <c:v>1.1000000000024102E-2</c:v>
                </c:pt>
                <c:pt idx="453">
                  <c:v>1.1000000000024102E-2</c:v>
                </c:pt>
                <c:pt idx="454">
                  <c:v>1.1000000000024102E-2</c:v>
                </c:pt>
                <c:pt idx="455">
                  <c:v>1.1000000000024102E-2</c:v>
                </c:pt>
                <c:pt idx="456">
                  <c:v>1.1000000000024102E-2</c:v>
                </c:pt>
                <c:pt idx="457">
                  <c:v>1.1099999999999E-2</c:v>
                </c:pt>
                <c:pt idx="458">
                  <c:v>1.1099999999999E-2</c:v>
                </c:pt>
                <c:pt idx="459">
                  <c:v>1.1099999999999E-2</c:v>
                </c:pt>
                <c:pt idx="460">
                  <c:v>1.1099999999999E-2</c:v>
                </c:pt>
                <c:pt idx="461">
                  <c:v>1.1099999999999E-2</c:v>
                </c:pt>
                <c:pt idx="462">
                  <c:v>1.1099999999999E-2</c:v>
                </c:pt>
                <c:pt idx="463">
                  <c:v>1.1099999999999E-2</c:v>
                </c:pt>
                <c:pt idx="464">
                  <c:v>1.1099999999999E-2</c:v>
                </c:pt>
                <c:pt idx="465">
                  <c:v>1.1099999999999E-2</c:v>
                </c:pt>
                <c:pt idx="466">
                  <c:v>1.1099999999999E-2</c:v>
                </c:pt>
                <c:pt idx="467">
                  <c:v>1.1099999999999E-2</c:v>
                </c:pt>
                <c:pt idx="468">
                  <c:v>1.1099999999999E-2</c:v>
                </c:pt>
                <c:pt idx="469">
                  <c:v>1.1099999999999E-2</c:v>
                </c:pt>
                <c:pt idx="470">
                  <c:v>1.1099999999999E-2</c:v>
                </c:pt>
                <c:pt idx="471">
                  <c:v>1.1099999999999E-2</c:v>
                </c:pt>
                <c:pt idx="472">
                  <c:v>1.1099999999999E-2</c:v>
                </c:pt>
                <c:pt idx="473">
                  <c:v>1.1099999999999E-2</c:v>
                </c:pt>
                <c:pt idx="474">
                  <c:v>1.1099999999999E-2</c:v>
                </c:pt>
                <c:pt idx="475">
                  <c:v>1.1200000000030741E-2</c:v>
                </c:pt>
                <c:pt idx="476">
                  <c:v>1.1200000000030741E-2</c:v>
                </c:pt>
                <c:pt idx="477">
                  <c:v>1.1200000000030741E-2</c:v>
                </c:pt>
                <c:pt idx="478">
                  <c:v>1.1200000000030741E-2</c:v>
                </c:pt>
                <c:pt idx="479">
                  <c:v>1.1300000000005639E-2</c:v>
                </c:pt>
                <c:pt idx="480">
                  <c:v>1.1300000000005639E-2</c:v>
                </c:pt>
                <c:pt idx="481">
                  <c:v>1.1300000000005639E-2</c:v>
                </c:pt>
                <c:pt idx="482">
                  <c:v>1.1200000000030741E-2</c:v>
                </c:pt>
                <c:pt idx="483">
                  <c:v>1.1200000000030741E-2</c:v>
                </c:pt>
                <c:pt idx="484">
                  <c:v>1.1200000000030741E-2</c:v>
                </c:pt>
                <c:pt idx="485">
                  <c:v>1.1200000000030741E-2</c:v>
                </c:pt>
                <c:pt idx="486">
                  <c:v>1.1200000000030741E-2</c:v>
                </c:pt>
                <c:pt idx="487">
                  <c:v>1.1200000000030741E-2</c:v>
                </c:pt>
                <c:pt idx="488">
                  <c:v>1.1200000000030741E-2</c:v>
                </c:pt>
                <c:pt idx="489">
                  <c:v>1.1200000000030741E-2</c:v>
                </c:pt>
                <c:pt idx="490">
                  <c:v>1.1200000000030741E-2</c:v>
                </c:pt>
                <c:pt idx="491">
                  <c:v>1.1200000000030741E-2</c:v>
                </c:pt>
                <c:pt idx="492">
                  <c:v>1.1200000000030741E-2</c:v>
                </c:pt>
                <c:pt idx="493">
                  <c:v>1.1200000000030741E-2</c:v>
                </c:pt>
                <c:pt idx="494">
                  <c:v>1.1200000000030741E-2</c:v>
                </c:pt>
                <c:pt idx="495">
                  <c:v>1.1200000000030741E-2</c:v>
                </c:pt>
                <c:pt idx="496">
                  <c:v>1.1300000000005639E-2</c:v>
                </c:pt>
                <c:pt idx="497">
                  <c:v>1.1300000000005639E-2</c:v>
                </c:pt>
                <c:pt idx="498">
                  <c:v>1.1300000000005639E-2</c:v>
                </c:pt>
                <c:pt idx="499">
                  <c:v>1.1200000000030741E-2</c:v>
                </c:pt>
                <c:pt idx="500">
                  <c:v>1.1099999999999E-2</c:v>
                </c:pt>
                <c:pt idx="501">
                  <c:v>1.1000000000024102E-2</c:v>
                </c:pt>
                <c:pt idx="502">
                  <c:v>1.089999999999236E-2</c:v>
                </c:pt>
                <c:pt idx="503">
                  <c:v>1.089999999999236E-2</c:v>
                </c:pt>
                <c:pt idx="504">
                  <c:v>1.0800000000017462E-2</c:v>
                </c:pt>
                <c:pt idx="505">
                  <c:v>1.0800000000017462E-2</c:v>
                </c:pt>
                <c:pt idx="506">
                  <c:v>1.0800000000017462E-2</c:v>
                </c:pt>
                <c:pt idx="507">
                  <c:v>1.0700000000042564E-2</c:v>
                </c:pt>
                <c:pt idx="508">
                  <c:v>1.0700000000042564E-2</c:v>
                </c:pt>
                <c:pt idx="509">
                  <c:v>1.0700000000042564E-2</c:v>
                </c:pt>
                <c:pt idx="510">
                  <c:v>1.0700000000042564E-2</c:v>
                </c:pt>
                <c:pt idx="511">
                  <c:v>1.0700000000042564E-2</c:v>
                </c:pt>
                <c:pt idx="512">
                  <c:v>1.0700000000042564E-2</c:v>
                </c:pt>
                <c:pt idx="513">
                  <c:v>1.0700000000042564E-2</c:v>
                </c:pt>
                <c:pt idx="514">
                  <c:v>1.0600000000010823E-2</c:v>
                </c:pt>
                <c:pt idx="515">
                  <c:v>1.0600000000010823E-2</c:v>
                </c:pt>
                <c:pt idx="516">
                  <c:v>1.0600000000010823E-2</c:v>
                </c:pt>
                <c:pt idx="517">
                  <c:v>1.0600000000010823E-2</c:v>
                </c:pt>
                <c:pt idx="518">
                  <c:v>1.0600000000010823E-2</c:v>
                </c:pt>
                <c:pt idx="519">
                  <c:v>1.0600000000010823E-2</c:v>
                </c:pt>
                <c:pt idx="520">
                  <c:v>1.0600000000010823E-2</c:v>
                </c:pt>
                <c:pt idx="521">
                  <c:v>1.0600000000010823E-2</c:v>
                </c:pt>
                <c:pt idx="522">
                  <c:v>1.0600000000010823E-2</c:v>
                </c:pt>
                <c:pt idx="523">
                  <c:v>1.0600000000010823E-2</c:v>
                </c:pt>
                <c:pt idx="524">
                  <c:v>1.0600000000010823E-2</c:v>
                </c:pt>
                <c:pt idx="525">
                  <c:v>1.0600000000010823E-2</c:v>
                </c:pt>
                <c:pt idx="526">
                  <c:v>1.0600000000010823E-2</c:v>
                </c:pt>
                <c:pt idx="527">
                  <c:v>1.0600000000010823E-2</c:v>
                </c:pt>
                <c:pt idx="528">
                  <c:v>1.0500000000035925E-2</c:v>
                </c:pt>
                <c:pt idx="529">
                  <c:v>1.0500000000035925E-2</c:v>
                </c:pt>
                <c:pt idx="530">
                  <c:v>1.0600000000010823E-2</c:v>
                </c:pt>
                <c:pt idx="531">
                  <c:v>1.0600000000010823E-2</c:v>
                </c:pt>
                <c:pt idx="532">
                  <c:v>1.0700000000042564E-2</c:v>
                </c:pt>
              </c:numCache>
            </c:numRef>
          </c:yVal>
          <c:smooth val="1"/>
          <c:extLst>
            <c:ext xmlns:c16="http://schemas.microsoft.com/office/drawing/2014/chart" uri="{C3380CC4-5D6E-409C-BE32-E72D297353CC}">
              <c16:uniqueId val="{00000006-1510-4437-9CAD-7ED8315A59D8}"/>
            </c:ext>
          </c:extLst>
        </c:ser>
        <c:ser>
          <c:idx val="7"/>
          <c:order val="7"/>
          <c:tx>
            <c:strRef>
              <c:f>SM50000_TEMPSoc5l2_50000!$OV$1</c:f>
              <c:strCache>
                <c:ptCount val="1"/>
                <c:pt idx="0">
                  <c:v>TELE_SM_INTERIOR.267</c:v>
                </c:pt>
              </c:strCache>
            </c:strRef>
          </c:tx>
          <c:spPr>
            <a:ln w="19050" cap="rnd">
              <a:solidFill>
                <a:schemeClr val="accent2">
                  <a:lumMod val="60000"/>
                </a:schemeClr>
              </a:solidFill>
              <a:round/>
            </a:ln>
            <a:effectLst/>
          </c:spPr>
          <c:marker>
            <c:symbol val="circle"/>
            <c:size val="5"/>
            <c:spPr>
              <a:solidFill>
                <a:schemeClr val="accent2">
                  <a:lumMod val="60000"/>
                </a:schemeClr>
              </a:solidFill>
              <a:ln w="9525">
                <a:solidFill>
                  <a:schemeClr val="accent2">
                    <a:lumMod val="6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SM50000_TEMPSoc5l2_50000!$OV$2:$OV$536</c:f>
              <c:numCache>
                <c:formatCode>General</c:formatCode>
                <c:ptCount val="533"/>
                <c:pt idx="0">
                  <c:v>0</c:v>
                </c:pt>
                <c:pt idx="1">
                  <c:v>3.1000000000176442E-3</c:v>
                </c:pt>
                <c:pt idx="2">
                  <c:v>4.8000000000456566E-3</c:v>
                </c:pt>
                <c:pt idx="3">
                  <c:v>5.7000000000471118E-3</c:v>
                </c:pt>
                <c:pt idx="4">
                  <c:v>6.4000000000419277E-3</c:v>
                </c:pt>
                <c:pt idx="5">
                  <c:v>6.9000000000301043E-3</c:v>
                </c:pt>
                <c:pt idx="6">
                  <c:v>7.2000000000116415E-3</c:v>
                </c:pt>
                <c:pt idx="7">
                  <c:v>7.6000000000249202E-3</c:v>
                </c:pt>
                <c:pt idx="8">
                  <c:v>7.8000000000315595E-3</c:v>
                </c:pt>
                <c:pt idx="9">
                  <c:v>8.0000000000381988E-3</c:v>
                </c:pt>
                <c:pt idx="10">
                  <c:v>8.300000000019736E-3</c:v>
                </c:pt>
                <c:pt idx="11">
                  <c:v>8.399999999994634E-3</c:v>
                </c:pt>
                <c:pt idx="12">
                  <c:v>8.6000000000012733E-3</c:v>
                </c:pt>
                <c:pt idx="13">
                  <c:v>8.8000000000079126E-3</c:v>
                </c:pt>
                <c:pt idx="14">
                  <c:v>9.0000000000145519E-3</c:v>
                </c:pt>
                <c:pt idx="15">
                  <c:v>9.1000000000462933E-3</c:v>
                </c:pt>
                <c:pt idx="16">
                  <c:v>9.2999999999960892E-3</c:v>
                </c:pt>
                <c:pt idx="17">
                  <c:v>9.4000000000278305E-3</c:v>
                </c:pt>
                <c:pt idx="18">
                  <c:v>9.5000000000027285E-3</c:v>
                </c:pt>
                <c:pt idx="19">
                  <c:v>9.6000000000344698E-3</c:v>
                </c:pt>
                <c:pt idx="20">
                  <c:v>9.8000000000411092E-3</c:v>
                </c:pt>
                <c:pt idx="21">
                  <c:v>9.9000000000160071E-3</c:v>
                </c:pt>
                <c:pt idx="22">
                  <c:v>9.9999999999909051E-3</c:v>
                </c:pt>
                <c:pt idx="23">
                  <c:v>1.0100000000022646E-2</c:v>
                </c:pt>
                <c:pt idx="24">
                  <c:v>1.0100000000022646E-2</c:v>
                </c:pt>
                <c:pt idx="25">
                  <c:v>1.0199999999997544E-2</c:v>
                </c:pt>
                <c:pt idx="26">
                  <c:v>1.0300000000029286E-2</c:v>
                </c:pt>
                <c:pt idx="27">
                  <c:v>1.0199999999997544E-2</c:v>
                </c:pt>
                <c:pt idx="28">
                  <c:v>1.0100000000022646E-2</c:v>
                </c:pt>
                <c:pt idx="29">
                  <c:v>1.0100000000022646E-2</c:v>
                </c:pt>
                <c:pt idx="30">
                  <c:v>1.0100000000022646E-2</c:v>
                </c:pt>
                <c:pt idx="31">
                  <c:v>1.0100000000022646E-2</c:v>
                </c:pt>
                <c:pt idx="32">
                  <c:v>1.0100000000022646E-2</c:v>
                </c:pt>
                <c:pt idx="33">
                  <c:v>1.0199999999997544E-2</c:v>
                </c:pt>
                <c:pt idx="34">
                  <c:v>1.0199999999997544E-2</c:v>
                </c:pt>
                <c:pt idx="35">
                  <c:v>1.0199999999997544E-2</c:v>
                </c:pt>
                <c:pt idx="36">
                  <c:v>1.0300000000029286E-2</c:v>
                </c:pt>
                <c:pt idx="37">
                  <c:v>1.0300000000029286E-2</c:v>
                </c:pt>
                <c:pt idx="38">
                  <c:v>1.0300000000029286E-2</c:v>
                </c:pt>
                <c:pt idx="39">
                  <c:v>1.0300000000029286E-2</c:v>
                </c:pt>
                <c:pt idx="40">
                  <c:v>1.0400000000004184E-2</c:v>
                </c:pt>
                <c:pt idx="41">
                  <c:v>1.0400000000004184E-2</c:v>
                </c:pt>
                <c:pt idx="42">
                  <c:v>1.0400000000004184E-2</c:v>
                </c:pt>
                <c:pt idx="43">
                  <c:v>1.0400000000004184E-2</c:v>
                </c:pt>
                <c:pt idx="44">
                  <c:v>1.0400000000004184E-2</c:v>
                </c:pt>
                <c:pt idx="45">
                  <c:v>1.0500000000035925E-2</c:v>
                </c:pt>
                <c:pt idx="46">
                  <c:v>1.0500000000035925E-2</c:v>
                </c:pt>
                <c:pt idx="47">
                  <c:v>1.0500000000035925E-2</c:v>
                </c:pt>
                <c:pt idx="48">
                  <c:v>1.0500000000035925E-2</c:v>
                </c:pt>
                <c:pt idx="49">
                  <c:v>1.0500000000035925E-2</c:v>
                </c:pt>
                <c:pt idx="50">
                  <c:v>1.0500000000035925E-2</c:v>
                </c:pt>
                <c:pt idx="51">
                  <c:v>1.0500000000035925E-2</c:v>
                </c:pt>
                <c:pt idx="52">
                  <c:v>1.0500000000035925E-2</c:v>
                </c:pt>
                <c:pt idx="53">
                  <c:v>1.0500000000035925E-2</c:v>
                </c:pt>
                <c:pt idx="54">
                  <c:v>1.0600000000010823E-2</c:v>
                </c:pt>
                <c:pt idx="55">
                  <c:v>1.0600000000010823E-2</c:v>
                </c:pt>
                <c:pt idx="56">
                  <c:v>1.0600000000010823E-2</c:v>
                </c:pt>
                <c:pt idx="57">
                  <c:v>1.0600000000010823E-2</c:v>
                </c:pt>
                <c:pt idx="58">
                  <c:v>1.0700000000042564E-2</c:v>
                </c:pt>
                <c:pt idx="59">
                  <c:v>1.0800000000017462E-2</c:v>
                </c:pt>
                <c:pt idx="60">
                  <c:v>1.0800000000017462E-2</c:v>
                </c:pt>
                <c:pt idx="61">
                  <c:v>1.0800000000017462E-2</c:v>
                </c:pt>
                <c:pt idx="62">
                  <c:v>1.089999999999236E-2</c:v>
                </c:pt>
                <c:pt idx="63">
                  <c:v>1.089999999999236E-2</c:v>
                </c:pt>
                <c:pt idx="64">
                  <c:v>1.089999999999236E-2</c:v>
                </c:pt>
                <c:pt idx="65">
                  <c:v>1.089999999999236E-2</c:v>
                </c:pt>
                <c:pt idx="66">
                  <c:v>1.089999999999236E-2</c:v>
                </c:pt>
                <c:pt idx="67">
                  <c:v>1.089999999999236E-2</c:v>
                </c:pt>
                <c:pt idx="68">
                  <c:v>1.089999999999236E-2</c:v>
                </c:pt>
                <c:pt idx="69">
                  <c:v>1.089999999999236E-2</c:v>
                </c:pt>
                <c:pt idx="70">
                  <c:v>1.089999999999236E-2</c:v>
                </c:pt>
                <c:pt idx="71">
                  <c:v>1.089999999999236E-2</c:v>
                </c:pt>
                <c:pt idx="72">
                  <c:v>1.089999999999236E-2</c:v>
                </c:pt>
                <c:pt idx="73">
                  <c:v>1.089999999999236E-2</c:v>
                </c:pt>
                <c:pt idx="74">
                  <c:v>1.089999999999236E-2</c:v>
                </c:pt>
                <c:pt idx="75">
                  <c:v>1.089999999999236E-2</c:v>
                </c:pt>
                <c:pt idx="76">
                  <c:v>1.089999999999236E-2</c:v>
                </c:pt>
                <c:pt idx="77">
                  <c:v>1.089999999999236E-2</c:v>
                </c:pt>
                <c:pt idx="78">
                  <c:v>1.089999999999236E-2</c:v>
                </c:pt>
                <c:pt idx="79">
                  <c:v>1.1000000000024102E-2</c:v>
                </c:pt>
                <c:pt idx="80">
                  <c:v>1.1000000000024102E-2</c:v>
                </c:pt>
                <c:pt idx="81">
                  <c:v>1.1000000000024102E-2</c:v>
                </c:pt>
                <c:pt idx="82">
                  <c:v>1.1000000000024102E-2</c:v>
                </c:pt>
                <c:pt idx="83">
                  <c:v>1.1000000000024102E-2</c:v>
                </c:pt>
                <c:pt idx="84">
                  <c:v>1.1000000000024102E-2</c:v>
                </c:pt>
                <c:pt idx="85">
                  <c:v>1.1000000000024102E-2</c:v>
                </c:pt>
                <c:pt idx="86">
                  <c:v>1.1000000000024102E-2</c:v>
                </c:pt>
                <c:pt idx="87">
                  <c:v>1.1000000000024102E-2</c:v>
                </c:pt>
                <c:pt idx="88">
                  <c:v>1.1000000000024102E-2</c:v>
                </c:pt>
                <c:pt idx="89">
                  <c:v>1.1000000000024102E-2</c:v>
                </c:pt>
                <c:pt idx="90">
                  <c:v>1.1000000000024102E-2</c:v>
                </c:pt>
                <c:pt idx="91">
                  <c:v>1.1000000000024102E-2</c:v>
                </c:pt>
                <c:pt idx="92">
                  <c:v>1.1000000000024102E-2</c:v>
                </c:pt>
                <c:pt idx="93">
                  <c:v>1.1000000000024102E-2</c:v>
                </c:pt>
                <c:pt idx="94">
                  <c:v>1.1000000000024102E-2</c:v>
                </c:pt>
                <c:pt idx="95">
                  <c:v>1.1000000000024102E-2</c:v>
                </c:pt>
                <c:pt idx="96">
                  <c:v>1.1000000000024102E-2</c:v>
                </c:pt>
                <c:pt idx="97">
                  <c:v>1.1000000000024102E-2</c:v>
                </c:pt>
                <c:pt idx="98">
                  <c:v>1.1000000000024102E-2</c:v>
                </c:pt>
                <c:pt idx="99">
                  <c:v>1.1000000000024102E-2</c:v>
                </c:pt>
                <c:pt idx="100">
                  <c:v>1.1000000000024102E-2</c:v>
                </c:pt>
                <c:pt idx="101">
                  <c:v>1.1000000000024102E-2</c:v>
                </c:pt>
                <c:pt idx="102">
                  <c:v>1.1000000000024102E-2</c:v>
                </c:pt>
                <c:pt idx="103">
                  <c:v>1.1000000000024102E-2</c:v>
                </c:pt>
                <c:pt idx="104">
                  <c:v>1.1000000000024102E-2</c:v>
                </c:pt>
                <c:pt idx="105">
                  <c:v>1.1000000000024102E-2</c:v>
                </c:pt>
                <c:pt idx="106">
                  <c:v>1.1000000000024102E-2</c:v>
                </c:pt>
                <c:pt idx="107">
                  <c:v>1.1000000000024102E-2</c:v>
                </c:pt>
                <c:pt idx="108">
                  <c:v>1.1000000000024102E-2</c:v>
                </c:pt>
                <c:pt idx="109">
                  <c:v>1.1000000000024102E-2</c:v>
                </c:pt>
                <c:pt idx="110">
                  <c:v>1.1000000000024102E-2</c:v>
                </c:pt>
                <c:pt idx="111">
                  <c:v>1.1000000000024102E-2</c:v>
                </c:pt>
                <c:pt idx="112">
                  <c:v>1.1000000000024102E-2</c:v>
                </c:pt>
                <c:pt idx="113">
                  <c:v>1.1099999999999E-2</c:v>
                </c:pt>
                <c:pt idx="114">
                  <c:v>1.1099999999999E-2</c:v>
                </c:pt>
                <c:pt idx="115">
                  <c:v>1.1099999999999E-2</c:v>
                </c:pt>
                <c:pt idx="116">
                  <c:v>1.1099999999999E-2</c:v>
                </c:pt>
                <c:pt idx="117">
                  <c:v>1.1099999999999E-2</c:v>
                </c:pt>
                <c:pt idx="118">
                  <c:v>1.1099999999999E-2</c:v>
                </c:pt>
                <c:pt idx="119">
                  <c:v>1.1200000000030741E-2</c:v>
                </c:pt>
                <c:pt idx="120">
                  <c:v>1.1200000000030741E-2</c:v>
                </c:pt>
                <c:pt idx="121">
                  <c:v>1.1200000000030741E-2</c:v>
                </c:pt>
                <c:pt idx="122">
                  <c:v>1.1200000000030741E-2</c:v>
                </c:pt>
                <c:pt idx="123">
                  <c:v>1.1200000000030741E-2</c:v>
                </c:pt>
                <c:pt idx="124">
                  <c:v>1.1200000000030741E-2</c:v>
                </c:pt>
                <c:pt idx="125">
                  <c:v>1.1200000000030741E-2</c:v>
                </c:pt>
                <c:pt idx="126">
                  <c:v>1.1200000000030741E-2</c:v>
                </c:pt>
                <c:pt idx="127">
                  <c:v>1.1200000000030741E-2</c:v>
                </c:pt>
                <c:pt idx="128">
                  <c:v>1.1200000000030741E-2</c:v>
                </c:pt>
                <c:pt idx="129">
                  <c:v>1.1200000000030741E-2</c:v>
                </c:pt>
                <c:pt idx="130">
                  <c:v>1.1200000000030741E-2</c:v>
                </c:pt>
                <c:pt idx="131">
                  <c:v>1.1200000000030741E-2</c:v>
                </c:pt>
                <c:pt idx="132">
                  <c:v>1.1200000000030741E-2</c:v>
                </c:pt>
                <c:pt idx="133">
                  <c:v>1.1200000000030741E-2</c:v>
                </c:pt>
                <c:pt idx="134">
                  <c:v>1.1200000000030741E-2</c:v>
                </c:pt>
                <c:pt idx="135">
                  <c:v>1.1200000000030741E-2</c:v>
                </c:pt>
                <c:pt idx="136">
                  <c:v>1.1200000000030741E-2</c:v>
                </c:pt>
                <c:pt idx="137">
                  <c:v>1.1200000000030741E-2</c:v>
                </c:pt>
                <c:pt idx="138">
                  <c:v>1.1200000000030741E-2</c:v>
                </c:pt>
                <c:pt idx="139">
                  <c:v>1.1200000000030741E-2</c:v>
                </c:pt>
                <c:pt idx="140">
                  <c:v>1.1200000000030741E-2</c:v>
                </c:pt>
                <c:pt idx="141">
                  <c:v>1.1200000000030741E-2</c:v>
                </c:pt>
                <c:pt idx="142">
                  <c:v>1.1200000000030741E-2</c:v>
                </c:pt>
                <c:pt idx="143">
                  <c:v>1.1200000000030741E-2</c:v>
                </c:pt>
                <c:pt idx="144">
                  <c:v>1.1200000000030741E-2</c:v>
                </c:pt>
                <c:pt idx="145">
                  <c:v>1.1200000000030741E-2</c:v>
                </c:pt>
                <c:pt idx="146">
                  <c:v>1.1200000000030741E-2</c:v>
                </c:pt>
                <c:pt idx="147">
                  <c:v>1.1200000000030741E-2</c:v>
                </c:pt>
                <c:pt idx="148">
                  <c:v>1.1200000000030741E-2</c:v>
                </c:pt>
                <c:pt idx="149">
                  <c:v>1.1200000000030741E-2</c:v>
                </c:pt>
                <c:pt idx="150">
                  <c:v>1.1200000000030741E-2</c:v>
                </c:pt>
                <c:pt idx="151">
                  <c:v>1.1200000000030741E-2</c:v>
                </c:pt>
                <c:pt idx="152">
                  <c:v>1.1200000000030741E-2</c:v>
                </c:pt>
                <c:pt idx="153">
                  <c:v>1.1200000000030741E-2</c:v>
                </c:pt>
                <c:pt idx="154">
                  <c:v>1.1200000000030741E-2</c:v>
                </c:pt>
                <c:pt idx="155">
                  <c:v>1.1200000000030741E-2</c:v>
                </c:pt>
                <c:pt idx="156">
                  <c:v>1.1200000000030741E-2</c:v>
                </c:pt>
                <c:pt idx="157">
                  <c:v>1.1300000000005639E-2</c:v>
                </c:pt>
                <c:pt idx="158">
                  <c:v>1.1300000000005639E-2</c:v>
                </c:pt>
                <c:pt idx="159">
                  <c:v>1.140000000003738E-2</c:v>
                </c:pt>
                <c:pt idx="160">
                  <c:v>1.1500000000012278E-2</c:v>
                </c:pt>
                <c:pt idx="161">
                  <c:v>1.1500000000012278E-2</c:v>
                </c:pt>
                <c:pt idx="162">
                  <c:v>1.1500000000012278E-2</c:v>
                </c:pt>
                <c:pt idx="163">
                  <c:v>1.1500000000012278E-2</c:v>
                </c:pt>
                <c:pt idx="164">
                  <c:v>1.1500000000012278E-2</c:v>
                </c:pt>
                <c:pt idx="165">
                  <c:v>1.1500000000012278E-2</c:v>
                </c:pt>
                <c:pt idx="166">
                  <c:v>1.1500000000012278E-2</c:v>
                </c:pt>
                <c:pt idx="167">
                  <c:v>1.1500000000012278E-2</c:v>
                </c:pt>
                <c:pt idx="168">
                  <c:v>1.1500000000012278E-2</c:v>
                </c:pt>
                <c:pt idx="169">
                  <c:v>1.1500000000012278E-2</c:v>
                </c:pt>
                <c:pt idx="170">
                  <c:v>1.1500000000012278E-2</c:v>
                </c:pt>
                <c:pt idx="171">
                  <c:v>1.1500000000012278E-2</c:v>
                </c:pt>
                <c:pt idx="172">
                  <c:v>1.1500000000012278E-2</c:v>
                </c:pt>
                <c:pt idx="173">
                  <c:v>1.1500000000012278E-2</c:v>
                </c:pt>
                <c:pt idx="174">
                  <c:v>1.1500000000012278E-2</c:v>
                </c:pt>
                <c:pt idx="175">
                  <c:v>1.1500000000012278E-2</c:v>
                </c:pt>
                <c:pt idx="176">
                  <c:v>1.1500000000012278E-2</c:v>
                </c:pt>
                <c:pt idx="177">
                  <c:v>1.1500000000012278E-2</c:v>
                </c:pt>
                <c:pt idx="178">
                  <c:v>1.1500000000012278E-2</c:v>
                </c:pt>
                <c:pt idx="179">
                  <c:v>1.1500000000012278E-2</c:v>
                </c:pt>
                <c:pt idx="180">
                  <c:v>1.1500000000012278E-2</c:v>
                </c:pt>
                <c:pt idx="181">
                  <c:v>1.1500000000012278E-2</c:v>
                </c:pt>
                <c:pt idx="182">
                  <c:v>1.1500000000012278E-2</c:v>
                </c:pt>
                <c:pt idx="183">
                  <c:v>1.140000000003738E-2</c:v>
                </c:pt>
                <c:pt idx="184">
                  <c:v>1.1200000000030741E-2</c:v>
                </c:pt>
                <c:pt idx="185">
                  <c:v>1.1099999999999E-2</c:v>
                </c:pt>
                <c:pt idx="186">
                  <c:v>1.1000000000024102E-2</c:v>
                </c:pt>
                <c:pt idx="187">
                  <c:v>1.1000000000024102E-2</c:v>
                </c:pt>
                <c:pt idx="188">
                  <c:v>1.089999999999236E-2</c:v>
                </c:pt>
                <c:pt idx="189">
                  <c:v>1.089999999999236E-2</c:v>
                </c:pt>
                <c:pt idx="190">
                  <c:v>1.089999999999236E-2</c:v>
                </c:pt>
                <c:pt idx="191">
                  <c:v>1.089999999999236E-2</c:v>
                </c:pt>
                <c:pt idx="192">
                  <c:v>1.089999999999236E-2</c:v>
                </c:pt>
                <c:pt idx="193">
                  <c:v>1.089999999999236E-2</c:v>
                </c:pt>
                <c:pt idx="194">
                  <c:v>1.089999999999236E-2</c:v>
                </c:pt>
                <c:pt idx="195">
                  <c:v>1.089999999999236E-2</c:v>
                </c:pt>
                <c:pt idx="196">
                  <c:v>1.0800000000017462E-2</c:v>
                </c:pt>
                <c:pt idx="197">
                  <c:v>1.0800000000017462E-2</c:v>
                </c:pt>
                <c:pt idx="198">
                  <c:v>1.0800000000017462E-2</c:v>
                </c:pt>
                <c:pt idx="199">
                  <c:v>1.0800000000017462E-2</c:v>
                </c:pt>
                <c:pt idx="200">
                  <c:v>1.0800000000017462E-2</c:v>
                </c:pt>
                <c:pt idx="201">
                  <c:v>1.0800000000017462E-2</c:v>
                </c:pt>
                <c:pt idx="202">
                  <c:v>1.0800000000017462E-2</c:v>
                </c:pt>
                <c:pt idx="203">
                  <c:v>1.0800000000017462E-2</c:v>
                </c:pt>
                <c:pt idx="204">
                  <c:v>1.0800000000017462E-2</c:v>
                </c:pt>
                <c:pt idx="205">
                  <c:v>1.0800000000017462E-2</c:v>
                </c:pt>
                <c:pt idx="206">
                  <c:v>1.0800000000017462E-2</c:v>
                </c:pt>
                <c:pt idx="207">
                  <c:v>1.0800000000017462E-2</c:v>
                </c:pt>
                <c:pt idx="208">
                  <c:v>1.0800000000017462E-2</c:v>
                </c:pt>
                <c:pt idx="209">
                  <c:v>1.0800000000017462E-2</c:v>
                </c:pt>
                <c:pt idx="210">
                  <c:v>1.0800000000017462E-2</c:v>
                </c:pt>
                <c:pt idx="211">
                  <c:v>1.0800000000017462E-2</c:v>
                </c:pt>
                <c:pt idx="212">
                  <c:v>1.0700000000042564E-2</c:v>
                </c:pt>
                <c:pt idx="213">
                  <c:v>1.0700000000042564E-2</c:v>
                </c:pt>
                <c:pt idx="214">
                  <c:v>1.0800000000017462E-2</c:v>
                </c:pt>
                <c:pt idx="215">
                  <c:v>1.089999999999236E-2</c:v>
                </c:pt>
                <c:pt idx="216">
                  <c:v>1.089999999999236E-2</c:v>
                </c:pt>
                <c:pt idx="217">
                  <c:v>1.1000000000024102E-2</c:v>
                </c:pt>
                <c:pt idx="218">
                  <c:v>1.1000000000024102E-2</c:v>
                </c:pt>
                <c:pt idx="219">
                  <c:v>1.1000000000024102E-2</c:v>
                </c:pt>
                <c:pt idx="220">
                  <c:v>1.1000000000024102E-2</c:v>
                </c:pt>
                <c:pt idx="221">
                  <c:v>1.1000000000024102E-2</c:v>
                </c:pt>
                <c:pt idx="222">
                  <c:v>1.1000000000024102E-2</c:v>
                </c:pt>
                <c:pt idx="223">
                  <c:v>1.1000000000024102E-2</c:v>
                </c:pt>
                <c:pt idx="224">
                  <c:v>1.1000000000024102E-2</c:v>
                </c:pt>
                <c:pt idx="225">
                  <c:v>1.1000000000024102E-2</c:v>
                </c:pt>
                <c:pt idx="226">
                  <c:v>1.1000000000024102E-2</c:v>
                </c:pt>
                <c:pt idx="227">
                  <c:v>1.1000000000024102E-2</c:v>
                </c:pt>
                <c:pt idx="228">
                  <c:v>1.1000000000024102E-2</c:v>
                </c:pt>
                <c:pt idx="229">
                  <c:v>1.1000000000024102E-2</c:v>
                </c:pt>
                <c:pt idx="230">
                  <c:v>1.1000000000024102E-2</c:v>
                </c:pt>
                <c:pt idx="231">
                  <c:v>1.1000000000024102E-2</c:v>
                </c:pt>
                <c:pt idx="232">
                  <c:v>1.1000000000024102E-2</c:v>
                </c:pt>
                <c:pt idx="233">
                  <c:v>1.1000000000024102E-2</c:v>
                </c:pt>
                <c:pt idx="234">
                  <c:v>1.1000000000024102E-2</c:v>
                </c:pt>
                <c:pt idx="235">
                  <c:v>1.1000000000024102E-2</c:v>
                </c:pt>
                <c:pt idx="236">
                  <c:v>1.1000000000024102E-2</c:v>
                </c:pt>
                <c:pt idx="237">
                  <c:v>1.1000000000024102E-2</c:v>
                </c:pt>
                <c:pt idx="238">
                  <c:v>1.1000000000024102E-2</c:v>
                </c:pt>
                <c:pt idx="239">
                  <c:v>1.1000000000024102E-2</c:v>
                </c:pt>
                <c:pt idx="240">
                  <c:v>1.1000000000024102E-2</c:v>
                </c:pt>
                <c:pt idx="241">
                  <c:v>1.1000000000024102E-2</c:v>
                </c:pt>
                <c:pt idx="242">
                  <c:v>1.1000000000024102E-2</c:v>
                </c:pt>
                <c:pt idx="243">
                  <c:v>1.1000000000024102E-2</c:v>
                </c:pt>
                <c:pt idx="244">
                  <c:v>1.1000000000024102E-2</c:v>
                </c:pt>
                <c:pt idx="245">
                  <c:v>1.1000000000024102E-2</c:v>
                </c:pt>
                <c:pt idx="246">
                  <c:v>1.1000000000024102E-2</c:v>
                </c:pt>
                <c:pt idx="247">
                  <c:v>1.1000000000024102E-2</c:v>
                </c:pt>
                <c:pt idx="248">
                  <c:v>1.1000000000024102E-2</c:v>
                </c:pt>
                <c:pt idx="249">
                  <c:v>1.1000000000024102E-2</c:v>
                </c:pt>
                <c:pt idx="250">
                  <c:v>1.1000000000024102E-2</c:v>
                </c:pt>
                <c:pt idx="251">
                  <c:v>1.1000000000024102E-2</c:v>
                </c:pt>
                <c:pt idx="252">
                  <c:v>1.1000000000024102E-2</c:v>
                </c:pt>
                <c:pt idx="253">
                  <c:v>1.1000000000024102E-2</c:v>
                </c:pt>
                <c:pt idx="254">
                  <c:v>1.1000000000024102E-2</c:v>
                </c:pt>
                <c:pt idx="255">
                  <c:v>1.1000000000024102E-2</c:v>
                </c:pt>
                <c:pt idx="256">
                  <c:v>1.1000000000024102E-2</c:v>
                </c:pt>
                <c:pt idx="257">
                  <c:v>1.1000000000024102E-2</c:v>
                </c:pt>
                <c:pt idx="258">
                  <c:v>1.1000000000024102E-2</c:v>
                </c:pt>
                <c:pt idx="259">
                  <c:v>1.1000000000024102E-2</c:v>
                </c:pt>
                <c:pt idx="260">
                  <c:v>1.1000000000024102E-2</c:v>
                </c:pt>
                <c:pt idx="261">
                  <c:v>1.1000000000024102E-2</c:v>
                </c:pt>
                <c:pt idx="262">
                  <c:v>1.1000000000024102E-2</c:v>
                </c:pt>
                <c:pt idx="263">
                  <c:v>1.1000000000024102E-2</c:v>
                </c:pt>
                <c:pt idx="264">
                  <c:v>1.1000000000024102E-2</c:v>
                </c:pt>
                <c:pt idx="265">
                  <c:v>1.1000000000024102E-2</c:v>
                </c:pt>
                <c:pt idx="266">
                  <c:v>1.1000000000024102E-2</c:v>
                </c:pt>
                <c:pt idx="267">
                  <c:v>1.1000000000024102E-2</c:v>
                </c:pt>
                <c:pt idx="268">
                  <c:v>1.1000000000024102E-2</c:v>
                </c:pt>
                <c:pt idx="269">
                  <c:v>1.1099999999999E-2</c:v>
                </c:pt>
                <c:pt idx="270">
                  <c:v>1.1099999999999E-2</c:v>
                </c:pt>
                <c:pt idx="271">
                  <c:v>1.1099999999999E-2</c:v>
                </c:pt>
                <c:pt idx="272">
                  <c:v>1.1099999999999E-2</c:v>
                </c:pt>
                <c:pt idx="273">
                  <c:v>1.1099999999999E-2</c:v>
                </c:pt>
                <c:pt idx="274">
                  <c:v>1.1099999999999E-2</c:v>
                </c:pt>
                <c:pt idx="275">
                  <c:v>1.1200000000030741E-2</c:v>
                </c:pt>
                <c:pt idx="276">
                  <c:v>1.1200000000030741E-2</c:v>
                </c:pt>
                <c:pt idx="277">
                  <c:v>1.1200000000030741E-2</c:v>
                </c:pt>
                <c:pt idx="278">
                  <c:v>1.1200000000030741E-2</c:v>
                </c:pt>
                <c:pt idx="279">
                  <c:v>1.1200000000030741E-2</c:v>
                </c:pt>
                <c:pt idx="280">
                  <c:v>1.1200000000030741E-2</c:v>
                </c:pt>
                <c:pt idx="281">
                  <c:v>1.1200000000030741E-2</c:v>
                </c:pt>
                <c:pt idx="282">
                  <c:v>1.1200000000030741E-2</c:v>
                </c:pt>
                <c:pt idx="283">
                  <c:v>1.1200000000030741E-2</c:v>
                </c:pt>
                <c:pt idx="284">
                  <c:v>1.1200000000030741E-2</c:v>
                </c:pt>
                <c:pt idx="285">
                  <c:v>1.1200000000030741E-2</c:v>
                </c:pt>
                <c:pt idx="286">
                  <c:v>1.1200000000030741E-2</c:v>
                </c:pt>
                <c:pt idx="287">
                  <c:v>1.1200000000030741E-2</c:v>
                </c:pt>
                <c:pt idx="288">
                  <c:v>1.1200000000030741E-2</c:v>
                </c:pt>
                <c:pt idx="289">
                  <c:v>1.1200000000030741E-2</c:v>
                </c:pt>
                <c:pt idx="290">
                  <c:v>1.1200000000030741E-2</c:v>
                </c:pt>
                <c:pt idx="291">
                  <c:v>1.1200000000030741E-2</c:v>
                </c:pt>
                <c:pt idx="292">
                  <c:v>1.1200000000030741E-2</c:v>
                </c:pt>
                <c:pt idx="293">
                  <c:v>1.1200000000030741E-2</c:v>
                </c:pt>
                <c:pt idx="294">
                  <c:v>1.1200000000030741E-2</c:v>
                </c:pt>
                <c:pt idx="295">
                  <c:v>1.1200000000030741E-2</c:v>
                </c:pt>
                <c:pt idx="296">
                  <c:v>1.1200000000030741E-2</c:v>
                </c:pt>
                <c:pt idx="297">
                  <c:v>1.1200000000030741E-2</c:v>
                </c:pt>
                <c:pt idx="298">
                  <c:v>1.1200000000030741E-2</c:v>
                </c:pt>
                <c:pt idx="299">
                  <c:v>1.1200000000030741E-2</c:v>
                </c:pt>
                <c:pt idx="300">
                  <c:v>1.1200000000030741E-2</c:v>
                </c:pt>
                <c:pt idx="301">
                  <c:v>1.1200000000030741E-2</c:v>
                </c:pt>
                <c:pt idx="302">
                  <c:v>1.1200000000030741E-2</c:v>
                </c:pt>
                <c:pt idx="303">
                  <c:v>1.1200000000030741E-2</c:v>
                </c:pt>
                <c:pt idx="304">
                  <c:v>1.1200000000030741E-2</c:v>
                </c:pt>
                <c:pt idx="305">
                  <c:v>1.1200000000030741E-2</c:v>
                </c:pt>
                <c:pt idx="306">
                  <c:v>1.1200000000030741E-2</c:v>
                </c:pt>
                <c:pt idx="307">
                  <c:v>1.1200000000030741E-2</c:v>
                </c:pt>
                <c:pt idx="308">
                  <c:v>1.1200000000030741E-2</c:v>
                </c:pt>
                <c:pt idx="309">
                  <c:v>1.1200000000030741E-2</c:v>
                </c:pt>
                <c:pt idx="310">
                  <c:v>1.1200000000030741E-2</c:v>
                </c:pt>
                <c:pt idx="311">
                  <c:v>1.1200000000030741E-2</c:v>
                </c:pt>
                <c:pt idx="312">
                  <c:v>1.1300000000005639E-2</c:v>
                </c:pt>
                <c:pt idx="313">
                  <c:v>1.1300000000005639E-2</c:v>
                </c:pt>
                <c:pt idx="314">
                  <c:v>1.1300000000005639E-2</c:v>
                </c:pt>
                <c:pt idx="315">
                  <c:v>1.140000000003738E-2</c:v>
                </c:pt>
                <c:pt idx="316">
                  <c:v>1.140000000003738E-2</c:v>
                </c:pt>
                <c:pt idx="317">
                  <c:v>1.1500000000012278E-2</c:v>
                </c:pt>
                <c:pt idx="318">
                  <c:v>1.1500000000012278E-2</c:v>
                </c:pt>
                <c:pt idx="319">
                  <c:v>1.1500000000012278E-2</c:v>
                </c:pt>
                <c:pt idx="320">
                  <c:v>1.1500000000012278E-2</c:v>
                </c:pt>
                <c:pt idx="321">
                  <c:v>1.1500000000012278E-2</c:v>
                </c:pt>
                <c:pt idx="322">
                  <c:v>1.1500000000012278E-2</c:v>
                </c:pt>
                <c:pt idx="323">
                  <c:v>1.1500000000012278E-2</c:v>
                </c:pt>
                <c:pt idx="324">
                  <c:v>1.1500000000012278E-2</c:v>
                </c:pt>
                <c:pt idx="325">
                  <c:v>1.1500000000012278E-2</c:v>
                </c:pt>
                <c:pt idx="326">
                  <c:v>1.1500000000012278E-2</c:v>
                </c:pt>
                <c:pt idx="327">
                  <c:v>1.1500000000012278E-2</c:v>
                </c:pt>
                <c:pt idx="328">
                  <c:v>1.1500000000012278E-2</c:v>
                </c:pt>
                <c:pt idx="329">
                  <c:v>1.1500000000012278E-2</c:v>
                </c:pt>
                <c:pt idx="330">
                  <c:v>1.1500000000012278E-2</c:v>
                </c:pt>
                <c:pt idx="331">
                  <c:v>1.1500000000012278E-2</c:v>
                </c:pt>
                <c:pt idx="332">
                  <c:v>1.1500000000012278E-2</c:v>
                </c:pt>
                <c:pt idx="333">
                  <c:v>1.1500000000012278E-2</c:v>
                </c:pt>
                <c:pt idx="334">
                  <c:v>1.1500000000012278E-2</c:v>
                </c:pt>
                <c:pt idx="335">
                  <c:v>1.1500000000012278E-2</c:v>
                </c:pt>
                <c:pt idx="336">
                  <c:v>1.1500000000012278E-2</c:v>
                </c:pt>
                <c:pt idx="337">
                  <c:v>1.1500000000012278E-2</c:v>
                </c:pt>
                <c:pt idx="338">
                  <c:v>1.1500000000012278E-2</c:v>
                </c:pt>
                <c:pt idx="339">
                  <c:v>1.1500000000012278E-2</c:v>
                </c:pt>
                <c:pt idx="340">
                  <c:v>1.140000000003738E-2</c:v>
                </c:pt>
                <c:pt idx="341">
                  <c:v>1.1200000000030741E-2</c:v>
                </c:pt>
                <c:pt idx="342">
                  <c:v>1.1099999999999E-2</c:v>
                </c:pt>
                <c:pt idx="343">
                  <c:v>1.1000000000024102E-2</c:v>
                </c:pt>
                <c:pt idx="344">
                  <c:v>1.1000000000024102E-2</c:v>
                </c:pt>
                <c:pt idx="345">
                  <c:v>1.089999999999236E-2</c:v>
                </c:pt>
                <c:pt idx="346">
                  <c:v>1.089999999999236E-2</c:v>
                </c:pt>
                <c:pt idx="347">
                  <c:v>1.089999999999236E-2</c:v>
                </c:pt>
                <c:pt idx="348">
                  <c:v>1.089999999999236E-2</c:v>
                </c:pt>
                <c:pt idx="349">
                  <c:v>1.089999999999236E-2</c:v>
                </c:pt>
                <c:pt idx="350">
                  <c:v>1.089999999999236E-2</c:v>
                </c:pt>
                <c:pt idx="351">
                  <c:v>1.089999999999236E-2</c:v>
                </c:pt>
                <c:pt idx="352">
                  <c:v>1.089999999999236E-2</c:v>
                </c:pt>
                <c:pt idx="353">
                  <c:v>1.0800000000017462E-2</c:v>
                </c:pt>
                <c:pt idx="354">
                  <c:v>1.0800000000017462E-2</c:v>
                </c:pt>
                <c:pt idx="355">
                  <c:v>1.0800000000017462E-2</c:v>
                </c:pt>
                <c:pt idx="356">
                  <c:v>1.0800000000017462E-2</c:v>
                </c:pt>
                <c:pt idx="357">
                  <c:v>1.0800000000017462E-2</c:v>
                </c:pt>
                <c:pt idx="358">
                  <c:v>1.0800000000017462E-2</c:v>
                </c:pt>
                <c:pt idx="359">
                  <c:v>1.0800000000017462E-2</c:v>
                </c:pt>
                <c:pt idx="360">
                  <c:v>1.0800000000017462E-2</c:v>
                </c:pt>
                <c:pt idx="361">
                  <c:v>1.0800000000017462E-2</c:v>
                </c:pt>
                <c:pt idx="362">
                  <c:v>1.0800000000017462E-2</c:v>
                </c:pt>
                <c:pt idx="363">
                  <c:v>1.0800000000017462E-2</c:v>
                </c:pt>
                <c:pt idx="364">
                  <c:v>1.0800000000017462E-2</c:v>
                </c:pt>
                <c:pt idx="365">
                  <c:v>1.0800000000017462E-2</c:v>
                </c:pt>
                <c:pt idx="366">
                  <c:v>1.0800000000017462E-2</c:v>
                </c:pt>
                <c:pt idx="367">
                  <c:v>1.0800000000017462E-2</c:v>
                </c:pt>
                <c:pt idx="368">
                  <c:v>1.0800000000017462E-2</c:v>
                </c:pt>
                <c:pt idx="369">
                  <c:v>1.0800000000017462E-2</c:v>
                </c:pt>
                <c:pt idx="370">
                  <c:v>1.0700000000042564E-2</c:v>
                </c:pt>
                <c:pt idx="371">
                  <c:v>1.0800000000017462E-2</c:v>
                </c:pt>
                <c:pt idx="372">
                  <c:v>1.0800000000017462E-2</c:v>
                </c:pt>
                <c:pt idx="373">
                  <c:v>1.089999999999236E-2</c:v>
                </c:pt>
                <c:pt idx="374">
                  <c:v>1.089999999999236E-2</c:v>
                </c:pt>
                <c:pt idx="375">
                  <c:v>1.1000000000024102E-2</c:v>
                </c:pt>
                <c:pt idx="376">
                  <c:v>1.1000000000024102E-2</c:v>
                </c:pt>
                <c:pt idx="377">
                  <c:v>1.1000000000024102E-2</c:v>
                </c:pt>
                <c:pt idx="378">
                  <c:v>1.1000000000024102E-2</c:v>
                </c:pt>
                <c:pt idx="379">
                  <c:v>1.1000000000024102E-2</c:v>
                </c:pt>
                <c:pt idx="380">
                  <c:v>1.1000000000024102E-2</c:v>
                </c:pt>
                <c:pt idx="381">
                  <c:v>1.1000000000024102E-2</c:v>
                </c:pt>
                <c:pt idx="382">
                  <c:v>1.1000000000024102E-2</c:v>
                </c:pt>
                <c:pt idx="383">
                  <c:v>1.1000000000024102E-2</c:v>
                </c:pt>
                <c:pt idx="384">
                  <c:v>1.1000000000024102E-2</c:v>
                </c:pt>
                <c:pt idx="385">
                  <c:v>1.1000000000024102E-2</c:v>
                </c:pt>
                <c:pt idx="386">
                  <c:v>1.1000000000024102E-2</c:v>
                </c:pt>
                <c:pt idx="387">
                  <c:v>1.1000000000024102E-2</c:v>
                </c:pt>
                <c:pt idx="388">
                  <c:v>1.1000000000024102E-2</c:v>
                </c:pt>
                <c:pt idx="389">
                  <c:v>1.1000000000024102E-2</c:v>
                </c:pt>
                <c:pt idx="390">
                  <c:v>1.1000000000024102E-2</c:v>
                </c:pt>
                <c:pt idx="391">
                  <c:v>1.1000000000024102E-2</c:v>
                </c:pt>
                <c:pt idx="392">
                  <c:v>1.1000000000024102E-2</c:v>
                </c:pt>
                <c:pt idx="393">
                  <c:v>1.1000000000024102E-2</c:v>
                </c:pt>
                <c:pt idx="394">
                  <c:v>1.1000000000024102E-2</c:v>
                </c:pt>
                <c:pt idx="395">
                  <c:v>1.1000000000024102E-2</c:v>
                </c:pt>
                <c:pt idx="396">
                  <c:v>1.1000000000024102E-2</c:v>
                </c:pt>
                <c:pt idx="397">
                  <c:v>1.1000000000024102E-2</c:v>
                </c:pt>
                <c:pt idx="398">
                  <c:v>1.1000000000024102E-2</c:v>
                </c:pt>
                <c:pt idx="399">
                  <c:v>1.1000000000024102E-2</c:v>
                </c:pt>
                <c:pt idx="400">
                  <c:v>1.1000000000024102E-2</c:v>
                </c:pt>
                <c:pt idx="401">
                  <c:v>1.1000000000024102E-2</c:v>
                </c:pt>
                <c:pt idx="402">
                  <c:v>1.1000000000024102E-2</c:v>
                </c:pt>
                <c:pt idx="403">
                  <c:v>1.1000000000024102E-2</c:v>
                </c:pt>
                <c:pt idx="404">
                  <c:v>1.1000000000024102E-2</c:v>
                </c:pt>
                <c:pt idx="405">
                  <c:v>1.1000000000024102E-2</c:v>
                </c:pt>
                <c:pt idx="406">
                  <c:v>1.1000000000024102E-2</c:v>
                </c:pt>
                <c:pt idx="407">
                  <c:v>1.1000000000024102E-2</c:v>
                </c:pt>
                <c:pt idx="408">
                  <c:v>1.1000000000024102E-2</c:v>
                </c:pt>
                <c:pt idx="409">
                  <c:v>1.1000000000024102E-2</c:v>
                </c:pt>
                <c:pt idx="410">
                  <c:v>1.1000000000024102E-2</c:v>
                </c:pt>
                <c:pt idx="411">
                  <c:v>1.1000000000024102E-2</c:v>
                </c:pt>
                <c:pt idx="412">
                  <c:v>1.1000000000024102E-2</c:v>
                </c:pt>
                <c:pt idx="413">
                  <c:v>1.1000000000024102E-2</c:v>
                </c:pt>
                <c:pt idx="414">
                  <c:v>1.1000000000024102E-2</c:v>
                </c:pt>
                <c:pt idx="415">
                  <c:v>1.1000000000024102E-2</c:v>
                </c:pt>
                <c:pt idx="416">
                  <c:v>1.1000000000024102E-2</c:v>
                </c:pt>
                <c:pt idx="417">
                  <c:v>1.1000000000024102E-2</c:v>
                </c:pt>
                <c:pt idx="418">
                  <c:v>1.1000000000024102E-2</c:v>
                </c:pt>
                <c:pt idx="419">
                  <c:v>1.1000000000024102E-2</c:v>
                </c:pt>
                <c:pt idx="420">
                  <c:v>1.1000000000024102E-2</c:v>
                </c:pt>
                <c:pt idx="421">
                  <c:v>1.1000000000024102E-2</c:v>
                </c:pt>
                <c:pt idx="422">
                  <c:v>1.1000000000024102E-2</c:v>
                </c:pt>
                <c:pt idx="423">
                  <c:v>1.1000000000024102E-2</c:v>
                </c:pt>
                <c:pt idx="424">
                  <c:v>1.1000000000024102E-2</c:v>
                </c:pt>
                <c:pt idx="425">
                  <c:v>1.1000000000024102E-2</c:v>
                </c:pt>
                <c:pt idx="426">
                  <c:v>1.1000000000024102E-2</c:v>
                </c:pt>
                <c:pt idx="427">
                  <c:v>1.1099999999999E-2</c:v>
                </c:pt>
                <c:pt idx="428">
                  <c:v>1.1099999999999E-2</c:v>
                </c:pt>
                <c:pt idx="429">
                  <c:v>1.1099999999999E-2</c:v>
                </c:pt>
                <c:pt idx="430">
                  <c:v>1.1099999999999E-2</c:v>
                </c:pt>
                <c:pt idx="431">
                  <c:v>1.1099999999999E-2</c:v>
                </c:pt>
                <c:pt idx="432">
                  <c:v>1.1099999999999E-2</c:v>
                </c:pt>
                <c:pt idx="433">
                  <c:v>1.1200000000030741E-2</c:v>
                </c:pt>
                <c:pt idx="434">
                  <c:v>1.1200000000030741E-2</c:v>
                </c:pt>
                <c:pt idx="435">
                  <c:v>1.1200000000030741E-2</c:v>
                </c:pt>
                <c:pt idx="436">
                  <c:v>1.1200000000030741E-2</c:v>
                </c:pt>
                <c:pt idx="437">
                  <c:v>1.1200000000030741E-2</c:v>
                </c:pt>
                <c:pt idx="438">
                  <c:v>1.1200000000030741E-2</c:v>
                </c:pt>
                <c:pt idx="439">
                  <c:v>1.1200000000030741E-2</c:v>
                </c:pt>
                <c:pt idx="440">
                  <c:v>1.1200000000030741E-2</c:v>
                </c:pt>
                <c:pt idx="441">
                  <c:v>1.1200000000030741E-2</c:v>
                </c:pt>
                <c:pt idx="442">
                  <c:v>1.1200000000030741E-2</c:v>
                </c:pt>
                <c:pt idx="443">
                  <c:v>1.1200000000030741E-2</c:v>
                </c:pt>
                <c:pt idx="444">
                  <c:v>1.1200000000030741E-2</c:v>
                </c:pt>
                <c:pt idx="445">
                  <c:v>1.1200000000030741E-2</c:v>
                </c:pt>
                <c:pt idx="446">
                  <c:v>1.1200000000030741E-2</c:v>
                </c:pt>
                <c:pt idx="447">
                  <c:v>1.1200000000030741E-2</c:v>
                </c:pt>
                <c:pt idx="448">
                  <c:v>1.1200000000030741E-2</c:v>
                </c:pt>
                <c:pt idx="449">
                  <c:v>1.1200000000030741E-2</c:v>
                </c:pt>
                <c:pt idx="450">
                  <c:v>1.1200000000030741E-2</c:v>
                </c:pt>
                <c:pt idx="451">
                  <c:v>1.1200000000030741E-2</c:v>
                </c:pt>
                <c:pt idx="452">
                  <c:v>1.1200000000030741E-2</c:v>
                </c:pt>
                <c:pt idx="453">
                  <c:v>1.1200000000030741E-2</c:v>
                </c:pt>
                <c:pt idx="454">
                  <c:v>1.1200000000030741E-2</c:v>
                </c:pt>
                <c:pt idx="455">
                  <c:v>1.1200000000030741E-2</c:v>
                </c:pt>
                <c:pt idx="456">
                  <c:v>1.1200000000030741E-2</c:v>
                </c:pt>
                <c:pt idx="457">
                  <c:v>1.1200000000030741E-2</c:v>
                </c:pt>
                <c:pt idx="458">
                  <c:v>1.1200000000030741E-2</c:v>
                </c:pt>
                <c:pt idx="459">
                  <c:v>1.1200000000030741E-2</c:v>
                </c:pt>
                <c:pt idx="460">
                  <c:v>1.1200000000030741E-2</c:v>
                </c:pt>
                <c:pt idx="461">
                  <c:v>1.1200000000030741E-2</c:v>
                </c:pt>
                <c:pt idx="462">
                  <c:v>1.1200000000030741E-2</c:v>
                </c:pt>
                <c:pt idx="463">
                  <c:v>1.1200000000030741E-2</c:v>
                </c:pt>
                <c:pt idx="464">
                  <c:v>1.1200000000030741E-2</c:v>
                </c:pt>
                <c:pt idx="465">
                  <c:v>1.1200000000030741E-2</c:v>
                </c:pt>
                <c:pt idx="466">
                  <c:v>1.1200000000030741E-2</c:v>
                </c:pt>
                <c:pt idx="467">
                  <c:v>1.1200000000030741E-2</c:v>
                </c:pt>
                <c:pt idx="468">
                  <c:v>1.1200000000030741E-2</c:v>
                </c:pt>
                <c:pt idx="469">
                  <c:v>1.1200000000030741E-2</c:v>
                </c:pt>
                <c:pt idx="470">
                  <c:v>1.1300000000005639E-2</c:v>
                </c:pt>
                <c:pt idx="471">
                  <c:v>1.1300000000005639E-2</c:v>
                </c:pt>
                <c:pt idx="472">
                  <c:v>1.1300000000005639E-2</c:v>
                </c:pt>
                <c:pt idx="473">
                  <c:v>1.1300000000005639E-2</c:v>
                </c:pt>
                <c:pt idx="474">
                  <c:v>1.140000000003738E-2</c:v>
                </c:pt>
                <c:pt idx="475">
                  <c:v>1.140000000003738E-2</c:v>
                </c:pt>
                <c:pt idx="476">
                  <c:v>1.1500000000012278E-2</c:v>
                </c:pt>
                <c:pt idx="477">
                  <c:v>1.1500000000012278E-2</c:v>
                </c:pt>
                <c:pt idx="478">
                  <c:v>1.1500000000012278E-2</c:v>
                </c:pt>
                <c:pt idx="479">
                  <c:v>1.1500000000012278E-2</c:v>
                </c:pt>
                <c:pt idx="480">
                  <c:v>1.1500000000012278E-2</c:v>
                </c:pt>
                <c:pt idx="481">
                  <c:v>1.1500000000012278E-2</c:v>
                </c:pt>
                <c:pt idx="482">
                  <c:v>1.1500000000012278E-2</c:v>
                </c:pt>
                <c:pt idx="483">
                  <c:v>1.1500000000012278E-2</c:v>
                </c:pt>
                <c:pt idx="484">
                  <c:v>1.1500000000012278E-2</c:v>
                </c:pt>
                <c:pt idx="485">
                  <c:v>1.1500000000012278E-2</c:v>
                </c:pt>
                <c:pt idx="486">
                  <c:v>1.1500000000012278E-2</c:v>
                </c:pt>
                <c:pt idx="487">
                  <c:v>1.1500000000012278E-2</c:v>
                </c:pt>
                <c:pt idx="488">
                  <c:v>1.1500000000012278E-2</c:v>
                </c:pt>
                <c:pt idx="489">
                  <c:v>1.1500000000012278E-2</c:v>
                </c:pt>
                <c:pt idx="490">
                  <c:v>1.1500000000012278E-2</c:v>
                </c:pt>
                <c:pt idx="491">
                  <c:v>1.1500000000012278E-2</c:v>
                </c:pt>
                <c:pt idx="492">
                  <c:v>1.1500000000012278E-2</c:v>
                </c:pt>
                <c:pt idx="493">
                  <c:v>1.1500000000012278E-2</c:v>
                </c:pt>
                <c:pt idx="494">
                  <c:v>1.1500000000012278E-2</c:v>
                </c:pt>
                <c:pt idx="495">
                  <c:v>1.1500000000012278E-2</c:v>
                </c:pt>
                <c:pt idx="496">
                  <c:v>1.1500000000012278E-2</c:v>
                </c:pt>
                <c:pt idx="497">
                  <c:v>1.1500000000012278E-2</c:v>
                </c:pt>
                <c:pt idx="498">
                  <c:v>1.1500000000012278E-2</c:v>
                </c:pt>
                <c:pt idx="499">
                  <c:v>1.1300000000005639E-2</c:v>
                </c:pt>
                <c:pt idx="500">
                  <c:v>1.1200000000030741E-2</c:v>
                </c:pt>
                <c:pt idx="501">
                  <c:v>1.1099999999999E-2</c:v>
                </c:pt>
                <c:pt idx="502">
                  <c:v>1.1000000000024102E-2</c:v>
                </c:pt>
                <c:pt idx="503">
                  <c:v>1.1000000000024102E-2</c:v>
                </c:pt>
                <c:pt idx="504">
                  <c:v>1.089999999999236E-2</c:v>
                </c:pt>
                <c:pt idx="505">
                  <c:v>1.089999999999236E-2</c:v>
                </c:pt>
                <c:pt idx="506">
                  <c:v>1.089999999999236E-2</c:v>
                </c:pt>
                <c:pt idx="507">
                  <c:v>1.089999999999236E-2</c:v>
                </c:pt>
                <c:pt idx="508">
                  <c:v>1.089999999999236E-2</c:v>
                </c:pt>
                <c:pt idx="509">
                  <c:v>1.089999999999236E-2</c:v>
                </c:pt>
                <c:pt idx="510">
                  <c:v>1.089999999999236E-2</c:v>
                </c:pt>
                <c:pt idx="511">
                  <c:v>1.089999999999236E-2</c:v>
                </c:pt>
                <c:pt idx="512">
                  <c:v>1.0800000000017462E-2</c:v>
                </c:pt>
                <c:pt idx="513">
                  <c:v>1.0800000000017462E-2</c:v>
                </c:pt>
                <c:pt idx="514">
                  <c:v>1.0800000000017462E-2</c:v>
                </c:pt>
                <c:pt idx="515">
                  <c:v>1.0800000000017462E-2</c:v>
                </c:pt>
                <c:pt idx="516">
                  <c:v>1.0800000000017462E-2</c:v>
                </c:pt>
                <c:pt idx="517">
                  <c:v>1.0800000000017462E-2</c:v>
                </c:pt>
                <c:pt idx="518">
                  <c:v>1.0800000000017462E-2</c:v>
                </c:pt>
                <c:pt idx="519">
                  <c:v>1.0800000000017462E-2</c:v>
                </c:pt>
                <c:pt idx="520">
                  <c:v>1.0800000000017462E-2</c:v>
                </c:pt>
                <c:pt idx="521">
                  <c:v>1.0800000000017462E-2</c:v>
                </c:pt>
                <c:pt idx="522">
                  <c:v>1.0800000000017462E-2</c:v>
                </c:pt>
                <c:pt idx="523">
                  <c:v>1.0800000000017462E-2</c:v>
                </c:pt>
                <c:pt idx="524">
                  <c:v>1.0800000000017462E-2</c:v>
                </c:pt>
                <c:pt idx="525">
                  <c:v>1.0800000000017462E-2</c:v>
                </c:pt>
                <c:pt idx="526">
                  <c:v>1.0800000000017462E-2</c:v>
                </c:pt>
                <c:pt idx="527">
                  <c:v>1.0800000000017462E-2</c:v>
                </c:pt>
                <c:pt idx="528">
                  <c:v>1.0700000000042564E-2</c:v>
                </c:pt>
                <c:pt idx="529">
                  <c:v>1.0800000000017462E-2</c:v>
                </c:pt>
                <c:pt idx="530">
                  <c:v>1.0800000000017462E-2</c:v>
                </c:pt>
                <c:pt idx="531">
                  <c:v>1.089999999999236E-2</c:v>
                </c:pt>
                <c:pt idx="532">
                  <c:v>1.089999999999236E-2</c:v>
                </c:pt>
              </c:numCache>
            </c:numRef>
          </c:yVal>
          <c:smooth val="1"/>
          <c:extLst>
            <c:ext xmlns:c16="http://schemas.microsoft.com/office/drawing/2014/chart" uri="{C3380CC4-5D6E-409C-BE32-E72D297353CC}">
              <c16:uniqueId val="{00000007-1510-4437-9CAD-7ED8315A59D8}"/>
            </c:ext>
          </c:extLst>
        </c:ser>
        <c:ser>
          <c:idx val="8"/>
          <c:order val="8"/>
          <c:tx>
            <c:strRef>
              <c:f>SM50000_TEMPSoc5l2_50000!$OW$1</c:f>
              <c:strCache>
                <c:ptCount val="1"/>
                <c:pt idx="0">
                  <c:v>TELE_SM_INTERIOR.268</c:v>
                </c:pt>
              </c:strCache>
            </c:strRef>
          </c:tx>
          <c:spPr>
            <a:ln w="19050" cap="rnd">
              <a:solidFill>
                <a:schemeClr val="accent3">
                  <a:lumMod val="60000"/>
                </a:schemeClr>
              </a:solidFill>
              <a:round/>
            </a:ln>
            <a:effectLst/>
          </c:spPr>
          <c:marker>
            <c:symbol val="circle"/>
            <c:size val="5"/>
            <c:spPr>
              <a:solidFill>
                <a:schemeClr val="accent3">
                  <a:lumMod val="60000"/>
                </a:schemeClr>
              </a:solidFill>
              <a:ln w="9525">
                <a:solidFill>
                  <a:schemeClr val="accent3">
                    <a:lumMod val="6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SM50000_TEMPSoc5l2_50000!$OW$2:$OW$536</c:f>
              <c:numCache>
                <c:formatCode>General</c:formatCode>
                <c:ptCount val="533"/>
                <c:pt idx="0">
                  <c:v>0</c:v>
                </c:pt>
                <c:pt idx="1">
                  <c:v>3.3999999999991815E-3</c:v>
                </c:pt>
                <c:pt idx="2">
                  <c:v>5.0000000000522959E-3</c:v>
                </c:pt>
                <c:pt idx="3">
                  <c:v>6.0000000000286491E-3</c:v>
                </c:pt>
                <c:pt idx="4">
                  <c:v>6.700000000023465E-3</c:v>
                </c:pt>
                <c:pt idx="5">
                  <c:v>7.1000000000367436E-3</c:v>
                </c:pt>
                <c:pt idx="6">
                  <c:v>7.5000000000500222E-3</c:v>
                </c:pt>
                <c:pt idx="7">
                  <c:v>7.8000000000315595E-3</c:v>
                </c:pt>
                <c:pt idx="8">
                  <c:v>8.1000000000130967E-3</c:v>
                </c:pt>
                <c:pt idx="9">
                  <c:v>8.300000000019736E-3</c:v>
                </c:pt>
                <c:pt idx="10">
                  <c:v>8.5000000000263753E-3</c:v>
                </c:pt>
                <c:pt idx="11">
                  <c:v>8.7000000000330147E-3</c:v>
                </c:pt>
                <c:pt idx="12">
                  <c:v>8.900000000039654E-3</c:v>
                </c:pt>
                <c:pt idx="13">
                  <c:v>9.1000000000462933E-3</c:v>
                </c:pt>
                <c:pt idx="14">
                  <c:v>9.3000000000529326E-3</c:v>
                </c:pt>
                <c:pt idx="15">
                  <c:v>9.4000000000278305E-3</c:v>
                </c:pt>
                <c:pt idx="16">
                  <c:v>9.6000000000344698E-3</c:v>
                </c:pt>
                <c:pt idx="17">
                  <c:v>9.7000000000093678E-3</c:v>
                </c:pt>
                <c:pt idx="18">
                  <c:v>9.8000000000411092E-3</c:v>
                </c:pt>
                <c:pt idx="19">
                  <c:v>9.9000000000160071E-3</c:v>
                </c:pt>
                <c:pt idx="20">
                  <c:v>1.0000000000047748E-2</c:v>
                </c:pt>
                <c:pt idx="21">
                  <c:v>1.0200000000054388E-2</c:v>
                </c:pt>
                <c:pt idx="22">
                  <c:v>1.0300000000029286E-2</c:v>
                </c:pt>
                <c:pt idx="23">
                  <c:v>1.0300000000029286E-2</c:v>
                </c:pt>
                <c:pt idx="24">
                  <c:v>1.0400000000004184E-2</c:v>
                </c:pt>
                <c:pt idx="25">
                  <c:v>1.0500000000035925E-2</c:v>
                </c:pt>
                <c:pt idx="26">
                  <c:v>1.0500000000035925E-2</c:v>
                </c:pt>
                <c:pt idx="27">
                  <c:v>1.0300000000029286E-2</c:v>
                </c:pt>
                <c:pt idx="28">
                  <c:v>1.0100000000022646E-2</c:v>
                </c:pt>
                <c:pt idx="29">
                  <c:v>1.0100000000022646E-2</c:v>
                </c:pt>
                <c:pt idx="30">
                  <c:v>1.0000000000047748E-2</c:v>
                </c:pt>
                <c:pt idx="31">
                  <c:v>1.0000000000047748E-2</c:v>
                </c:pt>
                <c:pt idx="32">
                  <c:v>1.0000000000047748E-2</c:v>
                </c:pt>
                <c:pt idx="33">
                  <c:v>1.0000000000047748E-2</c:v>
                </c:pt>
                <c:pt idx="34">
                  <c:v>1.0100000000022646E-2</c:v>
                </c:pt>
                <c:pt idx="35">
                  <c:v>1.0100000000022646E-2</c:v>
                </c:pt>
                <c:pt idx="36">
                  <c:v>1.0100000000022646E-2</c:v>
                </c:pt>
                <c:pt idx="37">
                  <c:v>1.0100000000022646E-2</c:v>
                </c:pt>
                <c:pt idx="38">
                  <c:v>1.0200000000054388E-2</c:v>
                </c:pt>
                <c:pt idx="39">
                  <c:v>1.0200000000054388E-2</c:v>
                </c:pt>
                <c:pt idx="40">
                  <c:v>1.0200000000054388E-2</c:v>
                </c:pt>
                <c:pt idx="41">
                  <c:v>1.0200000000054388E-2</c:v>
                </c:pt>
                <c:pt idx="42">
                  <c:v>1.0200000000054388E-2</c:v>
                </c:pt>
                <c:pt idx="43">
                  <c:v>1.0200000000054388E-2</c:v>
                </c:pt>
                <c:pt idx="44">
                  <c:v>1.0300000000029286E-2</c:v>
                </c:pt>
                <c:pt idx="45">
                  <c:v>1.0300000000029286E-2</c:v>
                </c:pt>
                <c:pt idx="46">
                  <c:v>1.0300000000029286E-2</c:v>
                </c:pt>
                <c:pt idx="47">
                  <c:v>1.0300000000029286E-2</c:v>
                </c:pt>
                <c:pt idx="48">
                  <c:v>1.0300000000029286E-2</c:v>
                </c:pt>
                <c:pt idx="49">
                  <c:v>1.0300000000029286E-2</c:v>
                </c:pt>
                <c:pt idx="50">
                  <c:v>1.0300000000029286E-2</c:v>
                </c:pt>
                <c:pt idx="51">
                  <c:v>1.0300000000029286E-2</c:v>
                </c:pt>
                <c:pt idx="52">
                  <c:v>1.0400000000004184E-2</c:v>
                </c:pt>
                <c:pt idx="53">
                  <c:v>1.0400000000004184E-2</c:v>
                </c:pt>
                <c:pt idx="54">
                  <c:v>1.0400000000004184E-2</c:v>
                </c:pt>
                <c:pt idx="55">
                  <c:v>1.0400000000004184E-2</c:v>
                </c:pt>
                <c:pt idx="56">
                  <c:v>1.0400000000004184E-2</c:v>
                </c:pt>
                <c:pt idx="57">
                  <c:v>1.0500000000035925E-2</c:v>
                </c:pt>
                <c:pt idx="58">
                  <c:v>1.0600000000010823E-2</c:v>
                </c:pt>
                <c:pt idx="59">
                  <c:v>1.0700000000042564E-2</c:v>
                </c:pt>
                <c:pt idx="60">
                  <c:v>1.0700000000042564E-2</c:v>
                </c:pt>
                <c:pt idx="61">
                  <c:v>1.0800000000017462E-2</c:v>
                </c:pt>
                <c:pt idx="62">
                  <c:v>1.0800000000017462E-2</c:v>
                </c:pt>
                <c:pt idx="63">
                  <c:v>1.0800000000017462E-2</c:v>
                </c:pt>
                <c:pt idx="64">
                  <c:v>1.0800000000017462E-2</c:v>
                </c:pt>
                <c:pt idx="65">
                  <c:v>1.0800000000017462E-2</c:v>
                </c:pt>
                <c:pt idx="66">
                  <c:v>1.0800000000017462E-2</c:v>
                </c:pt>
                <c:pt idx="67">
                  <c:v>1.0800000000017462E-2</c:v>
                </c:pt>
                <c:pt idx="68">
                  <c:v>1.0800000000017462E-2</c:v>
                </c:pt>
                <c:pt idx="69">
                  <c:v>1.0800000000017462E-2</c:v>
                </c:pt>
                <c:pt idx="70">
                  <c:v>1.0800000000017462E-2</c:v>
                </c:pt>
                <c:pt idx="71">
                  <c:v>1.0900000000049204E-2</c:v>
                </c:pt>
                <c:pt idx="72">
                  <c:v>1.0900000000049204E-2</c:v>
                </c:pt>
                <c:pt idx="73">
                  <c:v>1.0900000000049204E-2</c:v>
                </c:pt>
                <c:pt idx="74">
                  <c:v>1.0900000000049204E-2</c:v>
                </c:pt>
                <c:pt idx="75">
                  <c:v>1.0900000000049204E-2</c:v>
                </c:pt>
                <c:pt idx="76">
                  <c:v>1.0900000000049204E-2</c:v>
                </c:pt>
                <c:pt idx="77">
                  <c:v>1.0900000000049204E-2</c:v>
                </c:pt>
                <c:pt idx="78">
                  <c:v>1.0900000000049204E-2</c:v>
                </c:pt>
                <c:pt idx="79">
                  <c:v>1.0900000000049204E-2</c:v>
                </c:pt>
                <c:pt idx="80">
                  <c:v>1.0900000000049204E-2</c:v>
                </c:pt>
                <c:pt idx="81">
                  <c:v>1.0900000000049204E-2</c:v>
                </c:pt>
                <c:pt idx="82">
                  <c:v>1.0900000000049204E-2</c:v>
                </c:pt>
                <c:pt idx="83">
                  <c:v>1.0900000000049204E-2</c:v>
                </c:pt>
                <c:pt idx="84">
                  <c:v>1.0900000000049204E-2</c:v>
                </c:pt>
                <c:pt idx="85">
                  <c:v>1.0900000000049204E-2</c:v>
                </c:pt>
                <c:pt idx="86">
                  <c:v>1.0900000000049204E-2</c:v>
                </c:pt>
                <c:pt idx="87">
                  <c:v>1.0900000000049204E-2</c:v>
                </c:pt>
                <c:pt idx="88">
                  <c:v>1.0900000000049204E-2</c:v>
                </c:pt>
                <c:pt idx="89">
                  <c:v>1.0900000000049204E-2</c:v>
                </c:pt>
                <c:pt idx="90">
                  <c:v>1.0900000000049204E-2</c:v>
                </c:pt>
                <c:pt idx="91">
                  <c:v>1.0900000000049204E-2</c:v>
                </c:pt>
                <c:pt idx="92">
                  <c:v>1.0900000000049204E-2</c:v>
                </c:pt>
                <c:pt idx="93">
                  <c:v>1.0900000000049204E-2</c:v>
                </c:pt>
                <c:pt idx="94">
                  <c:v>1.0900000000049204E-2</c:v>
                </c:pt>
                <c:pt idx="95">
                  <c:v>1.0900000000049204E-2</c:v>
                </c:pt>
                <c:pt idx="96">
                  <c:v>1.0900000000049204E-2</c:v>
                </c:pt>
                <c:pt idx="97">
                  <c:v>1.0900000000049204E-2</c:v>
                </c:pt>
                <c:pt idx="98">
                  <c:v>1.0900000000049204E-2</c:v>
                </c:pt>
                <c:pt idx="99">
                  <c:v>1.0900000000049204E-2</c:v>
                </c:pt>
                <c:pt idx="100">
                  <c:v>1.0900000000049204E-2</c:v>
                </c:pt>
                <c:pt idx="101">
                  <c:v>1.0900000000049204E-2</c:v>
                </c:pt>
                <c:pt idx="102">
                  <c:v>1.0900000000049204E-2</c:v>
                </c:pt>
                <c:pt idx="103">
                  <c:v>1.0900000000049204E-2</c:v>
                </c:pt>
                <c:pt idx="104">
                  <c:v>1.0900000000049204E-2</c:v>
                </c:pt>
                <c:pt idx="105">
                  <c:v>1.0900000000049204E-2</c:v>
                </c:pt>
                <c:pt idx="106">
                  <c:v>1.0900000000049204E-2</c:v>
                </c:pt>
                <c:pt idx="107">
                  <c:v>1.1000000000024102E-2</c:v>
                </c:pt>
                <c:pt idx="108">
                  <c:v>1.1000000000024102E-2</c:v>
                </c:pt>
                <c:pt idx="109">
                  <c:v>1.1100000000055843E-2</c:v>
                </c:pt>
                <c:pt idx="110">
                  <c:v>1.1100000000055843E-2</c:v>
                </c:pt>
                <c:pt idx="111">
                  <c:v>1.1200000000030741E-2</c:v>
                </c:pt>
                <c:pt idx="112">
                  <c:v>1.1200000000030741E-2</c:v>
                </c:pt>
                <c:pt idx="113">
                  <c:v>1.1200000000030741E-2</c:v>
                </c:pt>
                <c:pt idx="114">
                  <c:v>1.1300000000005639E-2</c:v>
                </c:pt>
                <c:pt idx="115">
                  <c:v>1.1300000000005639E-2</c:v>
                </c:pt>
                <c:pt idx="116">
                  <c:v>1.1300000000005639E-2</c:v>
                </c:pt>
                <c:pt idx="117">
                  <c:v>1.1300000000005639E-2</c:v>
                </c:pt>
                <c:pt idx="118">
                  <c:v>1.140000000003738E-2</c:v>
                </c:pt>
                <c:pt idx="119">
                  <c:v>1.140000000003738E-2</c:v>
                </c:pt>
                <c:pt idx="120">
                  <c:v>1.140000000003738E-2</c:v>
                </c:pt>
                <c:pt idx="121">
                  <c:v>1.140000000003738E-2</c:v>
                </c:pt>
                <c:pt idx="122">
                  <c:v>1.140000000003738E-2</c:v>
                </c:pt>
                <c:pt idx="123">
                  <c:v>1.140000000003738E-2</c:v>
                </c:pt>
                <c:pt idx="124">
                  <c:v>1.140000000003738E-2</c:v>
                </c:pt>
                <c:pt idx="125">
                  <c:v>1.140000000003738E-2</c:v>
                </c:pt>
                <c:pt idx="126">
                  <c:v>1.140000000003738E-2</c:v>
                </c:pt>
                <c:pt idx="127">
                  <c:v>1.140000000003738E-2</c:v>
                </c:pt>
                <c:pt idx="128">
                  <c:v>1.140000000003738E-2</c:v>
                </c:pt>
                <c:pt idx="129">
                  <c:v>1.140000000003738E-2</c:v>
                </c:pt>
                <c:pt idx="130">
                  <c:v>1.140000000003738E-2</c:v>
                </c:pt>
                <c:pt idx="131">
                  <c:v>1.140000000003738E-2</c:v>
                </c:pt>
                <c:pt idx="132">
                  <c:v>1.140000000003738E-2</c:v>
                </c:pt>
                <c:pt idx="133">
                  <c:v>1.140000000003738E-2</c:v>
                </c:pt>
                <c:pt idx="134">
                  <c:v>1.140000000003738E-2</c:v>
                </c:pt>
                <c:pt idx="135">
                  <c:v>1.140000000003738E-2</c:v>
                </c:pt>
                <c:pt idx="136">
                  <c:v>1.140000000003738E-2</c:v>
                </c:pt>
                <c:pt idx="137">
                  <c:v>1.140000000003738E-2</c:v>
                </c:pt>
                <c:pt idx="138">
                  <c:v>1.140000000003738E-2</c:v>
                </c:pt>
                <c:pt idx="139">
                  <c:v>1.1500000000012278E-2</c:v>
                </c:pt>
                <c:pt idx="140">
                  <c:v>1.1500000000012278E-2</c:v>
                </c:pt>
                <c:pt idx="141">
                  <c:v>1.1500000000012278E-2</c:v>
                </c:pt>
                <c:pt idx="142">
                  <c:v>1.1500000000012278E-2</c:v>
                </c:pt>
                <c:pt idx="143">
                  <c:v>1.1500000000012278E-2</c:v>
                </c:pt>
                <c:pt idx="144">
                  <c:v>1.1500000000012278E-2</c:v>
                </c:pt>
                <c:pt idx="145">
                  <c:v>1.1500000000012278E-2</c:v>
                </c:pt>
                <c:pt idx="146">
                  <c:v>1.1500000000012278E-2</c:v>
                </c:pt>
                <c:pt idx="147">
                  <c:v>1.1500000000012278E-2</c:v>
                </c:pt>
                <c:pt idx="148">
                  <c:v>1.1500000000012278E-2</c:v>
                </c:pt>
                <c:pt idx="149">
                  <c:v>1.1500000000012278E-2</c:v>
                </c:pt>
                <c:pt idx="150">
                  <c:v>1.1500000000012278E-2</c:v>
                </c:pt>
                <c:pt idx="151">
                  <c:v>1.1500000000012278E-2</c:v>
                </c:pt>
                <c:pt idx="152">
                  <c:v>1.1500000000012278E-2</c:v>
                </c:pt>
                <c:pt idx="153">
                  <c:v>1.1500000000012278E-2</c:v>
                </c:pt>
                <c:pt idx="154">
                  <c:v>1.1500000000012278E-2</c:v>
                </c:pt>
                <c:pt idx="155">
                  <c:v>1.1500000000012278E-2</c:v>
                </c:pt>
                <c:pt idx="156">
                  <c:v>1.1500000000012278E-2</c:v>
                </c:pt>
                <c:pt idx="157">
                  <c:v>1.1500000000012278E-2</c:v>
                </c:pt>
                <c:pt idx="158">
                  <c:v>1.160000000004402E-2</c:v>
                </c:pt>
                <c:pt idx="159">
                  <c:v>1.1700000000018917E-2</c:v>
                </c:pt>
                <c:pt idx="160">
                  <c:v>1.1700000000018917E-2</c:v>
                </c:pt>
                <c:pt idx="161">
                  <c:v>1.1700000000018917E-2</c:v>
                </c:pt>
                <c:pt idx="162">
                  <c:v>1.1800000000050659E-2</c:v>
                </c:pt>
                <c:pt idx="163">
                  <c:v>1.1800000000050659E-2</c:v>
                </c:pt>
                <c:pt idx="164">
                  <c:v>1.1800000000050659E-2</c:v>
                </c:pt>
                <c:pt idx="165">
                  <c:v>1.1700000000018917E-2</c:v>
                </c:pt>
                <c:pt idx="166">
                  <c:v>1.1700000000018917E-2</c:v>
                </c:pt>
                <c:pt idx="167">
                  <c:v>1.1700000000018917E-2</c:v>
                </c:pt>
                <c:pt idx="168">
                  <c:v>1.1700000000018917E-2</c:v>
                </c:pt>
                <c:pt idx="169">
                  <c:v>1.1700000000018917E-2</c:v>
                </c:pt>
                <c:pt idx="170">
                  <c:v>1.1700000000018917E-2</c:v>
                </c:pt>
                <c:pt idx="171">
                  <c:v>1.1700000000018917E-2</c:v>
                </c:pt>
                <c:pt idx="172">
                  <c:v>1.1700000000018917E-2</c:v>
                </c:pt>
                <c:pt idx="173">
                  <c:v>1.1700000000018917E-2</c:v>
                </c:pt>
                <c:pt idx="174">
                  <c:v>1.1700000000018917E-2</c:v>
                </c:pt>
                <c:pt idx="175">
                  <c:v>1.1700000000018917E-2</c:v>
                </c:pt>
                <c:pt idx="176">
                  <c:v>1.1700000000018917E-2</c:v>
                </c:pt>
                <c:pt idx="177">
                  <c:v>1.1700000000018917E-2</c:v>
                </c:pt>
                <c:pt idx="178">
                  <c:v>1.1700000000018917E-2</c:v>
                </c:pt>
                <c:pt idx="179">
                  <c:v>1.1700000000018917E-2</c:v>
                </c:pt>
                <c:pt idx="180">
                  <c:v>1.1700000000018917E-2</c:v>
                </c:pt>
                <c:pt idx="181">
                  <c:v>1.1700000000018917E-2</c:v>
                </c:pt>
                <c:pt idx="182">
                  <c:v>1.1700000000018917E-2</c:v>
                </c:pt>
                <c:pt idx="183">
                  <c:v>1.160000000004402E-2</c:v>
                </c:pt>
                <c:pt idx="184">
                  <c:v>1.1300000000005639E-2</c:v>
                </c:pt>
                <c:pt idx="185">
                  <c:v>1.1100000000055843E-2</c:v>
                </c:pt>
                <c:pt idx="186">
                  <c:v>1.1000000000024102E-2</c:v>
                </c:pt>
                <c:pt idx="187">
                  <c:v>1.0900000000049204E-2</c:v>
                </c:pt>
                <c:pt idx="188">
                  <c:v>1.0800000000017462E-2</c:v>
                </c:pt>
                <c:pt idx="189">
                  <c:v>1.0800000000017462E-2</c:v>
                </c:pt>
                <c:pt idx="190">
                  <c:v>1.0800000000017462E-2</c:v>
                </c:pt>
                <c:pt idx="191">
                  <c:v>1.0700000000042564E-2</c:v>
                </c:pt>
                <c:pt idx="192">
                  <c:v>1.0700000000042564E-2</c:v>
                </c:pt>
                <c:pt idx="193">
                  <c:v>1.0700000000042564E-2</c:v>
                </c:pt>
                <c:pt idx="194">
                  <c:v>1.0700000000042564E-2</c:v>
                </c:pt>
                <c:pt idx="195">
                  <c:v>1.0700000000042564E-2</c:v>
                </c:pt>
                <c:pt idx="196">
                  <c:v>1.0700000000042564E-2</c:v>
                </c:pt>
                <c:pt idx="197">
                  <c:v>1.0700000000042564E-2</c:v>
                </c:pt>
                <c:pt idx="198">
                  <c:v>1.0600000000010823E-2</c:v>
                </c:pt>
                <c:pt idx="199">
                  <c:v>1.0600000000010823E-2</c:v>
                </c:pt>
                <c:pt idx="200">
                  <c:v>1.0600000000010823E-2</c:v>
                </c:pt>
                <c:pt idx="201">
                  <c:v>1.0600000000010823E-2</c:v>
                </c:pt>
                <c:pt idx="202">
                  <c:v>1.0600000000010823E-2</c:v>
                </c:pt>
                <c:pt idx="203">
                  <c:v>1.0600000000010823E-2</c:v>
                </c:pt>
                <c:pt idx="204">
                  <c:v>1.0600000000010823E-2</c:v>
                </c:pt>
                <c:pt idx="205">
                  <c:v>1.0600000000010823E-2</c:v>
                </c:pt>
                <c:pt idx="206">
                  <c:v>1.0600000000010823E-2</c:v>
                </c:pt>
                <c:pt idx="207">
                  <c:v>1.0600000000010823E-2</c:v>
                </c:pt>
                <c:pt idx="208">
                  <c:v>1.0600000000010823E-2</c:v>
                </c:pt>
                <c:pt idx="209">
                  <c:v>1.0600000000010823E-2</c:v>
                </c:pt>
                <c:pt idx="210">
                  <c:v>1.0600000000010823E-2</c:v>
                </c:pt>
                <c:pt idx="211">
                  <c:v>1.0600000000010823E-2</c:v>
                </c:pt>
                <c:pt idx="212">
                  <c:v>1.0600000000010823E-2</c:v>
                </c:pt>
                <c:pt idx="213">
                  <c:v>1.0600000000010823E-2</c:v>
                </c:pt>
                <c:pt idx="214">
                  <c:v>1.0700000000042564E-2</c:v>
                </c:pt>
                <c:pt idx="215">
                  <c:v>1.0800000000017462E-2</c:v>
                </c:pt>
                <c:pt idx="216">
                  <c:v>1.0800000000017462E-2</c:v>
                </c:pt>
                <c:pt idx="217">
                  <c:v>1.0900000000049204E-2</c:v>
                </c:pt>
                <c:pt idx="218">
                  <c:v>1.0900000000049204E-2</c:v>
                </c:pt>
                <c:pt idx="219">
                  <c:v>1.0900000000049204E-2</c:v>
                </c:pt>
                <c:pt idx="220">
                  <c:v>1.0900000000049204E-2</c:v>
                </c:pt>
                <c:pt idx="221">
                  <c:v>1.0900000000049204E-2</c:v>
                </c:pt>
                <c:pt idx="222">
                  <c:v>1.0900000000049204E-2</c:v>
                </c:pt>
                <c:pt idx="223">
                  <c:v>1.0900000000049204E-2</c:v>
                </c:pt>
                <c:pt idx="224">
                  <c:v>1.0900000000049204E-2</c:v>
                </c:pt>
                <c:pt idx="225">
                  <c:v>1.0900000000049204E-2</c:v>
                </c:pt>
                <c:pt idx="226">
                  <c:v>1.0900000000049204E-2</c:v>
                </c:pt>
                <c:pt idx="227">
                  <c:v>1.0900000000049204E-2</c:v>
                </c:pt>
                <c:pt idx="228">
                  <c:v>1.0900000000049204E-2</c:v>
                </c:pt>
                <c:pt idx="229">
                  <c:v>1.0900000000049204E-2</c:v>
                </c:pt>
                <c:pt idx="230">
                  <c:v>1.0900000000049204E-2</c:v>
                </c:pt>
                <c:pt idx="231">
                  <c:v>1.0900000000049204E-2</c:v>
                </c:pt>
                <c:pt idx="232">
                  <c:v>1.0900000000049204E-2</c:v>
                </c:pt>
                <c:pt idx="233">
                  <c:v>1.0900000000049204E-2</c:v>
                </c:pt>
                <c:pt idx="234">
                  <c:v>1.0900000000049204E-2</c:v>
                </c:pt>
                <c:pt idx="235">
                  <c:v>1.0900000000049204E-2</c:v>
                </c:pt>
                <c:pt idx="236">
                  <c:v>1.0900000000049204E-2</c:v>
                </c:pt>
                <c:pt idx="237">
                  <c:v>1.0900000000049204E-2</c:v>
                </c:pt>
                <c:pt idx="238">
                  <c:v>1.0900000000049204E-2</c:v>
                </c:pt>
                <c:pt idx="239">
                  <c:v>1.0900000000049204E-2</c:v>
                </c:pt>
                <c:pt idx="240">
                  <c:v>1.0900000000049204E-2</c:v>
                </c:pt>
                <c:pt idx="241">
                  <c:v>1.0900000000049204E-2</c:v>
                </c:pt>
                <c:pt idx="242">
                  <c:v>1.0900000000049204E-2</c:v>
                </c:pt>
                <c:pt idx="243">
                  <c:v>1.0900000000049204E-2</c:v>
                </c:pt>
                <c:pt idx="244">
                  <c:v>1.0900000000049204E-2</c:v>
                </c:pt>
                <c:pt idx="245">
                  <c:v>1.0900000000049204E-2</c:v>
                </c:pt>
                <c:pt idx="246">
                  <c:v>1.1000000000024102E-2</c:v>
                </c:pt>
                <c:pt idx="247">
                  <c:v>1.1000000000024102E-2</c:v>
                </c:pt>
                <c:pt idx="248">
                  <c:v>1.1000000000024102E-2</c:v>
                </c:pt>
                <c:pt idx="249">
                  <c:v>1.1000000000024102E-2</c:v>
                </c:pt>
                <c:pt idx="250">
                  <c:v>1.1000000000024102E-2</c:v>
                </c:pt>
                <c:pt idx="251">
                  <c:v>1.1000000000024102E-2</c:v>
                </c:pt>
                <c:pt idx="252">
                  <c:v>1.1000000000024102E-2</c:v>
                </c:pt>
                <c:pt idx="253">
                  <c:v>1.1000000000024102E-2</c:v>
                </c:pt>
                <c:pt idx="254">
                  <c:v>1.1000000000024102E-2</c:v>
                </c:pt>
                <c:pt idx="255">
                  <c:v>1.1000000000024102E-2</c:v>
                </c:pt>
                <c:pt idx="256">
                  <c:v>1.1000000000024102E-2</c:v>
                </c:pt>
                <c:pt idx="257">
                  <c:v>1.1000000000024102E-2</c:v>
                </c:pt>
                <c:pt idx="258">
                  <c:v>1.1000000000024102E-2</c:v>
                </c:pt>
                <c:pt idx="259">
                  <c:v>1.1000000000024102E-2</c:v>
                </c:pt>
                <c:pt idx="260">
                  <c:v>1.1000000000024102E-2</c:v>
                </c:pt>
                <c:pt idx="261">
                  <c:v>1.1000000000024102E-2</c:v>
                </c:pt>
                <c:pt idx="262">
                  <c:v>1.1000000000024102E-2</c:v>
                </c:pt>
                <c:pt idx="263">
                  <c:v>1.1000000000024102E-2</c:v>
                </c:pt>
                <c:pt idx="264">
                  <c:v>1.1000000000024102E-2</c:v>
                </c:pt>
                <c:pt idx="265">
                  <c:v>1.1100000000055843E-2</c:v>
                </c:pt>
                <c:pt idx="266">
                  <c:v>1.1100000000055843E-2</c:v>
                </c:pt>
                <c:pt idx="267">
                  <c:v>1.1200000000030741E-2</c:v>
                </c:pt>
                <c:pt idx="268">
                  <c:v>1.1200000000030741E-2</c:v>
                </c:pt>
                <c:pt idx="269">
                  <c:v>1.1200000000030741E-2</c:v>
                </c:pt>
                <c:pt idx="270">
                  <c:v>1.1300000000005639E-2</c:v>
                </c:pt>
                <c:pt idx="271">
                  <c:v>1.1300000000005639E-2</c:v>
                </c:pt>
                <c:pt idx="272">
                  <c:v>1.1300000000005639E-2</c:v>
                </c:pt>
                <c:pt idx="273">
                  <c:v>1.1300000000005639E-2</c:v>
                </c:pt>
                <c:pt idx="274">
                  <c:v>1.1300000000005639E-2</c:v>
                </c:pt>
                <c:pt idx="275">
                  <c:v>1.140000000003738E-2</c:v>
                </c:pt>
                <c:pt idx="276">
                  <c:v>1.140000000003738E-2</c:v>
                </c:pt>
                <c:pt idx="277">
                  <c:v>1.140000000003738E-2</c:v>
                </c:pt>
                <c:pt idx="278">
                  <c:v>1.140000000003738E-2</c:v>
                </c:pt>
                <c:pt idx="279">
                  <c:v>1.140000000003738E-2</c:v>
                </c:pt>
                <c:pt idx="280">
                  <c:v>1.140000000003738E-2</c:v>
                </c:pt>
                <c:pt idx="281">
                  <c:v>1.140000000003738E-2</c:v>
                </c:pt>
                <c:pt idx="282">
                  <c:v>1.140000000003738E-2</c:v>
                </c:pt>
                <c:pt idx="283">
                  <c:v>1.140000000003738E-2</c:v>
                </c:pt>
                <c:pt idx="284">
                  <c:v>1.140000000003738E-2</c:v>
                </c:pt>
                <c:pt idx="285">
                  <c:v>1.140000000003738E-2</c:v>
                </c:pt>
                <c:pt idx="286">
                  <c:v>1.140000000003738E-2</c:v>
                </c:pt>
                <c:pt idx="287">
                  <c:v>1.140000000003738E-2</c:v>
                </c:pt>
                <c:pt idx="288">
                  <c:v>1.140000000003738E-2</c:v>
                </c:pt>
                <c:pt idx="289">
                  <c:v>1.140000000003738E-2</c:v>
                </c:pt>
                <c:pt idx="290">
                  <c:v>1.140000000003738E-2</c:v>
                </c:pt>
                <c:pt idx="291">
                  <c:v>1.140000000003738E-2</c:v>
                </c:pt>
                <c:pt idx="292">
                  <c:v>1.140000000003738E-2</c:v>
                </c:pt>
                <c:pt idx="293">
                  <c:v>1.1500000000012278E-2</c:v>
                </c:pt>
                <c:pt idx="294">
                  <c:v>1.1500000000012278E-2</c:v>
                </c:pt>
                <c:pt idx="295">
                  <c:v>1.1500000000012278E-2</c:v>
                </c:pt>
                <c:pt idx="296">
                  <c:v>1.1500000000012278E-2</c:v>
                </c:pt>
                <c:pt idx="297">
                  <c:v>1.1500000000012278E-2</c:v>
                </c:pt>
                <c:pt idx="298">
                  <c:v>1.1500000000012278E-2</c:v>
                </c:pt>
                <c:pt idx="299">
                  <c:v>1.1500000000012278E-2</c:v>
                </c:pt>
                <c:pt idx="300">
                  <c:v>1.1500000000012278E-2</c:v>
                </c:pt>
                <c:pt idx="301">
                  <c:v>1.1500000000012278E-2</c:v>
                </c:pt>
                <c:pt idx="302">
                  <c:v>1.1500000000012278E-2</c:v>
                </c:pt>
                <c:pt idx="303">
                  <c:v>1.1500000000012278E-2</c:v>
                </c:pt>
                <c:pt idx="304">
                  <c:v>1.1500000000012278E-2</c:v>
                </c:pt>
                <c:pt idx="305">
                  <c:v>1.1500000000012278E-2</c:v>
                </c:pt>
                <c:pt idx="306">
                  <c:v>1.1500000000012278E-2</c:v>
                </c:pt>
                <c:pt idx="307">
                  <c:v>1.1500000000012278E-2</c:v>
                </c:pt>
                <c:pt idx="308">
                  <c:v>1.1500000000012278E-2</c:v>
                </c:pt>
                <c:pt idx="309">
                  <c:v>1.1500000000012278E-2</c:v>
                </c:pt>
                <c:pt idx="310">
                  <c:v>1.1500000000012278E-2</c:v>
                </c:pt>
                <c:pt idx="311">
                  <c:v>1.1500000000012278E-2</c:v>
                </c:pt>
                <c:pt idx="312">
                  <c:v>1.1500000000012278E-2</c:v>
                </c:pt>
                <c:pt idx="313">
                  <c:v>1.1500000000012278E-2</c:v>
                </c:pt>
                <c:pt idx="314">
                  <c:v>1.1500000000012278E-2</c:v>
                </c:pt>
                <c:pt idx="315">
                  <c:v>1.160000000004402E-2</c:v>
                </c:pt>
                <c:pt idx="316">
                  <c:v>1.1700000000018917E-2</c:v>
                </c:pt>
                <c:pt idx="317">
                  <c:v>1.1700000000018917E-2</c:v>
                </c:pt>
                <c:pt idx="318">
                  <c:v>1.1700000000018917E-2</c:v>
                </c:pt>
                <c:pt idx="319">
                  <c:v>1.1800000000050659E-2</c:v>
                </c:pt>
                <c:pt idx="320">
                  <c:v>1.1800000000050659E-2</c:v>
                </c:pt>
                <c:pt idx="321">
                  <c:v>1.1800000000050659E-2</c:v>
                </c:pt>
                <c:pt idx="322">
                  <c:v>1.1800000000050659E-2</c:v>
                </c:pt>
                <c:pt idx="323">
                  <c:v>1.1700000000018917E-2</c:v>
                </c:pt>
                <c:pt idx="324">
                  <c:v>1.1700000000018917E-2</c:v>
                </c:pt>
                <c:pt idx="325">
                  <c:v>1.1700000000018917E-2</c:v>
                </c:pt>
                <c:pt idx="326">
                  <c:v>1.1700000000018917E-2</c:v>
                </c:pt>
                <c:pt idx="327">
                  <c:v>1.1700000000018917E-2</c:v>
                </c:pt>
                <c:pt idx="328">
                  <c:v>1.1700000000018917E-2</c:v>
                </c:pt>
                <c:pt idx="329">
                  <c:v>1.1700000000018917E-2</c:v>
                </c:pt>
                <c:pt idx="330">
                  <c:v>1.1700000000018917E-2</c:v>
                </c:pt>
                <c:pt idx="331">
                  <c:v>1.1700000000018917E-2</c:v>
                </c:pt>
                <c:pt idx="332">
                  <c:v>1.1700000000018917E-2</c:v>
                </c:pt>
                <c:pt idx="333">
                  <c:v>1.1700000000018917E-2</c:v>
                </c:pt>
                <c:pt idx="334">
                  <c:v>1.1700000000018917E-2</c:v>
                </c:pt>
                <c:pt idx="335">
                  <c:v>1.1700000000018917E-2</c:v>
                </c:pt>
                <c:pt idx="336">
                  <c:v>1.1700000000018917E-2</c:v>
                </c:pt>
                <c:pt idx="337">
                  <c:v>1.1700000000018917E-2</c:v>
                </c:pt>
                <c:pt idx="338">
                  <c:v>1.1700000000018917E-2</c:v>
                </c:pt>
                <c:pt idx="339">
                  <c:v>1.1700000000018917E-2</c:v>
                </c:pt>
                <c:pt idx="340">
                  <c:v>1.160000000004402E-2</c:v>
                </c:pt>
                <c:pt idx="341">
                  <c:v>1.1300000000005639E-2</c:v>
                </c:pt>
                <c:pt idx="342">
                  <c:v>1.1100000000055843E-2</c:v>
                </c:pt>
                <c:pt idx="343">
                  <c:v>1.1000000000024102E-2</c:v>
                </c:pt>
                <c:pt idx="344">
                  <c:v>1.0900000000049204E-2</c:v>
                </c:pt>
                <c:pt idx="345">
                  <c:v>1.0800000000017462E-2</c:v>
                </c:pt>
                <c:pt idx="346">
                  <c:v>1.0800000000017462E-2</c:v>
                </c:pt>
                <c:pt idx="347">
                  <c:v>1.0800000000017462E-2</c:v>
                </c:pt>
                <c:pt idx="348">
                  <c:v>1.0700000000042564E-2</c:v>
                </c:pt>
                <c:pt idx="349">
                  <c:v>1.0700000000042564E-2</c:v>
                </c:pt>
                <c:pt idx="350">
                  <c:v>1.0700000000042564E-2</c:v>
                </c:pt>
                <c:pt idx="351">
                  <c:v>1.0700000000042564E-2</c:v>
                </c:pt>
                <c:pt idx="352">
                  <c:v>1.0700000000042564E-2</c:v>
                </c:pt>
                <c:pt idx="353">
                  <c:v>1.0700000000042564E-2</c:v>
                </c:pt>
                <c:pt idx="354">
                  <c:v>1.0700000000042564E-2</c:v>
                </c:pt>
                <c:pt idx="355">
                  <c:v>1.0600000000010823E-2</c:v>
                </c:pt>
                <c:pt idx="356">
                  <c:v>1.0600000000010823E-2</c:v>
                </c:pt>
                <c:pt idx="357">
                  <c:v>1.0600000000010823E-2</c:v>
                </c:pt>
                <c:pt idx="358">
                  <c:v>1.0600000000010823E-2</c:v>
                </c:pt>
                <c:pt idx="359">
                  <c:v>1.0600000000010823E-2</c:v>
                </c:pt>
                <c:pt idx="360">
                  <c:v>1.0600000000010823E-2</c:v>
                </c:pt>
                <c:pt idx="361">
                  <c:v>1.0600000000010823E-2</c:v>
                </c:pt>
                <c:pt idx="362">
                  <c:v>1.0600000000010823E-2</c:v>
                </c:pt>
                <c:pt idx="363">
                  <c:v>1.0600000000010823E-2</c:v>
                </c:pt>
                <c:pt idx="364">
                  <c:v>1.0600000000010823E-2</c:v>
                </c:pt>
                <c:pt idx="365">
                  <c:v>1.0600000000010823E-2</c:v>
                </c:pt>
                <c:pt idx="366">
                  <c:v>1.0600000000010823E-2</c:v>
                </c:pt>
                <c:pt idx="367">
                  <c:v>1.0600000000010823E-2</c:v>
                </c:pt>
                <c:pt idx="368">
                  <c:v>1.0600000000010823E-2</c:v>
                </c:pt>
                <c:pt idx="369">
                  <c:v>1.0600000000010823E-2</c:v>
                </c:pt>
                <c:pt idx="370">
                  <c:v>1.0600000000010823E-2</c:v>
                </c:pt>
                <c:pt idx="371">
                  <c:v>1.0600000000010823E-2</c:v>
                </c:pt>
                <c:pt idx="372">
                  <c:v>1.0700000000042564E-2</c:v>
                </c:pt>
                <c:pt idx="373">
                  <c:v>1.0800000000017462E-2</c:v>
                </c:pt>
                <c:pt idx="374">
                  <c:v>1.0800000000017462E-2</c:v>
                </c:pt>
                <c:pt idx="375">
                  <c:v>1.0900000000049204E-2</c:v>
                </c:pt>
                <c:pt idx="376">
                  <c:v>1.0900000000049204E-2</c:v>
                </c:pt>
                <c:pt idx="377">
                  <c:v>1.0900000000049204E-2</c:v>
                </c:pt>
                <c:pt idx="378">
                  <c:v>1.0900000000049204E-2</c:v>
                </c:pt>
                <c:pt idx="379">
                  <c:v>1.0900000000049204E-2</c:v>
                </c:pt>
                <c:pt idx="380">
                  <c:v>1.0900000000049204E-2</c:v>
                </c:pt>
                <c:pt idx="381">
                  <c:v>1.0900000000049204E-2</c:v>
                </c:pt>
                <c:pt idx="382">
                  <c:v>1.0900000000049204E-2</c:v>
                </c:pt>
                <c:pt idx="383">
                  <c:v>1.0900000000049204E-2</c:v>
                </c:pt>
                <c:pt idx="384">
                  <c:v>1.0900000000049204E-2</c:v>
                </c:pt>
                <c:pt idx="385">
                  <c:v>1.0900000000049204E-2</c:v>
                </c:pt>
                <c:pt idx="386">
                  <c:v>1.0900000000049204E-2</c:v>
                </c:pt>
                <c:pt idx="387">
                  <c:v>1.0900000000049204E-2</c:v>
                </c:pt>
                <c:pt idx="388">
                  <c:v>1.0900000000049204E-2</c:v>
                </c:pt>
                <c:pt idx="389">
                  <c:v>1.0900000000049204E-2</c:v>
                </c:pt>
                <c:pt idx="390">
                  <c:v>1.0900000000049204E-2</c:v>
                </c:pt>
                <c:pt idx="391">
                  <c:v>1.0900000000049204E-2</c:v>
                </c:pt>
                <c:pt idx="392">
                  <c:v>1.0900000000049204E-2</c:v>
                </c:pt>
                <c:pt idx="393">
                  <c:v>1.0900000000049204E-2</c:v>
                </c:pt>
                <c:pt idx="394">
                  <c:v>1.0900000000049204E-2</c:v>
                </c:pt>
                <c:pt idx="395">
                  <c:v>1.0900000000049204E-2</c:v>
                </c:pt>
                <c:pt idx="396">
                  <c:v>1.0900000000049204E-2</c:v>
                </c:pt>
                <c:pt idx="397">
                  <c:v>1.0900000000049204E-2</c:v>
                </c:pt>
                <c:pt idx="398">
                  <c:v>1.0900000000049204E-2</c:v>
                </c:pt>
                <c:pt idx="399">
                  <c:v>1.0900000000049204E-2</c:v>
                </c:pt>
                <c:pt idx="400">
                  <c:v>1.0900000000049204E-2</c:v>
                </c:pt>
                <c:pt idx="401">
                  <c:v>1.0900000000049204E-2</c:v>
                </c:pt>
                <c:pt idx="402">
                  <c:v>1.0900000000049204E-2</c:v>
                </c:pt>
                <c:pt idx="403">
                  <c:v>1.1000000000024102E-2</c:v>
                </c:pt>
                <c:pt idx="404">
                  <c:v>1.1000000000024102E-2</c:v>
                </c:pt>
                <c:pt idx="405">
                  <c:v>1.1000000000024102E-2</c:v>
                </c:pt>
                <c:pt idx="406">
                  <c:v>1.1000000000024102E-2</c:v>
                </c:pt>
                <c:pt idx="407">
                  <c:v>1.1000000000024102E-2</c:v>
                </c:pt>
                <c:pt idx="408">
                  <c:v>1.1000000000024102E-2</c:v>
                </c:pt>
                <c:pt idx="409">
                  <c:v>1.1000000000024102E-2</c:v>
                </c:pt>
                <c:pt idx="410">
                  <c:v>1.1000000000024102E-2</c:v>
                </c:pt>
                <c:pt idx="411">
                  <c:v>1.1000000000024102E-2</c:v>
                </c:pt>
                <c:pt idx="412">
                  <c:v>1.1000000000024102E-2</c:v>
                </c:pt>
                <c:pt idx="413">
                  <c:v>1.1000000000024102E-2</c:v>
                </c:pt>
                <c:pt idx="414">
                  <c:v>1.1000000000024102E-2</c:v>
                </c:pt>
                <c:pt idx="415">
                  <c:v>1.1000000000024102E-2</c:v>
                </c:pt>
                <c:pt idx="416">
                  <c:v>1.1000000000024102E-2</c:v>
                </c:pt>
                <c:pt idx="417">
                  <c:v>1.1000000000024102E-2</c:v>
                </c:pt>
                <c:pt idx="418">
                  <c:v>1.1000000000024102E-2</c:v>
                </c:pt>
                <c:pt idx="419">
                  <c:v>1.1000000000024102E-2</c:v>
                </c:pt>
                <c:pt idx="420">
                  <c:v>1.1000000000024102E-2</c:v>
                </c:pt>
                <c:pt idx="421">
                  <c:v>1.1000000000024102E-2</c:v>
                </c:pt>
                <c:pt idx="422">
                  <c:v>1.1000000000024102E-2</c:v>
                </c:pt>
                <c:pt idx="423">
                  <c:v>1.1100000000055843E-2</c:v>
                </c:pt>
                <c:pt idx="424">
                  <c:v>1.1100000000055843E-2</c:v>
                </c:pt>
                <c:pt idx="425">
                  <c:v>1.1200000000030741E-2</c:v>
                </c:pt>
                <c:pt idx="426">
                  <c:v>1.1200000000030741E-2</c:v>
                </c:pt>
                <c:pt idx="427">
                  <c:v>1.1200000000030741E-2</c:v>
                </c:pt>
                <c:pt idx="428">
                  <c:v>1.1300000000005639E-2</c:v>
                </c:pt>
                <c:pt idx="429">
                  <c:v>1.1300000000005639E-2</c:v>
                </c:pt>
                <c:pt idx="430">
                  <c:v>1.1300000000005639E-2</c:v>
                </c:pt>
                <c:pt idx="431">
                  <c:v>1.1300000000005639E-2</c:v>
                </c:pt>
                <c:pt idx="432">
                  <c:v>1.140000000003738E-2</c:v>
                </c:pt>
                <c:pt idx="433">
                  <c:v>1.140000000003738E-2</c:v>
                </c:pt>
                <c:pt idx="434">
                  <c:v>1.140000000003738E-2</c:v>
                </c:pt>
                <c:pt idx="435">
                  <c:v>1.140000000003738E-2</c:v>
                </c:pt>
                <c:pt idx="436">
                  <c:v>1.140000000003738E-2</c:v>
                </c:pt>
                <c:pt idx="437">
                  <c:v>1.140000000003738E-2</c:v>
                </c:pt>
                <c:pt idx="438">
                  <c:v>1.140000000003738E-2</c:v>
                </c:pt>
                <c:pt idx="439">
                  <c:v>1.140000000003738E-2</c:v>
                </c:pt>
                <c:pt idx="440">
                  <c:v>1.140000000003738E-2</c:v>
                </c:pt>
                <c:pt idx="441">
                  <c:v>1.140000000003738E-2</c:v>
                </c:pt>
                <c:pt idx="442">
                  <c:v>1.140000000003738E-2</c:v>
                </c:pt>
                <c:pt idx="443">
                  <c:v>1.140000000003738E-2</c:v>
                </c:pt>
                <c:pt idx="444">
                  <c:v>1.140000000003738E-2</c:v>
                </c:pt>
                <c:pt idx="445">
                  <c:v>1.140000000003738E-2</c:v>
                </c:pt>
                <c:pt idx="446">
                  <c:v>1.140000000003738E-2</c:v>
                </c:pt>
                <c:pt idx="447">
                  <c:v>1.140000000003738E-2</c:v>
                </c:pt>
                <c:pt idx="448">
                  <c:v>1.140000000003738E-2</c:v>
                </c:pt>
                <c:pt idx="449">
                  <c:v>1.140000000003738E-2</c:v>
                </c:pt>
                <c:pt idx="450">
                  <c:v>1.140000000003738E-2</c:v>
                </c:pt>
                <c:pt idx="451">
                  <c:v>1.1500000000012278E-2</c:v>
                </c:pt>
                <c:pt idx="452">
                  <c:v>1.1500000000012278E-2</c:v>
                </c:pt>
                <c:pt idx="453">
                  <c:v>1.1500000000012278E-2</c:v>
                </c:pt>
                <c:pt idx="454">
                  <c:v>1.1500000000012278E-2</c:v>
                </c:pt>
                <c:pt idx="455">
                  <c:v>1.1500000000012278E-2</c:v>
                </c:pt>
                <c:pt idx="456">
                  <c:v>1.1500000000012278E-2</c:v>
                </c:pt>
                <c:pt idx="457">
                  <c:v>1.1500000000012278E-2</c:v>
                </c:pt>
                <c:pt idx="458">
                  <c:v>1.1500000000012278E-2</c:v>
                </c:pt>
                <c:pt idx="459">
                  <c:v>1.1500000000012278E-2</c:v>
                </c:pt>
                <c:pt idx="460">
                  <c:v>1.1500000000012278E-2</c:v>
                </c:pt>
                <c:pt idx="461">
                  <c:v>1.1500000000012278E-2</c:v>
                </c:pt>
                <c:pt idx="462">
                  <c:v>1.1500000000012278E-2</c:v>
                </c:pt>
                <c:pt idx="463">
                  <c:v>1.1500000000012278E-2</c:v>
                </c:pt>
                <c:pt idx="464">
                  <c:v>1.1500000000012278E-2</c:v>
                </c:pt>
                <c:pt idx="465">
                  <c:v>1.1500000000012278E-2</c:v>
                </c:pt>
                <c:pt idx="466">
                  <c:v>1.1500000000012278E-2</c:v>
                </c:pt>
                <c:pt idx="467">
                  <c:v>1.1500000000012278E-2</c:v>
                </c:pt>
                <c:pt idx="468">
                  <c:v>1.1500000000012278E-2</c:v>
                </c:pt>
                <c:pt idx="469">
                  <c:v>1.1500000000012278E-2</c:v>
                </c:pt>
                <c:pt idx="470">
                  <c:v>1.1500000000012278E-2</c:v>
                </c:pt>
                <c:pt idx="471">
                  <c:v>1.1500000000012278E-2</c:v>
                </c:pt>
                <c:pt idx="472">
                  <c:v>1.1500000000012278E-2</c:v>
                </c:pt>
                <c:pt idx="473">
                  <c:v>1.1500000000012278E-2</c:v>
                </c:pt>
                <c:pt idx="474">
                  <c:v>1.160000000004402E-2</c:v>
                </c:pt>
                <c:pt idx="475">
                  <c:v>1.1700000000018917E-2</c:v>
                </c:pt>
                <c:pt idx="476">
                  <c:v>1.1700000000018917E-2</c:v>
                </c:pt>
                <c:pt idx="477">
                  <c:v>1.1800000000050659E-2</c:v>
                </c:pt>
                <c:pt idx="478">
                  <c:v>1.1800000000050659E-2</c:v>
                </c:pt>
                <c:pt idx="479">
                  <c:v>1.1800000000050659E-2</c:v>
                </c:pt>
                <c:pt idx="480">
                  <c:v>1.1800000000050659E-2</c:v>
                </c:pt>
                <c:pt idx="481">
                  <c:v>1.1700000000018917E-2</c:v>
                </c:pt>
                <c:pt idx="482">
                  <c:v>1.1700000000018917E-2</c:v>
                </c:pt>
                <c:pt idx="483">
                  <c:v>1.1700000000018917E-2</c:v>
                </c:pt>
                <c:pt idx="484">
                  <c:v>1.1700000000018917E-2</c:v>
                </c:pt>
                <c:pt idx="485">
                  <c:v>1.1700000000018917E-2</c:v>
                </c:pt>
                <c:pt idx="486">
                  <c:v>1.1700000000018917E-2</c:v>
                </c:pt>
                <c:pt idx="487">
                  <c:v>1.1700000000018917E-2</c:v>
                </c:pt>
                <c:pt idx="488">
                  <c:v>1.1700000000018917E-2</c:v>
                </c:pt>
                <c:pt idx="489">
                  <c:v>1.1700000000018917E-2</c:v>
                </c:pt>
                <c:pt idx="490">
                  <c:v>1.1700000000018917E-2</c:v>
                </c:pt>
                <c:pt idx="491">
                  <c:v>1.1700000000018917E-2</c:v>
                </c:pt>
                <c:pt idx="492">
                  <c:v>1.1700000000018917E-2</c:v>
                </c:pt>
                <c:pt idx="493">
                  <c:v>1.1700000000018917E-2</c:v>
                </c:pt>
                <c:pt idx="494">
                  <c:v>1.1700000000018917E-2</c:v>
                </c:pt>
                <c:pt idx="495">
                  <c:v>1.1700000000018917E-2</c:v>
                </c:pt>
                <c:pt idx="496">
                  <c:v>1.1700000000018917E-2</c:v>
                </c:pt>
                <c:pt idx="497">
                  <c:v>1.1700000000018917E-2</c:v>
                </c:pt>
                <c:pt idx="498">
                  <c:v>1.1700000000018917E-2</c:v>
                </c:pt>
                <c:pt idx="499">
                  <c:v>1.1500000000012278E-2</c:v>
                </c:pt>
                <c:pt idx="500">
                  <c:v>1.1200000000030741E-2</c:v>
                </c:pt>
                <c:pt idx="501">
                  <c:v>1.1100000000055843E-2</c:v>
                </c:pt>
                <c:pt idx="502">
                  <c:v>1.0900000000049204E-2</c:v>
                </c:pt>
                <c:pt idx="503">
                  <c:v>1.0900000000049204E-2</c:v>
                </c:pt>
                <c:pt idx="504">
                  <c:v>1.0800000000017462E-2</c:v>
                </c:pt>
                <c:pt idx="505">
                  <c:v>1.0800000000017462E-2</c:v>
                </c:pt>
                <c:pt idx="506">
                  <c:v>1.0800000000017462E-2</c:v>
                </c:pt>
                <c:pt idx="507">
                  <c:v>1.0700000000042564E-2</c:v>
                </c:pt>
                <c:pt idx="508">
                  <c:v>1.0700000000042564E-2</c:v>
                </c:pt>
                <c:pt idx="509">
                  <c:v>1.0700000000042564E-2</c:v>
                </c:pt>
                <c:pt idx="510">
                  <c:v>1.0700000000042564E-2</c:v>
                </c:pt>
                <c:pt idx="511">
                  <c:v>1.0700000000042564E-2</c:v>
                </c:pt>
                <c:pt idx="512">
                  <c:v>1.0700000000042564E-2</c:v>
                </c:pt>
                <c:pt idx="513">
                  <c:v>1.0700000000042564E-2</c:v>
                </c:pt>
                <c:pt idx="514">
                  <c:v>1.0600000000010823E-2</c:v>
                </c:pt>
                <c:pt idx="515">
                  <c:v>1.0600000000010823E-2</c:v>
                </c:pt>
                <c:pt idx="516">
                  <c:v>1.0600000000010823E-2</c:v>
                </c:pt>
                <c:pt idx="517">
                  <c:v>1.0600000000010823E-2</c:v>
                </c:pt>
                <c:pt idx="518">
                  <c:v>1.0600000000010823E-2</c:v>
                </c:pt>
                <c:pt idx="519">
                  <c:v>1.0600000000010823E-2</c:v>
                </c:pt>
                <c:pt idx="520">
                  <c:v>1.0600000000010823E-2</c:v>
                </c:pt>
                <c:pt idx="521">
                  <c:v>1.0600000000010823E-2</c:v>
                </c:pt>
                <c:pt idx="522">
                  <c:v>1.0600000000010823E-2</c:v>
                </c:pt>
                <c:pt idx="523">
                  <c:v>1.0600000000010823E-2</c:v>
                </c:pt>
                <c:pt idx="524">
                  <c:v>1.0600000000010823E-2</c:v>
                </c:pt>
                <c:pt idx="525">
                  <c:v>1.0600000000010823E-2</c:v>
                </c:pt>
                <c:pt idx="526">
                  <c:v>1.0600000000010823E-2</c:v>
                </c:pt>
                <c:pt idx="527">
                  <c:v>1.0600000000010823E-2</c:v>
                </c:pt>
                <c:pt idx="528">
                  <c:v>1.0600000000010823E-2</c:v>
                </c:pt>
                <c:pt idx="529">
                  <c:v>1.0600000000010823E-2</c:v>
                </c:pt>
                <c:pt idx="530">
                  <c:v>1.0700000000042564E-2</c:v>
                </c:pt>
                <c:pt idx="531">
                  <c:v>1.0800000000017462E-2</c:v>
                </c:pt>
                <c:pt idx="532">
                  <c:v>1.0800000000017462E-2</c:v>
                </c:pt>
              </c:numCache>
            </c:numRef>
          </c:yVal>
          <c:smooth val="1"/>
          <c:extLst>
            <c:ext xmlns:c16="http://schemas.microsoft.com/office/drawing/2014/chart" uri="{C3380CC4-5D6E-409C-BE32-E72D297353CC}">
              <c16:uniqueId val="{00000008-1510-4437-9CAD-7ED8315A59D8}"/>
            </c:ext>
          </c:extLst>
        </c:ser>
        <c:ser>
          <c:idx val="9"/>
          <c:order val="9"/>
          <c:tx>
            <c:strRef>
              <c:f>SM50000_TEMPSoc5l2_50000!$OX$1</c:f>
              <c:strCache>
                <c:ptCount val="1"/>
                <c:pt idx="0">
                  <c:v>TELE_SM_INTERIOR.269</c:v>
                </c:pt>
              </c:strCache>
            </c:strRef>
          </c:tx>
          <c:spPr>
            <a:ln w="19050" cap="rnd">
              <a:solidFill>
                <a:schemeClr val="accent4">
                  <a:lumMod val="60000"/>
                </a:schemeClr>
              </a:solidFill>
              <a:round/>
            </a:ln>
            <a:effectLst/>
          </c:spPr>
          <c:marker>
            <c:symbol val="circle"/>
            <c:size val="5"/>
            <c:spPr>
              <a:solidFill>
                <a:schemeClr val="accent4">
                  <a:lumMod val="60000"/>
                </a:schemeClr>
              </a:solidFill>
              <a:ln w="9525">
                <a:solidFill>
                  <a:schemeClr val="accent4">
                    <a:lumMod val="6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SM50000_TEMPSoc5l2_50000!$OX$2:$OX$536</c:f>
              <c:numCache>
                <c:formatCode>General</c:formatCode>
                <c:ptCount val="533"/>
                <c:pt idx="0">
                  <c:v>0</c:v>
                </c:pt>
                <c:pt idx="1">
                  <c:v>1.2000000000398359E-3</c:v>
                </c:pt>
                <c:pt idx="2">
                  <c:v>2.7000000000043656E-3</c:v>
                </c:pt>
                <c:pt idx="3">
                  <c:v>3.8000000000124601E-3</c:v>
                </c:pt>
                <c:pt idx="4">
                  <c:v>4.7000000000139153E-3</c:v>
                </c:pt>
                <c:pt idx="5">
                  <c:v>5.3000000000338332E-3</c:v>
                </c:pt>
                <c:pt idx="6">
                  <c:v>5.8000000000220098E-3</c:v>
                </c:pt>
                <c:pt idx="7">
                  <c:v>6.2000000000352884E-3</c:v>
                </c:pt>
                <c:pt idx="8">
                  <c:v>6.5000000000168257E-3</c:v>
                </c:pt>
                <c:pt idx="9">
                  <c:v>6.9000000000301043E-3</c:v>
                </c:pt>
                <c:pt idx="10">
                  <c:v>7.1000000000367436E-3</c:v>
                </c:pt>
                <c:pt idx="11">
                  <c:v>7.4000000000182808E-3</c:v>
                </c:pt>
                <c:pt idx="12">
                  <c:v>7.6000000000249202E-3</c:v>
                </c:pt>
                <c:pt idx="13">
                  <c:v>7.9000000000064574E-3</c:v>
                </c:pt>
                <c:pt idx="14">
                  <c:v>8.1000000000130967E-3</c:v>
                </c:pt>
                <c:pt idx="15">
                  <c:v>8.300000000019736E-3</c:v>
                </c:pt>
                <c:pt idx="16">
                  <c:v>8.399999999994634E-3</c:v>
                </c:pt>
                <c:pt idx="17">
                  <c:v>8.6000000000012733E-3</c:v>
                </c:pt>
                <c:pt idx="18">
                  <c:v>8.8000000000079126E-3</c:v>
                </c:pt>
                <c:pt idx="19">
                  <c:v>8.900000000039654E-3</c:v>
                </c:pt>
                <c:pt idx="20">
                  <c:v>9.1000000000462933E-3</c:v>
                </c:pt>
                <c:pt idx="21">
                  <c:v>9.2000000000211912E-3</c:v>
                </c:pt>
                <c:pt idx="22">
                  <c:v>9.2999999999960892E-3</c:v>
                </c:pt>
                <c:pt idx="23">
                  <c:v>9.4000000000278305E-3</c:v>
                </c:pt>
                <c:pt idx="24">
                  <c:v>9.6000000000344698E-3</c:v>
                </c:pt>
                <c:pt idx="25">
                  <c:v>9.7000000000093678E-3</c:v>
                </c:pt>
                <c:pt idx="26">
                  <c:v>9.7000000000093678E-3</c:v>
                </c:pt>
                <c:pt idx="27">
                  <c:v>9.7000000000093678E-3</c:v>
                </c:pt>
                <c:pt idx="28">
                  <c:v>9.7000000000093678E-3</c:v>
                </c:pt>
                <c:pt idx="29">
                  <c:v>9.6000000000344698E-3</c:v>
                </c:pt>
                <c:pt idx="30">
                  <c:v>9.5000000000027285E-3</c:v>
                </c:pt>
                <c:pt idx="31">
                  <c:v>9.5000000000027285E-3</c:v>
                </c:pt>
                <c:pt idx="32">
                  <c:v>9.5000000000027285E-3</c:v>
                </c:pt>
                <c:pt idx="33">
                  <c:v>9.5000000000027285E-3</c:v>
                </c:pt>
                <c:pt idx="34">
                  <c:v>9.5000000000027285E-3</c:v>
                </c:pt>
                <c:pt idx="35">
                  <c:v>9.5000000000027285E-3</c:v>
                </c:pt>
                <c:pt idx="36">
                  <c:v>9.5000000000027285E-3</c:v>
                </c:pt>
                <c:pt idx="37">
                  <c:v>9.5000000000027285E-3</c:v>
                </c:pt>
                <c:pt idx="38">
                  <c:v>9.5000000000027285E-3</c:v>
                </c:pt>
                <c:pt idx="39">
                  <c:v>9.5000000000027285E-3</c:v>
                </c:pt>
                <c:pt idx="40">
                  <c:v>9.6000000000344698E-3</c:v>
                </c:pt>
                <c:pt idx="41">
                  <c:v>9.6000000000344698E-3</c:v>
                </c:pt>
                <c:pt idx="42">
                  <c:v>9.6000000000344698E-3</c:v>
                </c:pt>
                <c:pt idx="43">
                  <c:v>9.6000000000344698E-3</c:v>
                </c:pt>
                <c:pt idx="44">
                  <c:v>9.6000000000344698E-3</c:v>
                </c:pt>
                <c:pt idx="45">
                  <c:v>9.6000000000344698E-3</c:v>
                </c:pt>
                <c:pt idx="46">
                  <c:v>9.6000000000344698E-3</c:v>
                </c:pt>
                <c:pt idx="47">
                  <c:v>9.7000000000093678E-3</c:v>
                </c:pt>
                <c:pt idx="48">
                  <c:v>9.7000000000093678E-3</c:v>
                </c:pt>
                <c:pt idx="49">
                  <c:v>9.7000000000093678E-3</c:v>
                </c:pt>
                <c:pt idx="50">
                  <c:v>9.7000000000093678E-3</c:v>
                </c:pt>
                <c:pt idx="51">
                  <c:v>9.7000000000093678E-3</c:v>
                </c:pt>
                <c:pt idx="52">
                  <c:v>9.7000000000093678E-3</c:v>
                </c:pt>
                <c:pt idx="53">
                  <c:v>9.7000000000093678E-3</c:v>
                </c:pt>
                <c:pt idx="54">
                  <c:v>9.7000000000093678E-3</c:v>
                </c:pt>
                <c:pt idx="55">
                  <c:v>9.7000000000093678E-3</c:v>
                </c:pt>
                <c:pt idx="56">
                  <c:v>9.8000000000411092E-3</c:v>
                </c:pt>
                <c:pt idx="57">
                  <c:v>9.8000000000411092E-3</c:v>
                </c:pt>
                <c:pt idx="58">
                  <c:v>9.8000000000411092E-3</c:v>
                </c:pt>
                <c:pt idx="59">
                  <c:v>9.9000000000160071E-3</c:v>
                </c:pt>
                <c:pt idx="60">
                  <c:v>9.9000000000160071E-3</c:v>
                </c:pt>
                <c:pt idx="61">
                  <c:v>1.0000000000047748E-2</c:v>
                </c:pt>
                <c:pt idx="62">
                  <c:v>1.0000000000047748E-2</c:v>
                </c:pt>
                <c:pt idx="63">
                  <c:v>1.0000000000047748E-2</c:v>
                </c:pt>
                <c:pt idx="64">
                  <c:v>1.0100000000022646E-2</c:v>
                </c:pt>
                <c:pt idx="65">
                  <c:v>1.0100000000022646E-2</c:v>
                </c:pt>
                <c:pt idx="66">
                  <c:v>1.0100000000022646E-2</c:v>
                </c:pt>
                <c:pt idx="67">
                  <c:v>1.0100000000022646E-2</c:v>
                </c:pt>
                <c:pt idx="68">
                  <c:v>1.0100000000022646E-2</c:v>
                </c:pt>
                <c:pt idx="69">
                  <c:v>1.0100000000022646E-2</c:v>
                </c:pt>
                <c:pt idx="70">
                  <c:v>1.0100000000022646E-2</c:v>
                </c:pt>
                <c:pt idx="71">
                  <c:v>1.0199999999997544E-2</c:v>
                </c:pt>
                <c:pt idx="72">
                  <c:v>1.0199999999997544E-2</c:v>
                </c:pt>
                <c:pt idx="73">
                  <c:v>1.0199999999997544E-2</c:v>
                </c:pt>
                <c:pt idx="74">
                  <c:v>1.0199999999997544E-2</c:v>
                </c:pt>
                <c:pt idx="75">
                  <c:v>1.0199999999997544E-2</c:v>
                </c:pt>
                <c:pt idx="76">
                  <c:v>1.0199999999997544E-2</c:v>
                </c:pt>
                <c:pt idx="77">
                  <c:v>1.0199999999997544E-2</c:v>
                </c:pt>
                <c:pt idx="78">
                  <c:v>1.0199999999997544E-2</c:v>
                </c:pt>
                <c:pt idx="79">
                  <c:v>1.0199999999997544E-2</c:v>
                </c:pt>
                <c:pt idx="80">
                  <c:v>1.0199999999997544E-2</c:v>
                </c:pt>
                <c:pt idx="81">
                  <c:v>1.0199999999997544E-2</c:v>
                </c:pt>
                <c:pt idx="82">
                  <c:v>1.0199999999997544E-2</c:v>
                </c:pt>
                <c:pt idx="83">
                  <c:v>1.0199999999997544E-2</c:v>
                </c:pt>
                <c:pt idx="84">
                  <c:v>1.0199999999997544E-2</c:v>
                </c:pt>
                <c:pt idx="85">
                  <c:v>1.0300000000029286E-2</c:v>
                </c:pt>
                <c:pt idx="86">
                  <c:v>1.0300000000029286E-2</c:v>
                </c:pt>
                <c:pt idx="87">
                  <c:v>1.0300000000029286E-2</c:v>
                </c:pt>
                <c:pt idx="88">
                  <c:v>1.0300000000029286E-2</c:v>
                </c:pt>
                <c:pt idx="89">
                  <c:v>1.0300000000029286E-2</c:v>
                </c:pt>
                <c:pt idx="90">
                  <c:v>1.0300000000029286E-2</c:v>
                </c:pt>
                <c:pt idx="91">
                  <c:v>1.0300000000029286E-2</c:v>
                </c:pt>
                <c:pt idx="92">
                  <c:v>1.0300000000029286E-2</c:v>
                </c:pt>
                <c:pt idx="93">
                  <c:v>1.0300000000029286E-2</c:v>
                </c:pt>
                <c:pt idx="94">
                  <c:v>1.0300000000029286E-2</c:v>
                </c:pt>
                <c:pt idx="95">
                  <c:v>1.0300000000029286E-2</c:v>
                </c:pt>
                <c:pt idx="96">
                  <c:v>1.0300000000029286E-2</c:v>
                </c:pt>
                <c:pt idx="97">
                  <c:v>1.0300000000029286E-2</c:v>
                </c:pt>
                <c:pt idx="98">
                  <c:v>1.0300000000029286E-2</c:v>
                </c:pt>
                <c:pt idx="99">
                  <c:v>1.0300000000029286E-2</c:v>
                </c:pt>
                <c:pt idx="100">
                  <c:v>1.0300000000029286E-2</c:v>
                </c:pt>
                <c:pt idx="101">
                  <c:v>1.0300000000029286E-2</c:v>
                </c:pt>
                <c:pt idx="102">
                  <c:v>1.0300000000029286E-2</c:v>
                </c:pt>
                <c:pt idx="103">
                  <c:v>1.0300000000029286E-2</c:v>
                </c:pt>
                <c:pt idx="104">
                  <c:v>1.0300000000029286E-2</c:v>
                </c:pt>
                <c:pt idx="105">
                  <c:v>1.0300000000029286E-2</c:v>
                </c:pt>
                <c:pt idx="106">
                  <c:v>1.0300000000029286E-2</c:v>
                </c:pt>
                <c:pt idx="107">
                  <c:v>1.0300000000029286E-2</c:v>
                </c:pt>
                <c:pt idx="108">
                  <c:v>1.0300000000029286E-2</c:v>
                </c:pt>
                <c:pt idx="109">
                  <c:v>1.0400000000004184E-2</c:v>
                </c:pt>
                <c:pt idx="110">
                  <c:v>1.0500000000035925E-2</c:v>
                </c:pt>
                <c:pt idx="111">
                  <c:v>1.0600000000010823E-2</c:v>
                </c:pt>
                <c:pt idx="112">
                  <c:v>1.0600000000010823E-2</c:v>
                </c:pt>
                <c:pt idx="113">
                  <c:v>1.0700000000042564E-2</c:v>
                </c:pt>
                <c:pt idx="114">
                  <c:v>1.0700000000042564E-2</c:v>
                </c:pt>
                <c:pt idx="115">
                  <c:v>1.0800000000017462E-2</c:v>
                </c:pt>
                <c:pt idx="116">
                  <c:v>1.0800000000017462E-2</c:v>
                </c:pt>
                <c:pt idx="117">
                  <c:v>1.0800000000017462E-2</c:v>
                </c:pt>
                <c:pt idx="118">
                  <c:v>1.089999999999236E-2</c:v>
                </c:pt>
                <c:pt idx="119">
                  <c:v>1.089999999999236E-2</c:v>
                </c:pt>
                <c:pt idx="120">
                  <c:v>1.089999999999236E-2</c:v>
                </c:pt>
                <c:pt idx="121">
                  <c:v>1.089999999999236E-2</c:v>
                </c:pt>
                <c:pt idx="122">
                  <c:v>1.089999999999236E-2</c:v>
                </c:pt>
                <c:pt idx="123">
                  <c:v>1.089999999999236E-2</c:v>
                </c:pt>
                <c:pt idx="124">
                  <c:v>1.089999999999236E-2</c:v>
                </c:pt>
                <c:pt idx="125">
                  <c:v>1.089999999999236E-2</c:v>
                </c:pt>
                <c:pt idx="126">
                  <c:v>1.089999999999236E-2</c:v>
                </c:pt>
                <c:pt idx="127">
                  <c:v>1.089999999999236E-2</c:v>
                </c:pt>
                <c:pt idx="128">
                  <c:v>1.1000000000024102E-2</c:v>
                </c:pt>
                <c:pt idx="129">
                  <c:v>1.1000000000024102E-2</c:v>
                </c:pt>
                <c:pt idx="130">
                  <c:v>1.1000000000024102E-2</c:v>
                </c:pt>
                <c:pt idx="131">
                  <c:v>1.1000000000024102E-2</c:v>
                </c:pt>
                <c:pt idx="132">
                  <c:v>1.1000000000024102E-2</c:v>
                </c:pt>
                <c:pt idx="133">
                  <c:v>1.1000000000024102E-2</c:v>
                </c:pt>
                <c:pt idx="134">
                  <c:v>1.1000000000024102E-2</c:v>
                </c:pt>
                <c:pt idx="135">
                  <c:v>1.1000000000024102E-2</c:v>
                </c:pt>
                <c:pt idx="136">
                  <c:v>1.1000000000024102E-2</c:v>
                </c:pt>
                <c:pt idx="137">
                  <c:v>1.1000000000024102E-2</c:v>
                </c:pt>
                <c:pt idx="138">
                  <c:v>1.1000000000024102E-2</c:v>
                </c:pt>
                <c:pt idx="139">
                  <c:v>1.1000000000024102E-2</c:v>
                </c:pt>
                <c:pt idx="140">
                  <c:v>1.1000000000024102E-2</c:v>
                </c:pt>
                <c:pt idx="141">
                  <c:v>1.1000000000024102E-2</c:v>
                </c:pt>
                <c:pt idx="142">
                  <c:v>1.1000000000024102E-2</c:v>
                </c:pt>
                <c:pt idx="143">
                  <c:v>1.1000000000024102E-2</c:v>
                </c:pt>
                <c:pt idx="144">
                  <c:v>1.1000000000024102E-2</c:v>
                </c:pt>
                <c:pt idx="145">
                  <c:v>1.1000000000024102E-2</c:v>
                </c:pt>
                <c:pt idx="146">
                  <c:v>1.1000000000024102E-2</c:v>
                </c:pt>
                <c:pt idx="147">
                  <c:v>1.1000000000024102E-2</c:v>
                </c:pt>
                <c:pt idx="148">
                  <c:v>1.1000000000024102E-2</c:v>
                </c:pt>
                <c:pt idx="149">
                  <c:v>1.1000000000024102E-2</c:v>
                </c:pt>
                <c:pt idx="150">
                  <c:v>1.1000000000024102E-2</c:v>
                </c:pt>
                <c:pt idx="151">
                  <c:v>1.1000000000024102E-2</c:v>
                </c:pt>
                <c:pt idx="152">
                  <c:v>1.1000000000024102E-2</c:v>
                </c:pt>
                <c:pt idx="153">
                  <c:v>1.1000000000024102E-2</c:v>
                </c:pt>
                <c:pt idx="154">
                  <c:v>1.1000000000024102E-2</c:v>
                </c:pt>
                <c:pt idx="155">
                  <c:v>1.1000000000024102E-2</c:v>
                </c:pt>
                <c:pt idx="156">
                  <c:v>1.1000000000024102E-2</c:v>
                </c:pt>
                <c:pt idx="157">
                  <c:v>1.1000000000024102E-2</c:v>
                </c:pt>
                <c:pt idx="158">
                  <c:v>1.1000000000024102E-2</c:v>
                </c:pt>
                <c:pt idx="159">
                  <c:v>1.1000000000024102E-2</c:v>
                </c:pt>
                <c:pt idx="160">
                  <c:v>1.1099999999999E-2</c:v>
                </c:pt>
                <c:pt idx="161">
                  <c:v>1.1099999999999E-2</c:v>
                </c:pt>
                <c:pt idx="162">
                  <c:v>1.1099999999999E-2</c:v>
                </c:pt>
                <c:pt idx="163">
                  <c:v>1.1099999999999E-2</c:v>
                </c:pt>
                <c:pt idx="164">
                  <c:v>1.1099999999999E-2</c:v>
                </c:pt>
                <c:pt idx="165">
                  <c:v>1.1099999999999E-2</c:v>
                </c:pt>
                <c:pt idx="166">
                  <c:v>1.1099999999999E-2</c:v>
                </c:pt>
                <c:pt idx="167">
                  <c:v>1.1099999999999E-2</c:v>
                </c:pt>
                <c:pt idx="168">
                  <c:v>1.1099999999999E-2</c:v>
                </c:pt>
                <c:pt idx="169">
                  <c:v>1.1099999999999E-2</c:v>
                </c:pt>
                <c:pt idx="170">
                  <c:v>1.1099999999999E-2</c:v>
                </c:pt>
                <c:pt idx="171">
                  <c:v>1.1099999999999E-2</c:v>
                </c:pt>
                <c:pt idx="172">
                  <c:v>1.1099999999999E-2</c:v>
                </c:pt>
                <c:pt idx="173">
                  <c:v>1.1099999999999E-2</c:v>
                </c:pt>
                <c:pt idx="174">
                  <c:v>1.1099999999999E-2</c:v>
                </c:pt>
                <c:pt idx="175">
                  <c:v>1.1099999999999E-2</c:v>
                </c:pt>
                <c:pt idx="176">
                  <c:v>1.1099999999999E-2</c:v>
                </c:pt>
                <c:pt idx="177">
                  <c:v>1.1099999999999E-2</c:v>
                </c:pt>
                <c:pt idx="178">
                  <c:v>1.1099999999999E-2</c:v>
                </c:pt>
                <c:pt idx="179">
                  <c:v>1.1099999999999E-2</c:v>
                </c:pt>
                <c:pt idx="180">
                  <c:v>1.1099999999999E-2</c:v>
                </c:pt>
                <c:pt idx="181">
                  <c:v>1.1099999999999E-2</c:v>
                </c:pt>
                <c:pt idx="182">
                  <c:v>1.1099999999999E-2</c:v>
                </c:pt>
                <c:pt idx="183">
                  <c:v>1.1099999999999E-2</c:v>
                </c:pt>
                <c:pt idx="184">
                  <c:v>1.1000000000024102E-2</c:v>
                </c:pt>
                <c:pt idx="185">
                  <c:v>1.089999999999236E-2</c:v>
                </c:pt>
                <c:pt idx="186">
                  <c:v>1.0700000000042564E-2</c:v>
                </c:pt>
                <c:pt idx="187">
                  <c:v>1.0600000000010823E-2</c:v>
                </c:pt>
                <c:pt idx="188">
                  <c:v>1.0500000000035925E-2</c:v>
                </c:pt>
                <c:pt idx="189">
                  <c:v>1.0400000000004184E-2</c:v>
                </c:pt>
                <c:pt idx="190">
                  <c:v>1.0400000000004184E-2</c:v>
                </c:pt>
                <c:pt idx="191">
                  <c:v>1.0300000000029286E-2</c:v>
                </c:pt>
                <c:pt idx="192">
                  <c:v>1.0300000000029286E-2</c:v>
                </c:pt>
                <c:pt idx="193">
                  <c:v>1.0199999999997544E-2</c:v>
                </c:pt>
                <c:pt idx="194">
                  <c:v>1.0199999999997544E-2</c:v>
                </c:pt>
                <c:pt idx="195">
                  <c:v>1.0199999999997544E-2</c:v>
                </c:pt>
                <c:pt idx="196">
                  <c:v>1.0100000000022646E-2</c:v>
                </c:pt>
                <c:pt idx="197">
                  <c:v>1.0100000000022646E-2</c:v>
                </c:pt>
                <c:pt idx="198">
                  <c:v>1.0100000000022646E-2</c:v>
                </c:pt>
                <c:pt idx="199">
                  <c:v>1.0100000000022646E-2</c:v>
                </c:pt>
                <c:pt idx="200">
                  <c:v>1.0100000000022646E-2</c:v>
                </c:pt>
                <c:pt idx="201">
                  <c:v>1.0000000000047748E-2</c:v>
                </c:pt>
                <c:pt idx="202">
                  <c:v>1.0000000000047748E-2</c:v>
                </c:pt>
                <c:pt idx="203">
                  <c:v>1.0000000000047748E-2</c:v>
                </c:pt>
                <c:pt idx="204">
                  <c:v>1.0000000000047748E-2</c:v>
                </c:pt>
                <c:pt idx="205">
                  <c:v>1.0000000000047748E-2</c:v>
                </c:pt>
                <c:pt idx="206">
                  <c:v>1.0000000000047748E-2</c:v>
                </c:pt>
                <c:pt idx="207">
                  <c:v>1.0000000000047748E-2</c:v>
                </c:pt>
                <c:pt idx="208">
                  <c:v>1.0000000000047748E-2</c:v>
                </c:pt>
                <c:pt idx="209">
                  <c:v>1.0000000000047748E-2</c:v>
                </c:pt>
                <c:pt idx="210">
                  <c:v>1.0000000000047748E-2</c:v>
                </c:pt>
                <c:pt idx="211">
                  <c:v>1.0000000000047748E-2</c:v>
                </c:pt>
                <c:pt idx="212">
                  <c:v>1.0000000000047748E-2</c:v>
                </c:pt>
                <c:pt idx="213">
                  <c:v>1.0000000000047748E-2</c:v>
                </c:pt>
                <c:pt idx="214">
                  <c:v>1.0000000000047748E-2</c:v>
                </c:pt>
                <c:pt idx="215">
                  <c:v>1.0000000000047748E-2</c:v>
                </c:pt>
                <c:pt idx="216">
                  <c:v>1.0100000000022646E-2</c:v>
                </c:pt>
                <c:pt idx="217">
                  <c:v>1.0100000000022646E-2</c:v>
                </c:pt>
                <c:pt idx="218">
                  <c:v>1.0100000000022646E-2</c:v>
                </c:pt>
                <c:pt idx="219">
                  <c:v>1.0100000000022646E-2</c:v>
                </c:pt>
                <c:pt idx="220">
                  <c:v>1.0199999999997544E-2</c:v>
                </c:pt>
                <c:pt idx="221">
                  <c:v>1.0199999999997544E-2</c:v>
                </c:pt>
                <c:pt idx="222">
                  <c:v>1.0199999999997544E-2</c:v>
                </c:pt>
                <c:pt idx="223">
                  <c:v>1.0199999999997544E-2</c:v>
                </c:pt>
                <c:pt idx="224">
                  <c:v>1.0199999999997544E-2</c:v>
                </c:pt>
                <c:pt idx="225">
                  <c:v>1.0199999999997544E-2</c:v>
                </c:pt>
                <c:pt idx="226">
                  <c:v>1.0199999999997544E-2</c:v>
                </c:pt>
                <c:pt idx="227">
                  <c:v>1.0199999999997544E-2</c:v>
                </c:pt>
                <c:pt idx="228">
                  <c:v>1.0199999999997544E-2</c:v>
                </c:pt>
                <c:pt idx="229">
                  <c:v>1.0199999999997544E-2</c:v>
                </c:pt>
                <c:pt idx="230">
                  <c:v>1.0199999999997544E-2</c:v>
                </c:pt>
                <c:pt idx="231">
                  <c:v>1.0300000000029286E-2</c:v>
                </c:pt>
                <c:pt idx="232">
                  <c:v>1.0300000000029286E-2</c:v>
                </c:pt>
                <c:pt idx="233">
                  <c:v>1.0300000000029286E-2</c:v>
                </c:pt>
                <c:pt idx="234">
                  <c:v>1.0300000000029286E-2</c:v>
                </c:pt>
                <c:pt idx="235">
                  <c:v>1.0300000000029286E-2</c:v>
                </c:pt>
                <c:pt idx="236">
                  <c:v>1.0300000000029286E-2</c:v>
                </c:pt>
                <c:pt idx="237">
                  <c:v>1.0300000000029286E-2</c:v>
                </c:pt>
                <c:pt idx="238">
                  <c:v>1.0300000000029286E-2</c:v>
                </c:pt>
                <c:pt idx="239">
                  <c:v>1.0300000000029286E-2</c:v>
                </c:pt>
                <c:pt idx="240">
                  <c:v>1.0300000000029286E-2</c:v>
                </c:pt>
                <c:pt idx="241">
                  <c:v>1.0300000000029286E-2</c:v>
                </c:pt>
                <c:pt idx="242">
                  <c:v>1.0300000000029286E-2</c:v>
                </c:pt>
                <c:pt idx="243">
                  <c:v>1.0300000000029286E-2</c:v>
                </c:pt>
                <c:pt idx="244">
                  <c:v>1.0300000000029286E-2</c:v>
                </c:pt>
                <c:pt idx="245">
                  <c:v>1.0300000000029286E-2</c:v>
                </c:pt>
                <c:pt idx="246">
                  <c:v>1.0300000000029286E-2</c:v>
                </c:pt>
                <c:pt idx="247">
                  <c:v>1.0300000000029286E-2</c:v>
                </c:pt>
                <c:pt idx="248">
                  <c:v>1.0300000000029286E-2</c:v>
                </c:pt>
                <c:pt idx="249">
                  <c:v>1.0300000000029286E-2</c:v>
                </c:pt>
                <c:pt idx="250">
                  <c:v>1.0300000000029286E-2</c:v>
                </c:pt>
                <c:pt idx="251">
                  <c:v>1.0300000000029286E-2</c:v>
                </c:pt>
                <c:pt idx="252">
                  <c:v>1.0300000000029286E-2</c:v>
                </c:pt>
                <c:pt idx="253">
                  <c:v>1.0300000000029286E-2</c:v>
                </c:pt>
                <c:pt idx="254">
                  <c:v>1.0300000000029286E-2</c:v>
                </c:pt>
                <c:pt idx="255">
                  <c:v>1.0300000000029286E-2</c:v>
                </c:pt>
                <c:pt idx="256">
                  <c:v>1.0300000000029286E-2</c:v>
                </c:pt>
                <c:pt idx="257">
                  <c:v>1.0300000000029286E-2</c:v>
                </c:pt>
                <c:pt idx="258">
                  <c:v>1.0300000000029286E-2</c:v>
                </c:pt>
                <c:pt idx="259">
                  <c:v>1.0300000000029286E-2</c:v>
                </c:pt>
                <c:pt idx="260">
                  <c:v>1.0300000000029286E-2</c:v>
                </c:pt>
                <c:pt idx="261">
                  <c:v>1.0300000000029286E-2</c:v>
                </c:pt>
                <c:pt idx="262">
                  <c:v>1.0300000000029286E-2</c:v>
                </c:pt>
                <c:pt idx="263">
                  <c:v>1.0300000000029286E-2</c:v>
                </c:pt>
                <c:pt idx="264">
                  <c:v>1.0300000000029286E-2</c:v>
                </c:pt>
                <c:pt idx="265">
                  <c:v>1.0300000000029286E-2</c:v>
                </c:pt>
                <c:pt idx="266">
                  <c:v>1.0400000000004184E-2</c:v>
                </c:pt>
                <c:pt idx="267">
                  <c:v>1.0500000000035925E-2</c:v>
                </c:pt>
                <c:pt idx="268">
                  <c:v>1.0600000000010823E-2</c:v>
                </c:pt>
                <c:pt idx="269">
                  <c:v>1.0700000000042564E-2</c:v>
                </c:pt>
                <c:pt idx="270">
                  <c:v>1.0700000000042564E-2</c:v>
                </c:pt>
                <c:pt idx="271">
                  <c:v>1.0700000000042564E-2</c:v>
                </c:pt>
                <c:pt idx="272">
                  <c:v>1.0800000000017462E-2</c:v>
                </c:pt>
                <c:pt idx="273">
                  <c:v>1.0800000000017462E-2</c:v>
                </c:pt>
                <c:pt idx="274">
                  <c:v>1.0800000000017462E-2</c:v>
                </c:pt>
                <c:pt idx="275">
                  <c:v>1.089999999999236E-2</c:v>
                </c:pt>
                <c:pt idx="276">
                  <c:v>1.089999999999236E-2</c:v>
                </c:pt>
                <c:pt idx="277">
                  <c:v>1.089999999999236E-2</c:v>
                </c:pt>
                <c:pt idx="278">
                  <c:v>1.089999999999236E-2</c:v>
                </c:pt>
                <c:pt idx="279">
                  <c:v>1.089999999999236E-2</c:v>
                </c:pt>
                <c:pt idx="280">
                  <c:v>1.089999999999236E-2</c:v>
                </c:pt>
                <c:pt idx="281">
                  <c:v>1.089999999999236E-2</c:v>
                </c:pt>
                <c:pt idx="282">
                  <c:v>1.089999999999236E-2</c:v>
                </c:pt>
                <c:pt idx="283">
                  <c:v>1.089999999999236E-2</c:v>
                </c:pt>
                <c:pt idx="284">
                  <c:v>1.1000000000024102E-2</c:v>
                </c:pt>
                <c:pt idx="285">
                  <c:v>1.1000000000024102E-2</c:v>
                </c:pt>
                <c:pt idx="286">
                  <c:v>1.1000000000024102E-2</c:v>
                </c:pt>
                <c:pt idx="287">
                  <c:v>1.1000000000024102E-2</c:v>
                </c:pt>
                <c:pt idx="288">
                  <c:v>1.1000000000024102E-2</c:v>
                </c:pt>
                <c:pt idx="289">
                  <c:v>1.1000000000024102E-2</c:v>
                </c:pt>
                <c:pt idx="290">
                  <c:v>1.1000000000024102E-2</c:v>
                </c:pt>
                <c:pt idx="291">
                  <c:v>1.1000000000024102E-2</c:v>
                </c:pt>
                <c:pt idx="292">
                  <c:v>1.1000000000024102E-2</c:v>
                </c:pt>
                <c:pt idx="293">
                  <c:v>1.1000000000024102E-2</c:v>
                </c:pt>
                <c:pt idx="294">
                  <c:v>1.1000000000024102E-2</c:v>
                </c:pt>
                <c:pt idx="295">
                  <c:v>1.1000000000024102E-2</c:v>
                </c:pt>
                <c:pt idx="296">
                  <c:v>1.1000000000024102E-2</c:v>
                </c:pt>
                <c:pt idx="297">
                  <c:v>1.1000000000024102E-2</c:v>
                </c:pt>
                <c:pt idx="298">
                  <c:v>1.1000000000024102E-2</c:v>
                </c:pt>
                <c:pt idx="299">
                  <c:v>1.1000000000024102E-2</c:v>
                </c:pt>
                <c:pt idx="300">
                  <c:v>1.1000000000024102E-2</c:v>
                </c:pt>
                <c:pt idx="301">
                  <c:v>1.1000000000024102E-2</c:v>
                </c:pt>
                <c:pt idx="302">
                  <c:v>1.1000000000024102E-2</c:v>
                </c:pt>
                <c:pt idx="303">
                  <c:v>1.1000000000024102E-2</c:v>
                </c:pt>
                <c:pt idx="304">
                  <c:v>1.1000000000024102E-2</c:v>
                </c:pt>
                <c:pt idx="305">
                  <c:v>1.1000000000024102E-2</c:v>
                </c:pt>
                <c:pt idx="306">
                  <c:v>1.1000000000024102E-2</c:v>
                </c:pt>
                <c:pt idx="307">
                  <c:v>1.1000000000024102E-2</c:v>
                </c:pt>
                <c:pt idx="308">
                  <c:v>1.1000000000024102E-2</c:v>
                </c:pt>
                <c:pt idx="309">
                  <c:v>1.1000000000024102E-2</c:v>
                </c:pt>
                <c:pt idx="310">
                  <c:v>1.1000000000024102E-2</c:v>
                </c:pt>
                <c:pt idx="311">
                  <c:v>1.1000000000024102E-2</c:v>
                </c:pt>
                <c:pt idx="312">
                  <c:v>1.1000000000024102E-2</c:v>
                </c:pt>
                <c:pt idx="313">
                  <c:v>1.1000000000024102E-2</c:v>
                </c:pt>
                <c:pt idx="314">
                  <c:v>1.1000000000024102E-2</c:v>
                </c:pt>
                <c:pt idx="315">
                  <c:v>1.1000000000024102E-2</c:v>
                </c:pt>
                <c:pt idx="316">
                  <c:v>1.1000000000024102E-2</c:v>
                </c:pt>
                <c:pt idx="317">
                  <c:v>1.1099999999999E-2</c:v>
                </c:pt>
                <c:pt idx="318">
                  <c:v>1.1099999999999E-2</c:v>
                </c:pt>
                <c:pt idx="319">
                  <c:v>1.1099999999999E-2</c:v>
                </c:pt>
                <c:pt idx="320">
                  <c:v>1.1099999999999E-2</c:v>
                </c:pt>
                <c:pt idx="321">
                  <c:v>1.1099999999999E-2</c:v>
                </c:pt>
                <c:pt idx="322">
                  <c:v>1.1099999999999E-2</c:v>
                </c:pt>
                <c:pt idx="323">
                  <c:v>1.1099999999999E-2</c:v>
                </c:pt>
                <c:pt idx="324">
                  <c:v>1.1099999999999E-2</c:v>
                </c:pt>
                <c:pt idx="325">
                  <c:v>1.1099999999999E-2</c:v>
                </c:pt>
                <c:pt idx="326">
                  <c:v>1.1099999999999E-2</c:v>
                </c:pt>
                <c:pt idx="327">
                  <c:v>1.1099999999999E-2</c:v>
                </c:pt>
                <c:pt idx="328">
                  <c:v>1.1099999999999E-2</c:v>
                </c:pt>
                <c:pt idx="329">
                  <c:v>1.1099999999999E-2</c:v>
                </c:pt>
                <c:pt idx="330">
                  <c:v>1.1099999999999E-2</c:v>
                </c:pt>
                <c:pt idx="331">
                  <c:v>1.1099999999999E-2</c:v>
                </c:pt>
                <c:pt idx="332">
                  <c:v>1.1099999999999E-2</c:v>
                </c:pt>
                <c:pt idx="333">
                  <c:v>1.1099999999999E-2</c:v>
                </c:pt>
                <c:pt idx="334">
                  <c:v>1.1099999999999E-2</c:v>
                </c:pt>
                <c:pt idx="335">
                  <c:v>1.1099999999999E-2</c:v>
                </c:pt>
                <c:pt idx="336">
                  <c:v>1.1099999999999E-2</c:v>
                </c:pt>
                <c:pt idx="337">
                  <c:v>1.1099999999999E-2</c:v>
                </c:pt>
                <c:pt idx="338">
                  <c:v>1.1099999999999E-2</c:v>
                </c:pt>
                <c:pt idx="339">
                  <c:v>1.1099999999999E-2</c:v>
                </c:pt>
                <c:pt idx="340">
                  <c:v>1.1099999999999E-2</c:v>
                </c:pt>
                <c:pt idx="341">
                  <c:v>1.1000000000024102E-2</c:v>
                </c:pt>
                <c:pt idx="342">
                  <c:v>1.0800000000017462E-2</c:v>
                </c:pt>
                <c:pt idx="343">
                  <c:v>1.0700000000042564E-2</c:v>
                </c:pt>
                <c:pt idx="344">
                  <c:v>1.0600000000010823E-2</c:v>
                </c:pt>
                <c:pt idx="345">
                  <c:v>1.0500000000035925E-2</c:v>
                </c:pt>
                <c:pt idx="346">
                  <c:v>1.0400000000004184E-2</c:v>
                </c:pt>
                <c:pt idx="347">
                  <c:v>1.0400000000004184E-2</c:v>
                </c:pt>
                <c:pt idx="348">
                  <c:v>1.0300000000029286E-2</c:v>
                </c:pt>
                <c:pt idx="349">
                  <c:v>1.0300000000029286E-2</c:v>
                </c:pt>
                <c:pt idx="350">
                  <c:v>1.0199999999997544E-2</c:v>
                </c:pt>
                <c:pt idx="351">
                  <c:v>1.0199999999997544E-2</c:v>
                </c:pt>
                <c:pt idx="352">
                  <c:v>1.0199999999997544E-2</c:v>
                </c:pt>
                <c:pt idx="353">
                  <c:v>1.0100000000022646E-2</c:v>
                </c:pt>
                <c:pt idx="354">
                  <c:v>1.0100000000022646E-2</c:v>
                </c:pt>
                <c:pt idx="355">
                  <c:v>1.0100000000022646E-2</c:v>
                </c:pt>
                <c:pt idx="356">
                  <c:v>1.0100000000022646E-2</c:v>
                </c:pt>
                <c:pt idx="357">
                  <c:v>1.0100000000022646E-2</c:v>
                </c:pt>
                <c:pt idx="358">
                  <c:v>1.0000000000047748E-2</c:v>
                </c:pt>
                <c:pt idx="359">
                  <c:v>1.0000000000047748E-2</c:v>
                </c:pt>
                <c:pt idx="360">
                  <c:v>1.0000000000047748E-2</c:v>
                </c:pt>
                <c:pt idx="361">
                  <c:v>1.0000000000047748E-2</c:v>
                </c:pt>
                <c:pt idx="362">
                  <c:v>1.0000000000047748E-2</c:v>
                </c:pt>
                <c:pt idx="363">
                  <c:v>1.0000000000047748E-2</c:v>
                </c:pt>
                <c:pt idx="364">
                  <c:v>1.0000000000047748E-2</c:v>
                </c:pt>
                <c:pt idx="365">
                  <c:v>1.0000000000047748E-2</c:v>
                </c:pt>
                <c:pt idx="366">
                  <c:v>1.0000000000047748E-2</c:v>
                </c:pt>
                <c:pt idx="367">
                  <c:v>1.0000000000047748E-2</c:v>
                </c:pt>
                <c:pt idx="368">
                  <c:v>1.0000000000047748E-2</c:v>
                </c:pt>
                <c:pt idx="369">
                  <c:v>1.0000000000047748E-2</c:v>
                </c:pt>
                <c:pt idx="370">
                  <c:v>1.0000000000047748E-2</c:v>
                </c:pt>
                <c:pt idx="371">
                  <c:v>1.0000000000047748E-2</c:v>
                </c:pt>
                <c:pt idx="372">
                  <c:v>1.0000000000047748E-2</c:v>
                </c:pt>
                <c:pt idx="373">
                  <c:v>1.0000000000047748E-2</c:v>
                </c:pt>
                <c:pt idx="374">
                  <c:v>1.0100000000022646E-2</c:v>
                </c:pt>
                <c:pt idx="375">
                  <c:v>1.0100000000022646E-2</c:v>
                </c:pt>
                <c:pt idx="376">
                  <c:v>1.0100000000022646E-2</c:v>
                </c:pt>
                <c:pt idx="377">
                  <c:v>1.0100000000022646E-2</c:v>
                </c:pt>
                <c:pt idx="378">
                  <c:v>1.0199999999997544E-2</c:v>
                </c:pt>
                <c:pt idx="379">
                  <c:v>1.0199999999997544E-2</c:v>
                </c:pt>
                <c:pt idx="380">
                  <c:v>1.0199999999997544E-2</c:v>
                </c:pt>
                <c:pt idx="381">
                  <c:v>1.0199999999997544E-2</c:v>
                </c:pt>
                <c:pt idx="382">
                  <c:v>1.0199999999997544E-2</c:v>
                </c:pt>
                <c:pt idx="383">
                  <c:v>1.0199999999997544E-2</c:v>
                </c:pt>
                <c:pt idx="384">
                  <c:v>1.0199999999997544E-2</c:v>
                </c:pt>
                <c:pt idx="385">
                  <c:v>1.0199999999997544E-2</c:v>
                </c:pt>
                <c:pt idx="386">
                  <c:v>1.0199999999997544E-2</c:v>
                </c:pt>
                <c:pt idx="387">
                  <c:v>1.0199999999997544E-2</c:v>
                </c:pt>
                <c:pt idx="388">
                  <c:v>1.0300000000029286E-2</c:v>
                </c:pt>
                <c:pt idx="389">
                  <c:v>1.0300000000029286E-2</c:v>
                </c:pt>
                <c:pt idx="390">
                  <c:v>1.0300000000029286E-2</c:v>
                </c:pt>
                <c:pt idx="391">
                  <c:v>1.0300000000029286E-2</c:v>
                </c:pt>
                <c:pt idx="392">
                  <c:v>1.0300000000029286E-2</c:v>
                </c:pt>
                <c:pt idx="393">
                  <c:v>1.0300000000029286E-2</c:v>
                </c:pt>
                <c:pt idx="394">
                  <c:v>1.0300000000029286E-2</c:v>
                </c:pt>
                <c:pt idx="395">
                  <c:v>1.0300000000029286E-2</c:v>
                </c:pt>
                <c:pt idx="396">
                  <c:v>1.0300000000029286E-2</c:v>
                </c:pt>
                <c:pt idx="397">
                  <c:v>1.0300000000029286E-2</c:v>
                </c:pt>
                <c:pt idx="398">
                  <c:v>1.0300000000029286E-2</c:v>
                </c:pt>
                <c:pt idx="399">
                  <c:v>1.0300000000029286E-2</c:v>
                </c:pt>
                <c:pt idx="400">
                  <c:v>1.0300000000029286E-2</c:v>
                </c:pt>
                <c:pt idx="401">
                  <c:v>1.0300000000029286E-2</c:v>
                </c:pt>
                <c:pt idx="402">
                  <c:v>1.0300000000029286E-2</c:v>
                </c:pt>
                <c:pt idx="403">
                  <c:v>1.0300000000029286E-2</c:v>
                </c:pt>
                <c:pt idx="404">
                  <c:v>1.0300000000029286E-2</c:v>
                </c:pt>
                <c:pt idx="405">
                  <c:v>1.0300000000029286E-2</c:v>
                </c:pt>
                <c:pt idx="406">
                  <c:v>1.0300000000029286E-2</c:v>
                </c:pt>
                <c:pt idx="407">
                  <c:v>1.0300000000029286E-2</c:v>
                </c:pt>
                <c:pt idx="408">
                  <c:v>1.0300000000029286E-2</c:v>
                </c:pt>
                <c:pt idx="409">
                  <c:v>1.0300000000029286E-2</c:v>
                </c:pt>
                <c:pt idx="410">
                  <c:v>1.0300000000029286E-2</c:v>
                </c:pt>
                <c:pt idx="411">
                  <c:v>1.0300000000029286E-2</c:v>
                </c:pt>
                <c:pt idx="412">
                  <c:v>1.0300000000029286E-2</c:v>
                </c:pt>
                <c:pt idx="413">
                  <c:v>1.0300000000029286E-2</c:v>
                </c:pt>
                <c:pt idx="414">
                  <c:v>1.0300000000029286E-2</c:v>
                </c:pt>
                <c:pt idx="415">
                  <c:v>1.0300000000029286E-2</c:v>
                </c:pt>
                <c:pt idx="416">
                  <c:v>1.0300000000029286E-2</c:v>
                </c:pt>
                <c:pt idx="417">
                  <c:v>1.0300000000029286E-2</c:v>
                </c:pt>
                <c:pt idx="418">
                  <c:v>1.0300000000029286E-2</c:v>
                </c:pt>
                <c:pt idx="419">
                  <c:v>1.0300000000029286E-2</c:v>
                </c:pt>
                <c:pt idx="420">
                  <c:v>1.0300000000029286E-2</c:v>
                </c:pt>
                <c:pt idx="421">
                  <c:v>1.0300000000029286E-2</c:v>
                </c:pt>
                <c:pt idx="422">
                  <c:v>1.0300000000029286E-2</c:v>
                </c:pt>
                <c:pt idx="423">
                  <c:v>1.0400000000004184E-2</c:v>
                </c:pt>
                <c:pt idx="424">
                  <c:v>1.0400000000004184E-2</c:v>
                </c:pt>
                <c:pt idx="425">
                  <c:v>1.0500000000035925E-2</c:v>
                </c:pt>
                <c:pt idx="426">
                  <c:v>1.0600000000010823E-2</c:v>
                </c:pt>
                <c:pt idx="427">
                  <c:v>1.0700000000042564E-2</c:v>
                </c:pt>
                <c:pt idx="428">
                  <c:v>1.0700000000042564E-2</c:v>
                </c:pt>
                <c:pt idx="429">
                  <c:v>1.0800000000017462E-2</c:v>
                </c:pt>
                <c:pt idx="430">
                  <c:v>1.0800000000017462E-2</c:v>
                </c:pt>
                <c:pt idx="431">
                  <c:v>1.0800000000017462E-2</c:v>
                </c:pt>
                <c:pt idx="432">
                  <c:v>1.0800000000017462E-2</c:v>
                </c:pt>
                <c:pt idx="433">
                  <c:v>1.089999999999236E-2</c:v>
                </c:pt>
                <c:pt idx="434">
                  <c:v>1.089999999999236E-2</c:v>
                </c:pt>
                <c:pt idx="435">
                  <c:v>1.089999999999236E-2</c:v>
                </c:pt>
                <c:pt idx="436">
                  <c:v>1.089999999999236E-2</c:v>
                </c:pt>
                <c:pt idx="437">
                  <c:v>1.089999999999236E-2</c:v>
                </c:pt>
                <c:pt idx="438">
                  <c:v>1.089999999999236E-2</c:v>
                </c:pt>
                <c:pt idx="439">
                  <c:v>1.089999999999236E-2</c:v>
                </c:pt>
                <c:pt idx="440">
                  <c:v>1.089999999999236E-2</c:v>
                </c:pt>
                <c:pt idx="441">
                  <c:v>1.089999999999236E-2</c:v>
                </c:pt>
                <c:pt idx="442">
                  <c:v>1.1000000000024102E-2</c:v>
                </c:pt>
                <c:pt idx="443">
                  <c:v>1.1000000000024102E-2</c:v>
                </c:pt>
                <c:pt idx="444">
                  <c:v>1.1000000000024102E-2</c:v>
                </c:pt>
                <c:pt idx="445">
                  <c:v>1.1000000000024102E-2</c:v>
                </c:pt>
                <c:pt idx="446">
                  <c:v>1.1000000000024102E-2</c:v>
                </c:pt>
                <c:pt idx="447">
                  <c:v>1.1000000000024102E-2</c:v>
                </c:pt>
                <c:pt idx="448">
                  <c:v>1.1000000000024102E-2</c:v>
                </c:pt>
                <c:pt idx="449">
                  <c:v>1.1000000000024102E-2</c:v>
                </c:pt>
                <c:pt idx="450">
                  <c:v>1.1000000000024102E-2</c:v>
                </c:pt>
                <c:pt idx="451">
                  <c:v>1.1000000000024102E-2</c:v>
                </c:pt>
                <c:pt idx="452">
                  <c:v>1.1000000000024102E-2</c:v>
                </c:pt>
                <c:pt idx="453">
                  <c:v>1.1000000000024102E-2</c:v>
                </c:pt>
                <c:pt idx="454">
                  <c:v>1.1000000000024102E-2</c:v>
                </c:pt>
                <c:pt idx="455">
                  <c:v>1.1000000000024102E-2</c:v>
                </c:pt>
                <c:pt idx="456">
                  <c:v>1.1000000000024102E-2</c:v>
                </c:pt>
                <c:pt idx="457">
                  <c:v>1.1000000000024102E-2</c:v>
                </c:pt>
                <c:pt idx="458">
                  <c:v>1.1000000000024102E-2</c:v>
                </c:pt>
                <c:pt idx="459">
                  <c:v>1.1000000000024102E-2</c:v>
                </c:pt>
                <c:pt idx="460">
                  <c:v>1.1000000000024102E-2</c:v>
                </c:pt>
                <c:pt idx="461">
                  <c:v>1.1000000000024102E-2</c:v>
                </c:pt>
                <c:pt idx="462">
                  <c:v>1.1000000000024102E-2</c:v>
                </c:pt>
                <c:pt idx="463">
                  <c:v>1.1000000000024102E-2</c:v>
                </c:pt>
                <c:pt idx="464">
                  <c:v>1.1000000000024102E-2</c:v>
                </c:pt>
                <c:pt idx="465">
                  <c:v>1.1000000000024102E-2</c:v>
                </c:pt>
                <c:pt idx="466">
                  <c:v>1.1000000000024102E-2</c:v>
                </c:pt>
                <c:pt idx="467">
                  <c:v>1.1000000000024102E-2</c:v>
                </c:pt>
                <c:pt idx="468">
                  <c:v>1.1000000000024102E-2</c:v>
                </c:pt>
                <c:pt idx="469">
                  <c:v>1.1000000000024102E-2</c:v>
                </c:pt>
                <c:pt idx="470">
                  <c:v>1.1000000000024102E-2</c:v>
                </c:pt>
                <c:pt idx="471">
                  <c:v>1.1000000000024102E-2</c:v>
                </c:pt>
                <c:pt idx="472">
                  <c:v>1.1000000000024102E-2</c:v>
                </c:pt>
                <c:pt idx="473">
                  <c:v>1.1000000000024102E-2</c:v>
                </c:pt>
                <c:pt idx="474">
                  <c:v>1.1000000000024102E-2</c:v>
                </c:pt>
                <c:pt idx="475">
                  <c:v>1.1000000000024102E-2</c:v>
                </c:pt>
                <c:pt idx="476">
                  <c:v>1.1099999999999E-2</c:v>
                </c:pt>
                <c:pt idx="477">
                  <c:v>1.1099999999999E-2</c:v>
                </c:pt>
                <c:pt idx="478">
                  <c:v>1.1099999999999E-2</c:v>
                </c:pt>
                <c:pt idx="479">
                  <c:v>1.1099999999999E-2</c:v>
                </c:pt>
                <c:pt idx="480">
                  <c:v>1.1099999999999E-2</c:v>
                </c:pt>
                <c:pt idx="481">
                  <c:v>1.1099999999999E-2</c:v>
                </c:pt>
                <c:pt idx="482">
                  <c:v>1.1099999999999E-2</c:v>
                </c:pt>
                <c:pt idx="483">
                  <c:v>1.1099999999999E-2</c:v>
                </c:pt>
                <c:pt idx="484">
                  <c:v>1.1099999999999E-2</c:v>
                </c:pt>
                <c:pt idx="485">
                  <c:v>1.1099999999999E-2</c:v>
                </c:pt>
                <c:pt idx="486">
                  <c:v>1.1099999999999E-2</c:v>
                </c:pt>
                <c:pt idx="487">
                  <c:v>1.1099999999999E-2</c:v>
                </c:pt>
                <c:pt idx="488">
                  <c:v>1.1099999999999E-2</c:v>
                </c:pt>
                <c:pt idx="489">
                  <c:v>1.1099999999999E-2</c:v>
                </c:pt>
                <c:pt idx="490">
                  <c:v>1.1099999999999E-2</c:v>
                </c:pt>
                <c:pt idx="491">
                  <c:v>1.1099999999999E-2</c:v>
                </c:pt>
                <c:pt idx="492">
                  <c:v>1.1099999999999E-2</c:v>
                </c:pt>
                <c:pt idx="493">
                  <c:v>1.1099999999999E-2</c:v>
                </c:pt>
                <c:pt idx="494">
                  <c:v>1.1099999999999E-2</c:v>
                </c:pt>
                <c:pt idx="495">
                  <c:v>1.1099999999999E-2</c:v>
                </c:pt>
                <c:pt idx="496">
                  <c:v>1.1099999999999E-2</c:v>
                </c:pt>
                <c:pt idx="497">
                  <c:v>1.1099999999999E-2</c:v>
                </c:pt>
                <c:pt idx="498">
                  <c:v>1.1099999999999E-2</c:v>
                </c:pt>
                <c:pt idx="499">
                  <c:v>1.1099999999999E-2</c:v>
                </c:pt>
                <c:pt idx="500">
                  <c:v>1.1000000000024102E-2</c:v>
                </c:pt>
                <c:pt idx="501">
                  <c:v>1.0800000000017462E-2</c:v>
                </c:pt>
                <c:pt idx="502">
                  <c:v>1.0700000000042564E-2</c:v>
                </c:pt>
                <c:pt idx="503">
                  <c:v>1.0600000000010823E-2</c:v>
                </c:pt>
                <c:pt idx="504">
                  <c:v>1.0500000000035925E-2</c:v>
                </c:pt>
                <c:pt idx="505">
                  <c:v>1.0400000000004184E-2</c:v>
                </c:pt>
                <c:pt idx="506">
                  <c:v>1.0400000000004184E-2</c:v>
                </c:pt>
                <c:pt idx="507">
                  <c:v>1.0300000000029286E-2</c:v>
                </c:pt>
                <c:pt idx="508">
                  <c:v>1.0300000000029286E-2</c:v>
                </c:pt>
                <c:pt idx="509">
                  <c:v>1.0199999999997544E-2</c:v>
                </c:pt>
                <c:pt idx="510">
                  <c:v>1.0199999999997544E-2</c:v>
                </c:pt>
                <c:pt idx="511">
                  <c:v>1.0199999999997544E-2</c:v>
                </c:pt>
                <c:pt idx="512">
                  <c:v>1.0100000000022646E-2</c:v>
                </c:pt>
                <c:pt idx="513">
                  <c:v>1.0100000000022646E-2</c:v>
                </c:pt>
                <c:pt idx="514">
                  <c:v>1.0100000000022646E-2</c:v>
                </c:pt>
                <c:pt idx="515">
                  <c:v>1.0100000000022646E-2</c:v>
                </c:pt>
                <c:pt idx="516">
                  <c:v>1.0100000000022646E-2</c:v>
                </c:pt>
                <c:pt idx="517">
                  <c:v>1.0000000000047748E-2</c:v>
                </c:pt>
                <c:pt idx="518">
                  <c:v>1.0000000000047748E-2</c:v>
                </c:pt>
                <c:pt idx="519">
                  <c:v>1.0000000000047748E-2</c:v>
                </c:pt>
                <c:pt idx="520">
                  <c:v>1.0000000000047748E-2</c:v>
                </c:pt>
                <c:pt idx="521">
                  <c:v>1.0000000000047748E-2</c:v>
                </c:pt>
                <c:pt idx="522">
                  <c:v>1.0000000000047748E-2</c:v>
                </c:pt>
                <c:pt idx="523">
                  <c:v>1.0000000000047748E-2</c:v>
                </c:pt>
                <c:pt idx="524">
                  <c:v>1.0000000000047748E-2</c:v>
                </c:pt>
                <c:pt idx="525">
                  <c:v>1.0000000000047748E-2</c:v>
                </c:pt>
                <c:pt idx="526">
                  <c:v>1.0000000000047748E-2</c:v>
                </c:pt>
                <c:pt idx="527">
                  <c:v>1.0000000000047748E-2</c:v>
                </c:pt>
                <c:pt idx="528">
                  <c:v>1.0000000000047748E-2</c:v>
                </c:pt>
                <c:pt idx="529">
                  <c:v>1.0000000000047748E-2</c:v>
                </c:pt>
                <c:pt idx="530">
                  <c:v>1.0000000000047748E-2</c:v>
                </c:pt>
                <c:pt idx="531">
                  <c:v>1.0000000000047748E-2</c:v>
                </c:pt>
                <c:pt idx="532">
                  <c:v>1.0100000000022646E-2</c:v>
                </c:pt>
              </c:numCache>
            </c:numRef>
          </c:yVal>
          <c:smooth val="1"/>
          <c:extLst>
            <c:ext xmlns:c16="http://schemas.microsoft.com/office/drawing/2014/chart" uri="{C3380CC4-5D6E-409C-BE32-E72D297353CC}">
              <c16:uniqueId val="{00000009-1510-4437-9CAD-7ED8315A59D8}"/>
            </c:ext>
          </c:extLst>
        </c:ser>
        <c:ser>
          <c:idx val="10"/>
          <c:order val="10"/>
          <c:tx>
            <c:strRef>
              <c:f>SM50000_TEMPSoc5l2_50000!$OY$1</c:f>
              <c:strCache>
                <c:ptCount val="1"/>
                <c:pt idx="0">
                  <c:v>TELE_SM_INTERIOR.270</c:v>
                </c:pt>
              </c:strCache>
            </c:strRef>
          </c:tx>
          <c:spPr>
            <a:ln w="19050" cap="rnd">
              <a:solidFill>
                <a:schemeClr val="accent5">
                  <a:lumMod val="60000"/>
                </a:schemeClr>
              </a:solidFill>
              <a:round/>
            </a:ln>
            <a:effectLst/>
          </c:spPr>
          <c:marker>
            <c:symbol val="circle"/>
            <c:size val="5"/>
            <c:spPr>
              <a:solidFill>
                <a:schemeClr val="accent5">
                  <a:lumMod val="60000"/>
                </a:schemeClr>
              </a:solidFill>
              <a:ln w="9525">
                <a:solidFill>
                  <a:schemeClr val="accent5">
                    <a:lumMod val="6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SM50000_TEMPSoc5l2_50000!$OY$2:$OY$536</c:f>
              <c:numCache>
                <c:formatCode>General</c:formatCode>
                <c:ptCount val="533"/>
                <c:pt idx="0">
                  <c:v>0</c:v>
                </c:pt>
                <c:pt idx="1">
                  <c:v>4.2000000000257387E-3</c:v>
                </c:pt>
                <c:pt idx="2">
                  <c:v>5.4999999999836291E-3</c:v>
                </c:pt>
                <c:pt idx="3">
                  <c:v>6.3000000000101863E-3</c:v>
                </c:pt>
                <c:pt idx="4">
                  <c:v>6.700000000023465E-3</c:v>
                </c:pt>
                <c:pt idx="5">
                  <c:v>7.0999999999799002E-3</c:v>
                </c:pt>
                <c:pt idx="6">
                  <c:v>7.2999999999865395E-3</c:v>
                </c:pt>
                <c:pt idx="7">
                  <c:v>7.4999999999931788E-3</c:v>
                </c:pt>
                <c:pt idx="8">
                  <c:v>7.6999999999998181E-3</c:v>
                </c:pt>
                <c:pt idx="9">
                  <c:v>7.9000000000064574E-3</c:v>
                </c:pt>
                <c:pt idx="10">
                  <c:v>7.9999999999813554E-3</c:v>
                </c:pt>
                <c:pt idx="11">
                  <c:v>8.1999999999879947E-3</c:v>
                </c:pt>
                <c:pt idx="12">
                  <c:v>8.300000000019736E-3</c:v>
                </c:pt>
                <c:pt idx="13">
                  <c:v>8.5000000000263753E-3</c:v>
                </c:pt>
                <c:pt idx="14">
                  <c:v>8.6000000000012733E-3</c:v>
                </c:pt>
                <c:pt idx="15">
                  <c:v>8.8000000000079126E-3</c:v>
                </c:pt>
                <c:pt idx="16">
                  <c:v>8.8999999999828106E-3</c:v>
                </c:pt>
                <c:pt idx="17">
                  <c:v>9.0000000000145519E-3</c:v>
                </c:pt>
                <c:pt idx="18">
                  <c:v>9.0999999999894499E-3</c:v>
                </c:pt>
                <c:pt idx="19">
                  <c:v>9.2000000000211912E-3</c:v>
                </c:pt>
                <c:pt idx="20">
                  <c:v>9.2999999999960892E-3</c:v>
                </c:pt>
                <c:pt idx="21">
                  <c:v>9.4000000000278305E-3</c:v>
                </c:pt>
                <c:pt idx="22">
                  <c:v>9.5000000000027285E-3</c:v>
                </c:pt>
                <c:pt idx="23">
                  <c:v>9.6000000000344698E-3</c:v>
                </c:pt>
                <c:pt idx="24">
                  <c:v>9.7000000000093678E-3</c:v>
                </c:pt>
                <c:pt idx="25">
                  <c:v>9.7999999999842657E-3</c:v>
                </c:pt>
                <c:pt idx="26">
                  <c:v>9.7999999999842657E-3</c:v>
                </c:pt>
                <c:pt idx="27">
                  <c:v>9.6000000000344698E-3</c:v>
                </c:pt>
                <c:pt idx="28">
                  <c:v>9.5000000000027285E-3</c:v>
                </c:pt>
                <c:pt idx="29">
                  <c:v>9.5000000000027285E-3</c:v>
                </c:pt>
                <c:pt idx="30">
                  <c:v>9.4000000000278305E-3</c:v>
                </c:pt>
                <c:pt idx="31">
                  <c:v>9.4000000000278305E-3</c:v>
                </c:pt>
                <c:pt idx="32">
                  <c:v>9.4000000000278305E-3</c:v>
                </c:pt>
                <c:pt idx="33">
                  <c:v>9.4000000000278305E-3</c:v>
                </c:pt>
                <c:pt idx="34">
                  <c:v>9.4000000000278305E-3</c:v>
                </c:pt>
                <c:pt idx="35">
                  <c:v>9.5000000000027285E-3</c:v>
                </c:pt>
                <c:pt idx="36">
                  <c:v>9.5000000000027285E-3</c:v>
                </c:pt>
                <c:pt idx="37">
                  <c:v>9.5000000000027285E-3</c:v>
                </c:pt>
                <c:pt idx="38">
                  <c:v>9.5000000000027285E-3</c:v>
                </c:pt>
                <c:pt idx="39">
                  <c:v>9.5000000000027285E-3</c:v>
                </c:pt>
                <c:pt idx="40">
                  <c:v>9.5000000000027285E-3</c:v>
                </c:pt>
                <c:pt idx="41">
                  <c:v>9.5000000000027285E-3</c:v>
                </c:pt>
                <c:pt idx="42">
                  <c:v>9.5000000000027285E-3</c:v>
                </c:pt>
                <c:pt idx="43">
                  <c:v>9.6000000000344698E-3</c:v>
                </c:pt>
                <c:pt idx="44">
                  <c:v>9.6000000000344698E-3</c:v>
                </c:pt>
                <c:pt idx="45">
                  <c:v>9.6000000000344698E-3</c:v>
                </c:pt>
                <c:pt idx="46">
                  <c:v>9.6000000000344698E-3</c:v>
                </c:pt>
                <c:pt idx="47">
                  <c:v>9.6000000000344698E-3</c:v>
                </c:pt>
                <c:pt idx="48">
                  <c:v>9.6000000000344698E-3</c:v>
                </c:pt>
                <c:pt idx="49">
                  <c:v>9.6000000000344698E-3</c:v>
                </c:pt>
                <c:pt idx="50">
                  <c:v>9.6000000000344698E-3</c:v>
                </c:pt>
                <c:pt idx="51">
                  <c:v>9.6000000000344698E-3</c:v>
                </c:pt>
                <c:pt idx="52">
                  <c:v>9.6000000000344698E-3</c:v>
                </c:pt>
                <c:pt idx="53">
                  <c:v>9.7000000000093678E-3</c:v>
                </c:pt>
                <c:pt idx="54">
                  <c:v>9.7000000000093678E-3</c:v>
                </c:pt>
                <c:pt idx="55">
                  <c:v>9.7000000000093678E-3</c:v>
                </c:pt>
                <c:pt idx="56">
                  <c:v>9.7000000000093678E-3</c:v>
                </c:pt>
                <c:pt idx="57">
                  <c:v>9.7000000000093678E-3</c:v>
                </c:pt>
                <c:pt idx="58">
                  <c:v>9.7999999999842657E-3</c:v>
                </c:pt>
                <c:pt idx="59">
                  <c:v>9.7999999999842657E-3</c:v>
                </c:pt>
                <c:pt idx="60">
                  <c:v>9.9000000000160071E-3</c:v>
                </c:pt>
                <c:pt idx="61">
                  <c:v>9.9000000000160071E-3</c:v>
                </c:pt>
                <c:pt idx="62">
                  <c:v>9.9000000000160071E-3</c:v>
                </c:pt>
                <c:pt idx="63">
                  <c:v>9.9000000000160071E-3</c:v>
                </c:pt>
                <c:pt idx="64">
                  <c:v>9.9000000000160071E-3</c:v>
                </c:pt>
                <c:pt idx="65">
                  <c:v>9.9000000000160071E-3</c:v>
                </c:pt>
                <c:pt idx="66">
                  <c:v>9.9000000000160071E-3</c:v>
                </c:pt>
                <c:pt idx="67">
                  <c:v>9.9000000000160071E-3</c:v>
                </c:pt>
                <c:pt idx="68">
                  <c:v>9.9000000000160071E-3</c:v>
                </c:pt>
                <c:pt idx="69">
                  <c:v>9.9000000000160071E-3</c:v>
                </c:pt>
                <c:pt idx="70">
                  <c:v>9.9999999999909051E-3</c:v>
                </c:pt>
                <c:pt idx="71">
                  <c:v>9.9999999999909051E-3</c:v>
                </c:pt>
                <c:pt idx="72">
                  <c:v>9.9999999999909051E-3</c:v>
                </c:pt>
                <c:pt idx="73">
                  <c:v>9.9999999999909051E-3</c:v>
                </c:pt>
                <c:pt idx="74">
                  <c:v>9.9999999999909051E-3</c:v>
                </c:pt>
                <c:pt idx="75">
                  <c:v>9.9999999999909051E-3</c:v>
                </c:pt>
                <c:pt idx="76">
                  <c:v>9.9999999999909051E-3</c:v>
                </c:pt>
                <c:pt idx="77">
                  <c:v>9.9999999999909051E-3</c:v>
                </c:pt>
                <c:pt idx="78">
                  <c:v>9.9999999999909051E-3</c:v>
                </c:pt>
                <c:pt idx="79">
                  <c:v>9.9999999999909051E-3</c:v>
                </c:pt>
                <c:pt idx="80">
                  <c:v>9.9999999999909051E-3</c:v>
                </c:pt>
                <c:pt idx="81">
                  <c:v>9.9999999999909051E-3</c:v>
                </c:pt>
                <c:pt idx="82">
                  <c:v>9.9999999999909051E-3</c:v>
                </c:pt>
                <c:pt idx="83">
                  <c:v>9.9999999999909051E-3</c:v>
                </c:pt>
                <c:pt idx="84">
                  <c:v>9.9999999999909051E-3</c:v>
                </c:pt>
                <c:pt idx="85">
                  <c:v>9.9999999999909051E-3</c:v>
                </c:pt>
                <c:pt idx="86">
                  <c:v>9.9999999999909051E-3</c:v>
                </c:pt>
                <c:pt idx="87">
                  <c:v>9.9999999999909051E-3</c:v>
                </c:pt>
                <c:pt idx="88">
                  <c:v>9.9999999999909051E-3</c:v>
                </c:pt>
                <c:pt idx="89">
                  <c:v>9.9999999999909051E-3</c:v>
                </c:pt>
                <c:pt idx="90">
                  <c:v>9.9999999999909051E-3</c:v>
                </c:pt>
                <c:pt idx="91">
                  <c:v>9.9999999999909051E-3</c:v>
                </c:pt>
                <c:pt idx="92">
                  <c:v>9.9999999999909051E-3</c:v>
                </c:pt>
                <c:pt idx="93">
                  <c:v>9.9999999999909051E-3</c:v>
                </c:pt>
                <c:pt idx="94">
                  <c:v>9.9999999999909051E-3</c:v>
                </c:pt>
                <c:pt idx="95">
                  <c:v>9.9999999999909051E-3</c:v>
                </c:pt>
                <c:pt idx="96">
                  <c:v>9.9999999999909051E-3</c:v>
                </c:pt>
                <c:pt idx="97">
                  <c:v>9.9999999999909051E-3</c:v>
                </c:pt>
                <c:pt idx="98">
                  <c:v>1.0100000000022646E-2</c:v>
                </c:pt>
                <c:pt idx="99">
                  <c:v>1.0100000000022646E-2</c:v>
                </c:pt>
                <c:pt idx="100">
                  <c:v>1.0100000000022646E-2</c:v>
                </c:pt>
                <c:pt idx="101">
                  <c:v>1.0100000000022646E-2</c:v>
                </c:pt>
                <c:pt idx="102">
                  <c:v>1.0100000000022646E-2</c:v>
                </c:pt>
                <c:pt idx="103">
                  <c:v>1.0100000000022646E-2</c:v>
                </c:pt>
                <c:pt idx="104">
                  <c:v>1.0100000000022646E-2</c:v>
                </c:pt>
                <c:pt idx="105">
                  <c:v>1.0100000000022646E-2</c:v>
                </c:pt>
                <c:pt idx="106">
                  <c:v>1.0100000000022646E-2</c:v>
                </c:pt>
                <c:pt idx="107">
                  <c:v>1.0100000000022646E-2</c:v>
                </c:pt>
                <c:pt idx="108">
                  <c:v>1.0199999999997544E-2</c:v>
                </c:pt>
                <c:pt idx="109">
                  <c:v>1.0300000000029286E-2</c:v>
                </c:pt>
                <c:pt idx="110">
                  <c:v>1.0400000000004184E-2</c:v>
                </c:pt>
                <c:pt idx="111">
                  <c:v>1.0500000000035925E-2</c:v>
                </c:pt>
                <c:pt idx="112">
                  <c:v>1.0600000000010823E-2</c:v>
                </c:pt>
                <c:pt idx="113">
                  <c:v>1.0600000000010823E-2</c:v>
                </c:pt>
                <c:pt idx="114">
                  <c:v>1.0699999999985721E-2</c:v>
                </c:pt>
                <c:pt idx="115">
                  <c:v>1.0699999999985721E-2</c:v>
                </c:pt>
                <c:pt idx="116">
                  <c:v>1.0699999999985721E-2</c:v>
                </c:pt>
                <c:pt idx="117">
                  <c:v>1.0800000000017462E-2</c:v>
                </c:pt>
                <c:pt idx="118">
                  <c:v>1.0800000000017462E-2</c:v>
                </c:pt>
                <c:pt idx="119">
                  <c:v>1.0800000000017462E-2</c:v>
                </c:pt>
                <c:pt idx="120">
                  <c:v>1.0800000000017462E-2</c:v>
                </c:pt>
                <c:pt idx="121">
                  <c:v>1.0800000000017462E-2</c:v>
                </c:pt>
                <c:pt idx="122">
                  <c:v>1.089999999999236E-2</c:v>
                </c:pt>
                <c:pt idx="123">
                  <c:v>1.089999999999236E-2</c:v>
                </c:pt>
                <c:pt idx="124">
                  <c:v>1.089999999999236E-2</c:v>
                </c:pt>
                <c:pt idx="125">
                  <c:v>1.089999999999236E-2</c:v>
                </c:pt>
                <c:pt idx="126">
                  <c:v>1.089999999999236E-2</c:v>
                </c:pt>
                <c:pt idx="127">
                  <c:v>1.089999999999236E-2</c:v>
                </c:pt>
                <c:pt idx="128">
                  <c:v>1.089999999999236E-2</c:v>
                </c:pt>
                <c:pt idx="129">
                  <c:v>1.089999999999236E-2</c:v>
                </c:pt>
                <c:pt idx="130">
                  <c:v>1.089999999999236E-2</c:v>
                </c:pt>
                <c:pt idx="131">
                  <c:v>1.089999999999236E-2</c:v>
                </c:pt>
                <c:pt idx="132">
                  <c:v>1.089999999999236E-2</c:v>
                </c:pt>
                <c:pt idx="133">
                  <c:v>1.089999999999236E-2</c:v>
                </c:pt>
                <c:pt idx="134">
                  <c:v>1.089999999999236E-2</c:v>
                </c:pt>
                <c:pt idx="135">
                  <c:v>1.089999999999236E-2</c:v>
                </c:pt>
                <c:pt idx="136">
                  <c:v>1.089999999999236E-2</c:v>
                </c:pt>
                <c:pt idx="137">
                  <c:v>1.089999999999236E-2</c:v>
                </c:pt>
                <c:pt idx="138">
                  <c:v>1.089999999999236E-2</c:v>
                </c:pt>
                <c:pt idx="139">
                  <c:v>1.089999999999236E-2</c:v>
                </c:pt>
                <c:pt idx="140">
                  <c:v>1.089999999999236E-2</c:v>
                </c:pt>
                <c:pt idx="141">
                  <c:v>1.089999999999236E-2</c:v>
                </c:pt>
                <c:pt idx="142">
                  <c:v>1.089999999999236E-2</c:v>
                </c:pt>
                <c:pt idx="143">
                  <c:v>1.089999999999236E-2</c:v>
                </c:pt>
                <c:pt idx="144">
                  <c:v>1.089999999999236E-2</c:v>
                </c:pt>
                <c:pt idx="145">
                  <c:v>1.089999999999236E-2</c:v>
                </c:pt>
                <c:pt idx="146">
                  <c:v>1.089999999999236E-2</c:v>
                </c:pt>
                <c:pt idx="147">
                  <c:v>1.089999999999236E-2</c:v>
                </c:pt>
                <c:pt idx="148">
                  <c:v>1.089999999999236E-2</c:v>
                </c:pt>
                <c:pt idx="149">
                  <c:v>1.089999999999236E-2</c:v>
                </c:pt>
                <c:pt idx="150">
                  <c:v>1.089999999999236E-2</c:v>
                </c:pt>
                <c:pt idx="151">
                  <c:v>1.089999999999236E-2</c:v>
                </c:pt>
                <c:pt idx="152">
                  <c:v>1.089999999999236E-2</c:v>
                </c:pt>
                <c:pt idx="153">
                  <c:v>1.089999999999236E-2</c:v>
                </c:pt>
                <c:pt idx="154">
                  <c:v>1.089999999999236E-2</c:v>
                </c:pt>
                <c:pt idx="155">
                  <c:v>1.089999999999236E-2</c:v>
                </c:pt>
                <c:pt idx="156">
                  <c:v>1.089999999999236E-2</c:v>
                </c:pt>
                <c:pt idx="157">
                  <c:v>1.089999999999236E-2</c:v>
                </c:pt>
                <c:pt idx="158">
                  <c:v>1.1000000000024102E-2</c:v>
                </c:pt>
                <c:pt idx="159">
                  <c:v>1.1000000000024102E-2</c:v>
                </c:pt>
                <c:pt idx="160">
                  <c:v>1.1000000000024102E-2</c:v>
                </c:pt>
                <c:pt idx="161">
                  <c:v>1.089999999999236E-2</c:v>
                </c:pt>
                <c:pt idx="162">
                  <c:v>1.089999999999236E-2</c:v>
                </c:pt>
                <c:pt idx="163">
                  <c:v>1.089999999999236E-2</c:v>
                </c:pt>
                <c:pt idx="164">
                  <c:v>1.089999999999236E-2</c:v>
                </c:pt>
                <c:pt idx="165">
                  <c:v>1.089999999999236E-2</c:v>
                </c:pt>
                <c:pt idx="166">
                  <c:v>1.089999999999236E-2</c:v>
                </c:pt>
                <c:pt idx="167">
                  <c:v>1.089999999999236E-2</c:v>
                </c:pt>
                <c:pt idx="168">
                  <c:v>1.089999999999236E-2</c:v>
                </c:pt>
                <c:pt idx="169">
                  <c:v>1.089999999999236E-2</c:v>
                </c:pt>
                <c:pt idx="170">
                  <c:v>1.089999999999236E-2</c:v>
                </c:pt>
                <c:pt idx="171">
                  <c:v>1.089999999999236E-2</c:v>
                </c:pt>
                <c:pt idx="172">
                  <c:v>1.089999999999236E-2</c:v>
                </c:pt>
                <c:pt idx="173">
                  <c:v>1.089999999999236E-2</c:v>
                </c:pt>
                <c:pt idx="174">
                  <c:v>1.089999999999236E-2</c:v>
                </c:pt>
                <c:pt idx="175">
                  <c:v>1.089999999999236E-2</c:v>
                </c:pt>
                <c:pt idx="176">
                  <c:v>1.089999999999236E-2</c:v>
                </c:pt>
                <c:pt idx="177">
                  <c:v>1.089999999999236E-2</c:v>
                </c:pt>
                <c:pt idx="178">
                  <c:v>1.089999999999236E-2</c:v>
                </c:pt>
                <c:pt idx="179">
                  <c:v>1.089999999999236E-2</c:v>
                </c:pt>
                <c:pt idx="180">
                  <c:v>1.089999999999236E-2</c:v>
                </c:pt>
                <c:pt idx="181">
                  <c:v>1.089999999999236E-2</c:v>
                </c:pt>
                <c:pt idx="182">
                  <c:v>1.089999999999236E-2</c:v>
                </c:pt>
                <c:pt idx="183">
                  <c:v>1.0800000000017462E-2</c:v>
                </c:pt>
                <c:pt idx="184">
                  <c:v>1.0600000000010823E-2</c:v>
                </c:pt>
                <c:pt idx="185">
                  <c:v>1.0400000000004184E-2</c:v>
                </c:pt>
                <c:pt idx="186">
                  <c:v>1.0300000000029286E-2</c:v>
                </c:pt>
                <c:pt idx="187">
                  <c:v>1.0199999999997544E-2</c:v>
                </c:pt>
                <c:pt idx="188">
                  <c:v>1.0199999999997544E-2</c:v>
                </c:pt>
                <c:pt idx="189">
                  <c:v>1.0100000000022646E-2</c:v>
                </c:pt>
                <c:pt idx="190">
                  <c:v>1.0100000000022646E-2</c:v>
                </c:pt>
                <c:pt idx="191">
                  <c:v>1.0100000000022646E-2</c:v>
                </c:pt>
                <c:pt idx="192">
                  <c:v>9.9999999999909051E-3</c:v>
                </c:pt>
                <c:pt idx="193">
                  <c:v>9.9999999999909051E-3</c:v>
                </c:pt>
                <c:pt idx="194">
                  <c:v>9.9999999999909051E-3</c:v>
                </c:pt>
                <c:pt idx="195">
                  <c:v>9.9999999999909051E-3</c:v>
                </c:pt>
                <c:pt idx="196">
                  <c:v>9.9999999999909051E-3</c:v>
                </c:pt>
                <c:pt idx="197">
                  <c:v>9.9000000000160071E-3</c:v>
                </c:pt>
                <c:pt idx="198">
                  <c:v>9.9000000000160071E-3</c:v>
                </c:pt>
                <c:pt idx="199">
                  <c:v>9.9000000000160071E-3</c:v>
                </c:pt>
                <c:pt idx="200">
                  <c:v>9.9000000000160071E-3</c:v>
                </c:pt>
                <c:pt idx="201">
                  <c:v>9.9000000000160071E-3</c:v>
                </c:pt>
                <c:pt idx="202">
                  <c:v>9.9000000000160071E-3</c:v>
                </c:pt>
                <c:pt idx="203">
                  <c:v>9.9000000000160071E-3</c:v>
                </c:pt>
                <c:pt idx="204">
                  <c:v>9.9000000000160071E-3</c:v>
                </c:pt>
                <c:pt idx="205">
                  <c:v>9.9000000000160071E-3</c:v>
                </c:pt>
                <c:pt idx="206">
                  <c:v>9.9000000000160071E-3</c:v>
                </c:pt>
                <c:pt idx="207">
                  <c:v>9.7999999999842657E-3</c:v>
                </c:pt>
                <c:pt idx="208">
                  <c:v>9.7999999999842657E-3</c:v>
                </c:pt>
                <c:pt idx="209">
                  <c:v>9.7999999999842657E-3</c:v>
                </c:pt>
                <c:pt idx="210">
                  <c:v>9.7999999999842657E-3</c:v>
                </c:pt>
                <c:pt idx="211">
                  <c:v>9.7999999999842657E-3</c:v>
                </c:pt>
                <c:pt idx="212">
                  <c:v>9.7999999999842657E-3</c:v>
                </c:pt>
                <c:pt idx="213">
                  <c:v>9.7999999999842657E-3</c:v>
                </c:pt>
                <c:pt idx="214">
                  <c:v>9.9000000000160071E-3</c:v>
                </c:pt>
                <c:pt idx="215">
                  <c:v>9.9000000000160071E-3</c:v>
                </c:pt>
                <c:pt idx="216">
                  <c:v>9.9999999999909051E-3</c:v>
                </c:pt>
                <c:pt idx="217">
                  <c:v>9.9999999999909051E-3</c:v>
                </c:pt>
                <c:pt idx="218">
                  <c:v>9.9999999999909051E-3</c:v>
                </c:pt>
                <c:pt idx="219">
                  <c:v>9.9999999999909051E-3</c:v>
                </c:pt>
                <c:pt idx="220">
                  <c:v>9.9999999999909051E-3</c:v>
                </c:pt>
                <c:pt idx="221">
                  <c:v>9.9999999999909051E-3</c:v>
                </c:pt>
                <c:pt idx="222">
                  <c:v>9.9999999999909051E-3</c:v>
                </c:pt>
                <c:pt idx="223">
                  <c:v>9.9999999999909051E-3</c:v>
                </c:pt>
                <c:pt idx="224">
                  <c:v>9.9999999999909051E-3</c:v>
                </c:pt>
                <c:pt idx="225">
                  <c:v>9.9999999999909051E-3</c:v>
                </c:pt>
                <c:pt idx="226">
                  <c:v>9.9999999999909051E-3</c:v>
                </c:pt>
                <c:pt idx="227">
                  <c:v>9.9999999999909051E-3</c:v>
                </c:pt>
                <c:pt idx="228">
                  <c:v>9.9999999999909051E-3</c:v>
                </c:pt>
                <c:pt idx="229">
                  <c:v>9.9999999999909051E-3</c:v>
                </c:pt>
                <c:pt idx="230">
                  <c:v>9.9999999999909051E-3</c:v>
                </c:pt>
                <c:pt idx="231">
                  <c:v>9.9999999999909051E-3</c:v>
                </c:pt>
                <c:pt idx="232">
                  <c:v>9.9999999999909051E-3</c:v>
                </c:pt>
                <c:pt idx="233">
                  <c:v>9.9999999999909051E-3</c:v>
                </c:pt>
                <c:pt idx="234">
                  <c:v>9.9999999999909051E-3</c:v>
                </c:pt>
                <c:pt idx="235">
                  <c:v>9.9999999999909051E-3</c:v>
                </c:pt>
                <c:pt idx="236">
                  <c:v>9.9999999999909051E-3</c:v>
                </c:pt>
                <c:pt idx="237">
                  <c:v>9.9999999999909051E-3</c:v>
                </c:pt>
                <c:pt idx="238">
                  <c:v>1.0100000000022646E-2</c:v>
                </c:pt>
                <c:pt idx="239">
                  <c:v>1.0100000000022646E-2</c:v>
                </c:pt>
                <c:pt idx="240">
                  <c:v>1.0100000000022646E-2</c:v>
                </c:pt>
                <c:pt idx="241">
                  <c:v>1.0100000000022646E-2</c:v>
                </c:pt>
                <c:pt idx="242">
                  <c:v>1.0100000000022646E-2</c:v>
                </c:pt>
                <c:pt idx="243">
                  <c:v>1.0100000000022646E-2</c:v>
                </c:pt>
                <c:pt idx="244">
                  <c:v>1.0100000000022646E-2</c:v>
                </c:pt>
                <c:pt idx="245">
                  <c:v>1.0100000000022646E-2</c:v>
                </c:pt>
                <c:pt idx="246">
                  <c:v>1.0100000000022646E-2</c:v>
                </c:pt>
                <c:pt idx="247">
                  <c:v>1.0100000000022646E-2</c:v>
                </c:pt>
                <c:pt idx="248">
                  <c:v>1.0100000000022646E-2</c:v>
                </c:pt>
                <c:pt idx="249">
                  <c:v>1.0100000000022646E-2</c:v>
                </c:pt>
                <c:pt idx="250">
                  <c:v>1.0100000000022646E-2</c:v>
                </c:pt>
                <c:pt idx="251">
                  <c:v>1.0100000000022646E-2</c:v>
                </c:pt>
                <c:pt idx="252">
                  <c:v>1.0100000000022646E-2</c:v>
                </c:pt>
                <c:pt idx="253">
                  <c:v>1.0100000000022646E-2</c:v>
                </c:pt>
                <c:pt idx="254">
                  <c:v>1.0100000000022646E-2</c:v>
                </c:pt>
                <c:pt idx="255">
                  <c:v>1.0100000000022646E-2</c:v>
                </c:pt>
                <c:pt idx="256">
                  <c:v>1.0100000000022646E-2</c:v>
                </c:pt>
                <c:pt idx="257">
                  <c:v>1.0100000000022646E-2</c:v>
                </c:pt>
                <c:pt idx="258">
                  <c:v>1.0100000000022646E-2</c:v>
                </c:pt>
                <c:pt idx="259">
                  <c:v>1.0100000000022646E-2</c:v>
                </c:pt>
                <c:pt idx="260">
                  <c:v>1.0100000000022646E-2</c:v>
                </c:pt>
                <c:pt idx="261">
                  <c:v>1.0100000000022646E-2</c:v>
                </c:pt>
                <c:pt idx="262">
                  <c:v>1.0100000000022646E-2</c:v>
                </c:pt>
                <c:pt idx="263">
                  <c:v>1.0100000000022646E-2</c:v>
                </c:pt>
                <c:pt idx="264">
                  <c:v>1.0100000000022646E-2</c:v>
                </c:pt>
                <c:pt idx="265">
                  <c:v>1.0199999999997544E-2</c:v>
                </c:pt>
                <c:pt idx="266">
                  <c:v>1.0400000000004184E-2</c:v>
                </c:pt>
                <c:pt idx="267">
                  <c:v>1.0500000000035925E-2</c:v>
                </c:pt>
                <c:pt idx="268">
                  <c:v>1.0500000000035925E-2</c:v>
                </c:pt>
                <c:pt idx="269">
                  <c:v>1.0600000000010823E-2</c:v>
                </c:pt>
                <c:pt idx="270">
                  <c:v>1.0699999999985721E-2</c:v>
                </c:pt>
                <c:pt idx="271">
                  <c:v>1.0699999999985721E-2</c:v>
                </c:pt>
                <c:pt idx="272">
                  <c:v>1.0699999999985721E-2</c:v>
                </c:pt>
                <c:pt idx="273">
                  <c:v>1.0800000000017462E-2</c:v>
                </c:pt>
                <c:pt idx="274">
                  <c:v>1.0800000000017462E-2</c:v>
                </c:pt>
                <c:pt idx="275">
                  <c:v>1.0800000000017462E-2</c:v>
                </c:pt>
                <c:pt idx="276">
                  <c:v>1.0800000000017462E-2</c:v>
                </c:pt>
                <c:pt idx="277">
                  <c:v>1.0800000000017462E-2</c:v>
                </c:pt>
                <c:pt idx="278">
                  <c:v>1.0800000000017462E-2</c:v>
                </c:pt>
                <c:pt idx="279">
                  <c:v>1.089999999999236E-2</c:v>
                </c:pt>
                <c:pt idx="280">
                  <c:v>1.089999999999236E-2</c:v>
                </c:pt>
                <c:pt idx="281">
                  <c:v>1.089999999999236E-2</c:v>
                </c:pt>
                <c:pt idx="282">
                  <c:v>1.089999999999236E-2</c:v>
                </c:pt>
                <c:pt idx="283">
                  <c:v>1.089999999999236E-2</c:v>
                </c:pt>
                <c:pt idx="284">
                  <c:v>1.089999999999236E-2</c:v>
                </c:pt>
                <c:pt idx="285">
                  <c:v>1.089999999999236E-2</c:v>
                </c:pt>
                <c:pt idx="286">
                  <c:v>1.089999999999236E-2</c:v>
                </c:pt>
                <c:pt idx="287">
                  <c:v>1.089999999999236E-2</c:v>
                </c:pt>
                <c:pt idx="288">
                  <c:v>1.089999999999236E-2</c:v>
                </c:pt>
                <c:pt idx="289">
                  <c:v>1.089999999999236E-2</c:v>
                </c:pt>
                <c:pt idx="290">
                  <c:v>1.089999999999236E-2</c:v>
                </c:pt>
                <c:pt idx="291">
                  <c:v>1.089999999999236E-2</c:v>
                </c:pt>
                <c:pt idx="292">
                  <c:v>1.089999999999236E-2</c:v>
                </c:pt>
                <c:pt idx="293">
                  <c:v>1.089999999999236E-2</c:v>
                </c:pt>
                <c:pt idx="294">
                  <c:v>1.089999999999236E-2</c:v>
                </c:pt>
                <c:pt idx="295">
                  <c:v>1.089999999999236E-2</c:v>
                </c:pt>
                <c:pt idx="296">
                  <c:v>1.089999999999236E-2</c:v>
                </c:pt>
                <c:pt idx="297">
                  <c:v>1.089999999999236E-2</c:v>
                </c:pt>
                <c:pt idx="298">
                  <c:v>1.089999999999236E-2</c:v>
                </c:pt>
                <c:pt idx="299">
                  <c:v>1.089999999999236E-2</c:v>
                </c:pt>
                <c:pt idx="300">
                  <c:v>1.089999999999236E-2</c:v>
                </c:pt>
                <c:pt idx="301">
                  <c:v>1.089999999999236E-2</c:v>
                </c:pt>
                <c:pt idx="302">
                  <c:v>1.089999999999236E-2</c:v>
                </c:pt>
                <c:pt idx="303">
                  <c:v>1.089999999999236E-2</c:v>
                </c:pt>
                <c:pt idx="304">
                  <c:v>1.089999999999236E-2</c:v>
                </c:pt>
                <c:pt idx="305">
                  <c:v>1.089999999999236E-2</c:v>
                </c:pt>
                <c:pt idx="306">
                  <c:v>1.089999999999236E-2</c:v>
                </c:pt>
                <c:pt idx="307">
                  <c:v>1.089999999999236E-2</c:v>
                </c:pt>
                <c:pt idx="308">
                  <c:v>1.089999999999236E-2</c:v>
                </c:pt>
                <c:pt idx="309">
                  <c:v>1.089999999999236E-2</c:v>
                </c:pt>
                <c:pt idx="310">
                  <c:v>1.089999999999236E-2</c:v>
                </c:pt>
                <c:pt idx="311">
                  <c:v>1.089999999999236E-2</c:v>
                </c:pt>
                <c:pt idx="312">
                  <c:v>1.089999999999236E-2</c:v>
                </c:pt>
                <c:pt idx="313">
                  <c:v>1.089999999999236E-2</c:v>
                </c:pt>
                <c:pt idx="314">
                  <c:v>1.089999999999236E-2</c:v>
                </c:pt>
                <c:pt idx="315">
                  <c:v>1.1000000000024102E-2</c:v>
                </c:pt>
                <c:pt idx="316">
                  <c:v>1.1000000000024102E-2</c:v>
                </c:pt>
                <c:pt idx="317">
                  <c:v>1.1000000000024102E-2</c:v>
                </c:pt>
                <c:pt idx="318">
                  <c:v>1.089999999999236E-2</c:v>
                </c:pt>
                <c:pt idx="319">
                  <c:v>1.089999999999236E-2</c:v>
                </c:pt>
                <c:pt idx="320">
                  <c:v>1.089999999999236E-2</c:v>
                </c:pt>
                <c:pt idx="321">
                  <c:v>1.089999999999236E-2</c:v>
                </c:pt>
                <c:pt idx="322">
                  <c:v>1.089999999999236E-2</c:v>
                </c:pt>
                <c:pt idx="323">
                  <c:v>1.089999999999236E-2</c:v>
                </c:pt>
                <c:pt idx="324">
                  <c:v>1.089999999999236E-2</c:v>
                </c:pt>
                <c:pt idx="325">
                  <c:v>1.089999999999236E-2</c:v>
                </c:pt>
                <c:pt idx="326">
                  <c:v>1.089999999999236E-2</c:v>
                </c:pt>
                <c:pt idx="327">
                  <c:v>1.089999999999236E-2</c:v>
                </c:pt>
                <c:pt idx="328">
                  <c:v>1.089999999999236E-2</c:v>
                </c:pt>
                <c:pt idx="329">
                  <c:v>1.089999999999236E-2</c:v>
                </c:pt>
                <c:pt idx="330">
                  <c:v>1.089999999999236E-2</c:v>
                </c:pt>
                <c:pt idx="331">
                  <c:v>1.089999999999236E-2</c:v>
                </c:pt>
                <c:pt idx="332">
                  <c:v>1.089999999999236E-2</c:v>
                </c:pt>
                <c:pt idx="333">
                  <c:v>1.089999999999236E-2</c:v>
                </c:pt>
                <c:pt idx="334">
                  <c:v>1.089999999999236E-2</c:v>
                </c:pt>
                <c:pt idx="335">
                  <c:v>1.089999999999236E-2</c:v>
                </c:pt>
                <c:pt idx="336">
                  <c:v>1.089999999999236E-2</c:v>
                </c:pt>
                <c:pt idx="337">
                  <c:v>1.089999999999236E-2</c:v>
                </c:pt>
                <c:pt idx="338">
                  <c:v>1.089999999999236E-2</c:v>
                </c:pt>
                <c:pt idx="339">
                  <c:v>1.089999999999236E-2</c:v>
                </c:pt>
                <c:pt idx="340">
                  <c:v>1.0800000000017462E-2</c:v>
                </c:pt>
                <c:pt idx="341">
                  <c:v>1.0600000000010823E-2</c:v>
                </c:pt>
                <c:pt idx="342">
                  <c:v>1.0400000000004184E-2</c:v>
                </c:pt>
                <c:pt idx="343">
                  <c:v>1.0300000000029286E-2</c:v>
                </c:pt>
                <c:pt idx="344">
                  <c:v>1.0199999999997544E-2</c:v>
                </c:pt>
                <c:pt idx="345">
                  <c:v>1.0199999999997544E-2</c:v>
                </c:pt>
                <c:pt idx="346">
                  <c:v>1.0100000000022646E-2</c:v>
                </c:pt>
                <c:pt idx="347">
                  <c:v>1.0100000000022646E-2</c:v>
                </c:pt>
                <c:pt idx="348">
                  <c:v>1.0100000000022646E-2</c:v>
                </c:pt>
                <c:pt idx="349">
                  <c:v>9.9999999999909051E-3</c:v>
                </c:pt>
                <c:pt idx="350">
                  <c:v>9.9999999999909051E-3</c:v>
                </c:pt>
                <c:pt idx="351">
                  <c:v>9.9999999999909051E-3</c:v>
                </c:pt>
                <c:pt idx="352">
                  <c:v>9.9999999999909051E-3</c:v>
                </c:pt>
                <c:pt idx="353">
                  <c:v>9.9999999999909051E-3</c:v>
                </c:pt>
                <c:pt idx="354">
                  <c:v>9.9000000000160071E-3</c:v>
                </c:pt>
                <c:pt idx="355">
                  <c:v>9.9000000000160071E-3</c:v>
                </c:pt>
                <c:pt idx="356">
                  <c:v>9.9000000000160071E-3</c:v>
                </c:pt>
                <c:pt idx="357">
                  <c:v>9.9000000000160071E-3</c:v>
                </c:pt>
                <c:pt idx="358">
                  <c:v>9.9000000000160071E-3</c:v>
                </c:pt>
                <c:pt idx="359">
                  <c:v>9.9000000000160071E-3</c:v>
                </c:pt>
                <c:pt idx="360">
                  <c:v>9.9000000000160071E-3</c:v>
                </c:pt>
                <c:pt idx="361">
                  <c:v>9.9000000000160071E-3</c:v>
                </c:pt>
                <c:pt idx="362">
                  <c:v>9.9000000000160071E-3</c:v>
                </c:pt>
                <c:pt idx="363">
                  <c:v>9.9000000000160071E-3</c:v>
                </c:pt>
                <c:pt idx="364">
                  <c:v>9.9000000000160071E-3</c:v>
                </c:pt>
                <c:pt idx="365">
                  <c:v>9.7999999999842657E-3</c:v>
                </c:pt>
                <c:pt idx="366">
                  <c:v>9.7999999999842657E-3</c:v>
                </c:pt>
                <c:pt idx="367">
                  <c:v>9.7999999999842657E-3</c:v>
                </c:pt>
                <c:pt idx="368">
                  <c:v>9.7999999999842657E-3</c:v>
                </c:pt>
                <c:pt idx="369">
                  <c:v>9.7999999999842657E-3</c:v>
                </c:pt>
                <c:pt idx="370">
                  <c:v>9.7999999999842657E-3</c:v>
                </c:pt>
                <c:pt idx="371">
                  <c:v>9.7999999999842657E-3</c:v>
                </c:pt>
                <c:pt idx="372">
                  <c:v>9.9000000000160071E-3</c:v>
                </c:pt>
                <c:pt idx="373">
                  <c:v>9.9000000000160071E-3</c:v>
                </c:pt>
                <c:pt idx="374">
                  <c:v>9.9999999999909051E-3</c:v>
                </c:pt>
                <c:pt idx="375">
                  <c:v>9.9999999999909051E-3</c:v>
                </c:pt>
                <c:pt idx="376">
                  <c:v>9.9999999999909051E-3</c:v>
                </c:pt>
                <c:pt idx="377">
                  <c:v>9.9999999999909051E-3</c:v>
                </c:pt>
                <c:pt idx="378">
                  <c:v>9.9999999999909051E-3</c:v>
                </c:pt>
                <c:pt idx="379">
                  <c:v>9.9999999999909051E-3</c:v>
                </c:pt>
                <c:pt idx="380">
                  <c:v>9.9999999999909051E-3</c:v>
                </c:pt>
                <c:pt idx="381">
                  <c:v>9.9999999999909051E-3</c:v>
                </c:pt>
                <c:pt idx="382">
                  <c:v>9.9999999999909051E-3</c:v>
                </c:pt>
                <c:pt idx="383">
                  <c:v>9.9999999999909051E-3</c:v>
                </c:pt>
                <c:pt idx="384">
                  <c:v>9.9999999999909051E-3</c:v>
                </c:pt>
                <c:pt idx="385">
                  <c:v>9.9999999999909051E-3</c:v>
                </c:pt>
                <c:pt idx="386">
                  <c:v>9.9999999999909051E-3</c:v>
                </c:pt>
                <c:pt idx="387">
                  <c:v>9.9999999999909051E-3</c:v>
                </c:pt>
                <c:pt idx="388">
                  <c:v>9.9999999999909051E-3</c:v>
                </c:pt>
                <c:pt idx="389">
                  <c:v>9.9999999999909051E-3</c:v>
                </c:pt>
                <c:pt idx="390">
                  <c:v>9.9999999999909051E-3</c:v>
                </c:pt>
                <c:pt idx="391">
                  <c:v>9.9999999999909051E-3</c:v>
                </c:pt>
                <c:pt idx="392">
                  <c:v>9.9999999999909051E-3</c:v>
                </c:pt>
                <c:pt idx="393">
                  <c:v>9.9999999999909051E-3</c:v>
                </c:pt>
                <c:pt idx="394">
                  <c:v>9.9999999999909051E-3</c:v>
                </c:pt>
                <c:pt idx="395">
                  <c:v>1.0100000000022646E-2</c:v>
                </c:pt>
                <c:pt idx="396">
                  <c:v>1.0100000000022646E-2</c:v>
                </c:pt>
                <c:pt idx="397">
                  <c:v>1.0100000000022646E-2</c:v>
                </c:pt>
                <c:pt idx="398">
                  <c:v>1.0100000000022646E-2</c:v>
                </c:pt>
                <c:pt idx="399">
                  <c:v>1.0100000000022646E-2</c:v>
                </c:pt>
                <c:pt idx="400">
                  <c:v>1.0100000000022646E-2</c:v>
                </c:pt>
                <c:pt idx="401">
                  <c:v>1.0100000000022646E-2</c:v>
                </c:pt>
                <c:pt idx="402">
                  <c:v>1.0100000000022646E-2</c:v>
                </c:pt>
                <c:pt idx="403">
                  <c:v>1.0100000000022646E-2</c:v>
                </c:pt>
                <c:pt idx="404">
                  <c:v>1.0100000000022646E-2</c:v>
                </c:pt>
                <c:pt idx="405">
                  <c:v>1.0100000000022646E-2</c:v>
                </c:pt>
                <c:pt idx="406">
                  <c:v>1.0100000000022646E-2</c:v>
                </c:pt>
                <c:pt idx="407">
                  <c:v>1.0100000000022646E-2</c:v>
                </c:pt>
                <c:pt idx="408">
                  <c:v>1.0100000000022646E-2</c:v>
                </c:pt>
                <c:pt idx="409">
                  <c:v>1.0100000000022646E-2</c:v>
                </c:pt>
                <c:pt idx="410">
                  <c:v>1.0100000000022646E-2</c:v>
                </c:pt>
                <c:pt idx="411">
                  <c:v>1.0100000000022646E-2</c:v>
                </c:pt>
                <c:pt idx="412">
                  <c:v>1.0100000000022646E-2</c:v>
                </c:pt>
                <c:pt idx="413">
                  <c:v>1.0100000000022646E-2</c:v>
                </c:pt>
                <c:pt idx="414">
                  <c:v>1.0100000000022646E-2</c:v>
                </c:pt>
                <c:pt idx="415">
                  <c:v>1.0100000000022646E-2</c:v>
                </c:pt>
                <c:pt idx="416">
                  <c:v>1.0100000000022646E-2</c:v>
                </c:pt>
                <c:pt idx="417">
                  <c:v>1.0100000000022646E-2</c:v>
                </c:pt>
                <c:pt idx="418">
                  <c:v>1.0100000000022646E-2</c:v>
                </c:pt>
                <c:pt idx="419">
                  <c:v>1.0100000000022646E-2</c:v>
                </c:pt>
                <c:pt idx="420">
                  <c:v>1.0100000000022646E-2</c:v>
                </c:pt>
                <c:pt idx="421">
                  <c:v>1.0100000000022646E-2</c:v>
                </c:pt>
                <c:pt idx="422">
                  <c:v>1.0100000000022646E-2</c:v>
                </c:pt>
                <c:pt idx="423">
                  <c:v>1.0199999999997544E-2</c:v>
                </c:pt>
                <c:pt idx="424">
                  <c:v>1.0400000000004184E-2</c:v>
                </c:pt>
                <c:pt idx="425">
                  <c:v>1.0500000000035925E-2</c:v>
                </c:pt>
                <c:pt idx="426">
                  <c:v>1.0500000000035925E-2</c:v>
                </c:pt>
                <c:pt idx="427">
                  <c:v>1.0600000000010823E-2</c:v>
                </c:pt>
                <c:pt idx="428">
                  <c:v>1.0699999999985721E-2</c:v>
                </c:pt>
                <c:pt idx="429">
                  <c:v>1.0699999999985721E-2</c:v>
                </c:pt>
                <c:pt idx="430">
                  <c:v>1.0699999999985721E-2</c:v>
                </c:pt>
                <c:pt idx="431">
                  <c:v>1.0800000000017462E-2</c:v>
                </c:pt>
                <c:pt idx="432">
                  <c:v>1.0800000000017462E-2</c:v>
                </c:pt>
                <c:pt idx="433">
                  <c:v>1.0800000000017462E-2</c:v>
                </c:pt>
                <c:pt idx="434">
                  <c:v>1.0800000000017462E-2</c:v>
                </c:pt>
                <c:pt idx="435">
                  <c:v>1.0800000000017462E-2</c:v>
                </c:pt>
                <c:pt idx="436">
                  <c:v>1.0800000000017462E-2</c:v>
                </c:pt>
                <c:pt idx="437">
                  <c:v>1.089999999999236E-2</c:v>
                </c:pt>
                <c:pt idx="438">
                  <c:v>1.089999999999236E-2</c:v>
                </c:pt>
                <c:pt idx="439">
                  <c:v>1.089999999999236E-2</c:v>
                </c:pt>
                <c:pt idx="440">
                  <c:v>1.089999999999236E-2</c:v>
                </c:pt>
                <c:pt idx="441">
                  <c:v>1.089999999999236E-2</c:v>
                </c:pt>
                <c:pt idx="442">
                  <c:v>1.089999999999236E-2</c:v>
                </c:pt>
                <c:pt idx="443">
                  <c:v>1.089999999999236E-2</c:v>
                </c:pt>
                <c:pt idx="444">
                  <c:v>1.089999999999236E-2</c:v>
                </c:pt>
                <c:pt idx="445">
                  <c:v>1.089999999999236E-2</c:v>
                </c:pt>
                <c:pt idx="446">
                  <c:v>1.089999999999236E-2</c:v>
                </c:pt>
                <c:pt idx="447">
                  <c:v>1.089999999999236E-2</c:v>
                </c:pt>
                <c:pt idx="448">
                  <c:v>1.089999999999236E-2</c:v>
                </c:pt>
                <c:pt idx="449">
                  <c:v>1.089999999999236E-2</c:v>
                </c:pt>
                <c:pt idx="450">
                  <c:v>1.089999999999236E-2</c:v>
                </c:pt>
                <c:pt idx="451">
                  <c:v>1.089999999999236E-2</c:v>
                </c:pt>
                <c:pt idx="452">
                  <c:v>1.089999999999236E-2</c:v>
                </c:pt>
                <c:pt idx="453">
                  <c:v>1.089999999999236E-2</c:v>
                </c:pt>
                <c:pt idx="454">
                  <c:v>1.089999999999236E-2</c:v>
                </c:pt>
                <c:pt idx="455">
                  <c:v>1.089999999999236E-2</c:v>
                </c:pt>
                <c:pt idx="456">
                  <c:v>1.089999999999236E-2</c:v>
                </c:pt>
                <c:pt idx="457">
                  <c:v>1.089999999999236E-2</c:v>
                </c:pt>
                <c:pt idx="458">
                  <c:v>1.089999999999236E-2</c:v>
                </c:pt>
                <c:pt idx="459">
                  <c:v>1.089999999999236E-2</c:v>
                </c:pt>
                <c:pt idx="460">
                  <c:v>1.089999999999236E-2</c:v>
                </c:pt>
                <c:pt idx="461">
                  <c:v>1.089999999999236E-2</c:v>
                </c:pt>
                <c:pt idx="462">
                  <c:v>1.089999999999236E-2</c:v>
                </c:pt>
                <c:pt idx="463">
                  <c:v>1.089999999999236E-2</c:v>
                </c:pt>
                <c:pt idx="464">
                  <c:v>1.089999999999236E-2</c:v>
                </c:pt>
                <c:pt idx="465">
                  <c:v>1.089999999999236E-2</c:v>
                </c:pt>
                <c:pt idx="466">
                  <c:v>1.089999999999236E-2</c:v>
                </c:pt>
                <c:pt idx="467">
                  <c:v>1.089999999999236E-2</c:v>
                </c:pt>
                <c:pt idx="468">
                  <c:v>1.089999999999236E-2</c:v>
                </c:pt>
                <c:pt idx="469">
                  <c:v>1.089999999999236E-2</c:v>
                </c:pt>
                <c:pt idx="470">
                  <c:v>1.089999999999236E-2</c:v>
                </c:pt>
                <c:pt idx="471">
                  <c:v>1.089999999999236E-2</c:v>
                </c:pt>
                <c:pt idx="472">
                  <c:v>1.089999999999236E-2</c:v>
                </c:pt>
                <c:pt idx="473">
                  <c:v>1.089999999999236E-2</c:v>
                </c:pt>
                <c:pt idx="474">
                  <c:v>1.1000000000024102E-2</c:v>
                </c:pt>
                <c:pt idx="475">
                  <c:v>1.1000000000024102E-2</c:v>
                </c:pt>
                <c:pt idx="476">
                  <c:v>1.1000000000024102E-2</c:v>
                </c:pt>
                <c:pt idx="477">
                  <c:v>1.089999999999236E-2</c:v>
                </c:pt>
                <c:pt idx="478">
                  <c:v>1.089999999999236E-2</c:v>
                </c:pt>
                <c:pt idx="479">
                  <c:v>1.089999999999236E-2</c:v>
                </c:pt>
                <c:pt idx="480">
                  <c:v>1.089999999999236E-2</c:v>
                </c:pt>
                <c:pt idx="481">
                  <c:v>1.089999999999236E-2</c:v>
                </c:pt>
                <c:pt idx="482">
                  <c:v>1.089999999999236E-2</c:v>
                </c:pt>
                <c:pt idx="483">
                  <c:v>1.089999999999236E-2</c:v>
                </c:pt>
                <c:pt idx="484">
                  <c:v>1.089999999999236E-2</c:v>
                </c:pt>
                <c:pt idx="485">
                  <c:v>1.089999999999236E-2</c:v>
                </c:pt>
                <c:pt idx="486">
                  <c:v>1.089999999999236E-2</c:v>
                </c:pt>
                <c:pt idx="487">
                  <c:v>1.089999999999236E-2</c:v>
                </c:pt>
                <c:pt idx="488">
                  <c:v>1.089999999999236E-2</c:v>
                </c:pt>
                <c:pt idx="489">
                  <c:v>1.089999999999236E-2</c:v>
                </c:pt>
                <c:pt idx="490">
                  <c:v>1.089999999999236E-2</c:v>
                </c:pt>
                <c:pt idx="491">
                  <c:v>1.089999999999236E-2</c:v>
                </c:pt>
                <c:pt idx="492">
                  <c:v>1.089999999999236E-2</c:v>
                </c:pt>
                <c:pt idx="493">
                  <c:v>1.089999999999236E-2</c:v>
                </c:pt>
                <c:pt idx="494">
                  <c:v>1.089999999999236E-2</c:v>
                </c:pt>
                <c:pt idx="495">
                  <c:v>1.089999999999236E-2</c:v>
                </c:pt>
                <c:pt idx="496">
                  <c:v>1.089999999999236E-2</c:v>
                </c:pt>
                <c:pt idx="497">
                  <c:v>1.089999999999236E-2</c:v>
                </c:pt>
                <c:pt idx="498">
                  <c:v>1.089999999999236E-2</c:v>
                </c:pt>
                <c:pt idx="499">
                  <c:v>1.0699999999985721E-2</c:v>
                </c:pt>
                <c:pt idx="500">
                  <c:v>1.0500000000035925E-2</c:v>
                </c:pt>
                <c:pt idx="501">
                  <c:v>1.0400000000004184E-2</c:v>
                </c:pt>
                <c:pt idx="502">
                  <c:v>1.0300000000029286E-2</c:v>
                </c:pt>
                <c:pt idx="503">
                  <c:v>1.0199999999997544E-2</c:v>
                </c:pt>
                <c:pt idx="504">
                  <c:v>1.0199999999997544E-2</c:v>
                </c:pt>
                <c:pt idx="505">
                  <c:v>1.0100000000022646E-2</c:v>
                </c:pt>
                <c:pt idx="506">
                  <c:v>1.0100000000022646E-2</c:v>
                </c:pt>
                <c:pt idx="507">
                  <c:v>1.0100000000022646E-2</c:v>
                </c:pt>
                <c:pt idx="508">
                  <c:v>9.9999999999909051E-3</c:v>
                </c:pt>
                <c:pt idx="509">
                  <c:v>9.9999999999909051E-3</c:v>
                </c:pt>
                <c:pt idx="510">
                  <c:v>9.9999999999909051E-3</c:v>
                </c:pt>
                <c:pt idx="511">
                  <c:v>9.9999999999909051E-3</c:v>
                </c:pt>
                <c:pt idx="512">
                  <c:v>9.9999999999909051E-3</c:v>
                </c:pt>
                <c:pt idx="513">
                  <c:v>9.9000000000160071E-3</c:v>
                </c:pt>
                <c:pt idx="514">
                  <c:v>9.9000000000160071E-3</c:v>
                </c:pt>
                <c:pt idx="515">
                  <c:v>9.9000000000160071E-3</c:v>
                </c:pt>
                <c:pt idx="516">
                  <c:v>9.9000000000160071E-3</c:v>
                </c:pt>
                <c:pt idx="517">
                  <c:v>9.9000000000160071E-3</c:v>
                </c:pt>
                <c:pt idx="518">
                  <c:v>9.9000000000160071E-3</c:v>
                </c:pt>
                <c:pt idx="519">
                  <c:v>9.9000000000160071E-3</c:v>
                </c:pt>
                <c:pt idx="520">
                  <c:v>9.9000000000160071E-3</c:v>
                </c:pt>
                <c:pt idx="521">
                  <c:v>9.9000000000160071E-3</c:v>
                </c:pt>
                <c:pt idx="522">
                  <c:v>9.9000000000160071E-3</c:v>
                </c:pt>
                <c:pt idx="523">
                  <c:v>9.7999999999842657E-3</c:v>
                </c:pt>
                <c:pt idx="524">
                  <c:v>9.7999999999842657E-3</c:v>
                </c:pt>
                <c:pt idx="525">
                  <c:v>9.7999999999842657E-3</c:v>
                </c:pt>
                <c:pt idx="526">
                  <c:v>9.7999999999842657E-3</c:v>
                </c:pt>
                <c:pt idx="527">
                  <c:v>9.7999999999842657E-3</c:v>
                </c:pt>
                <c:pt idx="528">
                  <c:v>9.7999999999842657E-3</c:v>
                </c:pt>
                <c:pt idx="529">
                  <c:v>9.7999999999842657E-3</c:v>
                </c:pt>
                <c:pt idx="530">
                  <c:v>9.9000000000160071E-3</c:v>
                </c:pt>
                <c:pt idx="531">
                  <c:v>9.9000000000160071E-3</c:v>
                </c:pt>
                <c:pt idx="532">
                  <c:v>9.9999999999909051E-3</c:v>
                </c:pt>
              </c:numCache>
            </c:numRef>
          </c:yVal>
          <c:smooth val="1"/>
          <c:extLst>
            <c:ext xmlns:c16="http://schemas.microsoft.com/office/drawing/2014/chart" uri="{C3380CC4-5D6E-409C-BE32-E72D297353CC}">
              <c16:uniqueId val="{0000000A-1510-4437-9CAD-7ED8315A59D8}"/>
            </c:ext>
          </c:extLst>
        </c:ser>
        <c:ser>
          <c:idx val="11"/>
          <c:order val="11"/>
          <c:tx>
            <c:strRef>
              <c:f>SM50000_TEMPSoc5l2_50000!$OZ$1</c:f>
              <c:strCache>
                <c:ptCount val="1"/>
                <c:pt idx="0">
                  <c:v>TELE_SM_INTERIOR.271</c:v>
                </c:pt>
              </c:strCache>
            </c:strRef>
          </c:tx>
          <c:spPr>
            <a:ln w="19050" cap="rnd">
              <a:solidFill>
                <a:schemeClr val="accent6">
                  <a:lumMod val="60000"/>
                </a:schemeClr>
              </a:solidFill>
              <a:round/>
            </a:ln>
            <a:effectLst/>
          </c:spPr>
          <c:marker>
            <c:symbol val="circle"/>
            <c:size val="5"/>
            <c:spPr>
              <a:solidFill>
                <a:schemeClr val="accent6">
                  <a:lumMod val="60000"/>
                </a:schemeClr>
              </a:solidFill>
              <a:ln w="9525">
                <a:solidFill>
                  <a:schemeClr val="accent6">
                    <a:lumMod val="6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SM50000_TEMPSoc5l2_50000!$OZ$2:$OZ$536</c:f>
              <c:numCache>
                <c:formatCode>General</c:formatCode>
                <c:ptCount val="533"/>
                <c:pt idx="0">
                  <c:v>0</c:v>
                </c:pt>
                <c:pt idx="1">
                  <c:v>4.0000000000190994E-3</c:v>
                </c:pt>
                <c:pt idx="2">
                  <c:v>5.4000000000087311E-3</c:v>
                </c:pt>
                <c:pt idx="3">
                  <c:v>6.100000000003547E-3</c:v>
                </c:pt>
                <c:pt idx="4">
                  <c:v>6.5999999999917236E-3</c:v>
                </c:pt>
                <c:pt idx="5">
                  <c:v>6.8999999999732609E-3</c:v>
                </c:pt>
                <c:pt idx="6">
                  <c:v>7.2000000000116415E-3</c:v>
                </c:pt>
                <c:pt idx="7">
                  <c:v>7.4000000000182808E-3</c:v>
                </c:pt>
                <c:pt idx="8">
                  <c:v>7.4999999999931788E-3</c:v>
                </c:pt>
                <c:pt idx="9">
                  <c:v>7.6999999999998181E-3</c:v>
                </c:pt>
                <c:pt idx="10">
                  <c:v>7.9000000000064574E-3</c:v>
                </c:pt>
                <c:pt idx="11">
                  <c:v>7.9999999999813554E-3</c:v>
                </c:pt>
                <c:pt idx="12">
                  <c:v>8.1999999999879947E-3</c:v>
                </c:pt>
                <c:pt idx="13">
                  <c:v>8.300000000019736E-3</c:v>
                </c:pt>
                <c:pt idx="14">
                  <c:v>8.4999999999695319E-3</c:v>
                </c:pt>
                <c:pt idx="15">
                  <c:v>8.6000000000012733E-3</c:v>
                </c:pt>
                <c:pt idx="16">
                  <c:v>8.6999999999761712E-3</c:v>
                </c:pt>
                <c:pt idx="17">
                  <c:v>8.8999999999828106E-3</c:v>
                </c:pt>
                <c:pt idx="18">
                  <c:v>9.0000000000145519E-3</c:v>
                </c:pt>
                <c:pt idx="19">
                  <c:v>9.0999999999894499E-3</c:v>
                </c:pt>
                <c:pt idx="20">
                  <c:v>9.2000000000211912E-3</c:v>
                </c:pt>
                <c:pt idx="21">
                  <c:v>9.2999999999960892E-3</c:v>
                </c:pt>
                <c:pt idx="22">
                  <c:v>9.3999999999709871E-3</c:v>
                </c:pt>
                <c:pt idx="23">
                  <c:v>9.5000000000027285E-3</c:v>
                </c:pt>
                <c:pt idx="24">
                  <c:v>9.5000000000027285E-3</c:v>
                </c:pt>
                <c:pt idx="25">
                  <c:v>9.5999999999776264E-3</c:v>
                </c:pt>
                <c:pt idx="26">
                  <c:v>9.5999999999776264E-3</c:v>
                </c:pt>
                <c:pt idx="27">
                  <c:v>9.5999999999776264E-3</c:v>
                </c:pt>
                <c:pt idx="28">
                  <c:v>9.5000000000027285E-3</c:v>
                </c:pt>
                <c:pt idx="29">
                  <c:v>9.5000000000027285E-3</c:v>
                </c:pt>
                <c:pt idx="30">
                  <c:v>9.5000000000027285E-3</c:v>
                </c:pt>
                <c:pt idx="31">
                  <c:v>9.5999999999776264E-3</c:v>
                </c:pt>
                <c:pt idx="32">
                  <c:v>9.5999999999776264E-3</c:v>
                </c:pt>
                <c:pt idx="33">
                  <c:v>9.5999999999776264E-3</c:v>
                </c:pt>
                <c:pt idx="34">
                  <c:v>9.5999999999776264E-3</c:v>
                </c:pt>
                <c:pt idx="35">
                  <c:v>9.5999999999776264E-3</c:v>
                </c:pt>
                <c:pt idx="36">
                  <c:v>9.7000000000093678E-3</c:v>
                </c:pt>
                <c:pt idx="37">
                  <c:v>9.7000000000093678E-3</c:v>
                </c:pt>
                <c:pt idx="38">
                  <c:v>9.7000000000093678E-3</c:v>
                </c:pt>
                <c:pt idx="39">
                  <c:v>9.7000000000093678E-3</c:v>
                </c:pt>
                <c:pt idx="40">
                  <c:v>9.7000000000093678E-3</c:v>
                </c:pt>
                <c:pt idx="41">
                  <c:v>9.7000000000093678E-3</c:v>
                </c:pt>
                <c:pt idx="42">
                  <c:v>9.7999999999842657E-3</c:v>
                </c:pt>
                <c:pt idx="43">
                  <c:v>9.7999999999842657E-3</c:v>
                </c:pt>
                <c:pt idx="44">
                  <c:v>9.7999999999842657E-3</c:v>
                </c:pt>
                <c:pt idx="45">
                  <c:v>9.7999999999842657E-3</c:v>
                </c:pt>
                <c:pt idx="46">
                  <c:v>9.7999999999842657E-3</c:v>
                </c:pt>
                <c:pt idx="47">
                  <c:v>9.7999999999842657E-3</c:v>
                </c:pt>
                <c:pt idx="48">
                  <c:v>9.7999999999842657E-3</c:v>
                </c:pt>
                <c:pt idx="49">
                  <c:v>9.7999999999842657E-3</c:v>
                </c:pt>
                <c:pt idx="50">
                  <c:v>9.9000000000160071E-3</c:v>
                </c:pt>
                <c:pt idx="51">
                  <c:v>9.9000000000160071E-3</c:v>
                </c:pt>
                <c:pt idx="52">
                  <c:v>9.9000000000160071E-3</c:v>
                </c:pt>
                <c:pt idx="53">
                  <c:v>9.9000000000160071E-3</c:v>
                </c:pt>
                <c:pt idx="54">
                  <c:v>9.9000000000160071E-3</c:v>
                </c:pt>
                <c:pt idx="55">
                  <c:v>9.9000000000160071E-3</c:v>
                </c:pt>
                <c:pt idx="56">
                  <c:v>9.9000000000160071E-3</c:v>
                </c:pt>
                <c:pt idx="57">
                  <c:v>9.9000000000160071E-3</c:v>
                </c:pt>
                <c:pt idx="58">
                  <c:v>9.9999999999909051E-3</c:v>
                </c:pt>
                <c:pt idx="59">
                  <c:v>9.9999999999909051E-3</c:v>
                </c:pt>
                <c:pt idx="60">
                  <c:v>9.9999999999909051E-3</c:v>
                </c:pt>
                <c:pt idx="61">
                  <c:v>9.9999999999909051E-3</c:v>
                </c:pt>
                <c:pt idx="62">
                  <c:v>9.9999999999909051E-3</c:v>
                </c:pt>
                <c:pt idx="63">
                  <c:v>1.0100000000022646E-2</c:v>
                </c:pt>
                <c:pt idx="64">
                  <c:v>1.0100000000022646E-2</c:v>
                </c:pt>
                <c:pt idx="65">
                  <c:v>1.0100000000022646E-2</c:v>
                </c:pt>
                <c:pt idx="66">
                  <c:v>1.0100000000022646E-2</c:v>
                </c:pt>
                <c:pt idx="67">
                  <c:v>1.0100000000022646E-2</c:v>
                </c:pt>
                <c:pt idx="68">
                  <c:v>1.0100000000022646E-2</c:v>
                </c:pt>
                <c:pt idx="69">
                  <c:v>1.0100000000022646E-2</c:v>
                </c:pt>
                <c:pt idx="70">
                  <c:v>1.0100000000022646E-2</c:v>
                </c:pt>
                <c:pt idx="71">
                  <c:v>1.0100000000022646E-2</c:v>
                </c:pt>
                <c:pt idx="72">
                  <c:v>1.0100000000022646E-2</c:v>
                </c:pt>
                <c:pt idx="73">
                  <c:v>1.0100000000022646E-2</c:v>
                </c:pt>
                <c:pt idx="74">
                  <c:v>1.0100000000022646E-2</c:v>
                </c:pt>
                <c:pt idx="75">
                  <c:v>1.0100000000022646E-2</c:v>
                </c:pt>
                <c:pt idx="76">
                  <c:v>1.0100000000022646E-2</c:v>
                </c:pt>
                <c:pt idx="77">
                  <c:v>1.0100000000022646E-2</c:v>
                </c:pt>
                <c:pt idx="78">
                  <c:v>1.0100000000022646E-2</c:v>
                </c:pt>
                <c:pt idx="79">
                  <c:v>1.0100000000022646E-2</c:v>
                </c:pt>
                <c:pt idx="80">
                  <c:v>1.0100000000022646E-2</c:v>
                </c:pt>
                <c:pt idx="81">
                  <c:v>1.0199999999997544E-2</c:v>
                </c:pt>
                <c:pt idx="82">
                  <c:v>1.0199999999997544E-2</c:v>
                </c:pt>
                <c:pt idx="83">
                  <c:v>1.0199999999997544E-2</c:v>
                </c:pt>
                <c:pt idx="84">
                  <c:v>1.0199999999997544E-2</c:v>
                </c:pt>
                <c:pt idx="85">
                  <c:v>1.0199999999997544E-2</c:v>
                </c:pt>
                <c:pt idx="86">
                  <c:v>1.0199999999997544E-2</c:v>
                </c:pt>
                <c:pt idx="87">
                  <c:v>1.0199999999997544E-2</c:v>
                </c:pt>
                <c:pt idx="88">
                  <c:v>1.0199999999997544E-2</c:v>
                </c:pt>
                <c:pt idx="89">
                  <c:v>1.0199999999997544E-2</c:v>
                </c:pt>
                <c:pt idx="90">
                  <c:v>1.0199999999997544E-2</c:v>
                </c:pt>
                <c:pt idx="91">
                  <c:v>1.0199999999997544E-2</c:v>
                </c:pt>
                <c:pt idx="92">
                  <c:v>1.0199999999997544E-2</c:v>
                </c:pt>
                <c:pt idx="93">
                  <c:v>1.0199999999997544E-2</c:v>
                </c:pt>
                <c:pt idx="94">
                  <c:v>1.0199999999997544E-2</c:v>
                </c:pt>
                <c:pt idx="95">
                  <c:v>1.0199999999997544E-2</c:v>
                </c:pt>
                <c:pt idx="96">
                  <c:v>1.0199999999997544E-2</c:v>
                </c:pt>
                <c:pt idx="97">
                  <c:v>1.0199999999997544E-2</c:v>
                </c:pt>
                <c:pt idx="98">
                  <c:v>1.0199999999997544E-2</c:v>
                </c:pt>
                <c:pt idx="99">
                  <c:v>1.0199999999997544E-2</c:v>
                </c:pt>
                <c:pt idx="100">
                  <c:v>1.0199999999997544E-2</c:v>
                </c:pt>
                <c:pt idx="101">
                  <c:v>1.0199999999997544E-2</c:v>
                </c:pt>
                <c:pt idx="102">
                  <c:v>1.0199999999997544E-2</c:v>
                </c:pt>
                <c:pt idx="103">
                  <c:v>1.0199999999997544E-2</c:v>
                </c:pt>
                <c:pt idx="104">
                  <c:v>1.0199999999997544E-2</c:v>
                </c:pt>
                <c:pt idx="105">
                  <c:v>1.0199999999997544E-2</c:v>
                </c:pt>
                <c:pt idx="106">
                  <c:v>1.0199999999997544E-2</c:v>
                </c:pt>
                <c:pt idx="107">
                  <c:v>1.0199999999997544E-2</c:v>
                </c:pt>
                <c:pt idx="108">
                  <c:v>1.0299999999972442E-2</c:v>
                </c:pt>
                <c:pt idx="109">
                  <c:v>1.0400000000004184E-2</c:v>
                </c:pt>
                <c:pt idx="110">
                  <c:v>1.0400000000004184E-2</c:v>
                </c:pt>
                <c:pt idx="111">
                  <c:v>1.0499999999979082E-2</c:v>
                </c:pt>
                <c:pt idx="112">
                  <c:v>1.0600000000010823E-2</c:v>
                </c:pt>
                <c:pt idx="113">
                  <c:v>1.0600000000010823E-2</c:v>
                </c:pt>
                <c:pt idx="114">
                  <c:v>1.0600000000010823E-2</c:v>
                </c:pt>
                <c:pt idx="115">
                  <c:v>1.0699999999985721E-2</c:v>
                </c:pt>
                <c:pt idx="116">
                  <c:v>1.0699999999985721E-2</c:v>
                </c:pt>
                <c:pt idx="117">
                  <c:v>1.0699999999985721E-2</c:v>
                </c:pt>
                <c:pt idx="118">
                  <c:v>1.0699999999985721E-2</c:v>
                </c:pt>
                <c:pt idx="119">
                  <c:v>1.0800000000017462E-2</c:v>
                </c:pt>
                <c:pt idx="120">
                  <c:v>1.0800000000017462E-2</c:v>
                </c:pt>
                <c:pt idx="121">
                  <c:v>1.0800000000017462E-2</c:v>
                </c:pt>
                <c:pt idx="122">
                  <c:v>1.0800000000017462E-2</c:v>
                </c:pt>
                <c:pt idx="123">
                  <c:v>1.0800000000017462E-2</c:v>
                </c:pt>
                <c:pt idx="124">
                  <c:v>1.0800000000017462E-2</c:v>
                </c:pt>
                <c:pt idx="125">
                  <c:v>1.0800000000017462E-2</c:v>
                </c:pt>
                <c:pt idx="126">
                  <c:v>1.0800000000017462E-2</c:v>
                </c:pt>
                <c:pt idx="127">
                  <c:v>1.0800000000017462E-2</c:v>
                </c:pt>
                <c:pt idx="128">
                  <c:v>1.0800000000017462E-2</c:v>
                </c:pt>
                <c:pt idx="129">
                  <c:v>1.0800000000017462E-2</c:v>
                </c:pt>
                <c:pt idx="130">
                  <c:v>1.0800000000017462E-2</c:v>
                </c:pt>
                <c:pt idx="131">
                  <c:v>1.0800000000017462E-2</c:v>
                </c:pt>
                <c:pt idx="132">
                  <c:v>1.0800000000017462E-2</c:v>
                </c:pt>
                <c:pt idx="133">
                  <c:v>1.0800000000017462E-2</c:v>
                </c:pt>
                <c:pt idx="134">
                  <c:v>1.0800000000017462E-2</c:v>
                </c:pt>
                <c:pt idx="135">
                  <c:v>1.0800000000017462E-2</c:v>
                </c:pt>
                <c:pt idx="136">
                  <c:v>1.0800000000017462E-2</c:v>
                </c:pt>
                <c:pt idx="137">
                  <c:v>1.0800000000017462E-2</c:v>
                </c:pt>
                <c:pt idx="138">
                  <c:v>1.0800000000017462E-2</c:v>
                </c:pt>
                <c:pt idx="139">
                  <c:v>1.0800000000017462E-2</c:v>
                </c:pt>
                <c:pt idx="140">
                  <c:v>1.0800000000017462E-2</c:v>
                </c:pt>
                <c:pt idx="141">
                  <c:v>1.0800000000017462E-2</c:v>
                </c:pt>
                <c:pt idx="142">
                  <c:v>1.0800000000017462E-2</c:v>
                </c:pt>
                <c:pt idx="143">
                  <c:v>1.0800000000017462E-2</c:v>
                </c:pt>
                <c:pt idx="144">
                  <c:v>1.0800000000017462E-2</c:v>
                </c:pt>
                <c:pt idx="145">
                  <c:v>1.0800000000017462E-2</c:v>
                </c:pt>
                <c:pt idx="146">
                  <c:v>1.0800000000017462E-2</c:v>
                </c:pt>
                <c:pt idx="147">
                  <c:v>1.0800000000017462E-2</c:v>
                </c:pt>
                <c:pt idx="148">
                  <c:v>1.089999999999236E-2</c:v>
                </c:pt>
                <c:pt idx="149">
                  <c:v>1.089999999999236E-2</c:v>
                </c:pt>
                <c:pt idx="150">
                  <c:v>1.089999999999236E-2</c:v>
                </c:pt>
                <c:pt idx="151">
                  <c:v>1.089999999999236E-2</c:v>
                </c:pt>
                <c:pt idx="152">
                  <c:v>1.089999999999236E-2</c:v>
                </c:pt>
                <c:pt idx="153">
                  <c:v>1.089999999999236E-2</c:v>
                </c:pt>
                <c:pt idx="154">
                  <c:v>1.089999999999236E-2</c:v>
                </c:pt>
                <c:pt idx="155">
                  <c:v>1.089999999999236E-2</c:v>
                </c:pt>
                <c:pt idx="156">
                  <c:v>1.089999999999236E-2</c:v>
                </c:pt>
                <c:pt idx="157">
                  <c:v>1.089999999999236E-2</c:v>
                </c:pt>
                <c:pt idx="158">
                  <c:v>1.089999999999236E-2</c:v>
                </c:pt>
                <c:pt idx="159">
                  <c:v>1.089999999999236E-2</c:v>
                </c:pt>
                <c:pt idx="160">
                  <c:v>1.089999999999236E-2</c:v>
                </c:pt>
                <c:pt idx="161">
                  <c:v>1.0800000000017462E-2</c:v>
                </c:pt>
                <c:pt idx="162">
                  <c:v>1.0800000000017462E-2</c:v>
                </c:pt>
                <c:pt idx="163">
                  <c:v>1.0800000000017462E-2</c:v>
                </c:pt>
                <c:pt idx="164">
                  <c:v>1.0800000000017462E-2</c:v>
                </c:pt>
                <c:pt idx="165">
                  <c:v>1.0800000000017462E-2</c:v>
                </c:pt>
                <c:pt idx="166">
                  <c:v>1.0800000000017462E-2</c:v>
                </c:pt>
                <c:pt idx="167">
                  <c:v>1.0800000000017462E-2</c:v>
                </c:pt>
                <c:pt idx="168">
                  <c:v>1.0800000000017462E-2</c:v>
                </c:pt>
                <c:pt idx="169">
                  <c:v>1.0699999999985721E-2</c:v>
                </c:pt>
                <c:pt idx="170">
                  <c:v>1.0699999999985721E-2</c:v>
                </c:pt>
                <c:pt idx="171">
                  <c:v>1.0699999999985721E-2</c:v>
                </c:pt>
                <c:pt idx="172">
                  <c:v>1.0699999999985721E-2</c:v>
                </c:pt>
                <c:pt idx="173">
                  <c:v>1.0699999999985721E-2</c:v>
                </c:pt>
                <c:pt idx="174">
                  <c:v>1.0699999999985721E-2</c:v>
                </c:pt>
                <c:pt idx="175">
                  <c:v>1.0699999999985721E-2</c:v>
                </c:pt>
                <c:pt idx="176">
                  <c:v>1.0699999999985721E-2</c:v>
                </c:pt>
                <c:pt idx="177">
                  <c:v>1.0699999999985721E-2</c:v>
                </c:pt>
                <c:pt idx="178">
                  <c:v>1.0699999999985721E-2</c:v>
                </c:pt>
                <c:pt idx="179">
                  <c:v>1.0800000000017462E-2</c:v>
                </c:pt>
                <c:pt idx="180">
                  <c:v>1.0800000000017462E-2</c:v>
                </c:pt>
                <c:pt idx="181">
                  <c:v>1.0800000000017462E-2</c:v>
                </c:pt>
                <c:pt idx="182">
                  <c:v>1.0800000000017462E-2</c:v>
                </c:pt>
                <c:pt idx="183">
                  <c:v>1.0699999999985721E-2</c:v>
                </c:pt>
                <c:pt idx="184">
                  <c:v>1.0600000000010823E-2</c:v>
                </c:pt>
                <c:pt idx="185">
                  <c:v>1.0499999999979082E-2</c:v>
                </c:pt>
                <c:pt idx="186">
                  <c:v>1.0400000000004184E-2</c:v>
                </c:pt>
                <c:pt idx="187">
                  <c:v>1.0400000000004184E-2</c:v>
                </c:pt>
                <c:pt idx="188">
                  <c:v>1.0299999999972442E-2</c:v>
                </c:pt>
                <c:pt idx="189">
                  <c:v>1.0299999999972442E-2</c:v>
                </c:pt>
                <c:pt idx="190">
                  <c:v>1.0299999999972442E-2</c:v>
                </c:pt>
                <c:pt idx="191">
                  <c:v>1.0299999999972442E-2</c:v>
                </c:pt>
                <c:pt idx="192">
                  <c:v>1.0199999999997544E-2</c:v>
                </c:pt>
                <c:pt idx="193">
                  <c:v>1.0199999999997544E-2</c:v>
                </c:pt>
                <c:pt idx="194">
                  <c:v>1.0199999999997544E-2</c:v>
                </c:pt>
                <c:pt idx="195">
                  <c:v>1.0199999999997544E-2</c:v>
                </c:pt>
                <c:pt idx="196">
                  <c:v>1.0199999999997544E-2</c:v>
                </c:pt>
                <c:pt idx="197">
                  <c:v>1.0199999999997544E-2</c:v>
                </c:pt>
                <c:pt idx="198">
                  <c:v>1.0199999999997544E-2</c:v>
                </c:pt>
                <c:pt idx="199">
                  <c:v>1.0100000000022646E-2</c:v>
                </c:pt>
                <c:pt idx="200">
                  <c:v>1.0100000000022646E-2</c:v>
                </c:pt>
                <c:pt idx="201">
                  <c:v>1.0100000000022646E-2</c:v>
                </c:pt>
                <c:pt idx="202">
                  <c:v>1.0100000000022646E-2</c:v>
                </c:pt>
                <c:pt idx="203">
                  <c:v>1.0100000000022646E-2</c:v>
                </c:pt>
                <c:pt idx="204">
                  <c:v>1.0100000000022646E-2</c:v>
                </c:pt>
                <c:pt idx="205">
                  <c:v>1.0100000000022646E-2</c:v>
                </c:pt>
                <c:pt idx="206">
                  <c:v>1.0100000000022646E-2</c:v>
                </c:pt>
                <c:pt idx="207">
                  <c:v>1.0100000000022646E-2</c:v>
                </c:pt>
                <c:pt idx="208">
                  <c:v>1.0100000000022646E-2</c:v>
                </c:pt>
                <c:pt idx="209">
                  <c:v>1.0100000000022646E-2</c:v>
                </c:pt>
                <c:pt idx="210">
                  <c:v>1.0100000000022646E-2</c:v>
                </c:pt>
                <c:pt idx="211">
                  <c:v>1.0100000000022646E-2</c:v>
                </c:pt>
                <c:pt idx="212">
                  <c:v>1.0100000000022646E-2</c:v>
                </c:pt>
                <c:pt idx="213">
                  <c:v>1.0100000000022646E-2</c:v>
                </c:pt>
                <c:pt idx="214">
                  <c:v>1.0100000000022646E-2</c:v>
                </c:pt>
                <c:pt idx="215">
                  <c:v>1.0100000000022646E-2</c:v>
                </c:pt>
                <c:pt idx="216">
                  <c:v>1.0100000000022646E-2</c:v>
                </c:pt>
                <c:pt idx="217">
                  <c:v>1.0199999999997544E-2</c:v>
                </c:pt>
                <c:pt idx="218">
                  <c:v>1.0199999999997544E-2</c:v>
                </c:pt>
                <c:pt idx="219">
                  <c:v>1.0199999999997544E-2</c:v>
                </c:pt>
                <c:pt idx="220">
                  <c:v>1.0199999999997544E-2</c:v>
                </c:pt>
                <c:pt idx="221">
                  <c:v>1.0199999999997544E-2</c:v>
                </c:pt>
                <c:pt idx="222">
                  <c:v>1.0199999999997544E-2</c:v>
                </c:pt>
                <c:pt idx="223">
                  <c:v>1.0199999999997544E-2</c:v>
                </c:pt>
                <c:pt idx="224">
                  <c:v>1.0199999999997544E-2</c:v>
                </c:pt>
                <c:pt idx="225">
                  <c:v>1.0199999999997544E-2</c:v>
                </c:pt>
                <c:pt idx="226">
                  <c:v>1.0199999999997544E-2</c:v>
                </c:pt>
                <c:pt idx="227">
                  <c:v>1.0199999999997544E-2</c:v>
                </c:pt>
                <c:pt idx="228">
                  <c:v>1.0199999999997544E-2</c:v>
                </c:pt>
                <c:pt idx="229">
                  <c:v>1.0199999999997544E-2</c:v>
                </c:pt>
                <c:pt idx="230">
                  <c:v>1.0199999999997544E-2</c:v>
                </c:pt>
                <c:pt idx="231">
                  <c:v>1.0199999999997544E-2</c:v>
                </c:pt>
                <c:pt idx="232">
                  <c:v>1.0199999999997544E-2</c:v>
                </c:pt>
                <c:pt idx="233">
                  <c:v>1.0199999999997544E-2</c:v>
                </c:pt>
                <c:pt idx="234">
                  <c:v>1.0199999999997544E-2</c:v>
                </c:pt>
                <c:pt idx="235">
                  <c:v>1.0199999999997544E-2</c:v>
                </c:pt>
                <c:pt idx="236">
                  <c:v>1.0199999999997544E-2</c:v>
                </c:pt>
                <c:pt idx="237">
                  <c:v>1.0199999999997544E-2</c:v>
                </c:pt>
                <c:pt idx="238">
                  <c:v>1.0199999999997544E-2</c:v>
                </c:pt>
                <c:pt idx="239">
                  <c:v>1.0199999999997544E-2</c:v>
                </c:pt>
                <c:pt idx="240">
                  <c:v>1.0199999999997544E-2</c:v>
                </c:pt>
                <c:pt idx="241">
                  <c:v>1.0199999999997544E-2</c:v>
                </c:pt>
                <c:pt idx="242">
                  <c:v>1.0199999999997544E-2</c:v>
                </c:pt>
                <c:pt idx="243">
                  <c:v>1.0199999999997544E-2</c:v>
                </c:pt>
                <c:pt idx="244">
                  <c:v>1.0199999999997544E-2</c:v>
                </c:pt>
                <c:pt idx="245">
                  <c:v>1.0199999999997544E-2</c:v>
                </c:pt>
                <c:pt idx="246">
                  <c:v>1.0199999999997544E-2</c:v>
                </c:pt>
                <c:pt idx="247">
                  <c:v>1.0199999999997544E-2</c:v>
                </c:pt>
                <c:pt idx="248">
                  <c:v>1.0199999999997544E-2</c:v>
                </c:pt>
                <c:pt idx="249">
                  <c:v>1.0199999999997544E-2</c:v>
                </c:pt>
                <c:pt idx="250">
                  <c:v>1.0199999999997544E-2</c:v>
                </c:pt>
                <c:pt idx="251">
                  <c:v>1.0199999999997544E-2</c:v>
                </c:pt>
                <c:pt idx="252">
                  <c:v>1.0199999999997544E-2</c:v>
                </c:pt>
                <c:pt idx="253">
                  <c:v>1.0199999999997544E-2</c:v>
                </c:pt>
                <c:pt idx="254">
                  <c:v>1.0199999999997544E-2</c:v>
                </c:pt>
                <c:pt idx="255">
                  <c:v>1.0199999999997544E-2</c:v>
                </c:pt>
                <c:pt idx="256">
                  <c:v>1.0199999999997544E-2</c:v>
                </c:pt>
                <c:pt idx="257">
                  <c:v>1.0199999999997544E-2</c:v>
                </c:pt>
                <c:pt idx="258">
                  <c:v>1.0199999999997544E-2</c:v>
                </c:pt>
                <c:pt idx="259">
                  <c:v>1.0199999999997544E-2</c:v>
                </c:pt>
                <c:pt idx="260">
                  <c:v>1.0199999999997544E-2</c:v>
                </c:pt>
                <c:pt idx="261">
                  <c:v>1.0199999999997544E-2</c:v>
                </c:pt>
                <c:pt idx="262">
                  <c:v>1.0199999999997544E-2</c:v>
                </c:pt>
                <c:pt idx="263">
                  <c:v>1.0199999999997544E-2</c:v>
                </c:pt>
                <c:pt idx="264">
                  <c:v>1.0199999999997544E-2</c:v>
                </c:pt>
                <c:pt idx="265">
                  <c:v>1.0299999999972442E-2</c:v>
                </c:pt>
                <c:pt idx="266">
                  <c:v>1.0400000000004184E-2</c:v>
                </c:pt>
                <c:pt idx="267">
                  <c:v>1.0499999999979082E-2</c:v>
                </c:pt>
                <c:pt idx="268">
                  <c:v>1.0499999999979082E-2</c:v>
                </c:pt>
                <c:pt idx="269">
                  <c:v>1.0600000000010823E-2</c:v>
                </c:pt>
                <c:pt idx="270">
                  <c:v>1.0600000000010823E-2</c:v>
                </c:pt>
                <c:pt idx="271">
                  <c:v>1.0600000000010823E-2</c:v>
                </c:pt>
                <c:pt idx="272">
                  <c:v>1.0699999999985721E-2</c:v>
                </c:pt>
                <c:pt idx="273">
                  <c:v>1.0699999999985721E-2</c:v>
                </c:pt>
                <c:pt idx="274">
                  <c:v>1.0699999999985721E-2</c:v>
                </c:pt>
                <c:pt idx="275">
                  <c:v>1.0699999999985721E-2</c:v>
                </c:pt>
                <c:pt idx="276">
                  <c:v>1.0800000000017462E-2</c:v>
                </c:pt>
                <c:pt idx="277">
                  <c:v>1.0800000000017462E-2</c:v>
                </c:pt>
                <c:pt idx="278">
                  <c:v>1.0800000000017462E-2</c:v>
                </c:pt>
                <c:pt idx="279">
                  <c:v>1.0800000000017462E-2</c:v>
                </c:pt>
                <c:pt idx="280">
                  <c:v>1.0800000000017462E-2</c:v>
                </c:pt>
                <c:pt idx="281">
                  <c:v>1.0800000000017462E-2</c:v>
                </c:pt>
                <c:pt idx="282">
                  <c:v>1.0800000000017462E-2</c:v>
                </c:pt>
                <c:pt idx="283">
                  <c:v>1.0800000000017462E-2</c:v>
                </c:pt>
                <c:pt idx="284">
                  <c:v>1.0800000000017462E-2</c:v>
                </c:pt>
                <c:pt idx="285">
                  <c:v>1.0800000000017462E-2</c:v>
                </c:pt>
                <c:pt idx="286">
                  <c:v>1.0800000000017462E-2</c:v>
                </c:pt>
                <c:pt idx="287">
                  <c:v>1.0800000000017462E-2</c:v>
                </c:pt>
                <c:pt idx="288">
                  <c:v>1.0800000000017462E-2</c:v>
                </c:pt>
                <c:pt idx="289">
                  <c:v>1.0800000000017462E-2</c:v>
                </c:pt>
                <c:pt idx="290">
                  <c:v>1.0800000000017462E-2</c:v>
                </c:pt>
                <c:pt idx="291">
                  <c:v>1.0800000000017462E-2</c:v>
                </c:pt>
                <c:pt idx="292">
                  <c:v>1.0800000000017462E-2</c:v>
                </c:pt>
                <c:pt idx="293">
                  <c:v>1.0800000000017462E-2</c:v>
                </c:pt>
                <c:pt idx="294">
                  <c:v>1.0800000000017462E-2</c:v>
                </c:pt>
                <c:pt idx="295">
                  <c:v>1.0800000000017462E-2</c:v>
                </c:pt>
                <c:pt idx="296">
                  <c:v>1.0800000000017462E-2</c:v>
                </c:pt>
                <c:pt idx="297">
                  <c:v>1.0800000000017462E-2</c:v>
                </c:pt>
                <c:pt idx="298">
                  <c:v>1.0800000000017462E-2</c:v>
                </c:pt>
                <c:pt idx="299">
                  <c:v>1.0800000000017462E-2</c:v>
                </c:pt>
                <c:pt idx="300">
                  <c:v>1.0800000000017462E-2</c:v>
                </c:pt>
                <c:pt idx="301">
                  <c:v>1.0800000000017462E-2</c:v>
                </c:pt>
                <c:pt idx="302">
                  <c:v>1.089999999999236E-2</c:v>
                </c:pt>
                <c:pt idx="303">
                  <c:v>1.089999999999236E-2</c:v>
                </c:pt>
                <c:pt idx="304">
                  <c:v>1.089999999999236E-2</c:v>
                </c:pt>
                <c:pt idx="305">
                  <c:v>1.089999999999236E-2</c:v>
                </c:pt>
                <c:pt idx="306">
                  <c:v>1.089999999999236E-2</c:v>
                </c:pt>
                <c:pt idx="307">
                  <c:v>1.089999999999236E-2</c:v>
                </c:pt>
                <c:pt idx="308">
                  <c:v>1.089999999999236E-2</c:v>
                </c:pt>
                <c:pt idx="309">
                  <c:v>1.089999999999236E-2</c:v>
                </c:pt>
                <c:pt idx="310">
                  <c:v>1.089999999999236E-2</c:v>
                </c:pt>
                <c:pt idx="311">
                  <c:v>1.089999999999236E-2</c:v>
                </c:pt>
                <c:pt idx="312">
                  <c:v>1.089999999999236E-2</c:v>
                </c:pt>
                <c:pt idx="313">
                  <c:v>1.089999999999236E-2</c:v>
                </c:pt>
                <c:pt idx="314">
                  <c:v>1.089999999999236E-2</c:v>
                </c:pt>
                <c:pt idx="315">
                  <c:v>1.089999999999236E-2</c:v>
                </c:pt>
                <c:pt idx="316">
                  <c:v>1.089999999999236E-2</c:v>
                </c:pt>
                <c:pt idx="317">
                  <c:v>1.089999999999236E-2</c:v>
                </c:pt>
                <c:pt idx="318">
                  <c:v>1.0800000000017462E-2</c:v>
                </c:pt>
                <c:pt idx="319">
                  <c:v>1.0800000000017462E-2</c:v>
                </c:pt>
                <c:pt idx="320">
                  <c:v>1.0800000000017462E-2</c:v>
                </c:pt>
                <c:pt idx="321">
                  <c:v>1.0800000000017462E-2</c:v>
                </c:pt>
                <c:pt idx="322">
                  <c:v>1.0800000000017462E-2</c:v>
                </c:pt>
                <c:pt idx="323">
                  <c:v>1.0800000000017462E-2</c:v>
                </c:pt>
                <c:pt idx="324">
                  <c:v>1.0800000000017462E-2</c:v>
                </c:pt>
                <c:pt idx="325">
                  <c:v>1.0800000000017462E-2</c:v>
                </c:pt>
                <c:pt idx="326">
                  <c:v>1.0800000000017462E-2</c:v>
                </c:pt>
                <c:pt idx="327">
                  <c:v>1.0699999999985721E-2</c:v>
                </c:pt>
                <c:pt idx="328">
                  <c:v>1.0699999999985721E-2</c:v>
                </c:pt>
                <c:pt idx="329">
                  <c:v>1.0699999999985721E-2</c:v>
                </c:pt>
                <c:pt idx="330">
                  <c:v>1.0699999999985721E-2</c:v>
                </c:pt>
                <c:pt idx="331">
                  <c:v>1.0699999999985721E-2</c:v>
                </c:pt>
                <c:pt idx="332">
                  <c:v>1.0699999999985721E-2</c:v>
                </c:pt>
                <c:pt idx="333">
                  <c:v>1.0699999999985721E-2</c:v>
                </c:pt>
                <c:pt idx="334">
                  <c:v>1.0699999999985721E-2</c:v>
                </c:pt>
                <c:pt idx="335">
                  <c:v>1.0800000000017462E-2</c:v>
                </c:pt>
                <c:pt idx="336">
                  <c:v>1.0800000000017462E-2</c:v>
                </c:pt>
                <c:pt idx="337">
                  <c:v>1.0800000000017462E-2</c:v>
                </c:pt>
                <c:pt idx="338">
                  <c:v>1.0800000000017462E-2</c:v>
                </c:pt>
                <c:pt idx="339">
                  <c:v>1.0800000000017462E-2</c:v>
                </c:pt>
                <c:pt idx="340">
                  <c:v>1.0699999999985721E-2</c:v>
                </c:pt>
                <c:pt idx="341">
                  <c:v>1.0600000000010823E-2</c:v>
                </c:pt>
                <c:pt idx="342">
                  <c:v>1.0499999999979082E-2</c:v>
                </c:pt>
                <c:pt idx="343">
                  <c:v>1.0400000000004184E-2</c:v>
                </c:pt>
                <c:pt idx="344">
                  <c:v>1.0400000000004184E-2</c:v>
                </c:pt>
                <c:pt idx="345">
                  <c:v>1.0299999999972442E-2</c:v>
                </c:pt>
                <c:pt idx="346">
                  <c:v>1.0299999999972442E-2</c:v>
                </c:pt>
                <c:pt idx="347">
                  <c:v>1.0299999999972442E-2</c:v>
                </c:pt>
                <c:pt idx="348">
                  <c:v>1.0299999999972442E-2</c:v>
                </c:pt>
                <c:pt idx="349">
                  <c:v>1.0199999999997544E-2</c:v>
                </c:pt>
                <c:pt idx="350">
                  <c:v>1.0199999999997544E-2</c:v>
                </c:pt>
                <c:pt idx="351">
                  <c:v>1.0199999999997544E-2</c:v>
                </c:pt>
                <c:pt idx="352">
                  <c:v>1.0199999999997544E-2</c:v>
                </c:pt>
                <c:pt idx="353">
                  <c:v>1.0199999999997544E-2</c:v>
                </c:pt>
                <c:pt idx="354">
                  <c:v>1.0199999999997544E-2</c:v>
                </c:pt>
                <c:pt idx="355">
                  <c:v>1.0199999999997544E-2</c:v>
                </c:pt>
                <c:pt idx="356">
                  <c:v>1.0100000000022646E-2</c:v>
                </c:pt>
                <c:pt idx="357">
                  <c:v>1.0100000000022646E-2</c:v>
                </c:pt>
                <c:pt idx="358">
                  <c:v>1.0100000000022646E-2</c:v>
                </c:pt>
                <c:pt idx="359">
                  <c:v>1.0100000000022646E-2</c:v>
                </c:pt>
                <c:pt idx="360">
                  <c:v>1.0100000000022646E-2</c:v>
                </c:pt>
                <c:pt idx="361">
                  <c:v>1.0100000000022646E-2</c:v>
                </c:pt>
                <c:pt idx="362">
                  <c:v>1.0100000000022646E-2</c:v>
                </c:pt>
                <c:pt idx="363">
                  <c:v>1.0100000000022646E-2</c:v>
                </c:pt>
                <c:pt idx="364">
                  <c:v>1.0100000000022646E-2</c:v>
                </c:pt>
                <c:pt idx="365">
                  <c:v>1.0100000000022646E-2</c:v>
                </c:pt>
                <c:pt idx="366">
                  <c:v>1.0100000000022646E-2</c:v>
                </c:pt>
                <c:pt idx="367">
                  <c:v>1.0100000000022646E-2</c:v>
                </c:pt>
                <c:pt idx="368">
                  <c:v>1.0100000000022646E-2</c:v>
                </c:pt>
                <c:pt idx="369">
                  <c:v>1.0100000000022646E-2</c:v>
                </c:pt>
                <c:pt idx="370">
                  <c:v>1.0100000000022646E-2</c:v>
                </c:pt>
                <c:pt idx="371">
                  <c:v>1.0100000000022646E-2</c:v>
                </c:pt>
                <c:pt idx="372">
                  <c:v>1.0100000000022646E-2</c:v>
                </c:pt>
                <c:pt idx="373">
                  <c:v>1.0100000000022646E-2</c:v>
                </c:pt>
                <c:pt idx="374">
                  <c:v>1.0100000000022646E-2</c:v>
                </c:pt>
                <c:pt idx="375">
                  <c:v>1.0199999999997544E-2</c:v>
                </c:pt>
                <c:pt idx="376">
                  <c:v>1.0199999999997544E-2</c:v>
                </c:pt>
                <c:pt idx="377">
                  <c:v>1.0199999999997544E-2</c:v>
                </c:pt>
                <c:pt idx="378">
                  <c:v>1.0199999999997544E-2</c:v>
                </c:pt>
                <c:pt idx="379">
                  <c:v>1.0199999999997544E-2</c:v>
                </c:pt>
                <c:pt idx="380">
                  <c:v>1.0199999999997544E-2</c:v>
                </c:pt>
                <c:pt idx="381">
                  <c:v>1.0199999999997544E-2</c:v>
                </c:pt>
                <c:pt idx="382">
                  <c:v>1.0199999999997544E-2</c:v>
                </c:pt>
                <c:pt idx="383">
                  <c:v>1.0199999999997544E-2</c:v>
                </c:pt>
                <c:pt idx="384">
                  <c:v>1.0199999999997544E-2</c:v>
                </c:pt>
                <c:pt idx="385">
                  <c:v>1.0199999999997544E-2</c:v>
                </c:pt>
                <c:pt idx="386">
                  <c:v>1.0199999999997544E-2</c:v>
                </c:pt>
                <c:pt idx="387">
                  <c:v>1.0199999999997544E-2</c:v>
                </c:pt>
                <c:pt idx="388">
                  <c:v>1.0199999999997544E-2</c:v>
                </c:pt>
                <c:pt idx="389">
                  <c:v>1.0199999999997544E-2</c:v>
                </c:pt>
                <c:pt idx="390">
                  <c:v>1.0199999999997544E-2</c:v>
                </c:pt>
                <c:pt idx="391">
                  <c:v>1.0199999999997544E-2</c:v>
                </c:pt>
                <c:pt idx="392">
                  <c:v>1.0199999999997544E-2</c:v>
                </c:pt>
                <c:pt idx="393">
                  <c:v>1.0199999999997544E-2</c:v>
                </c:pt>
                <c:pt idx="394">
                  <c:v>1.0199999999997544E-2</c:v>
                </c:pt>
                <c:pt idx="395">
                  <c:v>1.0199999999997544E-2</c:v>
                </c:pt>
                <c:pt idx="396">
                  <c:v>1.0199999999997544E-2</c:v>
                </c:pt>
                <c:pt idx="397">
                  <c:v>1.0199999999997544E-2</c:v>
                </c:pt>
                <c:pt idx="398">
                  <c:v>1.0199999999997544E-2</c:v>
                </c:pt>
                <c:pt idx="399">
                  <c:v>1.0199999999997544E-2</c:v>
                </c:pt>
                <c:pt idx="400">
                  <c:v>1.0199999999997544E-2</c:v>
                </c:pt>
                <c:pt idx="401">
                  <c:v>1.0199999999997544E-2</c:v>
                </c:pt>
                <c:pt idx="402">
                  <c:v>1.0199999999997544E-2</c:v>
                </c:pt>
                <c:pt idx="403">
                  <c:v>1.0199999999997544E-2</c:v>
                </c:pt>
                <c:pt idx="404">
                  <c:v>1.0199999999997544E-2</c:v>
                </c:pt>
                <c:pt idx="405">
                  <c:v>1.0199999999997544E-2</c:v>
                </c:pt>
                <c:pt idx="406">
                  <c:v>1.0199999999997544E-2</c:v>
                </c:pt>
                <c:pt idx="407">
                  <c:v>1.0199999999997544E-2</c:v>
                </c:pt>
                <c:pt idx="408">
                  <c:v>1.0199999999997544E-2</c:v>
                </c:pt>
                <c:pt idx="409">
                  <c:v>1.0199999999997544E-2</c:v>
                </c:pt>
                <c:pt idx="410">
                  <c:v>1.0199999999997544E-2</c:v>
                </c:pt>
                <c:pt idx="411">
                  <c:v>1.0199999999997544E-2</c:v>
                </c:pt>
                <c:pt idx="412">
                  <c:v>1.0199999999997544E-2</c:v>
                </c:pt>
                <c:pt idx="413">
                  <c:v>1.0199999999997544E-2</c:v>
                </c:pt>
                <c:pt idx="414">
                  <c:v>1.0199999999997544E-2</c:v>
                </c:pt>
                <c:pt idx="415">
                  <c:v>1.0199999999997544E-2</c:v>
                </c:pt>
                <c:pt idx="416">
                  <c:v>1.0199999999997544E-2</c:v>
                </c:pt>
                <c:pt idx="417">
                  <c:v>1.0199999999997544E-2</c:v>
                </c:pt>
                <c:pt idx="418">
                  <c:v>1.0199999999997544E-2</c:v>
                </c:pt>
                <c:pt idx="419">
                  <c:v>1.0199999999997544E-2</c:v>
                </c:pt>
                <c:pt idx="420">
                  <c:v>1.0199999999997544E-2</c:v>
                </c:pt>
                <c:pt idx="421">
                  <c:v>1.0199999999997544E-2</c:v>
                </c:pt>
                <c:pt idx="422">
                  <c:v>1.0199999999997544E-2</c:v>
                </c:pt>
                <c:pt idx="423">
                  <c:v>1.0299999999972442E-2</c:v>
                </c:pt>
                <c:pt idx="424">
                  <c:v>1.0400000000004184E-2</c:v>
                </c:pt>
                <c:pt idx="425">
                  <c:v>1.0499999999979082E-2</c:v>
                </c:pt>
                <c:pt idx="426">
                  <c:v>1.0499999999979082E-2</c:v>
                </c:pt>
                <c:pt idx="427">
                  <c:v>1.0600000000010823E-2</c:v>
                </c:pt>
                <c:pt idx="428">
                  <c:v>1.0600000000010823E-2</c:v>
                </c:pt>
                <c:pt idx="429">
                  <c:v>1.0699999999985721E-2</c:v>
                </c:pt>
                <c:pt idx="430">
                  <c:v>1.0699999999985721E-2</c:v>
                </c:pt>
                <c:pt idx="431">
                  <c:v>1.0699999999985721E-2</c:v>
                </c:pt>
                <c:pt idx="432">
                  <c:v>1.0699999999985721E-2</c:v>
                </c:pt>
                <c:pt idx="433">
                  <c:v>1.0699999999985721E-2</c:v>
                </c:pt>
                <c:pt idx="434">
                  <c:v>1.0800000000017462E-2</c:v>
                </c:pt>
                <c:pt idx="435">
                  <c:v>1.0800000000017462E-2</c:v>
                </c:pt>
                <c:pt idx="436">
                  <c:v>1.0800000000017462E-2</c:v>
                </c:pt>
                <c:pt idx="437">
                  <c:v>1.0800000000017462E-2</c:v>
                </c:pt>
                <c:pt idx="438">
                  <c:v>1.0800000000017462E-2</c:v>
                </c:pt>
                <c:pt idx="439">
                  <c:v>1.0800000000017462E-2</c:v>
                </c:pt>
                <c:pt idx="440">
                  <c:v>1.0800000000017462E-2</c:v>
                </c:pt>
                <c:pt idx="441">
                  <c:v>1.0800000000017462E-2</c:v>
                </c:pt>
                <c:pt idx="442">
                  <c:v>1.0800000000017462E-2</c:v>
                </c:pt>
                <c:pt idx="443">
                  <c:v>1.0800000000017462E-2</c:v>
                </c:pt>
                <c:pt idx="444">
                  <c:v>1.0800000000017462E-2</c:v>
                </c:pt>
                <c:pt idx="445">
                  <c:v>1.0800000000017462E-2</c:v>
                </c:pt>
                <c:pt idx="446">
                  <c:v>1.0800000000017462E-2</c:v>
                </c:pt>
                <c:pt idx="447">
                  <c:v>1.0800000000017462E-2</c:v>
                </c:pt>
                <c:pt idx="448">
                  <c:v>1.0800000000017462E-2</c:v>
                </c:pt>
                <c:pt idx="449">
                  <c:v>1.0800000000017462E-2</c:v>
                </c:pt>
                <c:pt idx="450">
                  <c:v>1.0800000000017462E-2</c:v>
                </c:pt>
                <c:pt idx="451">
                  <c:v>1.0800000000017462E-2</c:v>
                </c:pt>
                <c:pt idx="452">
                  <c:v>1.0800000000017462E-2</c:v>
                </c:pt>
                <c:pt idx="453">
                  <c:v>1.0800000000017462E-2</c:v>
                </c:pt>
                <c:pt idx="454">
                  <c:v>1.0800000000017462E-2</c:v>
                </c:pt>
                <c:pt idx="455">
                  <c:v>1.0800000000017462E-2</c:v>
                </c:pt>
                <c:pt idx="456">
                  <c:v>1.0800000000017462E-2</c:v>
                </c:pt>
                <c:pt idx="457">
                  <c:v>1.0800000000017462E-2</c:v>
                </c:pt>
                <c:pt idx="458">
                  <c:v>1.0800000000017462E-2</c:v>
                </c:pt>
                <c:pt idx="459">
                  <c:v>1.0800000000017462E-2</c:v>
                </c:pt>
                <c:pt idx="460">
                  <c:v>1.0800000000017462E-2</c:v>
                </c:pt>
                <c:pt idx="461">
                  <c:v>1.089999999999236E-2</c:v>
                </c:pt>
                <c:pt idx="462">
                  <c:v>1.089999999999236E-2</c:v>
                </c:pt>
                <c:pt idx="463">
                  <c:v>1.089999999999236E-2</c:v>
                </c:pt>
                <c:pt idx="464">
                  <c:v>1.089999999999236E-2</c:v>
                </c:pt>
                <c:pt idx="465">
                  <c:v>1.089999999999236E-2</c:v>
                </c:pt>
                <c:pt idx="466">
                  <c:v>1.089999999999236E-2</c:v>
                </c:pt>
                <c:pt idx="467">
                  <c:v>1.089999999999236E-2</c:v>
                </c:pt>
                <c:pt idx="468">
                  <c:v>1.089999999999236E-2</c:v>
                </c:pt>
                <c:pt idx="469">
                  <c:v>1.089999999999236E-2</c:v>
                </c:pt>
                <c:pt idx="470">
                  <c:v>1.089999999999236E-2</c:v>
                </c:pt>
                <c:pt idx="471">
                  <c:v>1.089999999999236E-2</c:v>
                </c:pt>
                <c:pt idx="472">
                  <c:v>1.089999999999236E-2</c:v>
                </c:pt>
                <c:pt idx="473">
                  <c:v>1.089999999999236E-2</c:v>
                </c:pt>
                <c:pt idx="474">
                  <c:v>1.089999999999236E-2</c:v>
                </c:pt>
                <c:pt idx="475">
                  <c:v>1.089999999999236E-2</c:v>
                </c:pt>
                <c:pt idx="476">
                  <c:v>1.089999999999236E-2</c:v>
                </c:pt>
                <c:pt idx="477">
                  <c:v>1.0800000000017462E-2</c:v>
                </c:pt>
                <c:pt idx="478">
                  <c:v>1.0800000000017462E-2</c:v>
                </c:pt>
                <c:pt idx="479">
                  <c:v>1.0800000000017462E-2</c:v>
                </c:pt>
                <c:pt idx="480">
                  <c:v>1.0800000000017462E-2</c:v>
                </c:pt>
                <c:pt idx="481">
                  <c:v>1.0800000000017462E-2</c:v>
                </c:pt>
                <c:pt idx="482">
                  <c:v>1.0800000000017462E-2</c:v>
                </c:pt>
                <c:pt idx="483">
                  <c:v>1.0800000000017462E-2</c:v>
                </c:pt>
                <c:pt idx="484">
                  <c:v>1.0800000000017462E-2</c:v>
                </c:pt>
                <c:pt idx="485">
                  <c:v>1.0800000000017462E-2</c:v>
                </c:pt>
                <c:pt idx="486">
                  <c:v>1.0699999999985721E-2</c:v>
                </c:pt>
                <c:pt idx="487">
                  <c:v>1.0699999999985721E-2</c:v>
                </c:pt>
                <c:pt idx="488">
                  <c:v>1.0699999999985721E-2</c:v>
                </c:pt>
                <c:pt idx="489">
                  <c:v>1.0699999999985721E-2</c:v>
                </c:pt>
                <c:pt idx="490">
                  <c:v>1.0699999999985721E-2</c:v>
                </c:pt>
                <c:pt idx="491">
                  <c:v>1.0699999999985721E-2</c:v>
                </c:pt>
                <c:pt idx="492">
                  <c:v>1.0699999999985721E-2</c:v>
                </c:pt>
                <c:pt idx="493">
                  <c:v>1.0699999999985721E-2</c:v>
                </c:pt>
                <c:pt idx="494">
                  <c:v>1.0800000000017462E-2</c:v>
                </c:pt>
                <c:pt idx="495">
                  <c:v>1.0800000000017462E-2</c:v>
                </c:pt>
                <c:pt idx="496">
                  <c:v>1.0800000000017462E-2</c:v>
                </c:pt>
                <c:pt idx="497">
                  <c:v>1.0800000000017462E-2</c:v>
                </c:pt>
                <c:pt idx="498">
                  <c:v>1.0699999999985721E-2</c:v>
                </c:pt>
                <c:pt idx="499">
                  <c:v>1.0699999999985721E-2</c:v>
                </c:pt>
                <c:pt idx="500">
                  <c:v>1.0499999999979082E-2</c:v>
                </c:pt>
                <c:pt idx="501">
                  <c:v>1.0400000000004184E-2</c:v>
                </c:pt>
                <c:pt idx="502">
                  <c:v>1.0400000000004184E-2</c:v>
                </c:pt>
                <c:pt idx="503">
                  <c:v>1.0299999999972442E-2</c:v>
                </c:pt>
                <c:pt idx="504">
                  <c:v>1.0299999999972442E-2</c:v>
                </c:pt>
                <c:pt idx="505">
                  <c:v>1.0299999999972442E-2</c:v>
                </c:pt>
                <c:pt idx="506">
                  <c:v>1.0299999999972442E-2</c:v>
                </c:pt>
                <c:pt idx="507">
                  <c:v>1.0299999999972442E-2</c:v>
                </c:pt>
                <c:pt idx="508">
                  <c:v>1.0199999999997544E-2</c:v>
                </c:pt>
                <c:pt idx="509">
                  <c:v>1.0199999999997544E-2</c:v>
                </c:pt>
                <c:pt idx="510">
                  <c:v>1.0199999999997544E-2</c:v>
                </c:pt>
                <c:pt idx="511">
                  <c:v>1.0199999999997544E-2</c:v>
                </c:pt>
                <c:pt idx="512">
                  <c:v>1.0199999999997544E-2</c:v>
                </c:pt>
                <c:pt idx="513">
                  <c:v>1.0199999999997544E-2</c:v>
                </c:pt>
                <c:pt idx="514">
                  <c:v>1.0100000000022646E-2</c:v>
                </c:pt>
                <c:pt idx="515">
                  <c:v>1.0100000000022646E-2</c:v>
                </c:pt>
                <c:pt idx="516">
                  <c:v>1.0100000000022646E-2</c:v>
                </c:pt>
                <c:pt idx="517">
                  <c:v>1.0100000000022646E-2</c:v>
                </c:pt>
                <c:pt idx="518">
                  <c:v>1.0100000000022646E-2</c:v>
                </c:pt>
                <c:pt idx="519">
                  <c:v>1.0100000000022646E-2</c:v>
                </c:pt>
                <c:pt idx="520">
                  <c:v>1.0100000000022646E-2</c:v>
                </c:pt>
                <c:pt idx="521">
                  <c:v>1.0100000000022646E-2</c:v>
                </c:pt>
                <c:pt idx="522">
                  <c:v>1.0100000000022646E-2</c:v>
                </c:pt>
                <c:pt idx="523">
                  <c:v>1.0100000000022646E-2</c:v>
                </c:pt>
                <c:pt idx="524">
                  <c:v>1.0100000000022646E-2</c:v>
                </c:pt>
                <c:pt idx="525">
                  <c:v>1.0100000000022646E-2</c:v>
                </c:pt>
                <c:pt idx="526">
                  <c:v>1.0100000000022646E-2</c:v>
                </c:pt>
                <c:pt idx="527">
                  <c:v>1.0100000000022646E-2</c:v>
                </c:pt>
                <c:pt idx="528">
                  <c:v>1.0100000000022646E-2</c:v>
                </c:pt>
                <c:pt idx="529">
                  <c:v>1.0100000000022646E-2</c:v>
                </c:pt>
                <c:pt idx="530">
                  <c:v>1.0100000000022646E-2</c:v>
                </c:pt>
                <c:pt idx="531">
                  <c:v>1.0100000000022646E-2</c:v>
                </c:pt>
                <c:pt idx="532">
                  <c:v>1.0100000000022646E-2</c:v>
                </c:pt>
              </c:numCache>
            </c:numRef>
          </c:yVal>
          <c:smooth val="1"/>
          <c:extLst>
            <c:ext xmlns:c16="http://schemas.microsoft.com/office/drawing/2014/chart" uri="{C3380CC4-5D6E-409C-BE32-E72D297353CC}">
              <c16:uniqueId val="{0000000B-1510-4437-9CAD-7ED8315A59D8}"/>
            </c:ext>
          </c:extLst>
        </c:ser>
        <c:ser>
          <c:idx val="12"/>
          <c:order val="12"/>
          <c:tx>
            <c:strRef>
              <c:f>SM50000_TEMPSoc5l2_50000!$PA$1</c:f>
              <c:strCache>
                <c:ptCount val="1"/>
                <c:pt idx="0">
                  <c:v>TELE_SM_INTERIOR.272</c:v>
                </c:pt>
              </c:strCache>
            </c:strRef>
          </c:tx>
          <c:spPr>
            <a:ln w="19050" cap="rnd">
              <a:solidFill>
                <a:schemeClr val="accent1">
                  <a:lumMod val="80000"/>
                  <a:lumOff val="20000"/>
                </a:schemeClr>
              </a:solidFill>
              <a:round/>
            </a:ln>
            <a:effectLst/>
          </c:spPr>
          <c:marker>
            <c:symbol val="circle"/>
            <c:size val="5"/>
            <c:spPr>
              <a:solidFill>
                <a:schemeClr val="accent1">
                  <a:lumMod val="80000"/>
                  <a:lumOff val="20000"/>
                </a:schemeClr>
              </a:solidFill>
              <a:ln w="9525">
                <a:solidFill>
                  <a:schemeClr val="accent1">
                    <a:lumMod val="80000"/>
                    <a:lumOff val="2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SM50000_TEMPSoc5l2_50000!$PA$2:$PA$536</c:f>
              <c:numCache>
                <c:formatCode>General</c:formatCode>
                <c:ptCount val="533"/>
                <c:pt idx="0">
                  <c:v>0</c:v>
                </c:pt>
                <c:pt idx="1">
                  <c:v>1.9000000000346517E-3</c:v>
                </c:pt>
                <c:pt idx="2">
                  <c:v>3.5000000000309228E-3</c:v>
                </c:pt>
                <c:pt idx="3">
                  <c:v>4.6000000000390173E-3</c:v>
                </c:pt>
                <c:pt idx="4">
                  <c:v>5.3000000000338332E-3</c:v>
                </c:pt>
                <c:pt idx="5">
                  <c:v>5.8000000000220098E-3</c:v>
                </c:pt>
                <c:pt idx="6">
                  <c:v>6.2000000000352884E-3</c:v>
                </c:pt>
                <c:pt idx="7">
                  <c:v>6.5999999999917236E-3</c:v>
                </c:pt>
                <c:pt idx="8">
                  <c:v>6.9000000000301043E-3</c:v>
                </c:pt>
                <c:pt idx="9">
                  <c:v>7.1000000000367436E-3</c:v>
                </c:pt>
                <c:pt idx="10">
                  <c:v>7.4000000000182808E-3</c:v>
                </c:pt>
                <c:pt idx="11">
                  <c:v>7.6000000000249202E-3</c:v>
                </c:pt>
                <c:pt idx="12">
                  <c:v>7.8000000000315595E-3</c:v>
                </c:pt>
                <c:pt idx="13">
                  <c:v>8.0000000000381988E-3</c:v>
                </c:pt>
                <c:pt idx="14">
                  <c:v>8.1999999999879947E-3</c:v>
                </c:pt>
                <c:pt idx="15">
                  <c:v>8.399999999994634E-3</c:v>
                </c:pt>
                <c:pt idx="16">
                  <c:v>8.5000000000263753E-3</c:v>
                </c:pt>
                <c:pt idx="17">
                  <c:v>8.7000000000330147E-3</c:v>
                </c:pt>
                <c:pt idx="18">
                  <c:v>8.8000000000079126E-3</c:v>
                </c:pt>
                <c:pt idx="19">
                  <c:v>9.0000000000145519E-3</c:v>
                </c:pt>
                <c:pt idx="20">
                  <c:v>9.0999999999894499E-3</c:v>
                </c:pt>
                <c:pt idx="21">
                  <c:v>9.2000000000211912E-3</c:v>
                </c:pt>
                <c:pt idx="22">
                  <c:v>9.2999999999960892E-3</c:v>
                </c:pt>
                <c:pt idx="23">
                  <c:v>9.4000000000278305E-3</c:v>
                </c:pt>
                <c:pt idx="24">
                  <c:v>9.5000000000027285E-3</c:v>
                </c:pt>
                <c:pt idx="25">
                  <c:v>9.6000000000344698E-3</c:v>
                </c:pt>
                <c:pt idx="26">
                  <c:v>9.7000000000093678E-3</c:v>
                </c:pt>
                <c:pt idx="27">
                  <c:v>9.7000000000093678E-3</c:v>
                </c:pt>
                <c:pt idx="28">
                  <c:v>9.7000000000093678E-3</c:v>
                </c:pt>
                <c:pt idx="29">
                  <c:v>9.6000000000344698E-3</c:v>
                </c:pt>
                <c:pt idx="30">
                  <c:v>9.6000000000344698E-3</c:v>
                </c:pt>
                <c:pt idx="31">
                  <c:v>9.6000000000344698E-3</c:v>
                </c:pt>
                <c:pt idx="32">
                  <c:v>9.6000000000344698E-3</c:v>
                </c:pt>
                <c:pt idx="33">
                  <c:v>9.6000000000344698E-3</c:v>
                </c:pt>
                <c:pt idx="34">
                  <c:v>9.7000000000093678E-3</c:v>
                </c:pt>
                <c:pt idx="35">
                  <c:v>9.7000000000093678E-3</c:v>
                </c:pt>
                <c:pt idx="36">
                  <c:v>9.7000000000093678E-3</c:v>
                </c:pt>
                <c:pt idx="37">
                  <c:v>9.7000000000093678E-3</c:v>
                </c:pt>
                <c:pt idx="38">
                  <c:v>9.7000000000093678E-3</c:v>
                </c:pt>
                <c:pt idx="39">
                  <c:v>9.7000000000093678E-3</c:v>
                </c:pt>
                <c:pt idx="40">
                  <c:v>9.7999999999842657E-3</c:v>
                </c:pt>
                <c:pt idx="41">
                  <c:v>9.7999999999842657E-3</c:v>
                </c:pt>
                <c:pt idx="42">
                  <c:v>9.7999999999842657E-3</c:v>
                </c:pt>
                <c:pt idx="43">
                  <c:v>9.7999999999842657E-3</c:v>
                </c:pt>
                <c:pt idx="44">
                  <c:v>9.7999999999842657E-3</c:v>
                </c:pt>
                <c:pt idx="45">
                  <c:v>9.7999999999842657E-3</c:v>
                </c:pt>
                <c:pt idx="46">
                  <c:v>9.9000000000160071E-3</c:v>
                </c:pt>
                <c:pt idx="47">
                  <c:v>9.9000000000160071E-3</c:v>
                </c:pt>
                <c:pt idx="48">
                  <c:v>9.9000000000160071E-3</c:v>
                </c:pt>
                <c:pt idx="49">
                  <c:v>9.9000000000160071E-3</c:v>
                </c:pt>
                <c:pt idx="50">
                  <c:v>9.9000000000160071E-3</c:v>
                </c:pt>
                <c:pt idx="51">
                  <c:v>9.9000000000160071E-3</c:v>
                </c:pt>
                <c:pt idx="52">
                  <c:v>9.9000000000160071E-3</c:v>
                </c:pt>
                <c:pt idx="53">
                  <c:v>9.9000000000160071E-3</c:v>
                </c:pt>
                <c:pt idx="54">
                  <c:v>9.9000000000160071E-3</c:v>
                </c:pt>
                <c:pt idx="55">
                  <c:v>9.9999999999909051E-3</c:v>
                </c:pt>
                <c:pt idx="56">
                  <c:v>9.9999999999909051E-3</c:v>
                </c:pt>
                <c:pt idx="57">
                  <c:v>9.9999999999909051E-3</c:v>
                </c:pt>
                <c:pt idx="58">
                  <c:v>9.9999999999909051E-3</c:v>
                </c:pt>
                <c:pt idx="59">
                  <c:v>1.0100000000022646E-2</c:v>
                </c:pt>
                <c:pt idx="60">
                  <c:v>1.0100000000022646E-2</c:v>
                </c:pt>
                <c:pt idx="61">
                  <c:v>1.0100000000022646E-2</c:v>
                </c:pt>
                <c:pt idx="62">
                  <c:v>1.0199999999997544E-2</c:v>
                </c:pt>
                <c:pt idx="63">
                  <c:v>1.0199999999997544E-2</c:v>
                </c:pt>
                <c:pt idx="64">
                  <c:v>1.0199999999997544E-2</c:v>
                </c:pt>
                <c:pt idx="65">
                  <c:v>1.0199999999997544E-2</c:v>
                </c:pt>
                <c:pt idx="66">
                  <c:v>1.0199999999997544E-2</c:v>
                </c:pt>
                <c:pt idx="67">
                  <c:v>1.0199999999997544E-2</c:v>
                </c:pt>
                <c:pt idx="68">
                  <c:v>1.0199999999997544E-2</c:v>
                </c:pt>
                <c:pt idx="69">
                  <c:v>1.0199999999997544E-2</c:v>
                </c:pt>
                <c:pt idx="70">
                  <c:v>1.0300000000029286E-2</c:v>
                </c:pt>
                <c:pt idx="71">
                  <c:v>1.0300000000029286E-2</c:v>
                </c:pt>
                <c:pt idx="72">
                  <c:v>1.0300000000029286E-2</c:v>
                </c:pt>
                <c:pt idx="73">
                  <c:v>1.0300000000029286E-2</c:v>
                </c:pt>
                <c:pt idx="74">
                  <c:v>1.0300000000029286E-2</c:v>
                </c:pt>
                <c:pt idx="75">
                  <c:v>1.0300000000029286E-2</c:v>
                </c:pt>
                <c:pt idx="76">
                  <c:v>1.0300000000029286E-2</c:v>
                </c:pt>
                <c:pt idx="77">
                  <c:v>1.0300000000029286E-2</c:v>
                </c:pt>
                <c:pt idx="78">
                  <c:v>1.0300000000029286E-2</c:v>
                </c:pt>
                <c:pt idx="79">
                  <c:v>1.0300000000029286E-2</c:v>
                </c:pt>
                <c:pt idx="80">
                  <c:v>1.0300000000029286E-2</c:v>
                </c:pt>
                <c:pt idx="81">
                  <c:v>1.0300000000029286E-2</c:v>
                </c:pt>
                <c:pt idx="82">
                  <c:v>1.0300000000029286E-2</c:v>
                </c:pt>
                <c:pt idx="83">
                  <c:v>1.0300000000029286E-2</c:v>
                </c:pt>
                <c:pt idx="84">
                  <c:v>1.0300000000029286E-2</c:v>
                </c:pt>
                <c:pt idx="85">
                  <c:v>1.0300000000029286E-2</c:v>
                </c:pt>
                <c:pt idx="86">
                  <c:v>1.0300000000029286E-2</c:v>
                </c:pt>
                <c:pt idx="87">
                  <c:v>1.0400000000004184E-2</c:v>
                </c:pt>
                <c:pt idx="88">
                  <c:v>1.0400000000004184E-2</c:v>
                </c:pt>
                <c:pt idx="89">
                  <c:v>1.0400000000004184E-2</c:v>
                </c:pt>
                <c:pt idx="90">
                  <c:v>1.0400000000004184E-2</c:v>
                </c:pt>
                <c:pt idx="91">
                  <c:v>1.0400000000004184E-2</c:v>
                </c:pt>
                <c:pt idx="92">
                  <c:v>1.0400000000004184E-2</c:v>
                </c:pt>
                <c:pt idx="93">
                  <c:v>1.0400000000004184E-2</c:v>
                </c:pt>
                <c:pt idx="94">
                  <c:v>1.0400000000004184E-2</c:v>
                </c:pt>
                <c:pt idx="95">
                  <c:v>1.0400000000004184E-2</c:v>
                </c:pt>
                <c:pt idx="96">
                  <c:v>1.0400000000004184E-2</c:v>
                </c:pt>
                <c:pt idx="97">
                  <c:v>1.0400000000004184E-2</c:v>
                </c:pt>
                <c:pt idx="98">
                  <c:v>1.0400000000004184E-2</c:v>
                </c:pt>
                <c:pt idx="99">
                  <c:v>1.0400000000004184E-2</c:v>
                </c:pt>
                <c:pt idx="100">
                  <c:v>1.0400000000004184E-2</c:v>
                </c:pt>
                <c:pt idx="101">
                  <c:v>1.0400000000004184E-2</c:v>
                </c:pt>
                <c:pt idx="102">
                  <c:v>1.0400000000004184E-2</c:v>
                </c:pt>
                <c:pt idx="103">
                  <c:v>1.0400000000004184E-2</c:v>
                </c:pt>
                <c:pt idx="104">
                  <c:v>1.0400000000004184E-2</c:v>
                </c:pt>
                <c:pt idx="105">
                  <c:v>1.0400000000004184E-2</c:v>
                </c:pt>
                <c:pt idx="106">
                  <c:v>1.0400000000004184E-2</c:v>
                </c:pt>
                <c:pt idx="107">
                  <c:v>1.0400000000004184E-2</c:v>
                </c:pt>
                <c:pt idx="108">
                  <c:v>1.0400000000004184E-2</c:v>
                </c:pt>
                <c:pt idx="109">
                  <c:v>1.0500000000035925E-2</c:v>
                </c:pt>
                <c:pt idx="110">
                  <c:v>1.0600000000010823E-2</c:v>
                </c:pt>
                <c:pt idx="111">
                  <c:v>1.0600000000010823E-2</c:v>
                </c:pt>
                <c:pt idx="112">
                  <c:v>1.0699999999985721E-2</c:v>
                </c:pt>
                <c:pt idx="113">
                  <c:v>1.0699999999985721E-2</c:v>
                </c:pt>
                <c:pt idx="114">
                  <c:v>1.0699999999985721E-2</c:v>
                </c:pt>
                <c:pt idx="115">
                  <c:v>1.0800000000017462E-2</c:v>
                </c:pt>
                <c:pt idx="116">
                  <c:v>1.0800000000017462E-2</c:v>
                </c:pt>
                <c:pt idx="117">
                  <c:v>1.0800000000017462E-2</c:v>
                </c:pt>
                <c:pt idx="118">
                  <c:v>1.0800000000017462E-2</c:v>
                </c:pt>
                <c:pt idx="119">
                  <c:v>1.089999999999236E-2</c:v>
                </c:pt>
                <c:pt idx="120">
                  <c:v>1.089999999999236E-2</c:v>
                </c:pt>
                <c:pt idx="121">
                  <c:v>1.089999999999236E-2</c:v>
                </c:pt>
                <c:pt idx="122">
                  <c:v>1.089999999999236E-2</c:v>
                </c:pt>
                <c:pt idx="123">
                  <c:v>1.089999999999236E-2</c:v>
                </c:pt>
                <c:pt idx="124">
                  <c:v>1.089999999999236E-2</c:v>
                </c:pt>
                <c:pt idx="125">
                  <c:v>1.089999999999236E-2</c:v>
                </c:pt>
                <c:pt idx="126">
                  <c:v>1.089999999999236E-2</c:v>
                </c:pt>
                <c:pt idx="127">
                  <c:v>1.089999999999236E-2</c:v>
                </c:pt>
                <c:pt idx="128">
                  <c:v>1.089999999999236E-2</c:v>
                </c:pt>
                <c:pt idx="129">
                  <c:v>1.089999999999236E-2</c:v>
                </c:pt>
                <c:pt idx="130">
                  <c:v>1.089999999999236E-2</c:v>
                </c:pt>
                <c:pt idx="131">
                  <c:v>1.089999999999236E-2</c:v>
                </c:pt>
                <c:pt idx="132">
                  <c:v>1.089999999999236E-2</c:v>
                </c:pt>
                <c:pt idx="133">
                  <c:v>1.1000000000024102E-2</c:v>
                </c:pt>
                <c:pt idx="134">
                  <c:v>1.1000000000024102E-2</c:v>
                </c:pt>
                <c:pt idx="135">
                  <c:v>1.1000000000024102E-2</c:v>
                </c:pt>
                <c:pt idx="136">
                  <c:v>1.1000000000024102E-2</c:v>
                </c:pt>
                <c:pt idx="137">
                  <c:v>1.1000000000024102E-2</c:v>
                </c:pt>
                <c:pt idx="138">
                  <c:v>1.1000000000024102E-2</c:v>
                </c:pt>
                <c:pt idx="139">
                  <c:v>1.1000000000024102E-2</c:v>
                </c:pt>
                <c:pt idx="140">
                  <c:v>1.1000000000024102E-2</c:v>
                </c:pt>
                <c:pt idx="141">
                  <c:v>1.1000000000024102E-2</c:v>
                </c:pt>
                <c:pt idx="142">
                  <c:v>1.1000000000024102E-2</c:v>
                </c:pt>
                <c:pt idx="143">
                  <c:v>1.1000000000024102E-2</c:v>
                </c:pt>
                <c:pt idx="144">
                  <c:v>1.1000000000024102E-2</c:v>
                </c:pt>
                <c:pt idx="145">
                  <c:v>1.1000000000024102E-2</c:v>
                </c:pt>
                <c:pt idx="146">
                  <c:v>1.1000000000024102E-2</c:v>
                </c:pt>
                <c:pt idx="147">
                  <c:v>1.1000000000024102E-2</c:v>
                </c:pt>
                <c:pt idx="148">
                  <c:v>1.1000000000024102E-2</c:v>
                </c:pt>
                <c:pt idx="149">
                  <c:v>1.1000000000024102E-2</c:v>
                </c:pt>
                <c:pt idx="150">
                  <c:v>1.1000000000024102E-2</c:v>
                </c:pt>
                <c:pt idx="151">
                  <c:v>1.1000000000024102E-2</c:v>
                </c:pt>
                <c:pt idx="152">
                  <c:v>1.1000000000024102E-2</c:v>
                </c:pt>
                <c:pt idx="153">
                  <c:v>1.1000000000024102E-2</c:v>
                </c:pt>
                <c:pt idx="154">
                  <c:v>1.1000000000024102E-2</c:v>
                </c:pt>
                <c:pt idx="155">
                  <c:v>1.1000000000024102E-2</c:v>
                </c:pt>
                <c:pt idx="156">
                  <c:v>1.1000000000024102E-2</c:v>
                </c:pt>
                <c:pt idx="157">
                  <c:v>1.1000000000024102E-2</c:v>
                </c:pt>
                <c:pt idx="158">
                  <c:v>1.1000000000024102E-2</c:v>
                </c:pt>
                <c:pt idx="159">
                  <c:v>1.1000000000024102E-2</c:v>
                </c:pt>
                <c:pt idx="160">
                  <c:v>1.1000000000024102E-2</c:v>
                </c:pt>
                <c:pt idx="161">
                  <c:v>1.1000000000024102E-2</c:v>
                </c:pt>
                <c:pt idx="162">
                  <c:v>1.1000000000024102E-2</c:v>
                </c:pt>
                <c:pt idx="163">
                  <c:v>1.1000000000024102E-2</c:v>
                </c:pt>
                <c:pt idx="164">
                  <c:v>1.1000000000024102E-2</c:v>
                </c:pt>
                <c:pt idx="165">
                  <c:v>1.1000000000024102E-2</c:v>
                </c:pt>
                <c:pt idx="166">
                  <c:v>1.1000000000024102E-2</c:v>
                </c:pt>
                <c:pt idx="167">
                  <c:v>1.1000000000024102E-2</c:v>
                </c:pt>
                <c:pt idx="168">
                  <c:v>1.1000000000024102E-2</c:v>
                </c:pt>
                <c:pt idx="169">
                  <c:v>1.1000000000024102E-2</c:v>
                </c:pt>
                <c:pt idx="170">
                  <c:v>1.1000000000024102E-2</c:v>
                </c:pt>
                <c:pt idx="171">
                  <c:v>1.1000000000024102E-2</c:v>
                </c:pt>
                <c:pt idx="172">
                  <c:v>1.1000000000024102E-2</c:v>
                </c:pt>
                <c:pt idx="173">
                  <c:v>1.1000000000024102E-2</c:v>
                </c:pt>
                <c:pt idx="174">
                  <c:v>1.1000000000024102E-2</c:v>
                </c:pt>
                <c:pt idx="175">
                  <c:v>1.1000000000024102E-2</c:v>
                </c:pt>
                <c:pt idx="176">
                  <c:v>1.1000000000024102E-2</c:v>
                </c:pt>
                <c:pt idx="177">
                  <c:v>1.1000000000024102E-2</c:v>
                </c:pt>
                <c:pt idx="178">
                  <c:v>1.1000000000024102E-2</c:v>
                </c:pt>
                <c:pt idx="179">
                  <c:v>1.1000000000024102E-2</c:v>
                </c:pt>
                <c:pt idx="180">
                  <c:v>1.1000000000024102E-2</c:v>
                </c:pt>
                <c:pt idx="181">
                  <c:v>1.1000000000024102E-2</c:v>
                </c:pt>
                <c:pt idx="182">
                  <c:v>1.1000000000024102E-2</c:v>
                </c:pt>
                <c:pt idx="183">
                  <c:v>1.1000000000024102E-2</c:v>
                </c:pt>
                <c:pt idx="184">
                  <c:v>1.089999999999236E-2</c:v>
                </c:pt>
                <c:pt idx="185">
                  <c:v>1.0800000000017462E-2</c:v>
                </c:pt>
                <c:pt idx="186">
                  <c:v>1.0699999999985721E-2</c:v>
                </c:pt>
                <c:pt idx="187">
                  <c:v>1.0600000000010823E-2</c:v>
                </c:pt>
                <c:pt idx="188">
                  <c:v>1.0500000000035925E-2</c:v>
                </c:pt>
                <c:pt idx="189">
                  <c:v>1.0500000000035925E-2</c:v>
                </c:pt>
                <c:pt idx="190">
                  <c:v>1.0500000000035925E-2</c:v>
                </c:pt>
                <c:pt idx="191">
                  <c:v>1.0400000000004184E-2</c:v>
                </c:pt>
                <c:pt idx="192">
                  <c:v>1.0400000000004184E-2</c:v>
                </c:pt>
                <c:pt idx="193">
                  <c:v>1.0400000000004184E-2</c:v>
                </c:pt>
                <c:pt idx="194">
                  <c:v>1.0300000000029286E-2</c:v>
                </c:pt>
                <c:pt idx="195">
                  <c:v>1.0300000000029286E-2</c:v>
                </c:pt>
                <c:pt idx="196">
                  <c:v>1.0300000000029286E-2</c:v>
                </c:pt>
                <c:pt idx="197">
                  <c:v>1.0300000000029286E-2</c:v>
                </c:pt>
                <c:pt idx="198">
                  <c:v>1.0300000000029286E-2</c:v>
                </c:pt>
                <c:pt idx="199">
                  <c:v>1.0300000000029286E-2</c:v>
                </c:pt>
                <c:pt idx="200">
                  <c:v>1.0199999999997544E-2</c:v>
                </c:pt>
                <c:pt idx="201">
                  <c:v>1.0199999999997544E-2</c:v>
                </c:pt>
                <c:pt idx="202">
                  <c:v>1.0199999999997544E-2</c:v>
                </c:pt>
                <c:pt idx="203">
                  <c:v>1.0199999999997544E-2</c:v>
                </c:pt>
                <c:pt idx="204">
                  <c:v>1.0199999999997544E-2</c:v>
                </c:pt>
                <c:pt idx="205">
                  <c:v>1.0199999999997544E-2</c:v>
                </c:pt>
                <c:pt idx="206">
                  <c:v>1.0199999999997544E-2</c:v>
                </c:pt>
                <c:pt idx="207">
                  <c:v>1.0199999999997544E-2</c:v>
                </c:pt>
                <c:pt idx="208">
                  <c:v>1.0199999999997544E-2</c:v>
                </c:pt>
                <c:pt idx="209">
                  <c:v>1.0199999999997544E-2</c:v>
                </c:pt>
                <c:pt idx="210">
                  <c:v>1.0199999999997544E-2</c:v>
                </c:pt>
                <c:pt idx="211">
                  <c:v>1.0199999999997544E-2</c:v>
                </c:pt>
                <c:pt idx="212">
                  <c:v>1.0199999999997544E-2</c:v>
                </c:pt>
                <c:pt idx="213">
                  <c:v>1.0199999999997544E-2</c:v>
                </c:pt>
                <c:pt idx="214">
                  <c:v>1.0199999999997544E-2</c:v>
                </c:pt>
                <c:pt idx="215">
                  <c:v>1.0199999999997544E-2</c:v>
                </c:pt>
                <c:pt idx="216">
                  <c:v>1.0199999999997544E-2</c:v>
                </c:pt>
                <c:pt idx="217">
                  <c:v>1.0300000000029286E-2</c:v>
                </c:pt>
                <c:pt idx="218">
                  <c:v>1.0300000000029286E-2</c:v>
                </c:pt>
                <c:pt idx="219">
                  <c:v>1.0300000000029286E-2</c:v>
                </c:pt>
                <c:pt idx="220">
                  <c:v>1.0300000000029286E-2</c:v>
                </c:pt>
                <c:pt idx="221">
                  <c:v>1.0300000000029286E-2</c:v>
                </c:pt>
                <c:pt idx="222">
                  <c:v>1.0300000000029286E-2</c:v>
                </c:pt>
                <c:pt idx="223">
                  <c:v>1.0300000000029286E-2</c:v>
                </c:pt>
                <c:pt idx="224">
                  <c:v>1.0300000000029286E-2</c:v>
                </c:pt>
                <c:pt idx="225">
                  <c:v>1.0300000000029286E-2</c:v>
                </c:pt>
                <c:pt idx="226">
                  <c:v>1.0300000000029286E-2</c:v>
                </c:pt>
                <c:pt idx="227">
                  <c:v>1.0300000000029286E-2</c:v>
                </c:pt>
                <c:pt idx="228">
                  <c:v>1.0300000000029286E-2</c:v>
                </c:pt>
                <c:pt idx="229">
                  <c:v>1.0300000000029286E-2</c:v>
                </c:pt>
                <c:pt idx="230">
                  <c:v>1.0300000000029286E-2</c:v>
                </c:pt>
                <c:pt idx="231">
                  <c:v>1.0400000000004184E-2</c:v>
                </c:pt>
                <c:pt idx="232">
                  <c:v>1.0400000000004184E-2</c:v>
                </c:pt>
                <c:pt idx="233">
                  <c:v>1.0400000000004184E-2</c:v>
                </c:pt>
                <c:pt idx="234">
                  <c:v>1.0400000000004184E-2</c:v>
                </c:pt>
                <c:pt idx="235">
                  <c:v>1.0400000000004184E-2</c:v>
                </c:pt>
                <c:pt idx="236">
                  <c:v>1.0400000000004184E-2</c:v>
                </c:pt>
                <c:pt idx="237">
                  <c:v>1.0400000000004184E-2</c:v>
                </c:pt>
                <c:pt idx="238">
                  <c:v>1.0400000000004184E-2</c:v>
                </c:pt>
                <c:pt idx="239">
                  <c:v>1.0400000000004184E-2</c:v>
                </c:pt>
                <c:pt idx="240">
                  <c:v>1.0400000000004184E-2</c:v>
                </c:pt>
                <c:pt idx="241">
                  <c:v>1.0400000000004184E-2</c:v>
                </c:pt>
                <c:pt idx="242">
                  <c:v>1.0400000000004184E-2</c:v>
                </c:pt>
                <c:pt idx="243">
                  <c:v>1.0400000000004184E-2</c:v>
                </c:pt>
                <c:pt idx="244">
                  <c:v>1.0400000000004184E-2</c:v>
                </c:pt>
                <c:pt idx="245">
                  <c:v>1.0400000000004184E-2</c:v>
                </c:pt>
                <c:pt idx="246">
                  <c:v>1.0400000000004184E-2</c:v>
                </c:pt>
                <c:pt idx="247">
                  <c:v>1.0400000000004184E-2</c:v>
                </c:pt>
                <c:pt idx="248">
                  <c:v>1.0400000000004184E-2</c:v>
                </c:pt>
                <c:pt idx="249">
                  <c:v>1.0400000000004184E-2</c:v>
                </c:pt>
                <c:pt idx="250">
                  <c:v>1.0400000000004184E-2</c:v>
                </c:pt>
                <c:pt idx="251">
                  <c:v>1.0400000000004184E-2</c:v>
                </c:pt>
                <c:pt idx="252">
                  <c:v>1.0400000000004184E-2</c:v>
                </c:pt>
                <c:pt idx="253">
                  <c:v>1.0400000000004184E-2</c:v>
                </c:pt>
                <c:pt idx="254">
                  <c:v>1.0400000000004184E-2</c:v>
                </c:pt>
                <c:pt idx="255">
                  <c:v>1.0400000000004184E-2</c:v>
                </c:pt>
                <c:pt idx="256">
                  <c:v>1.0400000000004184E-2</c:v>
                </c:pt>
                <c:pt idx="257">
                  <c:v>1.0400000000004184E-2</c:v>
                </c:pt>
                <c:pt idx="258">
                  <c:v>1.0400000000004184E-2</c:v>
                </c:pt>
                <c:pt idx="259">
                  <c:v>1.0400000000004184E-2</c:v>
                </c:pt>
                <c:pt idx="260">
                  <c:v>1.0400000000004184E-2</c:v>
                </c:pt>
                <c:pt idx="261">
                  <c:v>1.0400000000004184E-2</c:v>
                </c:pt>
                <c:pt idx="262">
                  <c:v>1.0400000000004184E-2</c:v>
                </c:pt>
                <c:pt idx="263">
                  <c:v>1.0400000000004184E-2</c:v>
                </c:pt>
                <c:pt idx="264">
                  <c:v>1.0400000000004184E-2</c:v>
                </c:pt>
                <c:pt idx="265">
                  <c:v>1.0400000000004184E-2</c:v>
                </c:pt>
                <c:pt idx="266">
                  <c:v>1.0500000000035925E-2</c:v>
                </c:pt>
                <c:pt idx="267">
                  <c:v>1.0600000000010823E-2</c:v>
                </c:pt>
                <c:pt idx="268">
                  <c:v>1.0600000000010823E-2</c:v>
                </c:pt>
                <c:pt idx="269">
                  <c:v>1.0699999999985721E-2</c:v>
                </c:pt>
                <c:pt idx="270">
                  <c:v>1.0699999999985721E-2</c:v>
                </c:pt>
                <c:pt idx="271">
                  <c:v>1.0800000000017462E-2</c:v>
                </c:pt>
                <c:pt idx="272">
                  <c:v>1.0800000000017462E-2</c:v>
                </c:pt>
                <c:pt idx="273">
                  <c:v>1.0800000000017462E-2</c:v>
                </c:pt>
                <c:pt idx="274">
                  <c:v>1.0800000000017462E-2</c:v>
                </c:pt>
                <c:pt idx="275">
                  <c:v>1.089999999999236E-2</c:v>
                </c:pt>
                <c:pt idx="276">
                  <c:v>1.089999999999236E-2</c:v>
                </c:pt>
                <c:pt idx="277">
                  <c:v>1.089999999999236E-2</c:v>
                </c:pt>
                <c:pt idx="278">
                  <c:v>1.089999999999236E-2</c:v>
                </c:pt>
                <c:pt idx="279">
                  <c:v>1.089999999999236E-2</c:v>
                </c:pt>
                <c:pt idx="280">
                  <c:v>1.089999999999236E-2</c:v>
                </c:pt>
                <c:pt idx="281">
                  <c:v>1.089999999999236E-2</c:v>
                </c:pt>
                <c:pt idx="282">
                  <c:v>1.089999999999236E-2</c:v>
                </c:pt>
                <c:pt idx="283">
                  <c:v>1.089999999999236E-2</c:v>
                </c:pt>
                <c:pt idx="284">
                  <c:v>1.089999999999236E-2</c:v>
                </c:pt>
                <c:pt idx="285">
                  <c:v>1.089999999999236E-2</c:v>
                </c:pt>
                <c:pt idx="286">
                  <c:v>1.089999999999236E-2</c:v>
                </c:pt>
                <c:pt idx="287">
                  <c:v>1.089999999999236E-2</c:v>
                </c:pt>
                <c:pt idx="288">
                  <c:v>1.1000000000024102E-2</c:v>
                </c:pt>
                <c:pt idx="289">
                  <c:v>1.1000000000024102E-2</c:v>
                </c:pt>
                <c:pt idx="290">
                  <c:v>1.1000000000024102E-2</c:v>
                </c:pt>
                <c:pt idx="291">
                  <c:v>1.1000000000024102E-2</c:v>
                </c:pt>
                <c:pt idx="292">
                  <c:v>1.1000000000024102E-2</c:v>
                </c:pt>
                <c:pt idx="293">
                  <c:v>1.1000000000024102E-2</c:v>
                </c:pt>
                <c:pt idx="294">
                  <c:v>1.1000000000024102E-2</c:v>
                </c:pt>
                <c:pt idx="295">
                  <c:v>1.1000000000024102E-2</c:v>
                </c:pt>
                <c:pt idx="296">
                  <c:v>1.1000000000024102E-2</c:v>
                </c:pt>
                <c:pt idx="297">
                  <c:v>1.1000000000024102E-2</c:v>
                </c:pt>
                <c:pt idx="298">
                  <c:v>1.1000000000024102E-2</c:v>
                </c:pt>
                <c:pt idx="299">
                  <c:v>1.1000000000024102E-2</c:v>
                </c:pt>
                <c:pt idx="300">
                  <c:v>1.1000000000024102E-2</c:v>
                </c:pt>
                <c:pt idx="301">
                  <c:v>1.1000000000024102E-2</c:v>
                </c:pt>
                <c:pt idx="302">
                  <c:v>1.1000000000024102E-2</c:v>
                </c:pt>
                <c:pt idx="303">
                  <c:v>1.1000000000024102E-2</c:v>
                </c:pt>
                <c:pt idx="304">
                  <c:v>1.1000000000024102E-2</c:v>
                </c:pt>
                <c:pt idx="305">
                  <c:v>1.1000000000024102E-2</c:v>
                </c:pt>
                <c:pt idx="306">
                  <c:v>1.1000000000024102E-2</c:v>
                </c:pt>
                <c:pt idx="307">
                  <c:v>1.1000000000024102E-2</c:v>
                </c:pt>
                <c:pt idx="308">
                  <c:v>1.1000000000024102E-2</c:v>
                </c:pt>
                <c:pt idx="309">
                  <c:v>1.1000000000024102E-2</c:v>
                </c:pt>
                <c:pt idx="310">
                  <c:v>1.1000000000024102E-2</c:v>
                </c:pt>
                <c:pt idx="311">
                  <c:v>1.1000000000024102E-2</c:v>
                </c:pt>
                <c:pt idx="312">
                  <c:v>1.1000000000024102E-2</c:v>
                </c:pt>
                <c:pt idx="313">
                  <c:v>1.1000000000024102E-2</c:v>
                </c:pt>
                <c:pt idx="314">
                  <c:v>1.1000000000024102E-2</c:v>
                </c:pt>
                <c:pt idx="315">
                  <c:v>1.1000000000024102E-2</c:v>
                </c:pt>
                <c:pt idx="316">
                  <c:v>1.1000000000024102E-2</c:v>
                </c:pt>
                <c:pt idx="317">
                  <c:v>1.1000000000024102E-2</c:v>
                </c:pt>
                <c:pt idx="318">
                  <c:v>1.1000000000024102E-2</c:v>
                </c:pt>
                <c:pt idx="319">
                  <c:v>1.1000000000024102E-2</c:v>
                </c:pt>
                <c:pt idx="320">
                  <c:v>1.1000000000024102E-2</c:v>
                </c:pt>
                <c:pt idx="321">
                  <c:v>1.1000000000024102E-2</c:v>
                </c:pt>
                <c:pt idx="322">
                  <c:v>1.1000000000024102E-2</c:v>
                </c:pt>
                <c:pt idx="323">
                  <c:v>1.1000000000024102E-2</c:v>
                </c:pt>
                <c:pt idx="324">
                  <c:v>1.1000000000024102E-2</c:v>
                </c:pt>
                <c:pt idx="325">
                  <c:v>1.1000000000024102E-2</c:v>
                </c:pt>
                <c:pt idx="326">
                  <c:v>1.1000000000024102E-2</c:v>
                </c:pt>
                <c:pt idx="327">
                  <c:v>1.1000000000024102E-2</c:v>
                </c:pt>
                <c:pt idx="328">
                  <c:v>1.1000000000024102E-2</c:v>
                </c:pt>
                <c:pt idx="329">
                  <c:v>1.1000000000024102E-2</c:v>
                </c:pt>
                <c:pt idx="330">
                  <c:v>1.1000000000024102E-2</c:v>
                </c:pt>
                <c:pt idx="331">
                  <c:v>1.1000000000024102E-2</c:v>
                </c:pt>
                <c:pt idx="332">
                  <c:v>1.1000000000024102E-2</c:v>
                </c:pt>
                <c:pt idx="333">
                  <c:v>1.1000000000024102E-2</c:v>
                </c:pt>
                <c:pt idx="334">
                  <c:v>1.1000000000024102E-2</c:v>
                </c:pt>
                <c:pt idx="335">
                  <c:v>1.1000000000024102E-2</c:v>
                </c:pt>
                <c:pt idx="336">
                  <c:v>1.1000000000024102E-2</c:v>
                </c:pt>
                <c:pt idx="337">
                  <c:v>1.1000000000024102E-2</c:v>
                </c:pt>
                <c:pt idx="338">
                  <c:v>1.1000000000024102E-2</c:v>
                </c:pt>
                <c:pt idx="339">
                  <c:v>1.1000000000024102E-2</c:v>
                </c:pt>
                <c:pt idx="340">
                  <c:v>1.1000000000024102E-2</c:v>
                </c:pt>
                <c:pt idx="341">
                  <c:v>1.089999999999236E-2</c:v>
                </c:pt>
                <c:pt idx="342">
                  <c:v>1.0800000000017462E-2</c:v>
                </c:pt>
                <c:pt idx="343">
                  <c:v>1.0699999999985721E-2</c:v>
                </c:pt>
                <c:pt idx="344">
                  <c:v>1.0600000000010823E-2</c:v>
                </c:pt>
                <c:pt idx="345">
                  <c:v>1.0500000000035925E-2</c:v>
                </c:pt>
                <c:pt idx="346">
                  <c:v>1.0500000000035925E-2</c:v>
                </c:pt>
                <c:pt idx="347">
                  <c:v>1.0500000000035925E-2</c:v>
                </c:pt>
                <c:pt idx="348">
                  <c:v>1.0400000000004184E-2</c:v>
                </c:pt>
                <c:pt idx="349">
                  <c:v>1.0400000000004184E-2</c:v>
                </c:pt>
                <c:pt idx="350">
                  <c:v>1.0400000000004184E-2</c:v>
                </c:pt>
                <c:pt idx="351">
                  <c:v>1.0300000000029286E-2</c:v>
                </c:pt>
                <c:pt idx="352">
                  <c:v>1.0300000000029286E-2</c:v>
                </c:pt>
                <c:pt idx="353">
                  <c:v>1.0300000000029286E-2</c:v>
                </c:pt>
                <c:pt idx="354">
                  <c:v>1.0300000000029286E-2</c:v>
                </c:pt>
                <c:pt idx="355">
                  <c:v>1.0300000000029286E-2</c:v>
                </c:pt>
                <c:pt idx="356">
                  <c:v>1.0300000000029286E-2</c:v>
                </c:pt>
                <c:pt idx="357">
                  <c:v>1.0199999999997544E-2</c:v>
                </c:pt>
                <c:pt idx="358">
                  <c:v>1.0199999999997544E-2</c:v>
                </c:pt>
                <c:pt idx="359">
                  <c:v>1.0199999999997544E-2</c:v>
                </c:pt>
                <c:pt idx="360">
                  <c:v>1.0199999999997544E-2</c:v>
                </c:pt>
                <c:pt idx="361">
                  <c:v>1.0199999999997544E-2</c:v>
                </c:pt>
                <c:pt idx="362">
                  <c:v>1.0199999999997544E-2</c:v>
                </c:pt>
                <c:pt idx="363">
                  <c:v>1.0199999999997544E-2</c:v>
                </c:pt>
                <c:pt idx="364">
                  <c:v>1.0199999999997544E-2</c:v>
                </c:pt>
                <c:pt idx="365">
                  <c:v>1.0199999999997544E-2</c:v>
                </c:pt>
                <c:pt idx="366">
                  <c:v>1.0199999999997544E-2</c:v>
                </c:pt>
                <c:pt idx="367">
                  <c:v>1.0199999999997544E-2</c:v>
                </c:pt>
                <c:pt idx="368">
                  <c:v>1.0199999999997544E-2</c:v>
                </c:pt>
                <c:pt idx="369">
                  <c:v>1.0199999999997544E-2</c:v>
                </c:pt>
                <c:pt idx="370">
                  <c:v>1.0199999999997544E-2</c:v>
                </c:pt>
                <c:pt idx="371">
                  <c:v>1.0199999999997544E-2</c:v>
                </c:pt>
                <c:pt idx="372">
                  <c:v>1.0199999999997544E-2</c:v>
                </c:pt>
                <c:pt idx="373">
                  <c:v>1.0199999999997544E-2</c:v>
                </c:pt>
                <c:pt idx="374">
                  <c:v>1.0199999999997544E-2</c:v>
                </c:pt>
                <c:pt idx="375">
                  <c:v>1.0300000000029286E-2</c:v>
                </c:pt>
                <c:pt idx="376">
                  <c:v>1.0300000000029286E-2</c:v>
                </c:pt>
                <c:pt idx="377">
                  <c:v>1.0300000000029286E-2</c:v>
                </c:pt>
                <c:pt idx="378">
                  <c:v>1.0300000000029286E-2</c:v>
                </c:pt>
                <c:pt idx="379">
                  <c:v>1.0300000000029286E-2</c:v>
                </c:pt>
                <c:pt idx="380">
                  <c:v>1.0300000000029286E-2</c:v>
                </c:pt>
                <c:pt idx="381">
                  <c:v>1.0300000000029286E-2</c:v>
                </c:pt>
                <c:pt idx="382">
                  <c:v>1.0300000000029286E-2</c:v>
                </c:pt>
                <c:pt idx="383">
                  <c:v>1.0300000000029286E-2</c:v>
                </c:pt>
                <c:pt idx="384">
                  <c:v>1.0300000000029286E-2</c:v>
                </c:pt>
                <c:pt idx="385">
                  <c:v>1.0300000000029286E-2</c:v>
                </c:pt>
                <c:pt idx="386">
                  <c:v>1.0300000000029286E-2</c:v>
                </c:pt>
                <c:pt idx="387">
                  <c:v>1.0300000000029286E-2</c:v>
                </c:pt>
                <c:pt idx="388">
                  <c:v>1.0300000000029286E-2</c:v>
                </c:pt>
                <c:pt idx="389">
                  <c:v>1.0400000000004184E-2</c:v>
                </c:pt>
                <c:pt idx="390">
                  <c:v>1.0400000000004184E-2</c:v>
                </c:pt>
                <c:pt idx="391">
                  <c:v>1.0400000000004184E-2</c:v>
                </c:pt>
                <c:pt idx="392">
                  <c:v>1.0400000000004184E-2</c:v>
                </c:pt>
                <c:pt idx="393">
                  <c:v>1.0400000000004184E-2</c:v>
                </c:pt>
                <c:pt idx="394">
                  <c:v>1.0400000000004184E-2</c:v>
                </c:pt>
                <c:pt idx="395">
                  <c:v>1.0400000000004184E-2</c:v>
                </c:pt>
                <c:pt idx="396">
                  <c:v>1.0400000000004184E-2</c:v>
                </c:pt>
                <c:pt idx="397">
                  <c:v>1.0400000000004184E-2</c:v>
                </c:pt>
                <c:pt idx="398">
                  <c:v>1.0400000000004184E-2</c:v>
                </c:pt>
                <c:pt idx="399">
                  <c:v>1.0400000000004184E-2</c:v>
                </c:pt>
                <c:pt idx="400">
                  <c:v>1.0400000000004184E-2</c:v>
                </c:pt>
                <c:pt idx="401">
                  <c:v>1.0400000000004184E-2</c:v>
                </c:pt>
                <c:pt idx="402">
                  <c:v>1.0400000000004184E-2</c:v>
                </c:pt>
                <c:pt idx="403">
                  <c:v>1.0400000000004184E-2</c:v>
                </c:pt>
                <c:pt idx="404">
                  <c:v>1.0400000000004184E-2</c:v>
                </c:pt>
                <c:pt idx="405">
                  <c:v>1.0400000000004184E-2</c:v>
                </c:pt>
                <c:pt idx="406">
                  <c:v>1.0400000000004184E-2</c:v>
                </c:pt>
                <c:pt idx="407">
                  <c:v>1.0400000000004184E-2</c:v>
                </c:pt>
                <c:pt idx="408">
                  <c:v>1.0400000000004184E-2</c:v>
                </c:pt>
                <c:pt idx="409">
                  <c:v>1.0400000000004184E-2</c:v>
                </c:pt>
                <c:pt idx="410">
                  <c:v>1.0400000000004184E-2</c:v>
                </c:pt>
                <c:pt idx="411">
                  <c:v>1.0400000000004184E-2</c:v>
                </c:pt>
                <c:pt idx="412">
                  <c:v>1.0400000000004184E-2</c:v>
                </c:pt>
                <c:pt idx="413">
                  <c:v>1.0400000000004184E-2</c:v>
                </c:pt>
                <c:pt idx="414">
                  <c:v>1.0400000000004184E-2</c:v>
                </c:pt>
                <c:pt idx="415">
                  <c:v>1.0400000000004184E-2</c:v>
                </c:pt>
                <c:pt idx="416">
                  <c:v>1.0400000000004184E-2</c:v>
                </c:pt>
                <c:pt idx="417">
                  <c:v>1.0400000000004184E-2</c:v>
                </c:pt>
                <c:pt idx="418">
                  <c:v>1.0400000000004184E-2</c:v>
                </c:pt>
                <c:pt idx="419">
                  <c:v>1.0400000000004184E-2</c:v>
                </c:pt>
                <c:pt idx="420">
                  <c:v>1.0400000000004184E-2</c:v>
                </c:pt>
                <c:pt idx="421">
                  <c:v>1.0400000000004184E-2</c:v>
                </c:pt>
                <c:pt idx="422">
                  <c:v>1.0400000000004184E-2</c:v>
                </c:pt>
                <c:pt idx="423">
                  <c:v>1.0400000000004184E-2</c:v>
                </c:pt>
                <c:pt idx="424">
                  <c:v>1.0500000000035925E-2</c:v>
                </c:pt>
                <c:pt idx="425">
                  <c:v>1.0600000000010823E-2</c:v>
                </c:pt>
                <c:pt idx="426">
                  <c:v>1.0600000000010823E-2</c:v>
                </c:pt>
                <c:pt idx="427">
                  <c:v>1.0699999999985721E-2</c:v>
                </c:pt>
                <c:pt idx="428">
                  <c:v>1.0699999999985721E-2</c:v>
                </c:pt>
                <c:pt idx="429">
                  <c:v>1.0800000000017462E-2</c:v>
                </c:pt>
                <c:pt idx="430">
                  <c:v>1.0800000000017462E-2</c:v>
                </c:pt>
                <c:pt idx="431">
                  <c:v>1.0800000000017462E-2</c:v>
                </c:pt>
                <c:pt idx="432">
                  <c:v>1.0800000000017462E-2</c:v>
                </c:pt>
                <c:pt idx="433">
                  <c:v>1.089999999999236E-2</c:v>
                </c:pt>
                <c:pt idx="434">
                  <c:v>1.089999999999236E-2</c:v>
                </c:pt>
                <c:pt idx="435">
                  <c:v>1.089999999999236E-2</c:v>
                </c:pt>
                <c:pt idx="436">
                  <c:v>1.089999999999236E-2</c:v>
                </c:pt>
                <c:pt idx="437">
                  <c:v>1.089999999999236E-2</c:v>
                </c:pt>
                <c:pt idx="438">
                  <c:v>1.089999999999236E-2</c:v>
                </c:pt>
                <c:pt idx="439">
                  <c:v>1.089999999999236E-2</c:v>
                </c:pt>
                <c:pt idx="440">
                  <c:v>1.089999999999236E-2</c:v>
                </c:pt>
                <c:pt idx="441">
                  <c:v>1.089999999999236E-2</c:v>
                </c:pt>
                <c:pt idx="442">
                  <c:v>1.089999999999236E-2</c:v>
                </c:pt>
                <c:pt idx="443">
                  <c:v>1.089999999999236E-2</c:v>
                </c:pt>
                <c:pt idx="444">
                  <c:v>1.089999999999236E-2</c:v>
                </c:pt>
                <c:pt idx="445">
                  <c:v>1.089999999999236E-2</c:v>
                </c:pt>
                <c:pt idx="446">
                  <c:v>1.1000000000024102E-2</c:v>
                </c:pt>
                <c:pt idx="447">
                  <c:v>1.1000000000024102E-2</c:v>
                </c:pt>
                <c:pt idx="448">
                  <c:v>1.1000000000024102E-2</c:v>
                </c:pt>
                <c:pt idx="449">
                  <c:v>1.1000000000024102E-2</c:v>
                </c:pt>
                <c:pt idx="450">
                  <c:v>1.1000000000024102E-2</c:v>
                </c:pt>
                <c:pt idx="451">
                  <c:v>1.1000000000024102E-2</c:v>
                </c:pt>
                <c:pt idx="452">
                  <c:v>1.1000000000024102E-2</c:v>
                </c:pt>
                <c:pt idx="453">
                  <c:v>1.1000000000024102E-2</c:v>
                </c:pt>
                <c:pt idx="454">
                  <c:v>1.1000000000024102E-2</c:v>
                </c:pt>
                <c:pt idx="455">
                  <c:v>1.1000000000024102E-2</c:v>
                </c:pt>
                <c:pt idx="456">
                  <c:v>1.1000000000024102E-2</c:v>
                </c:pt>
                <c:pt idx="457">
                  <c:v>1.1000000000024102E-2</c:v>
                </c:pt>
                <c:pt idx="458">
                  <c:v>1.1000000000024102E-2</c:v>
                </c:pt>
                <c:pt idx="459">
                  <c:v>1.1000000000024102E-2</c:v>
                </c:pt>
                <c:pt idx="460">
                  <c:v>1.1000000000024102E-2</c:v>
                </c:pt>
                <c:pt idx="461">
                  <c:v>1.1000000000024102E-2</c:v>
                </c:pt>
                <c:pt idx="462">
                  <c:v>1.1000000000024102E-2</c:v>
                </c:pt>
                <c:pt idx="463">
                  <c:v>1.1000000000024102E-2</c:v>
                </c:pt>
                <c:pt idx="464">
                  <c:v>1.1000000000024102E-2</c:v>
                </c:pt>
                <c:pt idx="465">
                  <c:v>1.1000000000024102E-2</c:v>
                </c:pt>
                <c:pt idx="466">
                  <c:v>1.1000000000024102E-2</c:v>
                </c:pt>
                <c:pt idx="467">
                  <c:v>1.1000000000024102E-2</c:v>
                </c:pt>
                <c:pt idx="468">
                  <c:v>1.1000000000024102E-2</c:v>
                </c:pt>
                <c:pt idx="469">
                  <c:v>1.1000000000024102E-2</c:v>
                </c:pt>
                <c:pt idx="470">
                  <c:v>1.1000000000024102E-2</c:v>
                </c:pt>
                <c:pt idx="471">
                  <c:v>1.1000000000024102E-2</c:v>
                </c:pt>
                <c:pt idx="472">
                  <c:v>1.1000000000024102E-2</c:v>
                </c:pt>
                <c:pt idx="473">
                  <c:v>1.1000000000024102E-2</c:v>
                </c:pt>
                <c:pt idx="474">
                  <c:v>1.1000000000024102E-2</c:v>
                </c:pt>
                <c:pt idx="475">
                  <c:v>1.1000000000024102E-2</c:v>
                </c:pt>
                <c:pt idx="476">
                  <c:v>1.1000000000024102E-2</c:v>
                </c:pt>
                <c:pt idx="477">
                  <c:v>1.1000000000024102E-2</c:v>
                </c:pt>
                <c:pt idx="478">
                  <c:v>1.1000000000024102E-2</c:v>
                </c:pt>
                <c:pt idx="479">
                  <c:v>1.1000000000024102E-2</c:v>
                </c:pt>
                <c:pt idx="480">
                  <c:v>1.1000000000024102E-2</c:v>
                </c:pt>
                <c:pt idx="481">
                  <c:v>1.1000000000024102E-2</c:v>
                </c:pt>
                <c:pt idx="482">
                  <c:v>1.1000000000024102E-2</c:v>
                </c:pt>
                <c:pt idx="483">
                  <c:v>1.1000000000024102E-2</c:v>
                </c:pt>
                <c:pt idx="484">
                  <c:v>1.1000000000024102E-2</c:v>
                </c:pt>
                <c:pt idx="485">
                  <c:v>1.1000000000024102E-2</c:v>
                </c:pt>
                <c:pt idx="486">
                  <c:v>1.1000000000024102E-2</c:v>
                </c:pt>
                <c:pt idx="487">
                  <c:v>1.1000000000024102E-2</c:v>
                </c:pt>
                <c:pt idx="488">
                  <c:v>1.1000000000024102E-2</c:v>
                </c:pt>
                <c:pt idx="489">
                  <c:v>1.1000000000024102E-2</c:v>
                </c:pt>
                <c:pt idx="490">
                  <c:v>1.1000000000024102E-2</c:v>
                </c:pt>
                <c:pt idx="491">
                  <c:v>1.1000000000024102E-2</c:v>
                </c:pt>
                <c:pt idx="492">
                  <c:v>1.1000000000024102E-2</c:v>
                </c:pt>
                <c:pt idx="493">
                  <c:v>1.1000000000024102E-2</c:v>
                </c:pt>
                <c:pt idx="494">
                  <c:v>1.1000000000024102E-2</c:v>
                </c:pt>
                <c:pt idx="495">
                  <c:v>1.1000000000024102E-2</c:v>
                </c:pt>
                <c:pt idx="496">
                  <c:v>1.1000000000024102E-2</c:v>
                </c:pt>
                <c:pt idx="497">
                  <c:v>1.1000000000024102E-2</c:v>
                </c:pt>
                <c:pt idx="498">
                  <c:v>1.1000000000024102E-2</c:v>
                </c:pt>
                <c:pt idx="499">
                  <c:v>1.1000000000024102E-2</c:v>
                </c:pt>
                <c:pt idx="500">
                  <c:v>1.089999999999236E-2</c:v>
                </c:pt>
                <c:pt idx="501">
                  <c:v>1.0699999999985721E-2</c:v>
                </c:pt>
                <c:pt idx="502">
                  <c:v>1.0699999999985721E-2</c:v>
                </c:pt>
                <c:pt idx="503">
                  <c:v>1.0600000000010823E-2</c:v>
                </c:pt>
                <c:pt idx="504">
                  <c:v>1.0500000000035925E-2</c:v>
                </c:pt>
                <c:pt idx="505">
                  <c:v>1.0500000000035925E-2</c:v>
                </c:pt>
                <c:pt idx="506">
                  <c:v>1.0400000000004184E-2</c:v>
                </c:pt>
                <c:pt idx="507">
                  <c:v>1.0400000000004184E-2</c:v>
                </c:pt>
                <c:pt idx="508">
                  <c:v>1.0400000000004184E-2</c:v>
                </c:pt>
                <c:pt idx="509">
                  <c:v>1.0400000000004184E-2</c:v>
                </c:pt>
                <c:pt idx="510">
                  <c:v>1.0300000000029286E-2</c:v>
                </c:pt>
                <c:pt idx="511">
                  <c:v>1.0300000000029286E-2</c:v>
                </c:pt>
                <c:pt idx="512">
                  <c:v>1.0300000000029286E-2</c:v>
                </c:pt>
                <c:pt idx="513">
                  <c:v>1.0300000000029286E-2</c:v>
                </c:pt>
                <c:pt idx="514">
                  <c:v>1.0300000000029286E-2</c:v>
                </c:pt>
                <c:pt idx="515">
                  <c:v>1.0300000000029286E-2</c:v>
                </c:pt>
                <c:pt idx="516">
                  <c:v>1.0199999999997544E-2</c:v>
                </c:pt>
                <c:pt idx="517">
                  <c:v>1.0199999999997544E-2</c:v>
                </c:pt>
                <c:pt idx="518">
                  <c:v>1.0199999999997544E-2</c:v>
                </c:pt>
                <c:pt idx="519">
                  <c:v>1.0199999999997544E-2</c:v>
                </c:pt>
                <c:pt idx="520">
                  <c:v>1.0199999999997544E-2</c:v>
                </c:pt>
                <c:pt idx="521">
                  <c:v>1.0199999999997544E-2</c:v>
                </c:pt>
                <c:pt idx="522">
                  <c:v>1.0199999999997544E-2</c:v>
                </c:pt>
                <c:pt idx="523">
                  <c:v>1.0199999999997544E-2</c:v>
                </c:pt>
                <c:pt idx="524">
                  <c:v>1.0199999999997544E-2</c:v>
                </c:pt>
                <c:pt idx="525">
                  <c:v>1.0199999999997544E-2</c:v>
                </c:pt>
                <c:pt idx="526">
                  <c:v>1.0199999999997544E-2</c:v>
                </c:pt>
                <c:pt idx="527">
                  <c:v>1.0199999999997544E-2</c:v>
                </c:pt>
                <c:pt idx="528">
                  <c:v>1.0199999999997544E-2</c:v>
                </c:pt>
                <c:pt idx="529">
                  <c:v>1.0199999999997544E-2</c:v>
                </c:pt>
                <c:pt idx="530">
                  <c:v>1.0199999999997544E-2</c:v>
                </c:pt>
                <c:pt idx="531">
                  <c:v>1.0199999999997544E-2</c:v>
                </c:pt>
                <c:pt idx="532">
                  <c:v>1.0199999999997544E-2</c:v>
                </c:pt>
              </c:numCache>
            </c:numRef>
          </c:yVal>
          <c:smooth val="1"/>
          <c:extLst>
            <c:ext xmlns:c16="http://schemas.microsoft.com/office/drawing/2014/chart" uri="{C3380CC4-5D6E-409C-BE32-E72D297353CC}">
              <c16:uniqueId val="{0000000C-1510-4437-9CAD-7ED8315A59D8}"/>
            </c:ext>
          </c:extLst>
        </c:ser>
        <c:ser>
          <c:idx val="13"/>
          <c:order val="13"/>
          <c:tx>
            <c:strRef>
              <c:f>SM50000_TEMPSoc5l2_50000!$PB$1</c:f>
              <c:strCache>
                <c:ptCount val="1"/>
                <c:pt idx="0">
                  <c:v>TELE_SM_INTERIOR.273</c:v>
                </c:pt>
              </c:strCache>
            </c:strRef>
          </c:tx>
          <c:spPr>
            <a:ln w="19050" cap="rnd">
              <a:solidFill>
                <a:schemeClr val="accent2">
                  <a:lumMod val="80000"/>
                  <a:lumOff val="20000"/>
                </a:schemeClr>
              </a:solidFill>
              <a:round/>
            </a:ln>
            <a:effectLst/>
          </c:spPr>
          <c:marker>
            <c:symbol val="circle"/>
            <c:size val="5"/>
            <c:spPr>
              <a:solidFill>
                <a:schemeClr val="accent2">
                  <a:lumMod val="80000"/>
                  <a:lumOff val="20000"/>
                </a:schemeClr>
              </a:solidFill>
              <a:ln w="9525">
                <a:solidFill>
                  <a:schemeClr val="accent2">
                    <a:lumMod val="80000"/>
                    <a:lumOff val="2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SM50000_TEMPSoc5l2_50000!$PB$2:$PB$536</c:f>
              <c:numCache>
                <c:formatCode>General</c:formatCode>
                <c:ptCount val="533"/>
                <c:pt idx="0">
                  <c:v>0</c:v>
                </c:pt>
                <c:pt idx="1">
                  <c:v>9.0000000000145519E-4</c:v>
                </c:pt>
                <c:pt idx="2">
                  <c:v>2.1999999999593456E-3</c:v>
                </c:pt>
                <c:pt idx="3">
                  <c:v>3.2999999999674401E-3</c:v>
                </c:pt>
                <c:pt idx="4">
                  <c:v>4.0999999999939973E-3</c:v>
                </c:pt>
                <c:pt idx="5">
                  <c:v>4.6999999999570719E-3</c:v>
                </c:pt>
                <c:pt idx="6">
                  <c:v>5.2000000000020918E-3</c:v>
                </c:pt>
                <c:pt idx="7">
                  <c:v>5.6999999999902684E-3</c:v>
                </c:pt>
                <c:pt idx="8">
                  <c:v>5.9999999999718057E-3</c:v>
                </c:pt>
                <c:pt idx="9">
                  <c:v>6.3999999999850843E-3</c:v>
                </c:pt>
                <c:pt idx="10">
                  <c:v>6.6999999999666215E-3</c:v>
                </c:pt>
                <c:pt idx="11">
                  <c:v>6.8999999999732609E-3</c:v>
                </c:pt>
                <c:pt idx="12">
                  <c:v>7.1999999999547981E-3</c:v>
                </c:pt>
                <c:pt idx="13">
                  <c:v>7.3999999999614374E-3</c:v>
                </c:pt>
                <c:pt idx="14">
                  <c:v>7.5999999999680767E-3</c:v>
                </c:pt>
                <c:pt idx="15">
                  <c:v>7.9000000000064574E-3</c:v>
                </c:pt>
                <c:pt idx="16">
                  <c:v>7.9999999999813554E-3</c:v>
                </c:pt>
                <c:pt idx="17">
                  <c:v>8.1999999999879947E-3</c:v>
                </c:pt>
                <c:pt idx="18">
                  <c:v>8.399999999994634E-3</c:v>
                </c:pt>
                <c:pt idx="19">
                  <c:v>8.6000000000012733E-3</c:v>
                </c:pt>
                <c:pt idx="20">
                  <c:v>8.6999999999761712E-3</c:v>
                </c:pt>
                <c:pt idx="21">
                  <c:v>8.7999999999510692E-3</c:v>
                </c:pt>
                <c:pt idx="22">
                  <c:v>8.9999999999577085E-3</c:v>
                </c:pt>
                <c:pt idx="23">
                  <c:v>9.0999999999894499E-3</c:v>
                </c:pt>
                <c:pt idx="24">
                  <c:v>9.1999999999643478E-3</c:v>
                </c:pt>
                <c:pt idx="25">
                  <c:v>9.2999999999960892E-3</c:v>
                </c:pt>
                <c:pt idx="26">
                  <c:v>9.3999999999709871E-3</c:v>
                </c:pt>
                <c:pt idx="27">
                  <c:v>9.5000000000027285E-3</c:v>
                </c:pt>
                <c:pt idx="28">
                  <c:v>9.5000000000027285E-3</c:v>
                </c:pt>
                <c:pt idx="29">
                  <c:v>9.5999999999776264E-3</c:v>
                </c:pt>
                <c:pt idx="30">
                  <c:v>9.5999999999776264E-3</c:v>
                </c:pt>
                <c:pt idx="31">
                  <c:v>9.5999999999776264E-3</c:v>
                </c:pt>
                <c:pt idx="32">
                  <c:v>9.5999999999776264E-3</c:v>
                </c:pt>
                <c:pt idx="33">
                  <c:v>9.6999999999525244E-3</c:v>
                </c:pt>
                <c:pt idx="34">
                  <c:v>9.6999999999525244E-3</c:v>
                </c:pt>
                <c:pt idx="35">
                  <c:v>9.6999999999525244E-3</c:v>
                </c:pt>
                <c:pt idx="36">
                  <c:v>9.7999999999842657E-3</c:v>
                </c:pt>
                <c:pt idx="37">
                  <c:v>9.7999999999842657E-3</c:v>
                </c:pt>
                <c:pt idx="38">
                  <c:v>9.7999999999842657E-3</c:v>
                </c:pt>
                <c:pt idx="39">
                  <c:v>9.7999999999842657E-3</c:v>
                </c:pt>
                <c:pt idx="40">
                  <c:v>9.8999999999591637E-3</c:v>
                </c:pt>
                <c:pt idx="41">
                  <c:v>9.8999999999591637E-3</c:v>
                </c:pt>
                <c:pt idx="42">
                  <c:v>9.8999999999591637E-3</c:v>
                </c:pt>
                <c:pt idx="43">
                  <c:v>9.8999999999591637E-3</c:v>
                </c:pt>
                <c:pt idx="44">
                  <c:v>9.8999999999591637E-3</c:v>
                </c:pt>
                <c:pt idx="45">
                  <c:v>9.9999999999909051E-3</c:v>
                </c:pt>
                <c:pt idx="46">
                  <c:v>9.9999999999909051E-3</c:v>
                </c:pt>
                <c:pt idx="47">
                  <c:v>9.9999999999909051E-3</c:v>
                </c:pt>
                <c:pt idx="48">
                  <c:v>9.9999999999909051E-3</c:v>
                </c:pt>
                <c:pt idx="49">
                  <c:v>9.9999999999909051E-3</c:v>
                </c:pt>
                <c:pt idx="50">
                  <c:v>9.9999999999909051E-3</c:v>
                </c:pt>
                <c:pt idx="51">
                  <c:v>9.9999999999909051E-3</c:v>
                </c:pt>
                <c:pt idx="52">
                  <c:v>1.0099999999965803E-2</c:v>
                </c:pt>
                <c:pt idx="53">
                  <c:v>1.0099999999965803E-2</c:v>
                </c:pt>
                <c:pt idx="54">
                  <c:v>1.0099999999965803E-2</c:v>
                </c:pt>
                <c:pt idx="55">
                  <c:v>1.0099999999965803E-2</c:v>
                </c:pt>
                <c:pt idx="56">
                  <c:v>1.0099999999965803E-2</c:v>
                </c:pt>
                <c:pt idx="57">
                  <c:v>1.0099999999965803E-2</c:v>
                </c:pt>
                <c:pt idx="58">
                  <c:v>1.0099999999965803E-2</c:v>
                </c:pt>
                <c:pt idx="59">
                  <c:v>1.0199999999997544E-2</c:v>
                </c:pt>
                <c:pt idx="60">
                  <c:v>1.0199999999997544E-2</c:v>
                </c:pt>
                <c:pt idx="61">
                  <c:v>1.0199999999997544E-2</c:v>
                </c:pt>
                <c:pt idx="62">
                  <c:v>1.0199999999997544E-2</c:v>
                </c:pt>
                <c:pt idx="63">
                  <c:v>1.0299999999972442E-2</c:v>
                </c:pt>
                <c:pt idx="64">
                  <c:v>1.0299999999972442E-2</c:v>
                </c:pt>
                <c:pt idx="65">
                  <c:v>1.0299999999972442E-2</c:v>
                </c:pt>
                <c:pt idx="66">
                  <c:v>1.0299999999972442E-2</c:v>
                </c:pt>
                <c:pt idx="67">
                  <c:v>1.0299999999972442E-2</c:v>
                </c:pt>
                <c:pt idx="68">
                  <c:v>1.0299999999972442E-2</c:v>
                </c:pt>
                <c:pt idx="69">
                  <c:v>1.0299999999972442E-2</c:v>
                </c:pt>
                <c:pt idx="70">
                  <c:v>1.0299999999972442E-2</c:v>
                </c:pt>
                <c:pt idx="71">
                  <c:v>1.0400000000004184E-2</c:v>
                </c:pt>
                <c:pt idx="72">
                  <c:v>1.0400000000004184E-2</c:v>
                </c:pt>
                <c:pt idx="73">
                  <c:v>1.0400000000004184E-2</c:v>
                </c:pt>
                <c:pt idx="74">
                  <c:v>1.0400000000004184E-2</c:v>
                </c:pt>
                <c:pt idx="75">
                  <c:v>1.0400000000004184E-2</c:v>
                </c:pt>
                <c:pt idx="76">
                  <c:v>1.0400000000004184E-2</c:v>
                </c:pt>
                <c:pt idx="77">
                  <c:v>1.0400000000004184E-2</c:v>
                </c:pt>
                <c:pt idx="78">
                  <c:v>1.0400000000004184E-2</c:v>
                </c:pt>
                <c:pt idx="79">
                  <c:v>1.0400000000004184E-2</c:v>
                </c:pt>
                <c:pt idx="80">
                  <c:v>1.0400000000004184E-2</c:v>
                </c:pt>
                <c:pt idx="81">
                  <c:v>1.0400000000004184E-2</c:v>
                </c:pt>
                <c:pt idx="82">
                  <c:v>1.0400000000004184E-2</c:v>
                </c:pt>
                <c:pt idx="83">
                  <c:v>1.0400000000004184E-2</c:v>
                </c:pt>
                <c:pt idx="84">
                  <c:v>1.0400000000004184E-2</c:v>
                </c:pt>
                <c:pt idx="85">
                  <c:v>1.0400000000004184E-2</c:v>
                </c:pt>
                <c:pt idx="86">
                  <c:v>1.0499999999979082E-2</c:v>
                </c:pt>
                <c:pt idx="87">
                  <c:v>1.0499999999979082E-2</c:v>
                </c:pt>
                <c:pt idx="88">
                  <c:v>1.0499999999979082E-2</c:v>
                </c:pt>
                <c:pt idx="89">
                  <c:v>1.0499999999979082E-2</c:v>
                </c:pt>
                <c:pt idx="90">
                  <c:v>1.0499999999979082E-2</c:v>
                </c:pt>
                <c:pt idx="91">
                  <c:v>1.0499999999979082E-2</c:v>
                </c:pt>
                <c:pt idx="92">
                  <c:v>1.0499999999979082E-2</c:v>
                </c:pt>
                <c:pt idx="93">
                  <c:v>1.0499999999979082E-2</c:v>
                </c:pt>
                <c:pt idx="94">
                  <c:v>1.0499999999979082E-2</c:v>
                </c:pt>
                <c:pt idx="95">
                  <c:v>1.0499999999979082E-2</c:v>
                </c:pt>
                <c:pt idx="96">
                  <c:v>1.0499999999979082E-2</c:v>
                </c:pt>
                <c:pt idx="97">
                  <c:v>1.0499999999979082E-2</c:v>
                </c:pt>
                <c:pt idx="98">
                  <c:v>1.0499999999979082E-2</c:v>
                </c:pt>
                <c:pt idx="99">
                  <c:v>1.0499999999979082E-2</c:v>
                </c:pt>
                <c:pt idx="100">
                  <c:v>1.0499999999979082E-2</c:v>
                </c:pt>
                <c:pt idx="101">
                  <c:v>1.0499999999979082E-2</c:v>
                </c:pt>
                <c:pt idx="102">
                  <c:v>1.0499999999979082E-2</c:v>
                </c:pt>
                <c:pt idx="103">
                  <c:v>1.0499999999979082E-2</c:v>
                </c:pt>
                <c:pt idx="104">
                  <c:v>1.0499999999979082E-2</c:v>
                </c:pt>
                <c:pt idx="105">
                  <c:v>1.0499999999979082E-2</c:v>
                </c:pt>
                <c:pt idx="106">
                  <c:v>1.0499999999979082E-2</c:v>
                </c:pt>
                <c:pt idx="107">
                  <c:v>1.0499999999979082E-2</c:v>
                </c:pt>
                <c:pt idx="108">
                  <c:v>1.0499999999979082E-2</c:v>
                </c:pt>
                <c:pt idx="109">
                  <c:v>1.0499999999979082E-2</c:v>
                </c:pt>
                <c:pt idx="110">
                  <c:v>1.0499999999979082E-2</c:v>
                </c:pt>
                <c:pt idx="111">
                  <c:v>1.059999999995398E-2</c:v>
                </c:pt>
                <c:pt idx="112">
                  <c:v>1.059999999995398E-2</c:v>
                </c:pt>
                <c:pt idx="113">
                  <c:v>1.059999999995398E-2</c:v>
                </c:pt>
                <c:pt idx="114">
                  <c:v>1.059999999995398E-2</c:v>
                </c:pt>
                <c:pt idx="115">
                  <c:v>1.0699999999985721E-2</c:v>
                </c:pt>
                <c:pt idx="116">
                  <c:v>1.0699999999985721E-2</c:v>
                </c:pt>
                <c:pt idx="117">
                  <c:v>1.0699999999985721E-2</c:v>
                </c:pt>
                <c:pt idx="118">
                  <c:v>1.0699999999985721E-2</c:v>
                </c:pt>
                <c:pt idx="119">
                  <c:v>1.0699999999985721E-2</c:v>
                </c:pt>
                <c:pt idx="120">
                  <c:v>1.0799999999960619E-2</c:v>
                </c:pt>
                <c:pt idx="121">
                  <c:v>1.0799999999960619E-2</c:v>
                </c:pt>
                <c:pt idx="122">
                  <c:v>1.0799999999960619E-2</c:v>
                </c:pt>
                <c:pt idx="123">
                  <c:v>1.0799999999960619E-2</c:v>
                </c:pt>
                <c:pt idx="124">
                  <c:v>1.0799999999960619E-2</c:v>
                </c:pt>
                <c:pt idx="125">
                  <c:v>1.0799999999960619E-2</c:v>
                </c:pt>
                <c:pt idx="126">
                  <c:v>1.0799999999960619E-2</c:v>
                </c:pt>
                <c:pt idx="127">
                  <c:v>1.0799999999960619E-2</c:v>
                </c:pt>
                <c:pt idx="128">
                  <c:v>1.0799999999960619E-2</c:v>
                </c:pt>
                <c:pt idx="129">
                  <c:v>1.0799999999960619E-2</c:v>
                </c:pt>
                <c:pt idx="130">
                  <c:v>1.0799999999960619E-2</c:v>
                </c:pt>
                <c:pt idx="131">
                  <c:v>1.0799999999960619E-2</c:v>
                </c:pt>
                <c:pt idx="132">
                  <c:v>1.0799999999960619E-2</c:v>
                </c:pt>
                <c:pt idx="133">
                  <c:v>1.0799999999960619E-2</c:v>
                </c:pt>
                <c:pt idx="134">
                  <c:v>1.0799999999960619E-2</c:v>
                </c:pt>
                <c:pt idx="135">
                  <c:v>1.0799999999960619E-2</c:v>
                </c:pt>
                <c:pt idx="136">
                  <c:v>1.0799999999960619E-2</c:v>
                </c:pt>
                <c:pt idx="137">
                  <c:v>1.0799999999960619E-2</c:v>
                </c:pt>
                <c:pt idx="138">
                  <c:v>1.0799999999960619E-2</c:v>
                </c:pt>
                <c:pt idx="139">
                  <c:v>1.0799999999960619E-2</c:v>
                </c:pt>
                <c:pt idx="140">
                  <c:v>1.0799999999960619E-2</c:v>
                </c:pt>
                <c:pt idx="141">
                  <c:v>1.0799999999960619E-2</c:v>
                </c:pt>
                <c:pt idx="142">
                  <c:v>1.0799999999960619E-2</c:v>
                </c:pt>
                <c:pt idx="143">
                  <c:v>1.0799999999960619E-2</c:v>
                </c:pt>
                <c:pt idx="144">
                  <c:v>1.0799999999960619E-2</c:v>
                </c:pt>
                <c:pt idx="145">
                  <c:v>1.0799999999960619E-2</c:v>
                </c:pt>
                <c:pt idx="146">
                  <c:v>1.0799999999960619E-2</c:v>
                </c:pt>
                <c:pt idx="147">
                  <c:v>1.0799999999960619E-2</c:v>
                </c:pt>
                <c:pt idx="148">
                  <c:v>1.0799999999960619E-2</c:v>
                </c:pt>
                <c:pt idx="149">
                  <c:v>1.0799999999960619E-2</c:v>
                </c:pt>
                <c:pt idx="150">
                  <c:v>1.0799999999960619E-2</c:v>
                </c:pt>
                <c:pt idx="151">
                  <c:v>1.0799999999960619E-2</c:v>
                </c:pt>
                <c:pt idx="152">
                  <c:v>1.0799999999960619E-2</c:v>
                </c:pt>
                <c:pt idx="153">
                  <c:v>1.0799999999960619E-2</c:v>
                </c:pt>
                <c:pt idx="154">
                  <c:v>1.0799999999960619E-2</c:v>
                </c:pt>
                <c:pt idx="155">
                  <c:v>1.0799999999960619E-2</c:v>
                </c:pt>
                <c:pt idx="156">
                  <c:v>1.0799999999960619E-2</c:v>
                </c:pt>
                <c:pt idx="157">
                  <c:v>1.0799999999960619E-2</c:v>
                </c:pt>
                <c:pt idx="158">
                  <c:v>1.0799999999960619E-2</c:v>
                </c:pt>
                <c:pt idx="159">
                  <c:v>1.089999999999236E-2</c:v>
                </c:pt>
                <c:pt idx="160">
                  <c:v>1.089999999999236E-2</c:v>
                </c:pt>
                <c:pt idx="161">
                  <c:v>1.089999999999236E-2</c:v>
                </c:pt>
                <c:pt idx="162">
                  <c:v>1.089999999999236E-2</c:v>
                </c:pt>
                <c:pt idx="163">
                  <c:v>1.089999999999236E-2</c:v>
                </c:pt>
                <c:pt idx="164">
                  <c:v>1.089999999999236E-2</c:v>
                </c:pt>
                <c:pt idx="165">
                  <c:v>1.089999999999236E-2</c:v>
                </c:pt>
                <c:pt idx="166">
                  <c:v>1.089999999999236E-2</c:v>
                </c:pt>
                <c:pt idx="167">
                  <c:v>1.089999999999236E-2</c:v>
                </c:pt>
                <c:pt idx="168">
                  <c:v>1.089999999999236E-2</c:v>
                </c:pt>
                <c:pt idx="169">
                  <c:v>1.089999999999236E-2</c:v>
                </c:pt>
                <c:pt idx="170">
                  <c:v>1.089999999999236E-2</c:v>
                </c:pt>
                <c:pt idx="171">
                  <c:v>1.089999999999236E-2</c:v>
                </c:pt>
                <c:pt idx="172">
                  <c:v>1.089999999999236E-2</c:v>
                </c:pt>
                <c:pt idx="173">
                  <c:v>1.089999999999236E-2</c:v>
                </c:pt>
                <c:pt idx="174">
                  <c:v>1.089999999999236E-2</c:v>
                </c:pt>
                <c:pt idx="175">
                  <c:v>1.089999999999236E-2</c:v>
                </c:pt>
                <c:pt idx="176">
                  <c:v>1.089999999999236E-2</c:v>
                </c:pt>
                <c:pt idx="177">
                  <c:v>1.089999999999236E-2</c:v>
                </c:pt>
                <c:pt idx="178">
                  <c:v>1.089999999999236E-2</c:v>
                </c:pt>
                <c:pt idx="179">
                  <c:v>1.089999999999236E-2</c:v>
                </c:pt>
                <c:pt idx="180">
                  <c:v>1.089999999999236E-2</c:v>
                </c:pt>
                <c:pt idx="181">
                  <c:v>1.089999999999236E-2</c:v>
                </c:pt>
                <c:pt idx="182">
                  <c:v>1.089999999999236E-2</c:v>
                </c:pt>
                <c:pt idx="183">
                  <c:v>1.089999999999236E-2</c:v>
                </c:pt>
                <c:pt idx="184">
                  <c:v>1.089999999999236E-2</c:v>
                </c:pt>
                <c:pt idx="185">
                  <c:v>1.0799999999960619E-2</c:v>
                </c:pt>
                <c:pt idx="186">
                  <c:v>1.0799999999960619E-2</c:v>
                </c:pt>
                <c:pt idx="187">
                  <c:v>1.0699999999985721E-2</c:v>
                </c:pt>
                <c:pt idx="188">
                  <c:v>1.0699999999985721E-2</c:v>
                </c:pt>
                <c:pt idx="189">
                  <c:v>1.059999999995398E-2</c:v>
                </c:pt>
                <c:pt idx="190">
                  <c:v>1.059999999995398E-2</c:v>
                </c:pt>
                <c:pt idx="191">
                  <c:v>1.059999999995398E-2</c:v>
                </c:pt>
                <c:pt idx="192">
                  <c:v>1.059999999995398E-2</c:v>
                </c:pt>
                <c:pt idx="193">
                  <c:v>1.0499999999979082E-2</c:v>
                </c:pt>
                <c:pt idx="194">
                  <c:v>1.0499999999979082E-2</c:v>
                </c:pt>
                <c:pt idx="195">
                  <c:v>1.0499999999979082E-2</c:v>
                </c:pt>
                <c:pt idx="196">
                  <c:v>1.0499999999979082E-2</c:v>
                </c:pt>
                <c:pt idx="197">
                  <c:v>1.0499999999979082E-2</c:v>
                </c:pt>
                <c:pt idx="198">
                  <c:v>1.0400000000004184E-2</c:v>
                </c:pt>
                <c:pt idx="199">
                  <c:v>1.0400000000004184E-2</c:v>
                </c:pt>
                <c:pt idx="200">
                  <c:v>1.0400000000004184E-2</c:v>
                </c:pt>
                <c:pt idx="201">
                  <c:v>1.0400000000004184E-2</c:v>
                </c:pt>
                <c:pt idx="202">
                  <c:v>1.0400000000004184E-2</c:v>
                </c:pt>
                <c:pt idx="203">
                  <c:v>1.0400000000004184E-2</c:v>
                </c:pt>
                <c:pt idx="204">
                  <c:v>1.0400000000004184E-2</c:v>
                </c:pt>
                <c:pt idx="205">
                  <c:v>1.0400000000004184E-2</c:v>
                </c:pt>
                <c:pt idx="206">
                  <c:v>1.0299999999972442E-2</c:v>
                </c:pt>
                <c:pt idx="207">
                  <c:v>1.0299999999972442E-2</c:v>
                </c:pt>
                <c:pt idx="208">
                  <c:v>1.0299999999972442E-2</c:v>
                </c:pt>
                <c:pt idx="209">
                  <c:v>1.0299999999972442E-2</c:v>
                </c:pt>
                <c:pt idx="210">
                  <c:v>1.0299999999972442E-2</c:v>
                </c:pt>
                <c:pt idx="211">
                  <c:v>1.0299999999972442E-2</c:v>
                </c:pt>
                <c:pt idx="212">
                  <c:v>1.0299999999972442E-2</c:v>
                </c:pt>
                <c:pt idx="213">
                  <c:v>1.0299999999972442E-2</c:v>
                </c:pt>
                <c:pt idx="214">
                  <c:v>1.0299999999972442E-2</c:v>
                </c:pt>
                <c:pt idx="215">
                  <c:v>1.0299999999972442E-2</c:v>
                </c:pt>
                <c:pt idx="216">
                  <c:v>1.0400000000004184E-2</c:v>
                </c:pt>
                <c:pt idx="217">
                  <c:v>1.0400000000004184E-2</c:v>
                </c:pt>
                <c:pt idx="218">
                  <c:v>1.0400000000004184E-2</c:v>
                </c:pt>
                <c:pt idx="219">
                  <c:v>1.0400000000004184E-2</c:v>
                </c:pt>
                <c:pt idx="220">
                  <c:v>1.0400000000004184E-2</c:v>
                </c:pt>
                <c:pt idx="221">
                  <c:v>1.0400000000004184E-2</c:v>
                </c:pt>
                <c:pt idx="222">
                  <c:v>1.0400000000004184E-2</c:v>
                </c:pt>
                <c:pt idx="223">
                  <c:v>1.0400000000004184E-2</c:v>
                </c:pt>
                <c:pt idx="224">
                  <c:v>1.0400000000004184E-2</c:v>
                </c:pt>
                <c:pt idx="225">
                  <c:v>1.0400000000004184E-2</c:v>
                </c:pt>
                <c:pt idx="226">
                  <c:v>1.0400000000004184E-2</c:v>
                </c:pt>
                <c:pt idx="227">
                  <c:v>1.0400000000004184E-2</c:v>
                </c:pt>
                <c:pt idx="228">
                  <c:v>1.0400000000004184E-2</c:v>
                </c:pt>
                <c:pt idx="229">
                  <c:v>1.0400000000004184E-2</c:v>
                </c:pt>
                <c:pt idx="230">
                  <c:v>1.0499999999979082E-2</c:v>
                </c:pt>
                <c:pt idx="231">
                  <c:v>1.0499999999979082E-2</c:v>
                </c:pt>
                <c:pt idx="232">
                  <c:v>1.0499999999979082E-2</c:v>
                </c:pt>
                <c:pt idx="233">
                  <c:v>1.0499999999979082E-2</c:v>
                </c:pt>
                <c:pt idx="234">
                  <c:v>1.0499999999979082E-2</c:v>
                </c:pt>
                <c:pt idx="235">
                  <c:v>1.0499999999979082E-2</c:v>
                </c:pt>
                <c:pt idx="236">
                  <c:v>1.0499999999979082E-2</c:v>
                </c:pt>
                <c:pt idx="237">
                  <c:v>1.0499999999979082E-2</c:v>
                </c:pt>
                <c:pt idx="238">
                  <c:v>1.0499999999979082E-2</c:v>
                </c:pt>
                <c:pt idx="239">
                  <c:v>1.0499999999979082E-2</c:v>
                </c:pt>
                <c:pt idx="240">
                  <c:v>1.0499999999979082E-2</c:v>
                </c:pt>
                <c:pt idx="241">
                  <c:v>1.0499999999979082E-2</c:v>
                </c:pt>
                <c:pt idx="242">
                  <c:v>1.0499999999979082E-2</c:v>
                </c:pt>
                <c:pt idx="243">
                  <c:v>1.0499999999979082E-2</c:v>
                </c:pt>
                <c:pt idx="244">
                  <c:v>1.0499999999979082E-2</c:v>
                </c:pt>
                <c:pt idx="245">
                  <c:v>1.0499999999979082E-2</c:v>
                </c:pt>
                <c:pt idx="246">
                  <c:v>1.0499999999979082E-2</c:v>
                </c:pt>
                <c:pt idx="247">
                  <c:v>1.0499999999979082E-2</c:v>
                </c:pt>
                <c:pt idx="248">
                  <c:v>1.0499999999979082E-2</c:v>
                </c:pt>
                <c:pt idx="249">
                  <c:v>1.0499999999979082E-2</c:v>
                </c:pt>
                <c:pt idx="250">
                  <c:v>1.0499999999979082E-2</c:v>
                </c:pt>
                <c:pt idx="251">
                  <c:v>1.0499999999979082E-2</c:v>
                </c:pt>
                <c:pt idx="252">
                  <c:v>1.0499999999979082E-2</c:v>
                </c:pt>
                <c:pt idx="253">
                  <c:v>1.0499999999979082E-2</c:v>
                </c:pt>
                <c:pt idx="254">
                  <c:v>1.0499999999979082E-2</c:v>
                </c:pt>
                <c:pt idx="255">
                  <c:v>1.0499999999979082E-2</c:v>
                </c:pt>
                <c:pt idx="256">
                  <c:v>1.0499999999979082E-2</c:v>
                </c:pt>
                <c:pt idx="257">
                  <c:v>1.0499999999979082E-2</c:v>
                </c:pt>
                <c:pt idx="258">
                  <c:v>1.0499999999979082E-2</c:v>
                </c:pt>
                <c:pt idx="259">
                  <c:v>1.0499999999979082E-2</c:v>
                </c:pt>
                <c:pt idx="260">
                  <c:v>1.0499999999979082E-2</c:v>
                </c:pt>
                <c:pt idx="261">
                  <c:v>1.0499999999979082E-2</c:v>
                </c:pt>
                <c:pt idx="262">
                  <c:v>1.0499999999979082E-2</c:v>
                </c:pt>
                <c:pt idx="263">
                  <c:v>1.0499999999979082E-2</c:v>
                </c:pt>
                <c:pt idx="264">
                  <c:v>1.0499999999979082E-2</c:v>
                </c:pt>
                <c:pt idx="265">
                  <c:v>1.0499999999979082E-2</c:v>
                </c:pt>
                <c:pt idx="266">
                  <c:v>1.0499999999979082E-2</c:v>
                </c:pt>
                <c:pt idx="267">
                  <c:v>1.0499999999979082E-2</c:v>
                </c:pt>
                <c:pt idx="268">
                  <c:v>1.059999999995398E-2</c:v>
                </c:pt>
                <c:pt idx="269">
                  <c:v>1.059999999995398E-2</c:v>
                </c:pt>
                <c:pt idx="270">
                  <c:v>1.059999999995398E-2</c:v>
                </c:pt>
                <c:pt idx="271">
                  <c:v>1.0699999999985721E-2</c:v>
                </c:pt>
                <c:pt idx="272">
                  <c:v>1.0699999999985721E-2</c:v>
                </c:pt>
                <c:pt idx="273">
                  <c:v>1.0699999999985721E-2</c:v>
                </c:pt>
                <c:pt idx="274">
                  <c:v>1.0699999999985721E-2</c:v>
                </c:pt>
                <c:pt idx="275">
                  <c:v>1.0699999999985721E-2</c:v>
                </c:pt>
                <c:pt idx="276">
                  <c:v>1.0699999999985721E-2</c:v>
                </c:pt>
                <c:pt idx="277">
                  <c:v>1.0799999999960619E-2</c:v>
                </c:pt>
                <c:pt idx="278">
                  <c:v>1.0799999999960619E-2</c:v>
                </c:pt>
                <c:pt idx="279">
                  <c:v>1.0799999999960619E-2</c:v>
                </c:pt>
                <c:pt idx="280">
                  <c:v>1.0799999999960619E-2</c:v>
                </c:pt>
                <c:pt idx="281">
                  <c:v>1.0799999999960619E-2</c:v>
                </c:pt>
                <c:pt idx="282">
                  <c:v>1.0799999999960619E-2</c:v>
                </c:pt>
                <c:pt idx="283">
                  <c:v>1.0799999999960619E-2</c:v>
                </c:pt>
                <c:pt idx="284">
                  <c:v>1.0799999999960619E-2</c:v>
                </c:pt>
                <c:pt idx="285">
                  <c:v>1.0799999999960619E-2</c:v>
                </c:pt>
                <c:pt idx="286">
                  <c:v>1.0799999999960619E-2</c:v>
                </c:pt>
                <c:pt idx="287">
                  <c:v>1.0799999999960619E-2</c:v>
                </c:pt>
                <c:pt idx="288">
                  <c:v>1.0799999999960619E-2</c:v>
                </c:pt>
                <c:pt idx="289">
                  <c:v>1.0799999999960619E-2</c:v>
                </c:pt>
                <c:pt idx="290">
                  <c:v>1.0799999999960619E-2</c:v>
                </c:pt>
                <c:pt idx="291">
                  <c:v>1.0799999999960619E-2</c:v>
                </c:pt>
                <c:pt idx="292">
                  <c:v>1.0799999999960619E-2</c:v>
                </c:pt>
                <c:pt idx="293">
                  <c:v>1.0799999999960619E-2</c:v>
                </c:pt>
                <c:pt idx="294">
                  <c:v>1.0799999999960619E-2</c:v>
                </c:pt>
                <c:pt idx="295">
                  <c:v>1.0799999999960619E-2</c:v>
                </c:pt>
                <c:pt idx="296">
                  <c:v>1.0799999999960619E-2</c:v>
                </c:pt>
                <c:pt idx="297">
                  <c:v>1.0799999999960619E-2</c:v>
                </c:pt>
                <c:pt idx="298">
                  <c:v>1.0799999999960619E-2</c:v>
                </c:pt>
                <c:pt idx="299">
                  <c:v>1.0799999999960619E-2</c:v>
                </c:pt>
                <c:pt idx="300">
                  <c:v>1.0799999999960619E-2</c:v>
                </c:pt>
                <c:pt idx="301">
                  <c:v>1.0799999999960619E-2</c:v>
                </c:pt>
                <c:pt idx="302">
                  <c:v>1.0799999999960619E-2</c:v>
                </c:pt>
                <c:pt idx="303">
                  <c:v>1.0799999999960619E-2</c:v>
                </c:pt>
                <c:pt idx="304">
                  <c:v>1.0799999999960619E-2</c:v>
                </c:pt>
                <c:pt idx="305">
                  <c:v>1.0799999999960619E-2</c:v>
                </c:pt>
                <c:pt idx="306">
                  <c:v>1.0799999999960619E-2</c:v>
                </c:pt>
                <c:pt idx="307">
                  <c:v>1.0799999999960619E-2</c:v>
                </c:pt>
                <c:pt idx="308">
                  <c:v>1.0799999999960619E-2</c:v>
                </c:pt>
                <c:pt idx="309">
                  <c:v>1.0799999999960619E-2</c:v>
                </c:pt>
                <c:pt idx="310">
                  <c:v>1.0799999999960619E-2</c:v>
                </c:pt>
                <c:pt idx="311">
                  <c:v>1.0799999999960619E-2</c:v>
                </c:pt>
                <c:pt idx="312">
                  <c:v>1.0799999999960619E-2</c:v>
                </c:pt>
                <c:pt idx="313">
                  <c:v>1.0799999999960619E-2</c:v>
                </c:pt>
                <c:pt idx="314">
                  <c:v>1.0799999999960619E-2</c:v>
                </c:pt>
                <c:pt idx="315">
                  <c:v>1.089999999999236E-2</c:v>
                </c:pt>
                <c:pt idx="316">
                  <c:v>1.089999999999236E-2</c:v>
                </c:pt>
                <c:pt idx="317">
                  <c:v>1.089999999999236E-2</c:v>
                </c:pt>
                <c:pt idx="318">
                  <c:v>1.089999999999236E-2</c:v>
                </c:pt>
                <c:pt idx="319">
                  <c:v>1.089999999999236E-2</c:v>
                </c:pt>
                <c:pt idx="320">
                  <c:v>1.089999999999236E-2</c:v>
                </c:pt>
                <c:pt idx="321">
                  <c:v>1.089999999999236E-2</c:v>
                </c:pt>
                <c:pt idx="322">
                  <c:v>1.089999999999236E-2</c:v>
                </c:pt>
                <c:pt idx="323">
                  <c:v>1.089999999999236E-2</c:v>
                </c:pt>
                <c:pt idx="324">
                  <c:v>1.089999999999236E-2</c:v>
                </c:pt>
                <c:pt idx="325">
                  <c:v>1.089999999999236E-2</c:v>
                </c:pt>
                <c:pt idx="326">
                  <c:v>1.089999999999236E-2</c:v>
                </c:pt>
                <c:pt idx="327">
                  <c:v>1.089999999999236E-2</c:v>
                </c:pt>
                <c:pt idx="328">
                  <c:v>1.089999999999236E-2</c:v>
                </c:pt>
                <c:pt idx="329">
                  <c:v>1.089999999999236E-2</c:v>
                </c:pt>
                <c:pt idx="330">
                  <c:v>1.089999999999236E-2</c:v>
                </c:pt>
                <c:pt idx="331">
                  <c:v>1.089999999999236E-2</c:v>
                </c:pt>
                <c:pt idx="332">
                  <c:v>1.089999999999236E-2</c:v>
                </c:pt>
                <c:pt idx="333">
                  <c:v>1.089999999999236E-2</c:v>
                </c:pt>
                <c:pt idx="334">
                  <c:v>1.089999999999236E-2</c:v>
                </c:pt>
                <c:pt idx="335">
                  <c:v>1.089999999999236E-2</c:v>
                </c:pt>
                <c:pt idx="336">
                  <c:v>1.089999999999236E-2</c:v>
                </c:pt>
                <c:pt idx="337">
                  <c:v>1.089999999999236E-2</c:v>
                </c:pt>
                <c:pt idx="338">
                  <c:v>1.089999999999236E-2</c:v>
                </c:pt>
                <c:pt idx="339">
                  <c:v>1.089999999999236E-2</c:v>
                </c:pt>
                <c:pt idx="340">
                  <c:v>1.089999999999236E-2</c:v>
                </c:pt>
                <c:pt idx="341">
                  <c:v>1.089999999999236E-2</c:v>
                </c:pt>
                <c:pt idx="342">
                  <c:v>1.0799999999960619E-2</c:v>
                </c:pt>
                <c:pt idx="343">
                  <c:v>1.0799999999960619E-2</c:v>
                </c:pt>
                <c:pt idx="344">
                  <c:v>1.0699999999985721E-2</c:v>
                </c:pt>
                <c:pt idx="345">
                  <c:v>1.0699999999985721E-2</c:v>
                </c:pt>
                <c:pt idx="346">
                  <c:v>1.059999999995398E-2</c:v>
                </c:pt>
                <c:pt idx="347">
                  <c:v>1.059999999995398E-2</c:v>
                </c:pt>
                <c:pt idx="348">
                  <c:v>1.059999999995398E-2</c:v>
                </c:pt>
                <c:pt idx="349">
                  <c:v>1.059999999995398E-2</c:v>
                </c:pt>
                <c:pt idx="350">
                  <c:v>1.0499999999979082E-2</c:v>
                </c:pt>
                <c:pt idx="351">
                  <c:v>1.0499999999979082E-2</c:v>
                </c:pt>
                <c:pt idx="352">
                  <c:v>1.0499999999979082E-2</c:v>
                </c:pt>
                <c:pt idx="353">
                  <c:v>1.0499999999979082E-2</c:v>
                </c:pt>
                <c:pt idx="354">
                  <c:v>1.0499999999979082E-2</c:v>
                </c:pt>
                <c:pt idx="355">
                  <c:v>1.0400000000004184E-2</c:v>
                </c:pt>
                <c:pt idx="356">
                  <c:v>1.0400000000004184E-2</c:v>
                </c:pt>
                <c:pt idx="357">
                  <c:v>1.0400000000004184E-2</c:v>
                </c:pt>
                <c:pt idx="358">
                  <c:v>1.0400000000004184E-2</c:v>
                </c:pt>
                <c:pt idx="359">
                  <c:v>1.0400000000004184E-2</c:v>
                </c:pt>
                <c:pt idx="360">
                  <c:v>1.0400000000004184E-2</c:v>
                </c:pt>
                <c:pt idx="361">
                  <c:v>1.0400000000004184E-2</c:v>
                </c:pt>
                <c:pt idx="362">
                  <c:v>1.0400000000004184E-2</c:v>
                </c:pt>
                <c:pt idx="363">
                  <c:v>1.0400000000004184E-2</c:v>
                </c:pt>
                <c:pt idx="364">
                  <c:v>1.0299999999972442E-2</c:v>
                </c:pt>
                <c:pt idx="365">
                  <c:v>1.0299999999972442E-2</c:v>
                </c:pt>
                <c:pt idx="366">
                  <c:v>1.0299999999972442E-2</c:v>
                </c:pt>
                <c:pt idx="367">
                  <c:v>1.0299999999972442E-2</c:v>
                </c:pt>
                <c:pt idx="368">
                  <c:v>1.0299999999972442E-2</c:v>
                </c:pt>
                <c:pt idx="369">
                  <c:v>1.0299999999972442E-2</c:v>
                </c:pt>
                <c:pt idx="370">
                  <c:v>1.0299999999972442E-2</c:v>
                </c:pt>
                <c:pt idx="371">
                  <c:v>1.0299999999972442E-2</c:v>
                </c:pt>
                <c:pt idx="372">
                  <c:v>1.0299999999972442E-2</c:v>
                </c:pt>
                <c:pt idx="373">
                  <c:v>1.0299999999972442E-2</c:v>
                </c:pt>
                <c:pt idx="374">
                  <c:v>1.0400000000004184E-2</c:v>
                </c:pt>
                <c:pt idx="375">
                  <c:v>1.0400000000004184E-2</c:v>
                </c:pt>
                <c:pt idx="376">
                  <c:v>1.0400000000004184E-2</c:v>
                </c:pt>
                <c:pt idx="377">
                  <c:v>1.0400000000004184E-2</c:v>
                </c:pt>
                <c:pt idx="378">
                  <c:v>1.0400000000004184E-2</c:v>
                </c:pt>
                <c:pt idx="379">
                  <c:v>1.0400000000004184E-2</c:v>
                </c:pt>
                <c:pt idx="380">
                  <c:v>1.0400000000004184E-2</c:v>
                </c:pt>
                <c:pt idx="381">
                  <c:v>1.0400000000004184E-2</c:v>
                </c:pt>
                <c:pt idx="382">
                  <c:v>1.0400000000004184E-2</c:v>
                </c:pt>
                <c:pt idx="383">
                  <c:v>1.0400000000004184E-2</c:v>
                </c:pt>
                <c:pt idx="384">
                  <c:v>1.0400000000004184E-2</c:v>
                </c:pt>
                <c:pt idx="385">
                  <c:v>1.0400000000004184E-2</c:v>
                </c:pt>
                <c:pt idx="386">
                  <c:v>1.0400000000004184E-2</c:v>
                </c:pt>
                <c:pt idx="387">
                  <c:v>1.0400000000004184E-2</c:v>
                </c:pt>
                <c:pt idx="388">
                  <c:v>1.0499999999979082E-2</c:v>
                </c:pt>
                <c:pt idx="389">
                  <c:v>1.0499999999979082E-2</c:v>
                </c:pt>
                <c:pt idx="390">
                  <c:v>1.0499999999979082E-2</c:v>
                </c:pt>
                <c:pt idx="391">
                  <c:v>1.0499999999979082E-2</c:v>
                </c:pt>
                <c:pt idx="392">
                  <c:v>1.0499999999979082E-2</c:v>
                </c:pt>
                <c:pt idx="393">
                  <c:v>1.0499999999979082E-2</c:v>
                </c:pt>
                <c:pt idx="394">
                  <c:v>1.0499999999979082E-2</c:v>
                </c:pt>
                <c:pt idx="395">
                  <c:v>1.0499999999979082E-2</c:v>
                </c:pt>
                <c:pt idx="396">
                  <c:v>1.0499999999979082E-2</c:v>
                </c:pt>
                <c:pt idx="397">
                  <c:v>1.0499999999979082E-2</c:v>
                </c:pt>
                <c:pt idx="398">
                  <c:v>1.0499999999979082E-2</c:v>
                </c:pt>
                <c:pt idx="399">
                  <c:v>1.0499999999979082E-2</c:v>
                </c:pt>
                <c:pt idx="400">
                  <c:v>1.0499999999979082E-2</c:v>
                </c:pt>
                <c:pt idx="401">
                  <c:v>1.0499999999979082E-2</c:v>
                </c:pt>
                <c:pt idx="402">
                  <c:v>1.0499999999979082E-2</c:v>
                </c:pt>
                <c:pt idx="403">
                  <c:v>1.0499999999979082E-2</c:v>
                </c:pt>
                <c:pt idx="404">
                  <c:v>1.0499999999979082E-2</c:v>
                </c:pt>
                <c:pt idx="405">
                  <c:v>1.0499999999979082E-2</c:v>
                </c:pt>
                <c:pt idx="406">
                  <c:v>1.0499999999979082E-2</c:v>
                </c:pt>
                <c:pt idx="407">
                  <c:v>1.0499999999979082E-2</c:v>
                </c:pt>
                <c:pt idx="408">
                  <c:v>1.0499999999979082E-2</c:v>
                </c:pt>
                <c:pt idx="409">
                  <c:v>1.0499999999979082E-2</c:v>
                </c:pt>
                <c:pt idx="410">
                  <c:v>1.0499999999979082E-2</c:v>
                </c:pt>
                <c:pt idx="411">
                  <c:v>1.0499999999979082E-2</c:v>
                </c:pt>
                <c:pt idx="412">
                  <c:v>1.0499999999979082E-2</c:v>
                </c:pt>
                <c:pt idx="413">
                  <c:v>1.0499999999979082E-2</c:v>
                </c:pt>
                <c:pt idx="414">
                  <c:v>1.0499999999979082E-2</c:v>
                </c:pt>
                <c:pt idx="415">
                  <c:v>1.0499999999979082E-2</c:v>
                </c:pt>
                <c:pt idx="416">
                  <c:v>1.0499999999979082E-2</c:v>
                </c:pt>
                <c:pt idx="417">
                  <c:v>1.0499999999979082E-2</c:v>
                </c:pt>
                <c:pt idx="418">
                  <c:v>1.0499999999979082E-2</c:v>
                </c:pt>
                <c:pt idx="419">
                  <c:v>1.0499999999979082E-2</c:v>
                </c:pt>
                <c:pt idx="420">
                  <c:v>1.0499999999979082E-2</c:v>
                </c:pt>
                <c:pt idx="421">
                  <c:v>1.0499999999979082E-2</c:v>
                </c:pt>
                <c:pt idx="422">
                  <c:v>1.0499999999979082E-2</c:v>
                </c:pt>
                <c:pt idx="423">
                  <c:v>1.0499999999979082E-2</c:v>
                </c:pt>
                <c:pt idx="424">
                  <c:v>1.0499999999979082E-2</c:v>
                </c:pt>
                <c:pt idx="425">
                  <c:v>1.0499999999979082E-2</c:v>
                </c:pt>
                <c:pt idx="426">
                  <c:v>1.059999999995398E-2</c:v>
                </c:pt>
                <c:pt idx="427">
                  <c:v>1.059999999995398E-2</c:v>
                </c:pt>
                <c:pt idx="428">
                  <c:v>1.059999999995398E-2</c:v>
                </c:pt>
                <c:pt idx="429">
                  <c:v>1.0699999999985721E-2</c:v>
                </c:pt>
                <c:pt idx="430">
                  <c:v>1.0699999999985721E-2</c:v>
                </c:pt>
                <c:pt idx="431">
                  <c:v>1.0699999999985721E-2</c:v>
                </c:pt>
                <c:pt idx="432">
                  <c:v>1.0699999999985721E-2</c:v>
                </c:pt>
                <c:pt idx="433">
                  <c:v>1.0699999999985721E-2</c:v>
                </c:pt>
                <c:pt idx="434">
                  <c:v>1.0799999999960619E-2</c:v>
                </c:pt>
                <c:pt idx="435">
                  <c:v>1.0799999999960619E-2</c:v>
                </c:pt>
                <c:pt idx="436">
                  <c:v>1.0799999999960619E-2</c:v>
                </c:pt>
                <c:pt idx="437">
                  <c:v>1.0799999999960619E-2</c:v>
                </c:pt>
                <c:pt idx="438">
                  <c:v>1.0799999999960619E-2</c:v>
                </c:pt>
                <c:pt idx="439">
                  <c:v>1.0799999999960619E-2</c:v>
                </c:pt>
                <c:pt idx="440">
                  <c:v>1.0799999999960619E-2</c:v>
                </c:pt>
                <c:pt idx="441">
                  <c:v>1.0799999999960619E-2</c:v>
                </c:pt>
                <c:pt idx="442">
                  <c:v>1.0799999999960619E-2</c:v>
                </c:pt>
                <c:pt idx="443">
                  <c:v>1.0799999999960619E-2</c:v>
                </c:pt>
                <c:pt idx="444">
                  <c:v>1.0799999999960619E-2</c:v>
                </c:pt>
                <c:pt idx="445">
                  <c:v>1.0799999999960619E-2</c:v>
                </c:pt>
                <c:pt idx="446">
                  <c:v>1.0799999999960619E-2</c:v>
                </c:pt>
                <c:pt idx="447">
                  <c:v>1.0799999999960619E-2</c:v>
                </c:pt>
                <c:pt idx="448">
                  <c:v>1.0799999999960619E-2</c:v>
                </c:pt>
                <c:pt idx="449">
                  <c:v>1.0799999999960619E-2</c:v>
                </c:pt>
                <c:pt idx="450">
                  <c:v>1.0799999999960619E-2</c:v>
                </c:pt>
                <c:pt idx="451">
                  <c:v>1.0799999999960619E-2</c:v>
                </c:pt>
                <c:pt idx="452">
                  <c:v>1.0799999999960619E-2</c:v>
                </c:pt>
                <c:pt idx="453">
                  <c:v>1.0799999999960619E-2</c:v>
                </c:pt>
                <c:pt idx="454">
                  <c:v>1.0799999999960619E-2</c:v>
                </c:pt>
                <c:pt idx="455">
                  <c:v>1.0799999999960619E-2</c:v>
                </c:pt>
                <c:pt idx="456">
                  <c:v>1.0799999999960619E-2</c:v>
                </c:pt>
                <c:pt idx="457">
                  <c:v>1.0799999999960619E-2</c:v>
                </c:pt>
                <c:pt idx="458">
                  <c:v>1.0799999999960619E-2</c:v>
                </c:pt>
                <c:pt idx="459">
                  <c:v>1.0799999999960619E-2</c:v>
                </c:pt>
                <c:pt idx="460">
                  <c:v>1.0799999999960619E-2</c:v>
                </c:pt>
                <c:pt idx="461">
                  <c:v>1.0799999999960619E-2</c:v>
                </c:pt>
                <c:pt idx="462">
                  <c:v>1.0799999999960619E-2</c:v>
                </c:pt>
                <c:pt idx="463">
                  <c:v>1.0799999999960619E-2</c:v>
                </c:pt>
                <c:pt idx="464">
                  <c:v>1.0799999999960619E-2</c:v>
                </c:pt>
                <c:pt idx="465">
                  <c:v>1.0799999999960619E-2</c:v>
                </c:pt>
                <c:pt idx="466">
                  <c:v>1.0799999999960619E-2</c:v>
                </c:pt>
                <c:pt idx="467">
                  <c:v>1.0799999999960619E-2</c:v>
                </c:pt>
                <c:pt idx="468">
                  <c:v>1.0799999999960619E-2</c:v>
                </c:pt>
                <c:pt idx="469">
                  <c:v>1.0799999999960619E-2</c:v>
                </c:pt>
                <c:pt idx="470">
                  <c:v>1.0799999999960619E-2</c:v>
                </c:pt>
                <c:pt idx="471">
                  <c:v>1.0799999999960619E-2</c:v>
                </c:pt>
                <c:pt idx="472">
                  <c:v>1.0799999999960619E-2</c:v>
                </c:pt>
                <c:pt idx="473">
                  <c:v>1.0799999999960619E-2</c:v>
                </c:pt>
                <c:pt idx="474">
                  <c:v>1.089999999999236E-2</c:v>
                </c:pt>
                <c:pt idx="475">
                  <c:v>1.089999999999236E-2</c:v>
                </c:pt>
                <c:pt idx="476">
                  <c:v>1.089999999999236E-2</c:v>
                </c:pt>
                <c:pt idx="477">
                  <c:v>1.089999999999236E-2</c:v>
                </c:pt>
                <c:pt idx="478">
                  <c:v>1.089999999999236E-2</c:v>
                </c:pt>
                <c:pt idx="479">
                  <c:v>1.089999999999236E-2</c:v>
                </c:pt>
                <c:pt idx="480">
                  <c:v>1.089999999999236E-2</c:v>
                </c:pt>
                <c:pt idx="481">
                  <c:v>1.089999999999236E-2</c:v>
                </c:pt>
                <c:pt idx="482">
                  <c:v>1.089999999999236E-2</c:v>
                </c:pt>
                <c:pt idx="483">
                  <c:v>1.089999999999236E-2</c:v>
                </c:pt>
                <c:pt idx="484">
                  <c:v>1.089999999999236E-2</c:v>
                </c:pt>
                <c:pt idx="485">
                  <c:v>1.089999999999236E-2</c:v>
                </c:pt>
                <c:pt idx="486">
                  <c:v>1.089999999999236E-2</c:v>
                </c:pt>
                <c:pt idx="487">
                  <c:v>1.089999999999236E-2</c:v>
                </c:pt>
                <c:pt idx="488">
                  <c:v>1.089999999999236E-2</c:v>
                </c:pt>
                <c:pt idx="489">
                  <c:v>1.089999999999236E-2</c:v>
                </c:pt>
                <c:pt idx="490">
                  <c:v>1.089999999999236E-2</c:v>
                </c:pt>
                <c:pt idx="491">
                  <c:v>1.089999999999236E-2</c:v>
                </c:pt>
                <c:pt idx="492">
                  <c:v>1.089999999999236E-2</c:v>
                </c:pt>
                <c:pt idx="493">
                  <c:v>1.089999999999236E-2</c:v>
                </c:pt>
                <c:pt idx="494">
                  <c:v>1.089999999999236E-2</c:v>
                </c:pt>
                <c:pt idx="495">
                  <c:v>1.089999999999236E-2</c:v>
                </c:pt>
                <c:pt idx="496">
                  <c:v>1.089999999999236E-2</c:v>
                </c:pt>
                <c:pt idx="497">
                  <c:v>1.089999999999236E-2</c:v>
                </c:pt>
                <c:pt idx="498">
                  <c:v>1.089999999999236E-2</c:v>
                </c:pt>
                <c:pt idx="499">
                  <c:v>1.089999999999236E-2</c:v>
                </c:pt>
                <c:pt idx="500">
                  <c:v>1.089999999999236E-2</c:v>
                </c:pt>
                <c:pt idx="501">
                  <c:v>1.0799999999960619E-2</c:v>
                </c:pt>
                <c:pt idx="502">
                  <c:v>1.0799999999960619E-2</c:v>
                </c:pt>
                <c:pt idx="503">
                  <c:v>1.0699999999985721E-2</c:v>
                </c:pt>
                <c:pt idx="504">
                  <c:v>1.0699999999985721E-2</c:v>
                </c:pt>
                <c:pt idx="505">
                  <c:v>1.059999999995398E-2</c:v>
                </c:pt>
                <c:pt idx="506">
                  <c:v>1.059999999995398E-2</c:v>
                </c:pt>
                <c:pt idx="507">
                  <c:v>1.059999999995398E-2</c:v>
                </c:pt>
                <c:pt idx="508">
                  <c:v>1.0499999999979082E-2</c:v>
                </c:pt>
                <c:pt idx="509">
                  <c:v>1.0499999999979082E-2</c:v>
                </c:pt>
                <c:pt idx="510">
                  <c:v>1.0499999999979082E-2</c:v>
                </c:pt>
                <c:pt idx="511">
                  <c:v>1.0499999999979082E-2</c:v>
                </c:pt>
                <c:pt idx="512">
                  <c:v>1.0499999999979082E-2</c:v>
                </c:pt>
                <c:pt idx="513">
                  <c:v>1.0400000000004184E-2</c:v>
                </c:pt>
                <c:pt idx="514">
                  <c:v>1.0400000000004184E-2</c:v>
                </c:pt>
                <c:pt idx="515">
                  <c:v>1.0400000000004184E-2</c:v>
                </c:pt>
                <c:pt idx="516">
                  <c:v>1.0400000000004184E-2</c:v>
                </c:pt>
                <c:pt idx="517">
                  <c:v>1.0400000000004184E-2</c:v>
                </c:pt>
                <c:pt idx="518">
                  <c:v>1.0400000000004184E-2</c:v>
                </c:pt>
                <c:pt idx="519">
                  <c:v>1.0400000000004184E-2</c:v>
                </c:pt>
                <c:pt idx="520">
                  <c:v>1.0400000000004184E-2</c:v>
                </c:pt>
                <c:pt idx="521">
                  <c:v>1.0400000000004184E-2</c:v>
                </c:pt>
                <c:pt idx="522">
                  <c:v>1.0299999999972442E-2</c:v>
                </c:pt>
                <c:pt idx="523">
                  <c:v>1.0299999999972442E-2</c:v>
                </c:pt>
                <c:pt idx="524">
                  <c:v>1.0299999999972442E-2</c:v>
                </c:pt>
                <c:pt idx="525">
                  <c:v>1.0299999999972442E-2</c:v>
                </c:pt>
                <c:pt idx="526">
                  <c:v>1.0299999999972442E-2</c:v>
                </c:pt>
                <c:pt idx="527">
                  <c:v>1.0299999999972442E-2</c:v>
                </c:pt>
                <c:pt idx="528">
                  <c:v>1.0299999999972442E-2</c:v>
                </c:pt>
                <c:pt idx="529">
                  <c:v>1.0299999999972442E-2</c:v>
                </c:pt>
                <c:pt idx="530">
                  <c:v>1.0299999999972442E-2</c:v>
                </c:pt>
                <c:pt idx="531">
                  <c:v>1.0299999999972442E-2</c:v>
                </c:pt>
                <c:pt idx="532">
                  <c:v>1.0400000000004184E-2</c:v>
                </c:pt>
              </c:numCache>
            </c:numRef>
          </c:yVal>
          <c:smooth val="1"/>
          <c:extLst>
            <c:ext xmlns:c16="http://schemas.microsoft.com/office/drawing/2014/chart" uri="{C3380CC4-5D6E-409C-BE32-E72D297353CC}">
              <c16:uniqueId val="{0000000D-1510-4437-9CAD-7ED8315A59D8}"/>
            </c:ext>
          </c:extLst>
        </c:ser>
        <c:ser>
          <c:idx val="14"/>
          <c:order val="14"/>
          <c:tx>
            <c:strRef>
              <c:f>SM50000_TEMPSoc5l2_50000!$PC$1</c:f>
              <c:strCache>
                <c:ptCount val="1"/>
                <c:pt idx="0">
                  <c:v>TELE_SM_INTERIOR.274</c:v>
                </c:pt>
              </c:strCache>
            </c:strRef>
          </c:tx>
          <c:spPr>
            <a:ln w="19050" cap="rnd">
              <a:solidFill>
                <a:schemeClr val="accent3">
                  <a:lumMod val="80000"/>
                  <a:lumOff val="20000"/>
                </a:schemeClr>
              </a:solidFill>
              <a:round/>
            </a:ln>
            <a:effectLst/>
          </c:spPr>
          <c:marker>
            <c:symbol val="circle"/>
            <c:size val="5"/>
            <c:spPr>
              <a:solidFill>
                <a:schemeClr val="accent3">
                  <a:lumMod val="80000"/>
                  <a:lumOff val="20000"/>
                </a:schemeClr>
              </a:solidFill>
              <a:ln w="9525">
                <a:solidFill>
                  <a:schemeClr val="accent3">
                    <a:lumMod val="80000"/>
                    <a:lumOff val="2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SM50000_TEMPSoc5l2_50000!$PC$2:$PC$536</c:f>
              <c:numCache>
                <c:formatCode>General</c:formatCode>
                <c:ptCount val="533"/>
                <c:pt idx="0">
                  <c:v>0</c:v>
                </c:pt>
                <c:pt idx="1">
                  <c:v>3.7999999999556167E-3</c:v>
                </c:pt>
                <c:pt idx="2">
                  <c:v>5.1999999999452484E-3</c:v>
                </c:pt>
                <c:pt idx="3">
                  <c:v>5.9999999999718057E-3</c:v>
                </c:pt>
                <c:pt idx="4">
                  <c:v>6.3999999999850843E-3</c:v>
                </c:pt>
                <c:pt idx="5">
                  <c:v>6.6999999999666215E-3</c:v>
                </c:pt>
                <c:pt idx="6">
                  <c:v>6.8999999999732609E-3</c:v>
                </c:pt>
                <c:pt idx="7">
                  <c:v>7.0999999999799002E-3</c:v>
                </c:pt>
                <c:pt idx="8">
                  <c:v>7.2999999999865395E-3</c:v>
                </c:pt>
                <c:pt idx="9">
                  <c:v>7.3999999999614374E-3</c:v>
                </c:pt>
                <c:pt idx="10">
                  <c:v>7.5999999999680767E-3</c:v>
                </c:pt>
                <c:pt idx="11">
                  <c:v>7.6999999999998181E-3</c:v>
                </c:pt>
                <c:pt idx="12">
                  <c:v>7.899999999949614E-3</c:v>
                </c:pt>
                <c:pt idx="13">
                  <c:v>7.9999999999813554E-3</c:v>
                </c:pt>
                <c:pt idx="14">
                  <c:v>8.1999999999879947E-3</c:v>
                </c:pt>
                <c:pt idx="15">
                  <c:v>8.2999999999628926E-3</c:v>
                </c:pt>
                <c:pt idx="16">
                  <c:v>8.399999999994634E-3</c:v>
                </c:pt>
                <c:pt idx="17">
                  <c:v>8.6000000000012733E-3</c:v>
                </c:pt>
                <c:pt idx="18">
                  <c:v>8.6999999999761712E-3</c:v>
                </c:pt>
                <c:pt idx="19">
                  <c:v>8.7999999999510692E-3</c:v>
                </c:pt>
                <c:pt idx="20">
                  <c:v>8.8999999999828106E-3</c:v>
                </c:pt>
                <c:pt idx="21">
                  <c:v>8.9999999999577085E-3</c:v>
                </c:pt>
                <c:pt idx="22">
                  <c:v>9.0999999999894499E-3</c:v>
                </c:pt>
                <c:pt idx="23">
                  <c:v>9.1999999999643478E-3</c:v>
                </c:pt>
                <c:pt idx="24">
                  <c:v>9.1999999999643478E-3</c:v>
                </c:pt>
                <c:pt idx="25">
                  <c:v>9.2999999999960892E-3</c:v>
                </c:pt>
                <c:pt idx="26">
                  <c:v>9.3999999999709871E-3</c:v>
                </c:pt>
                <c:pt idx="27">
                  <c:v>9.4999999999458851E-3</c:v>
                </c:pt>
                <c:pt idx="28">
                  <c:v>9.4999999999458851E-3</c:v>
                </c:pt>
                <c:pt idx="29">
                  <c:v>9.5999999999776264E-3</c:v>
                </c:pt>
                <c:pt idx="30">
                  <c:v>9.5999999999776264E-3</c:v>
                </c:pt>
                <c:pt idx="31">
                  <c:v>9.6999999999525244E-3</c:v>
                </c:pt>
                <c:pt idx="32">
                  <c:v>9.6999999999525244E-3</c:v>
                </c:pt>
                <c:pt idx="33">
                  <c:v>9.7999999999842657E-3</c:v>
                </c:pt>
                <c:pt idx="34">
                  <c:v>9.7999999999842657E-3</c:v>
                </c:pt>
                <c:pt idx="35">
                  <c:v>9.7999999999842657E-3</c:v>
                </c:pt>
                <c:pt idx="36">
                  <c:v>9.7999999999842657E-3</c:v>
                </c:pt>
                <c:pt idx="37">
                  <c:v>9.8999999999591637E-3</c:v>
                </c:pt>
                <c:pt idx="38">
                  <c:v>9.8999999999591637E-3</c:v>
                </c:pt>
                <c:pt idx="39">
                  <c:v>9.8999999999591637E-3</c:v>
                </c:pt>
                <c:pt idx="40">
                  <c:v>9.8999999999591637E-3</c:v>
                </c:pt>
                <c:pt idx="41">
                  <c:v>9.9999999999909051E-3</c:v>
                </c:pt>
                <c:pt idx="42">
                  <c:v>9.9999999999909051E-3</c:v>
                </c:pt>
                <c:pt idx="43">
                  <c:v>9.9999999999909051E-3</c:v>
                </c:pt>
                <c:pt idx="44">
                  <c:v>9.9999999999909051E-3</c:v>
                </c:pt>
                <c:pt idx="45">
                  <c:v>9.9999999999909051E-3</c:v>
                </c:pt>
                <c:pt idx="46">
                  <c:v>9.9999999999909051E-3</c:v>
                </c:pt>
                <c:pt idx="47">
                  <c:v>9.9999999999909051E-3</c:v>
                </c:pt>
                <c:pt idx="48">
                  <c:v>9.9999999999909051E-3</c:v>
                </c:pt>
                <c:pt idx="49">
                  <c:v>1.0099999999965803E-2</c:v>
                </c:pt>
                <c:pt idx="50">
                  <c:v>1.0099999999965803E-2</c:v>
                </c:pt>
                <c:pt idx="51">
                  <c:v>1.0099999999965803E-2</c:v>
                </c:pt>
                <c:pt idx="52">
                  <c:v>1.0099999999965803E-2</c:v>
                </c:pt>
                <c:pt idx="53">
                  <c:v>1.0099999999965803E-2</c:v>
                </c:pt>
                <c:pt idx="54">
                  <c:v>1.0099999999965803E-2</c:v>
                </c:pt>
                <c:pt idx="55">
                  <c:v>1.0099999999965803E-2</c:v>
                </c:pt>
                <c:pt idx="56">
                  <c:v>1.0099999999965803E-2</c:v>
                </c:pt>
                <c:pt idx="57">
                  <c:v>1.0099999999965803E-2</c:v>
                </c:pt>
                <c:pt idx="58">
                  <c:v>1.0199999999997544E-2</c:v>
                </c:pt>
                <c:pt idx="59">
                  <c:v>1.0199999999997544E-2</c:v>
                </c:pt>
                <c:pt idx="60">
                  <c:v>1.0199999999997544E-2</c:v>
                </c:pt>
                <c:pt idx="61">
                  <c:v>1.0199999999997544E-2</c:v>
                </c:pt>
                <c:pt idx="62">
                  <c:v>1.0099999999965803E-2</c:v>
                </c:pt>
                <c:pt idx="63">
                  <c:v>1.0099999999965803E-2</c:v>
                </c:pt>
                <c:pt idx="64">
                  <c:v>1.0099999999965803E-2</c:v>
                </c:pt>
                <c:pt idx="65">
                  <c:v>1.0199999999997544E-2</c:v>
                </c:pt>
                <c:pt idx="66">
                  <c:v>1.0199999999997544E-2</c:v>
                </c:pt>
                <c:pt idx="67">
                  <c:v>1.0199999999997544E-2</c:v>
                </c:pt>
                <c:pt idx="68">
                  <c:v>1.0199999999997544E-2</c:v>
                </c:pt>
                <c:pt idx="69">
                  <c:v>1.0199999999997544E-2</c:v>
                </c:pt>
                <c:pt idx="70">
                  <c:v>1.0199999999997544E-2</c:v>
                </c:pt>
                <c:pt idx="71">
                  <c:v>1.0199999999997544E-2</c:v>
                </c:pt>
                <c:pt idx="72">
                  <c:v>1.0199999999997544E-2</c:v>
                </c:pt>
                <c:pt idx="73">
                  <c:v>1.0199999999997544E-2</c:v>
                </c:pt>
                <c:pt idx="74">
                  <c:v>1.0199999999997544E-2</c:v>
                </c:pt>
                <c:pt idx="75">
                  <c:v>1.0199999999997544E-2</c:v>
                </c:pt>
                <c:pt idx="76">
                  <c:v>1.0199999999997544E-2</c:v>
                </c:pt>
                <c:pt idx="77">
                  <c:v>1.0199999999997544E-2</c:v>
                </c:pt>
                <c:pt idx="78">
                  <c:v>1.0199999999997544E-2</c:v>
                </c:pt>
                <c:pt idx="79">
                  <c:v>1.0199999999997544E-2</c:v>
                </c:pt>
                <c:pt idx="80">
                  <c:v>1.0199999999997544E-2</c:v>
                </c:pt>
                <c:pt idx="81">
                  <c:v>1.0199999999997544E-2</c:v>
                </c:pt>
                <c:pt idx="82">
                  <c:v>1.0199999999997544E-2</c:v>
                </c:pt>
                <c:pt idx="83">
                  <c:v>1.0199999999997544E-2</c:v>
                </c:pt>
                <c:pt idx="84">
                  <c:v>1.0199999999997544E-2</c:v>
                </c:pt>
                <c:pt idx="85">
                  <c:v>1.0199999999997544E-2</c:v>
                </c:pt>
                <c:pt idx="86">
                  <c:v>1.0199999999997544E-2</c:v>
                </c:pt>
                <c:pt idx="87">
                  <c:v>1.0199999999997544E-2</c:v>
                </c:pt>
                <c:pt idx="88">
                  <c:v>1.0199999999997544E-2</c:v>
                </c:pt>
                <c:pt idx="89">
                  <c:v>1.0199999999997544E-2</c:v>
                </c:pt>
                <c:pt idx="90">
                  <c:v>1.0199999999997544E-2</c:v>
                </c:pt>
                <c:pt idx="91">
                  <c:v>1.0299999999972442E-2</c:v>
                </c:pt>
                <c:pt idx="92">
                  <c:v>1.0299999999972442E-2</c:v>
                </c:pt>
                <c:pt idx="93">
                  <c:v>1.0299999999972442E-2</c:v>
                </c:pt>
                <c:pt idx="94">
                  <c:v>1.0299999999972442E-2</c:v>
                </c:pt>
                <c:pt idx="95">
                  <c:v>1.0299999999972442E-2</c:v>
                </c:pt>
                <c:pt idx="96">
                  <c:v>1.0299999999972442E-2</c:v>
                </c:pt>
                <c:pt idx="97">
                  <c:v>1.0299999999972442E-2</c:v>
                </c:pt>
                <c:pt idx="98">
                  <c:v>1.0299999999972442E-2</c:v>
                </c:pt>
                <c:pt idx="99">
                  <c:v>1.0299999999972442E-2</c:v>
                </c:pt>
                <c:pt idx="100">
                  <c:v>1.0299999999972442E-2</c:v>
                </c:pt>
                <c:pt idx="101">
                  <c:v>1.0299999999972442E-2</c:v>
                </c:pt>
                <c:pt idx="102">
                  <c:v>1.0299999999972442E-2</c:v>
                </c:pt>
                <c:pt idx="103">
                  <c:v>1.0299999999972442E-2</c:v>
                </c:pt>
                <c:pt idx="104">
                  <c:v>1.0299999999972442E-2</c:v>
                </c:pt>
                <c:pt idx="105">
                  <c:v>1.0299999999972442E-2</c:v>
                </c:pt>
                <c:pt idx="106">
                  <c:v>1.0299999999972442E-2</c:v>
                </c:pt>
                <c:pt idx="107">
                  <c:v>1.0299999999972442E-2</c:v>
                </c:pt>
                <c:pt idx="108">
                  <c:v>1.0299999999972442E-2</c:v>
                </c:pt>
                <c:pt idx="109">
                  <c:v>1.0299999999972442E-2</c:v>
                </c:pt>
                <c:pt idx="110">
                  <c:v>1.0299999999972442E-2</c:v>
                </c:pt>
                <c:pt idx="111">
                  <c:v>1.039999999994734E-2</c:v>
                </c:pt>
                <c:pt idx="112">
                  <c:v>1.039999999994734E-2</c:v>
                </c:pt>
                <c:pt idx="113">
                  <c:v>1.039999999994734E-2</c:v>
                </c:pt>
                <c:pt idx="114">
                  <c:v>1.0499999999979082E-2</c:v>
                </c:pt>
                <c:pt idx="115">
                  <c:v>1.0499999999979082E-2</c:v>
                </c:pt>
                <c:pt idx="116">
                  <c:v>1.0499999999979082E-2</c:v>
                </c:pt>
                <c:pt idx="117">
                  <c:v>1.0499999999979082E-2</c:v>
                </c:pt>
                <c:pt idx="118">
                  <c:v>1.0499999999979082E-2</c:v>
                </c:pt>
                <c:pt idx="119">
                  <c:v>1.059999999995398E-2</c:v>
                </c:pt>
                <c:pt idx="120">
                  <c:v>1.059999999995398E-2</c:v>
                </c:pt>
                <c:pt idx="121">
                  <c:v>1.059999999995398E-2</c:v>
                </c:pt>
                <c:pt idx="122">
                  <c:v>1.059999999995398E-2</c:v>
                </c:pt>
                <c:pt idx="123">
                  <c:v>1.059999999995398E-2</c:v>
                </c:pt>
                <c:pt idx="124">
                  <c:v>1.059999999995398E-2</c:v>
                </c:pt>
                <c:pt idx="125">
                  <c:v>1.059999999995398E-2</c:v>
                </c:pt>
                <c:pt idx="126">
                  <c:v>1.059999999995398E-2</c:v>
                </c:pt>
                <c:pt idx="127">
                  <c:v>1.059999999995398E-2</c:v>
                </c:pt>
                <c:pt idx="128">
                  <c:v>1.059999999995398E-2</c:v>
                </c:pt>
                <c:pt idx="129">
                  <c:v>1.059999999995398E-2</c:v>
                </c:pt>
                <c:pt idx="130">
                  <c:v>1.059999999995398E-2</c:v>
                </c:pt>
                <c:pt idx="131">
                  <c:v>1.059999999995398E-2</c:v>
                </c:pt>
                <c:pt idx="132">
                  <c:v>1.059999999995398E-2</c:v>
                </c:pt>
                <c:pt idx="133">
                  <c:v>1.059999999995398E-2</c:v>
                </c:pt>
                <c:pt idx="134">
                  <c:v>1.059999999995398E-2</c:v>
                </c:pt>
                <c:pt idx="135">
                  <c:v>1.059999999995398E-2</c:v>
                </c:pt>
                <c:pt idx="136">
                  <c:v>1.059999999995398E-2</c:v>
                </c:pt>
                <c:pt idx="137">
                  <c:v>1.059999999995398E-2</c:v>
                </c:pt>
                <c:pt idx="138">
                  <c:v>1.059999999995398E-2</c:v>
                </c:pt>
                <c:pt idx="139">
                  <c:v>1.059999999995398E-2</c:v>
                </c:pt>
                <c:pt idx="140">
                  <c:v>1.059999999995398E-2</c:v>
                </c:pt>
                <c:pt idx="141">
                  <c:v>1.059999999995398E-2</c:v>
                </c:pt>
                <c:pt idx="142">
                  <c:v>1.059999999995398E-2</c:v>
                </c:pt>
                <c:pt idx="143">
                  <c:v>1.059999999995398E-2</c:v>
                </c:pt>
                <c:pt idx="144">
                  <c:v>1.059999999995398E-2</c:v>
                </c:pt>
                <c:pt idx="145">
                  <c:v>1.0699999999985721E-2</c:v>
                </c:pt>
                <c:pt idx="146">
                  <c:v>1.0699999999985721E-2</c:v>
                </c:pt>
                <c:pt idx="147">
                  <c:v>1.0699999999985721E-2</c:v>
                </c:pt>
                <c:pt idx="148">
                  <c:v>1.0699999999985721E-2</c:v>
                </c:pt>
                <c:pt idx="149">
                  <c:v>1.0699999999985721E-2</c:v>
                </c:pt>
                <c:pt idx="150">
                  <c:v>1.0699999999985721E-2</c:v>
                </c:pt>
                <c:pt idx="151">
                  <c:v>1.0699999999985721E-2</c:v>
                </c:pt>
                <c:pt idx="152">
                  <c:v>1.0699999999985721E-2</c:v>
                </c:pt>
                <c:pt idx="153">
                  <c:v>1.0699999999985721E-2</c:v>
                </c:pt>
                <c:pt idx="154">
                  <c:v>1.0699999999985721E-2</c:v>
                </c:pt>
                <c:pt idx="155">
                  <c:v>1.0699999999985721E-2</c:v>
                </c:pt>
                <c:pt idx="156">
                  <c:v>1.0699999999985721E-2</c:v>
                </c:pt>
                <c:pt idx="157">
                  <c:v>1.0699999999985721E-2</c:v>
                </c:pt>
                <c:pt idx="158">
                  <c:v>1.0699999999985721E-2</c:v>
                </c:pt>
                <c:pt idx="159">
                  <c:v>1.0699999999985721E-2</c:v>
                </c:pt>
                <c:pt idx="160">
                  <c:v>1.059999999995398E-2</c:v>
                </c:pt>
                <c:pt idx="161">
                  <c:v>1.059999999995398E-2</c:v>
                </c:pt>
                <c:pt idx="162">
                  <c:v>1.059999999995398E-2</c:v>
                </c:pt>
                <c:pt idx="163">
                  <c:v>1.0499999999979082E-2</c:v>
                </c:pt>
                <c:pt idx="164">
                  <c:v>1.0499999999979082E-2</c:v>
                </c:pt>
                <c:pt idx="165">
                  <c:v>1.0499999999979082E-2</c:v>
                </c:pt>
                <c:pt idx="166">
                  <c:v>1.0499999999979082E-2</c:v>
                </c:pt>
                <c:pt idx="167">
                  <c:v>1.0499999999979082E-2</c:v>
                </c:pt>
                <c:pt idx="168">
                  <c:v>1.0499999999979082E-2</c:v>
                </c:pt>
                <c:pt idx="169">
                  <c:v>1.0499999999979082E-2</c:v>
                </c:pt>
                <c:pt idx="170">
                  <c:v>1.0499999999979082E-2</c:v>
                </c:pt>
                <c:pt idx="171">
                  <c:v>1.0499999999979082E-2</c:v>
                </c:pt>
                <c:pt idx="172">
                  <c:v>1.0499999999979082E-2</c:v>
                </c:pt>
                <c:pt idx="173">
                  <c:v>1.0499999999979082E-2</c:v>
                </c:pt>
                <c:pt idx="174">
                  <c:v>1.0499999999979082E-2</c:v>
                </c:pt>
                <c:pt idx="175">
                  <c:v>1.0499999999979082E-2</c:v>
                </c:pt>
                <c:pt idx="176">
                  <c:v>1.0499999999979082E-2</c:v>
                </c:pt>
                <c:pt idx="177">
                  <c:v>1.0499999999979082E-2</c:v>
                </c:pt>
                <c:pt idx="178">
                  <c:v>1.0499999999979082E-2</c:v>
                </c:pt>
                <c:pt idx="179">
                  <c:v>1.0499999999979082E-2</c:v>
                </c:pt>
                <c:pt idx="180">
                  <c:v>1.0499999999979082E-2</c:v>
                </c:pt>
                <c:pt idx="181">
                  <c:v>1.0499999999979082E-2</c:v>
                </c:pt>
                <c:pt idx="182">
                  <c:v>1.0499999999979082E-2</c:v>
                </c:pt>
                <c:pt idx="183">
                  <c:v>1.0499999999979082E-2</c:v>
                </c:pt>
                <c:pt idx="184">
                  <c:v>1.0499999999979082E-2</c:v>
                </c:pt>
                <c:pt idx="185">
                  <c:v>1.0499999999979082E-2</c:v>
                </c:pt>
                <c:pt idx="186">
                  <c:v>1.0499999999979082E-2</c:v>
                </c:pt>
                <c:pt idx="187">
                  <c:v>1.0499999999979082E-2</c:v>
                </c:pt>
                <c:pt idx="188">
                  <c:v>1.039999999994734E-2</c:v>
                </c:pt>
                <c:pt idx="189">
                  <c:v>1.039999999994734E-2</c:v>
                </c:pt>
                <c:pt idx="190">
                  <c:v>1.039999999994734E-2</c:v>
                </c:pt>
                <c:pt idx="191">
                  <c:v>1.039999999994734E-2</c:v>
                </c:pt>
                <c:pt idx="192">
                  <c:v>1.039999999994734E-2</c:v>
                </c:pt>
                <c:pt idx="193">
                  <c:v>1.039999999994734E-2</c:v>
                </c:pt>
                <c:pt idx="194">
                  <c:v>1.039999999994734E-2</c:v>
                </c:pt>
                <c:pt idx="195">
                  <c:v>1.039999999994734E-2</c:v>
                </c:pt>
                <c:pt idx="196">
                  <c:v>1.039999999994734E-2</c:v>
                </c:pt>
                <c:pt idx="197">
                  <c:v>1.039999999994734E-2</c:v>
                </c:pt>
                <c:pt idx="198">
                  <c:v>1.039999999994734E-2</c:v>
                </c:pt>
                <c:pt idx="199">
                  <c:v>1.0299999999972442E-2</c:v>
                </c:pt>
                <c:pt idx="200">
                  <c:v>1.0299999999972442E-2</c:v>
                </c:pt>
                <c:pt idx="201">
                  <c:v>1.0299999999972442E-2</c:v>
                </c:pt>
                <c:pt idx="202">
                  <c:v>1.0299999999972442E-2</c:v>
                </c:pt>
                <c:pt idx="203">
                  <c:v>1.0299999999972442E-2</c:v>
                </c:pt>
                <c:pt idx="204">
                  <c:v>1.0299999999972442E-2</c:v>
                </c:pt>
                <c:pt idx="205">
                  <c:v>1.0299999999972442E-2</c:v>
                </c:pt>
                <c:pt idx="206">
                  <c:v>1.0299999999972442E-2</c:v>
                </c:pt>
                <c:pt idx="207">
                  <c:v>1.0299999999972442E-2</c:v>
                </c:pt>
                <c:pt idx="208">
                  <c:v>1.0299999999972442E-2</c:v>
                </c:pt>
                <c:pt idx="209">
                  <c:v>1.0299999999972442E-2</c:v>
                </c:pt>
                <c:pt idx="210">
                  <c:v>1.0299999999972442E-2</c:v>
                </c:pt>
                <c:pt idx="211">
                  <c:v>1.0299999999972442E-2</c:v>
                </c:pt>
                <c:pt idx="212">
                  <c:v>1.0299999999972442E-2</c:v>
                </c:pt>
                <c:pt idx="213">
                  <c:v>1.0299999999972442E-2</c:v>
                </c:pt>
                <c:pt idx="214">
                  <c:v>1.0299999999972442E-2</c:v>
                </c:pt>
                <c:pt idx="215">
                  <c:v>1.0299999999972442E-2</c:v>
                </c:pt>
                <c:pt idx="216">
                  <c:v>1.0299999999972442E-2</c:v>
                </c:pt>
                <c:pt idx="217">
                  <c:v>1.0299999999972442E-2</c:v>
                </c:pt>
                <c:pt idx="218">
                  <c:v>1.0299999999972442E-2</c:v>
                </c:pt>
                <c:pt idx="219">
                  <c:v>1.0299999999972442E-2</c:v>
                </c:pt>
                <c:pt idx="220">
                  <c:v>1.0299999999972442E-2</c:v>
                </c:pt>
                <c:pt idx="221">
                  <c:v>1.0199999999997544E-2</c:v>
                </c:pt>
                <c:pt idx="222">
                  <c:v>1.0199999999997544E-2</c:v>
                </c:pt>
                <c:pt idx="223">
                  <c:v>1.0199999999997544E-2</c:v>
                </c:pt>
                <c:pt idx="224">
                  <c:v>1.0199999999997544E-2</c:v>
                </c:pt>
                <c:pt idx="225">
                  <c:v>1.0199999999997544E-2</c:v>
                </c:pt>
                <c:pt idx="226">
                  <c:v>1.0199999999997544E-2</c:v>
                </c:pt>
                <c:pt idx="227">
                  <c:v>1.0199999999997544E-2</c:v>
                </c:pt>
                <c:pt idx="228">
                  <c:v>1.0199999999997544E-2</c:v>
                </c:pt>
                <c:pt idx="229">
                  <c:v>1.0199999999997544E-2</c:v>
                </c:pt>
                <c:pt idx="230">
                  <c:v>1.0199999999997544E-2</c:v>
                </c:pt>
                <c:pt idx="231">
                  <c:v>1.0199999999997544E-2</c:v>
                </c:pt>
                <c:pt idx="232">
                  <c:v>1.0299999999972442E-2</c:v>
                </c:pt>
                <c:pt idx="233">
                  <c:v>1.0299999999972442E-2</c:v>
                </c:pt>
                <c:pt idx="234">
                  <c:v>1.0299999999972442E-2</c:v>
                </c:pt>
                <c:pt idx="235">
                  <c:v>1.0299999999972442E-2</c:v>
                </c:pt>
                <c:pt idx="236">
                  <c:v>1.0299999999972442E-2</c:v>
                </c:pt>
                <c:pt idx="237">
                  <c:v>1.0299999999972442E-2</c:v>
                </c:pt>
                <c:pt idx="238">
                  <c:v>1.0299999999972442E-2</c:v>
                </c:pt>
                <c:pt idx="239">
                  <c:v>1.0299999999972442E-2</c:v>
                </c:pt>
                <c:pt idx="240">
                  <c:v>1.0299999999972442E-2</c:v>
                </c:pt>
                <c:pt idx="241">
                  <c:v>1.0299999999972442E-2</c:v>
                </c:pt>
                <c:pt idx="242">
                  <c:v>1.0299999999972442E-2</c:v>
                </c:pt>
                <c:pt idx="243">
                  <c:v>1.0299999999972442E-2</c:v>
                </c:pt>
                <c:pt idx="244">
                  <c:v>1.0299999999972442E-2</c:v>
                </c:pt>
                <c:pt idx="245">
                  <c:v>1.0299999999972442E-2</c:v>
                </c:pt>
                <c:pt idx="246">
                  <c:v>1.0299999999972442E-2</c:v>
                </c:pt>
                <c:pt idx="247">
                  <c:v>1.0299999999972442E-2</c:v>
                </c:pt>
                <c:pt idx="248">
                  <c:v>1.0299999999972442E-2</c:v>
                </c:pt>
                <c:pt idx="249">
                  <c:v>1.0299999999972442E-2</c:v>
                </c:pt>
                <c:pt idx="250">
                  <c:v>1.0299999999972442E-2</c:v>
                </c:pt>
                <c:pt idx="251">
                  <c:v>1.0299999999972442E-2</c:v>
                </c:pt>
                <c:pt idx="252">
                  <c:v>1.0299999999972442E-2</c:v>
                </c:pt>
                <c:pt idx="253">
                  <c:v>1.0299999999972442E-2</c:v>
                </c:pt>
                <c:pt idx="254">
                  <c:v>1.0299999999972442E-2</c:v>
                </c:pt>
                <c:pt idx="255">
                  <c:v>1.0299999999972442E-2</c:v>
                </c:pt>
                <c:pt idx="256">
                  <c:v>1.0299999999972442E-2</c:v>
                </c:pt>
                <c:pt idx="257">
                  <c:v>1.0299999999972442E-2</c:v>
                </c:pt>
                <c:pt idx="258">
                  <c:v>1.0299999999972442E-2</c:v>
                </c:pt>
                <c:pt idx="259">
                  <c:v>1.0299999999972442E-2</c:v>
                </c:pt>
                <c:pt idx="260">
                  <c:v>1.0299999999972442E-2</c:v>
                </c:pt>
                <c:pt idx="261">
                  <c:v>1.0299999999972442E-2</c:v>
                </c:pt>
                <c:pt idx="262">
                  <c:v>1.0299999999972442E-2</c:v>
                </c:pt>
                <c:pt idx="263">
                  <c:v>1.0299999999972442E-2</c:v>
                </c:pt>
                <c:pt idx="264">
                  <c:v>1.0299999999972442E-2</c:v>
                </c:pt>
                <c:pt idx="265">
                  <c:v>1.0299999999972442E-2</c:v>
                </c:pt>
                <c:pt idx="266">
                  <c:v>1.0299999999972442E-2</c:v>
                </c:pt>
                <c:pt idx="267">
                  <c:v>1.0299999999972442E-2</c:v>
                </c:pt>
                <c:pt idx="268">
                  <c:v>1.039999999994734E-2</c:v>
                </c:pt>
                <c:pt idx="269">
                  <c:v>1.039999999994734E-2</c:v>
                </c:pt>
                <c:pt idx="270">
                  <c:v>1.039999999994734E-2</c:v>
                </c:pt>
                <c:pt idx="271">
                  <c:v>1.0499999999979082E-2</c:v>
                </c:pt>
                <c:pt idx="272">
                  <c:v>1.0499999999979082E-2</c:v>
                </c:pt>
                <c:pt idx="273">
                  <c:v>1.0499999999979082E-2</c:v>
                </c:pt>
                <c:pt idx="274">
                  <c:v>1.0499999999979082E-2</c:v>
                </c:pt>
                <c:pt idx="275">
                  <c:v>1.059999999995398E-2</c:v>
                </c:pt>
                <c:pt idx="276">
                  <c:v>1.059999999995398E-2</c:v>
                </c:pt>
                <c:pt idx="277">
                  <c:v>1.059999999995398E-2</c:v>
                </c:pt>
                <c:pt idx="278">
                  <c:v>1.059999999995398E-2</c:v>
                </c:pt>
                <c:pt idx="279">
                  <c:v>1.059999999995398E-2</c:v>
                </c:pt>
                <c:pt idx="280">
                  <c:v>1.059999999995398E-2</c:v>
                </c:pt>
                <c:pt idx="281">
                  <c:v>1.059999999995398E-2</c:v>
                </c:pt>
                <c:pt idx="282">
                  <c:v>1.059999999995398E-2</c:v>
                </c:pt>
                <c:pt idx="283">
                  <c:v>1.059999999995398E-2</c:v>
                </c:pt>
                <c:pt idx="284">
                  <c:v>1.059999999995398E-2</c:v>
                </c:pt>
                <c:pt idx="285">
                  <c:v>1.059999999995398E-2</c:v>
                </c:pt>
                <c:pt idx="286">
                  <c:v>1.059999999995398E-2</c:v>
                </c:pt>
                <c:pt idx="287">
                  <c:v>1.059999999995398E-2</c:v>
                </c:pt>
                <c:pt idx="288">
                  <c:v>1.059999999995398E-2</c:v>
                </c:pt>
                <c:pt idx="289">
                  <c:v>1.059999999995398E-2</c:v>
                </c:pt>
                <c:pt idx="290">
                  <c:v>1.059999999995398E-2</c:v>
                </c:pt>
                <c:pt idx="291">
                  <c:v>1.059999999995398E-2</c:v>
                </c:pt>
                <c:pt idx="292">
                  <c:v>1.059999999995398E-2</c:v>
                </c:pt>
                <c:pt idx="293">
                  <c:v>1.059999999995398E-2</c:v>
                </c:pt>
                <c:pt idx="294">
                  <c:v>1.059999999995398E-2</c:v>
                </c:pt>
                <c:pt idx="295">
                  <c:v>1.059999999995398E-2</c:v>
                </c:pt>
                <c:pt idx="296">
                  <c:v>1.059999999995398E-2</c:v>
                </c:pt>
                <c:pt idx="297">
                  <c:v>1.059999999995398E-2</c:v>
                </c:pt>
                <c:pt idx="298">
                  <c:v>1.0699999999985721E-2</c:v>
                </c:pt>
                <c:pt idx="299">
                  <c:v>1.0699999999985721E-2</c:v>
                </c:pt>
                <c:pt idx="300">
                  <c:v>1.0699999999985721E-2</c:v>
                </c:pt>
                <c:pt idx="301">
                  <c:v>1.0699999999985721E-2</c:v>
                </c:pt>
                <c:pt idx="302">
                  <c:v>1.0699999999985721E-2</c:v>
                </c:pt>
                <c:pt idx="303">
                  <c:v>1.0699999999985721E-2</c:v>
                </c:pt>
                <c:pt idx="304">
                  <c:v>1.0699999999985721E-2</c:v>
                </c:pt>
                <c:pt idx="305">
                  <c:v>1.0699999999985721E-2</c:v>
                </c:pt>
                <c:pt idx="306">
                  <c:v>1.0699999999985721E-2</c:v>
                </c:pt>
                <c:pt idx="307">
                  <c:v>1.0699999999985721E-2</c:v>
                </c:pt>
                <c:pt idx="308">
                  <c:v>1.0699999999985721E-2</c:v>
                </c:pt>
                <c:pt idx="309">
                  <c:v>1.0699999999985721E-2</c:v>
                </c:pt>
                <c:pt idx="310">
                  <c:v>1.0699999999985721E-2</c:v>
                </c:pt>
                <c:pt idx="311">
                  <c:v>1.0699999999985721E-2</c:v>
                </c:pt>
                <c:pt idx="312">
                  <c:v>1.0699999999985721E-2</c:v>
                </c:pt>
                <c:pt idx="313">
                  <c:v>1.0699999999985721E-2</c:v>
                </c:pt>
                <c:pt idx="314">
                  <c:v>1.0699999999985721E-2</c:v>
                </c:pt>
                <c:pt idx="315">
                  <c:v>1.0699999999985721E-2</c:v>
                </c:pt>
                <c:pt idx="316">
                  <c:v>1.0699999999985721E-2</c:v>
                </c:pt>
                <c:pt idx="317">
                  <c:v>1.059999999995398E-2</c:v>
                </c:pt>
                <c:pt idx="318">
                  <c:v>1.059999999995398E-2</c:v>
                </c:pt>
                <c:pt idx="319">
                  <c:v>1.059999999995398E-2</c:v>
                </c:pt>
                <c:pt idx="320">
                  <c:v>1.0499999999979082E-2</c:v>
                </c:pt>
                <c:pt idx="321">
                  <c:v>1.0499999999979082E-2</c:v>
                </c:pt>
                <c:pt idx="322">
                  <c:v>1.0499999999979082E-2</c:v>
                </c:pt>
                <c:pt idx="323">
                  <c:v>1.0499999999979082E-2</c:v>
                </c:pt>
                <c:pt idx="324">
                  <c:v>1.0499999999979082E-2</c:v>
                </c:pt>
                <c:pt idx="325">
                  <c:v>1.0499999999979082E-2</c:v>
                </c:pt>
                <c:pt idx="326">
                  <c:v>1.0499999999979082E-2</c:v>
                </c:pt>
                <c:pt idx="327">
                  <c:v>1.0499999999979082E-2</c:v>
                </c:pt>
                <c:pt idx="328">
                  <c:v>1.0499999999979082E-2</c:v>
                </c:pt>
                <c:pt idx="329">
                  <c:v>1.0499999999979082E-2</c:v>
                </c:pt>
                <c:pt idx="330">
                  <c:v>1.0499999999979082E-2</c:v>
                </c:pt>
                <c:pt idx="331">
                  <c:v>1.0499999999979082E-2</c:v>
                </c:pt>
                <c:pt idx="332">
                  <c:v>1.0499999999979082E-2</c:v>
                </c:pt>
                <c:pt idx="333">
                  <c:v>1.0499999999979082E-2</c:v>
                </c:pt>
                <c:pt idx="334">
                  <c:v>1.0499999999979082E-2</c:v>
                </c:pt>
                <c:pt idx="335">
                  <c:v>1.0499999999979082E-2</c:v>
                </c:pt>
                <c:pt idx="336">
                  <c:v>1.0499999999979082E-2</c:v>
                </c:pt>
                <c:pt idx="337">
                  <c:v>1.0499999999979082E-2</c:v>
                </c:pt>
                <c:pt idx="338">
                  <c:v>1.0499999999979082E-2</c:v>
                </c:pt>
                <c:pt idx="339">
                  <c:v>1.0499999999979082E-2</c:v>
                </c:pt>
                <c:pt idx="340">
                  <c:v>1.0499999999979082E-2</c:v>
                </c:pt>
                <c:pt idx="341">
                  <c:v>1.0499999999979082E-2</c:v>
                </c:pt>
                <c:pt idx="342">
                  <c:v>1.0499999999979082E-2</c:v>
                </c:pt>
                <c:pt idx="343">
                  <c:v>1.0499999999979082E-2</c:v>
                </c:pt>
                <c:pt idx="344">
                  <c:v>1.0499999999979082E-2</c:v>
                </c:pt>
                <c:pt idx="345">
                  <c:v>1.039999999994734E-2</c:v>
                </c:pt>
                <c:pt idx="346">
                  <c:v>1.039999999994734E-2</c:v>
                </c:pt>
                <c:pt idx="347">
                  <c:v>1.039999999994734E-2</c:v>
                </c:pt>
                <c:pt idx="348">
                  <c:v>1.039999999994734E-2</c:v>
                </c:pt>
                <c:pt idx="349">
                  <c:v>1.039999999994734E-2</c:v>
                </c:pt>
                <c:pt idx="350">
                  <c:v>1.039999999994734E-2</c:v>
                </c:pt>
                <c:pt idx="351">
                  <c:v>1.039999999994734E-2</c:v>
                </c:pt>
                <c:pt idx="352">
                  <c:v>1.039999999994734E-2</c:v>
                </c:pt>
                <c:pt idx="353">
                  <c:v>1.039999999994734E-2</c:v>
                </c:pt>
                <c:pt idx="354">
                  <c:v>1.039999999994734E-2</c:v>
                </c:pt>
                <c:pt idx="355">
                  <c:v>1.039999999994734E-2</c:v>
                </c:pt>
                <c:pt idx="356">
                  <c:v>1.0299999999972442E-2</c:v>
                </c:pt>
                <c:pt idx="357">
                  <c:v>1.0299999999972442E-2</c:v>
                </c:pt>
                <c:pt idx="358">
                  <c:v>1.0299999999972442E-2</c:v>
                </c:pt>
                <c:pt idx="359">
                  <c:v>1.0299999999972442E-2</c:v>
                </c:pt>
                <c:pt idx="360">
                  <c:v>1.0299999999972442E-2</c:v>
                </c:pt>
                <c:pt idx="361">
                  <c:v>1.0299999999972442E-2</c:v>
                </c:pt>
                <c:pt idx="362">
                  <c:v>1.0299999999972442E-2</c:v>
                </c:pt>
                <c:pt idx="363">
                  <c:v>1.0299999999972442E-2</c:v>
                </c:pt>
                <c:pt idx="364">
                  <c:v>1.0299999999972442E-2</c:v>
                </c:pt>
                <c:pt idx="365">
                  <c:v>1.0299999999972442E-2</c:v>
                </c:pt>
                <c:pt idx="366">
                  <c:v>1.0299999999972442E-2</c:v>
                </c:pt>
                <c:pt idx="367">
                  <c:v>1.0299999999972442E-2</c:v>
                </c:pt>
                <c:pt idx="368">
                  <c:v>1.0299999999972442E-2</c:v>
                </c:pt>
                <c:pt idx="369">
                  <c:v>1.0299999999972442E-2</c:v>
                </c:pt>
                <c:pt idx="370">
                  <c:v>1.0299999999972442E-2</c:v>
                </c:pt>
                <c:pt idx="371">
                  <c:v>1.0299999999972442E-2</c:v>
                </c:pt>
                <c:pt idx="372">
                  <c:v>1.0299999999972442E-2</c:v>
                </c:pt>
                <c:pt idx="373">
                  <c:v>1.0299999999972442E-2</c:v>
                </c:pt>
                <c:pt idx="374">
                  <c:v>1.0299999999972442E-2</c:v>
                </c:pt>
                <c:pt idx="375">
                  <c:v>1.0299999999972442E-2</c:v>
                </c:pt>
                <c:pt idx="376">
                  <c:v>1.0299999999972442E-2</c:v>
                </c:pt>
                <c:pt idx="377">
                  <c:v>1.0299999999972442E-2</c:v>
                </c:pt>
                <c:pt idx="378">
                  <c:v>1.0299999999972442E-2</c:v>
                </c:pt>
                <c:pt idx="379">
                  <c:v>1.0199999999997544E-2</c:v>
                </c:pt>
                <c:pt idx="380">
                  <c:v>1.0199999999997544E-2</c:v>
                </c:pt>
                <c:pt idx="381">
                  <c:v>1.0199999999997544E-2</c:v>
                </c:pt>
                <c:pt idx="382">
                  <c:v>1.0199999999997544E-2</c:v>
                </c:pt>
                <c:pt idx="383">
                  <c:v>1.0199999999997544E-2</c:v>
                </c:pt>
                <c:pt idx="384">
                  <c:v>1.0199999999997544E-2</c:v>
                </c:pt>
                <c:pt idx="385">
                  <c:v>1.0199999999997544E-2</c:v>
                </c:pt>
                <c:pt idx="386">
                  <c:v>1.0199999999997544E-2</c:v>
                </c:pt>
                <c:pt idx="387">
                  <c:v>1.0199999999997544E-2</c:v>
                </c:pt>
                <c:pt idx="388">
                  <c:v>1.0199999999997544E-2</c:v>
                </c:pt>
                <c:pt idx="389">
                  <c:v>1.0199999999997544E-2</c:v>
                </c:pt>
                <c:pt idx="390">
                  <c:v>1.0299999999972442E-2</c:v>
                </c:pt>
                <c:pt idx="391">
                  <c:v>1.0299999999972442E-2</c:v>
                </c:pt>
                <c:pt idx="392">
                  <c:v>1.0299999999972442E-2</c:v>
                </c:pt>
                <c:pt idx="393">
                  <c:v>1.0299999999972442E-2</c:v>
                </c:pt>
                <c:pt idx="394">
                  <c:v>1.0299999999972442E-2</c:v>
                </c:pt>
                <c:pt idx="395">
                  <c:v>1.0299999999972442E-2</c:v>
                </c:pt>
                <c:pt idx="396">
                  <c:v>1.0299999999972442E-2</c:v>
                </c:pt>
                <c:pt idx="397">
                  <c:v>1.0299999999972442E-2</c:v>
                </c:pt>
                <c:pt idx="398">
                  <c:v>1.0299999999972442E-2</c:v>
                </c:pt>
                <c:pt idx="399">
                  <c:v>1.0299999999972442E-2</c:v>
                </c:pt>
                <c:pt idx="400">
                  <c:v>1.0299999999972442E-2</c:v>
                </c:pt>
                <c:pt idx="401">
                  <c:v>1.0299999999972442E-2</c:v>
                </c:pt>
                <c:pt idx="402">
                  <c:v>1.0299999999972442E-2</c:v>
                </c:pt>
                <c:pt idx="403">
                  <c:v>1.0299999999972442E-2</c:v>
                </c:pt>
                <c:pt idx="404">
                  <c:v>1.0299999999972442E-2</c:v>
                </c:pt>
                <c:pt idx="405">
                  <c:v>1.0299999999972442E-2</c:v>
                </c:pt>
                <c:pt idx="406">
                  <c:v>1.0299999999972442E-2</c:v>
                </c:pt>
                <c:pt idx="407">
                  <c:v>1.0299999999972442E-2</c:v>
                </c:pt>
                <c:pt idx="408">
                  <c:v>1.0299999999972442E-2</c:v>
                </c:pt>
                <c:pt idx="409">
                  <c:v>1.0299999999972442E-2</c:v>
                </c:pt>
                <c:pt idx="410">
                  <c:v>1.0299999999972442E-2</c:v>
                </c:pt>
                <c:pt idx="411">
                  <c:v>1.0299999999972442E-2</c:v>
                </c:pt>
                <c:pt idx="412">
                  <c:v>1.0299999999972442E-2</c:v>
                </c:pt>
                <c:pt idx="413">
                  <c:v>1.0299999999972442E-2</c:v>
                </c:pt>
                <c:pt idx="414">
                  <c:v>1.0299999999972442E-2</c:v>
                </c:pt>
                <c:pt idx="415">
                  <c:v>1.0299999999972442E-2</c:v>
                </c:pt>
                <c:pt idx="416">
                  <c:v>1.0299999999972442E-2</c:v>
                </c:pt>
                <c:pt idx="417">
                  <c:v>1.0299999999972442E-2</c:v>
                </c:pt>
                <c:pt idx="418">
                  <c:v>1.0299999999972442E-2</c:v>
                </c:pt>
                <c:pt idx="419">
                  <c:v>1.0299999999972442E-2</c:v>
                </c:pt>
                <c:pt idx="420">
                  <c:v>1.0299999999972442E-2</c:v>
                </c:pt>
                <c:pt idx="421">
                  <c:v>1.0299999999972442E-2</c:v>
                </c:pt>
                <c:pt idx="422">
                  <c:v>1.0299999999972442E-2</c:v>
                </c:pt>
                <c:pt idx="423">
                  <c:v>1.0299999999972442E-2</c:v>
                </c:pt>
                <c:pt idx="424">
                  <c:v>1.0299999999972442E-2</c:v>
                </c:pt>
                <c:pt idx="425">
                  <c:v>1.0299999999972442E-2</c:v>
                </c:pt>
                <c:pt idx="426">
                  <c:v>1.039999999994734E-2</c:v>
                </c:pt>
                <c:pt idx="427">
                  <c:v>1.039999999994734E-2</c:v>
                </c:pt>
                <c:pt idx="428">
                  <c:v>1.039999999994734E-2</c:v>
                </c:pt>
                <c:pt idx="429">
                  <c:v>1.0499999999979082E-2</c:v>
                </c:pt>
                <c:pt idx="430">
                  <c:v>1.0499999999979082E-2</c:v>
                </c:pt>
                <c:pt idx="431">
                  <c:v>1.0499999999979082E-2</c:v>
                </c:pt>
                <c:pt idx="432">
                  <c:v>1.0499999999979082E-2</c:v>
                </c:pt>
                <c:pt idx="433">
                  <c:v>1.059999999995398E-2</c:v>
                </c:pt>
                <c:pt idx="434">
                  <c:v>1.059999999995398E-2</c:v>
                </c:pt>
                <c:pt idx="435">
                  <c:v>1.059999999995398E-2</c:v>
                </c:pt>
                <c:pt idx="436">
                  <c:v>1.059999999995398E-2</c:v>
                </c:pt>
                <c:pt idx="437">
                  <c:v>1.059999999995398E-2</c:v>
                </c:pt>
                <c:pt idx="438">
                  <c:v>1.059999999995398E-2</c:v>
                </c:pt>
                <c:pt idx="439">
                  <c:v>1.059999999995398E-2</c:v>
                </c:pt>
                <c:pt idx="440">
                  <c:v>1.059999999995398E-2</c:v>
                </c:pt>
                <c:pt idx="441">
                  <c:v>1.059999999995398E-2</c:v>
                </c:pt>
                <c:pt idx="442">
                  <c:v>1.059999999995398E-2</c:v>
                </c:pt>
                <c:pt idx="443">
                  <c:v>1.059999999995398E-2</c:v>
                </c:pt>
                <c:pt idx="444">
                  <c:v>1.059999999995398E-2</c:v>
                </c:pt>
                <c:pt idx="445">
                  <c:v>1.059999999995398E-2</c:v>
                </c:pt>
                <c:pt idx="446">
                  <c:v>1.059999999995398E-2</c:v>
                </c:pt>
                <c:pt idx="447">
                  <c:v>1.059999999995398E-2</c:v>
                </c:pt>
                <c:pt idx="448">
                  <c:v>1.059999999995398E-2</c:v>
                </c:pt>
                <c:pt idx="449">
                  <c:v>1.059999999995398E-2</c:v>
                </c:pt>
                <c:pt idx="450">
                  <c:v>1.059999999995398E-2</c:v>
                </c:pt>
                <c:pt idx="451">
                  <c:v>1.059999999995398E-2</c:v>
                </c:pt>
                <c:pt idx="452">
                  <c:v>1.059999999995398E-2</c:v>
                </c:pt>
                <c:pt idx="453">
                  <c:v>1.059999999995398E-2</c:v>
                </c:pt>
                <c:pt idx="454">
                  <c:v>1.059999999995398E-2</c:v>
                </c:pt>
                <c:pt idx="455">
                  <c:v>1.059999999995398E-2</c:v>
                </c:pt>
                <c:pt idx="456">
                  <c:v>1.059999999995398E-2</c:v>
                </c:pt>
                <c:pt idx="457">
                  <c:v>1.0699999999985721E-2</c:v>
                </c:pt>
                <c:pt idx="458">
                  <c:v>1.0699999999985721E-2</c:v>
                </c:pt>
                <c:pt idx="459">
                  <c:v>1.0699999999985721E-2</c:v>
                </c:pt>
                <c:pt idx="460">
                  <c:v>1.0699999999985721E-2</c:v>
                </c:pt>
                <c:pt idx="461">
                  <c:v>1.0699999999985721E-2</c:v>
                </c:pt>
                <c:pt idx="462">
                  <c:v>1.0699999999985721E-2</c:v>
                </c:pt>
                <c:pt idx="463">
                  <c:v>1.0699999999985721E-2</c:v>
                </c:pt>
                <c:pt idx="464">
                  <c:v>1.0699999999985721E-2</c:v>
                </c:pt>
                <c:pt idx="465">
                  <c:v>1.0699999999985721E-2</c:v>
                </c:pt>
                <c:pt idx="466">
                  <c:v>1.0699999999985721E-2</c:v>
                </c:pt>
                <c:pt idx="467">
                  <c:v>1.0699999999985721E-2</c:v>
                </c:pt>
                <c:pt idx="468">
                  <c:v>1.0699999999985721E-2</c:v>
                </c:pt>
                <c:pt idx="469">
                  <c:v>1.0699999999985721E-2</c:v>
                </c:pt>
                <c:pt idx="470">
                  <c:v>1.0699999999985721E-2</c:v>
                </c:pt>
                <c:pt idx="471">
                  <c:v>1.0699999999985721E-2</c:v>
                </c:pt>
                <c:pt idx="472">
                  <c:v>1.0699999999985721E-2</c:v>
                </c:pt>
                <c:pt idx="473">
                  <c:v>1.0699999999985721E-2</c:v>
                </c:pt>
                <c:pt idx="474">
                  <c:v>1.0699999999985721E-2</c:v>
                </c:pt>
                <c:pt idx="475">
                  <c:v>1.0699999999985721E-2</c:v>
                </c:pt>
                <c:pt idx="476">
                  <c:v>1.059999999995398E-2</c:v>
                </c:pt>
                <c:pt idx="477">
                  <c:v>1.059999999995398E-2</c:v>
                </c:pt>
                <c:pt idx="478">
                  <c:v>1.059999999995398E-2</c:v>
                </c:pt>
                <c:pt idx="479">
                  <c:v>1.0499999999979082E-2</c:v>
                </c:pt>
                <c:pt idx="480">
                  <c:v>1.0499999999979082E-2</c:v>
                </c:pt>
                <c:pt idx="481">
                  <c:v>1.0499999999979082E-2</c:v>
                </c:pt>
                <c:pt idx="482">
                  <c:v>1.0499999999979082E-2</c:v>
                </c:pt>
                <c:pt idx="483">
                  <c:v>1.0499999999979082E-2</c:v>
                </c:pt>
                <c:pt idx="484">
                  <c:v>1.0499999999979082E-2</c:v>
                </c:pt>
                <c:pt idx="485">
                  <c:v>1.0499999999979082E-2</c:v>
                </c:pt>
                <c:pt idx="486">
                  <c:v>1.0499999999979082E-2</c:v>
                </c:pt>
                <c:pt idx="487">
                  <c:v>1.0499999999979082E-2</c:v>
                </c:pt>
                <c:pt idx="488">
                  <c:v>1.0499999999979082E-2</c:v>
                </c:pt>
                <c:pt idx="489">
                  <c:v>1.0499999999979082E-2</c:v>
                </c:pt>
                <c:pt idx="490">
                  <c:v>1.0499999999979082E-2</c:v>
                </c:pt>
                <c:pt idx="491">
                  <c:v>1.0499999999979082E-2</c:v>
                </c:pt>
                <c:pt idx="492">
                  <c:v>1.0499999999979082E-2</c:v>
                </c:pt>
                <c:pt idx="493">
                  <c:v>1.0499999999979082E-2</c:v>
                </c:pt>
                <c:pt idx="494">
                  <c:v>1.0499999999979082E-2</c:v>
                </c:pt>
                <c:pt idx="495">
                  <c:v>1.0499999999979082E-2</c:v>
                </c:pt>
                <c:pt idx="496">
                  <c:v>1.0499999999979082E-2</c:v>
                </c:pt>
                <c:pt idx="497">
                  <c:v>1.0499999999979082E-2</c:v>
                </c:pt>
                <c:pt idx="498">
                  <c:v>1.0499999999979082E-2</c:v>
                </c:pt>
                <c:pt idx="499">
                  <c:v>1.0499999999979082E-2</c:v>
                </c:pt>
                <c:pt idx="500">
                  <c:v>1.0499999999979082E-2</c:v>
                </c:pt>
                <c:pt idx="501">
                  <c:v>1.0499999999979082E-2</c:v>
                </c:pt>
                <c:pt idx="502">
                  <c:v>1.0499999999979082E-2</c:v>
                </c:pt>
                <c:pt idx="503">
                  <c:v>1.0499999999979082E-2</c:v>
                </c:pt>
                <c:pt idx="504">
                  <c:v>1.039999999994734E-2</c:v>
                </c:pt>
                <c:pt idx="505">
                  <c:v>1.039999999994734E-2</c:v>
                </c:pt>
                <c:pt idx="506">
                  <c:v>1.039999999994734E-2</c:v>
                </c:pt>
                <c:pt idx="507">
                  <c:v>1.039999999994734E-2</c:v>
                </c:pt>
                <c:pt idx="508">
                  <c:v>1.039999999994734E-2</c:v>
                </c:pt>
                <c:pt idx="509">
                  <c:v>1.039999999994734E-2</c:v>
                </c:pt>
                <c:pt idx="510">
                  <c:v>1.039999999994734E-2</c:v>
                </c:pt>
                <c:pt idx="511">
                  <c:v>1.039999999994734E-2</c:v>
                </c:pt>
                <c:pt idx="512">
                  <c:v>1.039999999994734E-2</c:v>
                </c:pt>
                <c:pt idx="513">
                  <c:v>1.039999999994734E-2</c:v>
                </c:pt>
                <c:pt idx="514">
                  <c:v>1.039999999994734E-2</c:v>
                </c:pt>
                <c:pt idx="515">
                  <c:v>1.0299999999972442E-2</c:v>
                </c:pt>
                <c:pt idx="516">
                  <c:v>1.0299999999972442E-2</c:v>
                </c:pt>
                <c:pt idx="517">
                  <c:v>1.0299999999972442E-2</c:v>
                </c:pt>
                <c:pt idx="518">
                  <c:v>1.0299999999972442E-2</c:v>
                </c:pt>
                <c:pt idx="519">
                  <c:v>1.0299999999972442E-2</c:v>
                </c:pt>
                <c:pt idx="520">
                  <c:v>1.0299999999972442E-2</c:v>
                </c:pt>
                <c:pt idx="521">
                  <c:v>1.0299999999972442E-2</c:v>
                </c:pt>
                <c:pt idx="522">
                  <c:v>1.0299999999972442E-2</c:v>
                </c:pt>
                <c:pt idx="523">
                  <c:v>1.0299999999972442E-2</c:v>
                </c:pt>
                <c:pt idx="524">
                  <c:v>1.0299999999972442E-2</c:v>
                </c:pt>
                <c:pt idx="525">
                  <c:v>1.0299999999972442E-2</c:v>
                </c:pt>
                <c:pt idx="526">
                  <c:v>1.0299999999972442E-2</c:v>
                </c:pt>
                <c:pt idx="527">
                  <c:v>1.0299999999972442E-2</c:v>
                </c:pt>
                <c:pt idx="528">
                  <c:v>1.0299999999972442E-2</c:v>
                </c:pt>
                <c:pt idx="529">
                  <c:v>1.0299999999972442E-2</c:v>
                </c:pt>
                <c:pt idx="530">
                  <c:v>1.0299999999972442E-2</c:v>
                </c:pt>
                <c:pt idx="531">
                  <c:v>1.0299999999972442E-2</c:v>
                </c:pt>
                <c:pt idx="532">
                  <c:v>1.0299999999972442E-2</c:v>
                </c:pt>
              </c:numCache>
            </c:numRef>
          </c:yVal>
          <c:smooth val="1"/>
          <c:extLst>
            <c:ext xmlns:c16="http://schemas.microsoft.com/office/drawing/2014/chart" uri="{C3380CC4-5D6E-409C-BE32-E72D297353CC}">
              <c16:uniqueId val="{0000000E-1510-4437-9CAD-7ED8315A59D8}"/>
            </c:ext>
          </c:extLst>
        </c:ser>
        <c:ser>
          <c:idx val="15"/>
          <c:order val="15"/>
          <c:tx>
            <c:strRef>
              <c:f>SM50000_TEMPSoc5l2_50000!$PD$1</c:f>
              <c:strCache>
                <c:ptCount val="1"/>
                <c:pt idx="0">
                  <c:v>TELE_SM_INTERIOR.275</c:v>
                </c:pt>
              </c:strCache>
            </c:strRef>
          </c:tx>
          <c:spPr>
            <a:ln w="19050" cap="rnd">
              <a:solidFill>
                <a:schemeClr val="accent4">
                  <a:lumMod val="80000"/>
                  <a:lumOff val="20000"/>
                </a:schemeClr>
              </a:solidFill>
              <a:round/>
            </a:ln>
            <a:effectLst/>
          </c:spPr>
          <c:marker>
            <c:symbol val="circle"/>
            <c:size val="5"/>
            <c:spPr>
              <a:solidFill>
                <a:schemeClr val="accent4">
                  <a:lumMod val="80000"/>
                  <a:lumOff val="20000"/>
                </a:schemeClr>
              </a:solidFill>
              <a:ln w="9525">
                <a:solidFill>
                  <a:schemeClr val="accent4">
                    <a:lumMod val="80000"/>
                    <a:lumOff val="2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SM50000_TEMPSoc5l2_50000!$PD$2:$PD$536</c:f>
              <c:numCache>
                <c:formatCode>General</c:formatCode>
                <c:ptCount val="533"/>
                <c:pt idx="0">
                  <c:v>0</c:v>
                </c:pt>
                <c:pt idx="1">
                  <c:v>1.8000000000029104E-3</c:v>
                </c:pt>
                <c:pt idx="2">
                  <c:v>3.3999999999991815E-3</c:v>
                </c:pt>
                <c:pt idx="3">
                  <c:v>4.500000000007276E-3</c:v>
                </c:pt>
                <c:pt idx="4">
                  <c:v>5.1000000000271939E-3</c:v>
                </c:pt>
                <c:pt idx="5">
                  <c:v>5.6000000000153705E-3</c:v>
                </c:pt>
                <c:pt idx="6">
                  <c:v>6.0000000000286491E-3</c:v>
                </c:pt>
                <c:pt idx="7">
                  <c:v>6.3000000000101863E-3</c:v>
                </c:pt>
                <c:pt idx="8">
                  <c:v>6.5999999999917236E-3</c:v>
                </c:pt>
                <c:pt idx="9">
                  <c:v>6.9000000000301043E-3</c:v>
                </c:pt>
                <c:pt idx="10">
                  <c:v>7.1000000000367436E-3</c:v>
                </c:pt>
                <c:pt idx="11">
                  <c:v>7.2999999999865395E-3</c:v>
                </c:pt>
                <c:pt idx="12">
                  <c:v>7.4999999999931788E-3</c:v>
                </c:pt>
                <c:pt idx="13">
                  <c:v>7.6999999999998181E-3</c:v>
                </c:pt>
                <c:pt idx="14">
                  <c:v>7.9000000000064574E-3</c:v>
                </c:pt>
                <c:pt idx="15">
                  <c:v>8.0000000000381988E-3</c:v>
                </c:pt>
                <c:pt idx="16">
                  <c:v>8.1999999999879947E-3</c:v>
                </c:pt>
                <c:pt idx="17">
                  <c:v>8.399999999994634E-3</c:v>
                </c:pt>
                <c:pt idx="18">
                  <c:v>8.5000000000263753E-3</c:v>
                </c:pt>
                <c:pt idx="19">
                  <c:v>8.6000000000012733E-3</c:v>
                </c:pt>
                <c:pt idx="20">
                  <c:v>8.8000000000079126E-3</c:v>
                </c:pt>
                <c:pt idx="21">
                  <c:v>8.900000000039654E-3</c:v>
                </c:pt>
                <c:pt idx="22">
                  <c:v>9.0000000000145519E-3</c:v>
                </c:pt>
                <c:pt idx="23">
                  <c:v>9.0999999999894499E-3</c:v>
                </c:pt>
                <c:pt idx="24">
                  <c:v>9.2000000000211912E-3</c:v>
                </c:pt>
                <c:pt idx="25">
                  <c:v>9.2999999999960892E-3</c:v>
                </c:pt>
                <c:pt idx="26">
                  <c:v>9.4000000000278305E-3</c:v>
                </c:pt>
                <c:pt idx="27">
                  <c:v>9.5000000000027285E-3</c:v>
                </c:pt>
                <c:pt idx="28">
                  <c:v>9.6000000000344698E-3</c:v>
                </c:pt>
                <c:pt idx="29">
                  <c:v>9.7000000000093678E-3</c:v>
                </c:pt>
                <c:pt idx="30">
                  <c:v>9.7000000000093678E-3</c:v>
                </c:pt>
                <c:pt idx="31">
                  <c:v>9.8000000000411092E-3</c:v>
                </c:pt>
                <c:pt idx="32">
                  <c:v>9.9000000000160071E-3</c:v>
                </c:pt>
                <c:pt idx="33">
                  <c:v>9.9000000000160071E-3</c:v>
                </c:pt>
                <c:pt idx="34">
                  <c:v>9.9000000000160071E-3</c:v>
                </c:pt>
                <c:pt idx="35">
                  <c:v>9.9999999999909051E-3</c:v>
                </c:pt>
                <c:pt idx="36">
                  <c:v>9.9999999999909051E-3</c:v>
                </c:pt>
                <c:pt idx="37">
                  <c:v>1.0100000000022646E-2</c:v>
                </c:pt>
                <c:pt idx="38">
                  <c:v>1.0100000000022646E-2</c:v>
                </c:pt>
                <c:pt idx="39">
                  <c:v>1.0100000000022646E-2</c:v>
                </c:pt>
                <c:pt idx="40">
                  <c:v>1.0100000000022646E-2</c:v>
                </c:pt>
                <c:pt idx="41">
                  <c:v>1.0199999999997544E-2</c:v>
                </c:pt>
                <c:pt idx="42">
                  <c:v>1.0199999999997544E-2</c:v>
                </c:pt>
                <c:pt idx="43">
                  <c:v>1.0199999999997544E-2</c:v>
                </c:pt>
                <c:pt idx="44">
                  <c:v>1.0199999999997544E-2</c:v>
                </c:pt>
                <c:pt idx="45">
                  <c:v>1.0199999999997544E-2</c:v>
                </c:pt>
                <c:pt idx="46">
                  <c:v>1.0199999999997544E-2</c:v>
                </c:pt>
                <c:pt idx="47">
                  <c:v>1.0300000000029286E-2</c:v>
                </c:pt>
                <c:pt idx="48">
                  <c:v>1.0300000000029286E-2</c:v>
                </c:pt>
                <c:pt idx="49">
                  <c:v>1.0300000000029286E-2</c:v>
                </c:pt>
                <c:pt idx="50">
                  <c:v>1.0300000000029286E-2</c:v>
                </c:pt>
                <c:pt idx="51">
                  <c:v>1.0300000000029286E-2</c:v>
                </c:pt>
                <c:pt idx="52">
                  <c:v>1.0300000000029286E-2</c:v>
                </c:pt>
                <c:pt idx="53">
                  <c:v>1.0300000000029286E-2</c:v>
                </c:pt>
                <c:pt idx="54">
                  <c:v>1.0300000000029286E-2</c:v>
                </c:pt>
                <c:pt idx="55">
                  <c:v>1.0400000000004184E-2</c:v>
                </c:pt>
                <c:pt idx="56">
                  <c:v>1.0400000000004184E-2</c:v>
                </c:pt>
                <c:pt idx="57">
                  <c:v>1.0400000000004184E-2</c:v>
                </c:pt>
                <c:pt idx="58">
                  <c:v>1.0400000000004184E-2</c:v>
                </c:pt>
                <c:pt idx="59">
                  <c:v>1.0400000000004184E-2</c:v>
                </c:pt>
                <c:pt idx="60">
                  <c:v>1.0400000000004184E-2</c:v>
                </c:pt>
                <c:pt idx="61">
                  <c:v>1.0400000000004184E-2</c:v>
                </c:pt>
                <c:pt idx="62">
                  <c:v>1.0400000000004184E-2</c:v>
                </c:pt>
                <c:pt idx="63">
                  <c:v>1.0400000000004184E-2</c:v>
                </c:pt>
                <c:pt idx="64">
                  <c:v>1.0400000000004184E-2</c:v>
                </c:pt>
                <c:pt idx="65">
                  <c:v>1.0400000000004184E-2</c:v>
                </c:pt>
                <c:pt idx="66">
                  <c:v>1.0400000000004184E-2</c:v>
                </c:pt>
                <c:pt idx="67">
                  <c:v>1.0400000000004184E-2</c:v>
                </c:pt>
                <c:pt idx="68">
                  <c:v>1.0500000000035925E-2</c:v>
                </c:pt>
                <c:pt idx="69">
                  <c:v>1.0500000000035925E-2</c:v>
                </c:pt>
                <c:pt idx="70">
                  <c:v>1.0500000000035925E-2</c:v>
                </c:pt>
                <c:pt idx="71">
                  <c:v>1.0500000000035925E-2</c:v>
                </c:pt>
                <c:pt idx="72">
                  <c:v>1.0500000000035925E-2</c:v>
                </c:pt>
                <c:pt idx="73">
                  <c:v>1.0500000000035925E-2</c:v>
                </c:pt>
                <c:pt idx="74">
                  <c:v>1.0500000000035925E-2</c:v>
                </c:pt>
                <c:pt idx="75">
                  <c:v>1.0500000000035925E-2</c:v>
                </c:pt>
                <c:pt idx="76">
                  <c:v>1.0500000000035925E-2</c:v>
                </c:pt>
                <c:pt idx="77">
                  <c:v>1.0500000000035925E-2</c:v>
                </c:pt>
                <c:pt idx="78">
                  <c:v>1.0500000000035925E-2</c:v>
                </c:pt>
                <c:pt idx="79">
                  <c:v>1.0500000000035925E-2</c:v>
                </c:pt>
                <c:pt idx="80">
                  <c:v>1.0500000000035925E-2</c:v>
                </c:pt>
                <c:pt idx="81">
                  <c:v>1.0500000000035925E-2</c:v>
                </c:pt>
                <c:pt idx="82">
                  <c:v>1.0500000000035925E-2</c:v>
                </c:pt>
                <c:pt idx="83">
                  <c:v>1.0500000000035925E-2</c:v>
                </c:pt>
                <c:pt idx="84">
                  <c:v>1.0500000000035925E-2</c:v>
                </c:pt>
                <c:pt idx="85">
                  <c:v>1.0500000000035925E-2</c:v>
                </c:pt>
                <c:pt idx="86">
                  <c:v>1.0500000000035925E-2</c:v>
                </c:pt>
                <c:pt idx="87">
                  <c:v>1.0500000000035925E-2</c:v>
                </c:pt>
                <c:pt idx="88">
                  <c:v>1.0500000000035925E-2</c:v>
                </c:pt>
                <c:pt idx="89">
                  <c:v>1.0600000000010823E-2</c:v>
                </c:pt>
                <c:pt idx="90">
                  <c:v>1.0600000000010823E-2</c:v>
                </c:pt>
                <c:pt idx="91">
                  <c:v>1.0600000000010823E-2</c:v>
                </c:pt>
                <c:pt idx="92">
                  <c:v>1.0600000000010823E-2</c:v>
                </c:pt>
                <c:pt idx="93">
                  <c:v>1.0600000000010823E-2</c:v>
                </c:pt>
                <c:pt idx="94">
                  <c:v>1.0600000000010823E-2</c:v>
                </c:pt>
                <c:pt idx="95">
                  <c:v>1.0600000000010823E-2</c:v>
                </c:pt>
                <c:pt idx="96">
                  <c:v>1.0600000000010823E-2</c:v>
                </c:pt>
                <c:pt idx="97">
                  <c:v>1.0600000000010823E-2</c:v>
                </c:pt>
                <c:pt idx="98">
                  <c:v>1.0600000000010823E-2</c:v>
                </c:pt>
                <c:pt idx="99">
                  <c:v>1.0600000000010823E-2</c:v>
                </c:pt>
                <c:pt idx="100">
                  <c:v>1.0600000000010823E-2</c:v>
                </c:pt>
                <c:pt idx="101">
                  <c:v>1.0600000000010823E-2</c:v>
                </c:pt>
                <c:pt idx="102">
                  <c:v>1.0600000000010823E-2</c:v>
                </c:pt>
                <c:pt idx="103">
                  <c:v>1.0600000000010823E-2</c:v>
                </c:pt>
                <c:pt idx="104">
                  <c:v>1.0600000000010823E-2</c:v>
                </c:pt>
                <c:pt idx="105">
                  <c:v>1.0600000000010823E-2</c:v>
                </c:pt>
                <c:pt idx="106">
                  <c:v>1.0600000000010823E-2</c:v>
                </c:pt>
                <c:pt idx="107">
                  <c:v>1.0600000000010823E-2</c:v>
                </c:pt>
                <c:pt idx="108">
                  <c:v>1.0500000000035925E-2</c:v>
                </c:pt>
                <c:pt idx="109">
                  <c:v>1.0500000000035925E-2</c:v>
                </c:pt>
                <c:pt idx="110">
                  <c:v>1.0500000000035925E-2</c:v>
                </c:pt>
                <c:pt idx="111">
                  <c:v>1.0500000000035925E-2</c:v>
                </c:pt>
                <c:pt idx="112">
                  <c:v>1.0500000000035925E-2</c:v>
                </c:pt>
                <c:pt idx="113">
                  <c:v>1.0600000000010823E-2</c:v>
                </c:pt>
                <c:pt idx="114">
                  <c:v>1.0600000000010823E-2</c:v>
                </c:pt>
                <c:pt idx="115">
                  <c:v>1.0600000000010823E-2</c:v>
                </c:pt>
                <c:pt idx="116">
                  <c:v>1.0600000000010823E-2</c:v>
                </c:pt>
                <c:pt idx="117">
                  <c:v>1.0600000000010823E-2</c:v>
                </c:pt>
                <c:pt idx="118">
                  <c:v>1.0699999999985721E-2</c:v>
                </c:pt>
                <c:pt idx="119">
                  <c:v>1.0699999999985721E-2</c:v>
                </c:pt>
                <c:pt idx="120">
                  <c:v>1.0699999999985721E-2</c:v>
                </c:pt>
                <c:pt idx="121">
                  <c:v>1.0699999999985721E-2</c:v>
                </c:pt>
                <c:pt idx="122">
                  <c:v>1.0699999999985721E-2</c:v>
                </c:pt>
                <c:pt idx="123">
                  <c:v>1.0699999999985721E-2</c:v>
                </c:pt>
                <c:pt idx="124">
                  <c:v>1.0699999999985721E-2</c:v>
                </c:pt>
                <c:pt idx="125">
                  <c:v>1.0699999999985721E-2</c:v>
                </c:pt>
                <c:pt idx="126">
                  <c:v>1.0699999999985721E-2</c:v>
                </c:pt>
                <c:pt idx="127">
                  <c:v>1.0699999999985721E-2</c:v>
                </c:pt>
                <c:pt idx="128">
                  <c:v>1.0699999999985721E-2</c:v>
                </c:pt>
                <c:pt idx="129">
                  <c:v>1.0699999999985721E-2</c:v>
                </c:pt>
                <c:pt idx="130">
                  <c:v>1.0699999999985721E-2</c:v>
                </c:pt>
                <c:pt idx="131">
                  <c:v>1.0699999999985721E-2</c:v>
                </c:pt>
                <c:pt idx="132">
                  <c:v>1.0699999999985721E-2</c:v>
                </c:pt>
                <c:pt idx="133">
                  <c:v>1.0699999999985721E-2</c:v>
                </c:pt>
                <c:pt idx="134">
                  <c:v>1.0699999999985721E-2</c:v>
                </c:pt>
                <c:pt idx="135">
                  <c:v>1.0699999999985721E-2</c:v>
                </c:pt>
                <c:pt idx="136">
                  <c:v>1.0699999999985721E-2</c:v>
                </c:pt>
                <c:pt idx="137">
                  <c:v>1.0699999999985721E-2</c:v>
                </c:pt>
                <c:pt idx="138">
                  <c:v>1.0699999999985721E-2</c:v>
                </c:pt>
                <c:pt idx="139">
                  <c:v>1.0699999999985721E-2</c:v>
                </c:pt>
                <c:pt idx="140">
                  <c:v>1.0699999999985721E-2</c:v>
                </c:pt>
                <c:pt idx="141">
                  <c:v>1.0699999999985721E-2</c:v>
                </c:pt>
                <c:pt idx="142">
                  <c:v>1.0699999999985721E-2</c:v>
                </c:pt>
                <c:pt idx="143">
                  <c:v>1.0699999999985721E-2</c:v>
                </c:pt>
                <c:pt idx="144">
                  <c:v>1.0699999999985721E-2</c:v>
                </c:pt>
                <c:pt idx="145">
                  <c:v>1.0699999999985721E-2</c:v>
                </c:pt>
                <c:pt idx="146">
                  <c:v>1.0699999999985721E-2</c:v>
                </c:pt>
                <c:pt idx="147">
                  <c:v>1.0699999999985721E-2</c:v>
                </c:pt>
                <c:pt idx="148">
                  <c:v>1.0800000000017462E-2</c:v>
                </c:pt>
                <c:pt idx="149">
                  <c:v>1.0800000000017462E-2</c:v>
                </c:pt>
                <c:pt idx="150">
                  <c:v>1.0800000000017462E-2</c:v>
                </c:pt>
                <c:pt idx="151">
                  <c:v>1.0800000000017462E-2</c:v>
                </c:pt>
                <c:pt idx="152">
                  <c:v>1.0800000000017462E-2</c:v>
                </c:pt>
                <c:pt idx="153">
                  <c:v>1.0800000000017462E-2</c:v>
                </c:pt>
                <c:pt idx="154">
                  <c:v>1.0800000000017462E-2</c:v>
                </c:pt>
                <c:pt idx="155">
                  <c:v>1.0800000000017462E-2</c:v>
                </c:pt>
                <c:pt idx="156">
                  <c:v>1.0800000000017462E-2</c:v>
                </c:pt>
                <c:pt idx="157">
                  <c:v>1.0800000000017462E-2</c:v>
                </c:pt>
                <c:pt idx="158">
                  <c:v>1.0800000000017462E-2</c:v>
                </c:pt>
                <c:pt idx="159">
                  <c:v>1.0800000000017462E-2</c:v>
                </c:pt>
                <c:pt idx="160">
                  <c:v>1.0800000000017462E-2</c:v>
                </c:pt>
                <c:pt idx="161">
                  <c:v>1.0800000000017462E-2</c:v>
                </c:pt>
                <c:pt idx="162">
                  <c:v>1.0699999999985721E-2</c:v>
                </c:pt>
                <c:pt idx="163">
                  <c:v>1.0699999999985721E-2</c:v>
                </c:pt>
                <c:pt idx="164">
                  <c:v>1.0699999999985721E-2</c:v>
                </c:pt>
                <c:pt idx="165">
                  <c:v>1.0699999999985721E-2</c:v>
                </c:pt>
                <c:pt idx="166">
                  <c:v>1.0699999999985721E-2</c:v>
                </c:pt>
                <c:pt idx="167">
                  <c:v>1.0699999999985721E-2</c:v>
                </c:pt>
                <c:pt idx="168">
                  <c:v>1.0699999999985721E-2</c:v>
                </c:pt>
                <c:pt idx="169">
                  <c:v>1.0699999999985721E-2</c:v>
                </c:pt>
                <c:pt idx="170">
                  <c:v>1.0699999999985721E-2</c:v>
                </c:pt>
                <c:pt idx="171">
                  <c:v>1.0699999999985721E-2</c:v>
                </c:pt>
                <c:pt idx="172">
                  <c:v>1.0699999999985721E-2</c:v>
                </c:pt>
                <c:pt idx="173">
                  <c:v>1.0699999999985721E-2</c:v>
                </c:pt>
                <c:pt idx="174">
                  <c:v>1.0699999999985721E-2</c:v>
                </c:pt>
                <c:pt idx="175">
                  <c:v>1.0699999999985721E-2</c:v>
                </c:pt>
                <c:pt idx="176">
                  <c:v>1.0699999999985721E-2</c:v>
                </c:pt>
                <c:pt idx="177">
                  <c:v>1.0699999999985721E-2</c:v>
                </c:pt>
                <c:pt idx="178">
                  <c:v>1.0699999999985721E-2</c:v>
                </c:pt>
                <c:pt idx="179">
                  <c:v>1.0699999999985721E-2</c:v>
                </c:pt>
                <c:pt idx="180">
                  <c:v>1.0699999999985721E-2</c:v>
                </c:pt>
                <c:pt idx="181">
                  <c:v>1.0699999999985721E-2</c:v>
                </c:pt>
                <c:pt idx="182">
                  <c:v>1.0699999999985721E-2</c:v>
                </c:pt>
                <c:pt idx="183">
                  <c:v>1.0699999999985721E-2</c:v>
                </c:pt>
                <c:pt idx="184">
                  <c:v>1.0699999999985721E-2</c:v>
                </c:pt>
                <c:pt idx="185">
                  <c:v>1.0699999999985721E-2</c:v>
                </c:pt>
                <c:pt idx="186">
                  <c:v>1.0699999999985721E-2</c:v>
                </c:pt>
                <c:pt idx="187">
                  <c:v>1.0699999999985721E-2</c:v>
                </c:pt>
                <c:pt idx="188">
                  <c:v>1.0699999999985721E-2</c:v>
                </c:pt>
                <c:pt idx="189">
                  <c:v>1.0699999999985721E-2</c:v>
                </c:pt>
                <c:pt idx="190">
                  <c:v>1.0699999999985721E-2</c:v>
                </c:pt>
                <c:pt idx="191">
                  <c:v>1.0699999999985721E-2</c:v>
                </c:pt>
                <c:pt idx="192">
                  <c:v>1.0699999999985721E-2</c:v>
                </c:pt>
                <c:pt idx="193">
                  <c:v>1.0699999999985721E-2</c:v>
                </c:pt>
                <c:pt idx="194">
                  <c:v>1.0699999999985721E-2</c:v>
                </c:pt>
                <c:pt idx="195">
                  <c:v>1.0699999999985721E-2</c:v>
                </c:pt>
                <c:pt idx="196">
                  <c:v>1.0699999999985721E-2</c:v>
                </c:pt>
                <c:pt idx="197">
                  <c:v>1.0699999999985721E-2</c:v>
                </c:pt>
                <c:pt idx="198">
                  <c:v>1.0600000000010823E-2</c:v>
                </c:pt>
                <c:pt idx="199">
                  <c:v>1.0600000000010823E-2</c:v>
                </c:pt>
                <c:pt idx="200">
                  <c:v>1.0600000000010823E-2</c:v>
                </c:pt>
                <c:pt idx="201">
                  <c:v>1.0600000000010823E-2</c:v>
                </c:pt>
                <c:pt idx="202">
                  <c:v>1.0600000000010823E-2</c:v>
                </c:pt>
                <c:pt idx="203">
                  <c:v>1.0600000000010823E-2</c:v>
                </c:pt>
                <c:pt idx="204">
                  <c:v>1.0600000000010823E-2</c:v>
                </c:pt>
                <c:pt idx="205">
                  <c:v>1.0600000000010823E-2</c:v>
                </c:pt>
                <c:pt idx="206">
                  <c:v>1.0600000000010823E-2</c:v>
                </c:pt>
                <c:pt idx="207">
                  <c:v>1.0600000000010823E-2</c:v>
                </c:pt>
                <c:pt idx="208">
                  <c:v>1.0600000000010823E-2</c:v>
                </c:pt>
                <c:pt idx="209">
                  <c:v>1.0600000000010823E-2</c:v>
                </c:pt>
                <c:pt idx="210">
                  <c:v>1.0600000000010823E-2</c:v>
                </c:pt>
                <c:pt idx="211">
                  <c:v>1.0600000000010823E-2</c:v>
                </c:pt>
                <c:pt idx="212">
                  <c:v>1.0600000000010823E-2</c:v>
                </c:pt>
                <c:pt idx="213">
                  <c:v>1.0600000000010823E-2</c:v>
                </c:pt>
                <c:pt idx="214">
                  <c:v>1.0600000000010823E-2</c:v>
                </c:pt>
                <c:pt idx="215">
                  <c:v>1.0600000000010823E-2</c:v>
                </c:pt>
                <c:pt idx="216">
                  <c:v>1.0600000000010823E-2</c:v>
                </c:pt>
                <c:pt idx="217">
                  <c:v>1.0600000000010823E-2</c:v>
                </c:pt>
                <c:pt idx="218">
                  <c:v>1.0600000000010823E-2</c:v>
                </c:pt>
                <c:pt idx="219">
                  <c:v>1.0600000000010823E-2</c:v>
                </c:pt>
                <c:pt idx="220">
                  <c:v>1.0500000000035925E-2</c:v>
                </c:pt>
                <c:pt idx="221">
                  <c:v>1.0500000000035925E-2</c:v>
                </c:pt>
                <c:pt idx="222">
                  <c:v>1.0500000000035925E-2</c:v>
                </c:pt>
                <c:pt idx="223">
                  <c:v>1.0500000000035925E-2</c:v>
                </c:pt>
                <c:pt idx="224">
                  <c:v>1.0500000000035925E-2</c:v>
                </c:pt>
                <c:pt idx="225">
                  <c:v>1.0500000000035925E-2</c:v>
                </c:pt>
                <c:pt idx="226">
                  <c:v>1.0500000000035925E-2</c:v>
                </c:pt>
                <c:pt idx="227">
                  <c:v>1.0500000000035925E-2</c:v>
                </c:pt>
                <c:pt idx="228">
                  <c:v>1.0500000000035925E-2</c:v>
                </c:pt>
                <c:pt idx="229">
                  <c:v>1.0500000000035925E-2</c:v>
                </c:pt>
                <c:pt idx="230">
                  <c:v>1.0500000000035925E-2</c:v>
                </c:pt>
                <c:pt idx="231">
                  <c:v>1.0600000000010823E-2</c:v>
                </c:pt>
                <c:pt idx="232">
                  <c:v>1.0600000000010823E-2</c:v>
                </c:pt>
                <c:pt idx="233">
                  <c:v>1.0600000000010823E-2</c:v>
                </c:pt>
                <c:pt idx="234">
                  <c:v>1.0600000000010823E-2</c:v>
                </c:pt>
                <c:pt idx="235">
                  <c:v>1.0600000000010823E-2</c:v>
                </c:pt>
                <c:pt idx="236">
                  <c:v>1.0600000000010823E-2</c:v>
                </c:pt>
                <c:pt idx="237">
                  <c:v>1.0600000000010823E-2</c:v>
                </c:pt>
                <c:pt idx="238">
                  <c:v>1.0600000000010823E-2</c:v>
                </c:pt>
                <c:pt idx="239">
                  <c:v>1.0600000000010823E-2</c:v>
                </c:pt>
                <c:pt idx="240">
                  <c:v>1.0600000000010823E-2</c:v>
                </c:pt>
                <c:pt idx="241">
                  <c:v>1.0600000000010823E-2</c:v>
                </c:pt>
                <c:pt idx="242">
                  <c:v>1.0600000000010823E-2</c:v>
                </c:pt>
                <c:pt idx="243">
                  <c:v>1.0600000000010823E-2</c:v>
                </c:pt>
                <c:pt idx="244">
                  <c:v>1.0600000000010823E-2</c:v>
                </c:pt>
                <c:pt idx="245">
                  <c:v>1.0600000000010823E-2</c:v>
                </c:pt>
                <c:pt idx="246">
                  <c:v>1.0600000000010823E-2</c:v>
                </c:pt>
                <c:pt idx="247">
                  <c:v>1.0600000000010823E-2</c:v>
                </c:pt>
                <c:pt idx="248">
                  <c:v>1.0600000000010823E-2</c:v>
                </c:pt>
                <c:pt idx="249">
                  <c:v>1.0600000000010823E-2</c:v>
                </c:pt>
                <c:pt idx="250">
                  <c:v>1.0600000000010823E-2</c:v>
                </c:pt>
                <c:pt idx="251">
                  <c:v>1.0600000000010823E-2</c:v>
                </c:pt>
                <c:pt idx="252">
                  <c:v>1.0600000000010823E-2</c:v>
                </c:pt>
                <c:pt idx="253">
                  <c:v>1.0600000000010823E-2</c:v>
                </c:pt>
                <c:pt idx="254">
                  <c:v>1.0600000000010823E-2</c:v>
                </c:pt>
                <c:pt idx="255">
                  <c:v>1.0600000000010823E-2</c:v>
                </c:pt>
                <c:pt idx="256">
                  <c:v>1.0600000000010823E-2</c:v>
                </c:pt>
                <c:pt idx="257">
                  <c:v>1.0600000000010823E-2</c:v>
                </c:pt>
                <c:pt idx="258">
                  <c:v>1.0600000000010823E-2</c:v>
                </c:pt>
                <c:pt idx="259">
                  <c:v>1.0600000000010823E-2</c:v>
                </c:pt>
                <c:pt idx="260">
                  <c:v>1.0600000000010823E-2</c:v>
                </c:pt>
                <c:pt idx="261">
                  <c:v>1.0600000000010823E-2</c:v>
                </c:pt>
                <c:pt idx="262">
                  <c:v>1.0600000000010823E-2</c:v>
                </c:pt>
                <c:pt idx="263">
                  <c:v>1.0600000000010823E-2</c:v>
                </c:pt>
                <c:pt idx="264">
                  <c:v>1.0600000000010823E-2</c:v>
                </c:pt>
                <c:pt idx="265">
                  <c:v>1.0600000000010823E-2</c:v>
                </c:pt>
                <c:pt idx="266">
                  <c:v>1.0500000000035925E-2</c:v>
                </c:pt>
                <c:pt idx="267">
                  <c:v>1.0500000000035925E-2</c:v>
                </c:pt>
                <c:pt idx="268">
                  <c:v>1.0500000000035925E-2</c:v>
                </c:pt>
                <c:pt idx="269">
                  <c:v>1.0600000000010823E-2</c:v>
                </c:pt>
                <c:pt idx="270">
                  <c:v>1.0600000000010823E-2</c:v>
                </c:pt>
                <c:pt idx="271">
                  <c:v>1.0600000000010823E-2</c:v>
                </c:pt>
                <c:pt idx="272">
                  <c:v>1.0600000000010823E-2</c:v>
                </c:pt>
                <c:pt idx="273">
                  <c:v>1.0600000000010823E-2</c:v>
                </c:pt>
                <c:pt idx="274">
                  <c:v>1.0699999999985721E-2</c:v>
                </c:pt>
                <c:pt idx="275">
                  <c:v>1.0699999999985721E-2</c:v>
                </c:pt>
                <c:pt idx="276">
                  <c:v>1.0699999999985721E-2</c:v>
                </c:pt>
                <c:pt idx="277">
                  <c:v>1.0699999999985721E-2</c:v>
                </c:pt>
                <c:pt idx="278">
                  <c:v>1.0699999999985721E-2</c:v>
                </c:pt>
                <c:pt idx="279">
                  <c:v>1.0699999999985721E-2</c:v>
                </c:pt>
                <c:pt idx="280">
                  <c:v>1.0699999999985721E-2</c:v>
                </c:pt>
                <c:pt idx="281">
                  <c:v>1.0699999999985721E-2</c:v>
                </c:pt>
                <c:pt idx="282">
                  <c:v>1.0699999999985721E-2</c:v>
                </c:pt>
                <c:pt idx="283">
                  <c:v>1.0699999999985721E-2</c:v>
                </c:pt>
                <c:pt idx="284">
                  <c:v>1.0699999999985721E-2</c:v>
                </c:pt>
                <c:pt idx="285">
                  <c:v>1.0699999999985721E-2</c:v>
                </c:pt>
                <c:pt idx="286">
                  <c:v>1.0699999999985721E-2</c:v>
                </c:pt>
                <c:pt idx="287">
                  <c:v>1.0699999999985721E-2</c:v>
                </c:pt>
                <c:pt idx="288">
                  <c:v>1.0699999999985721E-2</c:v>
                </c:pt>
                <c:pt idx="289">
                  <c:v>1.0699999999985721E-2</c:v>
                </c:pt>
                <c:pt idx="290">
                  <c:v>1.0699999999985721E-2</c:v>
                </c:pt>
                <c:pt idx="291">
                  <c:v>1.0699999999985721E-2</c:v>
                </c:pt>
                <c:pt idx="292">
                  <c:v>1.0699999999985721E-2</c:v>
                </c:pt>
                <c:pt idx="293">
                  <c:v>1.0699999999985721E-2</c:v>
                </c:pt>
                <c:pt idx="294">
                  <c:v>1.0699999999985721E-2</c:v>
                </c:pt>
                <c:pt idx="295">
                  <c:v>1.0699999999985721E-2</c:v>
                </c:pt>
                <c:pt idx="296">
                  <c:v>1.0699999999985721E-2</c:v>
                </c:pt>
                <c:pt idx="297">
                  <c:v>1.0699999999985721E-2</c:v>
                </c:pt>
                <c:pt idx="298">
                  <c:v>1.0699999999985721E-2</c:v>
                </c:pt>
                <c:pt idx="299">
                  <c:v>1.0699999999985721E-2</c:v>
                </c:pt>
                <c:pt idx="300">
                  <c:v>1.0699999999985721E-2</c:v>
                </c:pt>
                <c:pt idx="301">
                  <c:v>1.0800000000017462E-2</c:v>
                </c:pt>
                <c:pt idx="302">
                  <c:v>1.0800000000017462E-2</c:v>
                </c:pt>
                <c:pt idx="303">
                  <c:v>1.0800000000017462E-2</c:v>
                </c:pt>
                <c:pt idx="304">
                  <c:v>1.0800000000017462E-2</c:v>
                </c:pt>
                <c:pt idx="305">
                  <c:v>1.0800000000017462E-2</c:v>
                </c:pt>
                <c:pt idx="306">
                  <c:v>1.0800000000017462E-2</c:v>
                </c:pt>
                <c:pt idx="307">
                  <c:v>1.0800000000017462E-2</c:v>
                </c:pt>
                <c:pt idx="308">
                  <c:v>1.0800000000017462E-2</c:v>
                </c:pt>
                <c:pt idx="309">
                  <c:v>1.0800000000017462E-2</c:v>
                </c:pt>
                <c:pt idx="310">
                  <c:v>1.0800000000017462E-2</c:v>
                </c:pt>
                <c:pt idx="311">
                  <c:v>1.0800000000017462E-2</c:v>
                </c:pt>
                <c:pt idx="312">
                  <c:v>1.0800000000017462E-2</c:v>
                </c:pt>
                <c:pt idx="313">
                  <c:v>1.0800000000017462E-2</c:v>
                </c:pt>
                <c:pt idx="314">
                  <c:v>1.0800000000017462E-2</c:v>
                </c:pt>
                <c:pt idx="315">
                  <c:v>1.0800000000017462E-2</c:v>
                </c:pt>
                <c:pt idx="316">
                  <c:v>1.0800000000017462E-2</c:v>
                </c:pt>
                <c:pt idx="317">
                  <c:v>1.0800000000017462E-2</c:v>
                </c:pt>
                <c:pt idx="318">
                  <c:v>1.0800000000017462E-2</c:v>
                </c:pt>
                <c:pt idx="319">
                  <c:v>1.0699999999985721E-2</c:v>
                </c:pt>
                <c:pt idx="320">
                  <c:v>1.0699999999985721E-2</c:v>
                </c:pt>
                <c:pt idx="321">
                  <c:v>1.0699999999985721E-2</c:v>
                </c:pt>
                <c:pt idx="322">
                  <c:v>1.0699999999985721E-2</c:v>
                </c:pt>
                <c:pt idx="323">
                  <c:v>1.0699999999985721E-2</c:v>
                </c:pt>
                <c:pt idx="324">
                  <c:v>1.0699999999985721E-2</c:v>
                </c:pt>
                <c:pt idx="325">
                  <c:v>1.0699999999985721E-2</c:v>
                </c:pt>
                <c:pt idx="326">
                  <c:v>1.0699999999985721E-2</c:v>
                </c:pt>
                <c:pt idx="327">
                  <c:v>1.0699999999985721E-2</c:v>
                </c:pt>
                <c:pt idx="328">
                  <c:v>1.0699999999985721E-2</c:v>
                </c:pt>
                <c:pt idx="329">
                  <c:v>1.0699999999985721E-2</c:v>
                </c:pt>
                <c:pt idx="330">
                  <c:v>1.0699999999985721E-2</c:v>
                </c:pt>
                <c:pt idx="331">
                  <c:v>1.0699999999985721E-2</c:v>
                </c:pt>
                <c:pt idx="332">
                  <c:v>1.0699999999985721E-2</c:v>
                </c:pt>
                <c:pt idx="333">
                  <c:v>1.0699999999985721E-2</c:v>
                </c:pt>
                <c:pt idx="334">
                  <c:v>1.0699999999985721E-2</c:v>
                </c:pt>
                <c:pt idx="335">
                  <c:v>1.0699999999985721E-2</c:v>
                </c:pt>
                <c:pt idx="336">
                  <c:v>1.0699999999985721E-2</c:v>
                </c:pt>
                <c:pt idx="337">
                  <c:v>1.0699999999985721E-2</c:v>
                </c:pt>
                <c:pt idx="338">
                  <c:v>1.0699999999985721E-2</c:v>
                </c:pt>
                <c:pt idx="339">
                  <c:v>1.0699999999985721E-2</c:v>
                </c:pt>
                <c:pt idx="340">
                  <c:v>1.0699999999985721E-2</c:v>
                </c:pt>
                <c:pt idx="341">
                  <c:v>1.0699999999985721E-2</c:v>
                </c:pt>
                <c:pt idx="342">
                  <c:v>1.0699999999985721E-2</c:v>
                </c:pt>
                <c:pt idx="343">
                  <c:v>1.0699999999985721E-2</c:v>
                </c:pt>
                <c:pt idx="344">
                  <c:v>1.0699999999985721E-2</c:v>
                </c:pt>
                <c:pt idx="345">
                  <c:v>1.0699999999985721E-2</c:v>
                </c:pt>
                <c:pt idx="346">
                  <c:v>1.0699999999985721E-2</c:v>
                </c:pt>
                <c:pt idx="347">
                  <c:v>1.0699999999985721E-2</c:v>
                </c:pt>
                <c:pt idx="348">
                  <c:v>1.0699999999985721E-2</c:v>
                </c:pt>
                <c:pt idx="349">
                  <c:v>1.0699999999985721E-2</c:v>
                </c:pt>
                <c:pt idx="350">
                  <c:v>1.0699999999985721E-2</c:v>
                </c:pt>
                <c:pt idx="351">
                  <c:v>1.0699999999985721E-2</c:v>
                </c:pt>
                <c:pt idx="352">
                  <c:v>1.0699999999985721E-2</c:v>
                </c:pt>
                <c:pt idx="353">
                  <c:v>1.0699999999985721E-2</c:v>
                </c:pt>
                <c:pt idx="354">
                  <c:v>1.0699999999985721E-2</c:v>
                </c:pt>
                <c:pt idx="355">
                  <c:v>1.0600000000010823E-2</c:v>
                </c:pt>
                <c:pt idx="356">
                  <c:v>1.0600000000010823E-2</c:v>
                </c:pt>
                <c:pt idx="357">
                  <c:v>1.0600000000010823E-2</c:v>
                </c:pt>
                <c:pt idx="358">
                  <c:v>1.0600000000010823E-2</c:v>
                </c:pt>
                <c:pt idx="359">
                  <c:v>1.0600000000010823E-2</c:v>
                </c:pt>
                <c:pt idx="360">
                  <c:v>1.0600000000010823E-2</c:v>
                </c:pt>
                <c:pt idx="361">
                  <c:v>1.0600000000010823E-2</c:v>
                </c:pt>
                <c:pt idx="362">
                  <c:v>1.0600000000010823E-2</c:v>
                </c:pt>
                <c:pt idx="363">
                  <c:v>1.0600000000010823E-2</c:v>
                </c:pt>
                <c:pt idx="364">
                  <c:v>1.0600000000010823E-2</c:v>
                </c:pt>
                <c:pt idx="365">
                  <c:v>1.0600000000010823E-2</c:v>
                </c:pt>
                <c:pt idx="366">
                  <c:v>1.0600000000010823E-2</c:v>
                </c:pt>
                <c:pt idx="367">
                  <c:v>1.0600000000010823E-2</c:v>
                </c:pt>
                <c:pt idx="368">
                  <c:v>1.0600000000010823E-2</c:v>
                </c:pt>
                <c:pt idx="369">
                  <c:v>1.0600000000010823E-2</c:v>
                </c:pt>
                <c:pt idx="370">
                  <c:v>1.0600000000010823E-2</c:v>
                </c:pt>
                <c:pt idx="371">
                  <c:v>1.0600000000010823E-2</c:v>
                </c:pt>
                <c:pt idx="372">
                  <c:v>1.0600000000010823E-2</c:v>
                </c:pt>
                <c:pt idx="373">
                  <c:v>1.0600000000010823E-2</c:v>
                </c:pt>
                <c:pt idx="374">
                  <c:v>1.0600000000010823E-2</c:v>
                </c:pt>
                <c:pt idx="375">
                  <c:v>1.0600000000010823E-2</c:v>
                </c:pt>
                <c:pt idx="376">
                  <c:v>1.0600000000010823E-2</c:v>
                </c:pt>
                <c:pt idx="377">
                  <c:v>1.0600000000010823E-2</c:v>
                </c:pt>
                <c:pt idx="378">
                  <c:v>1.0500000000035925E-2</c:v>
                </c:pt>
                <c:pt idx="379">
                  <c:v>1.0500000000035925E-2</c:v>
                </c:pt>
                <c:pt idx="380">
                  <c:v>1.0500000000035925E-2</c:v>
                </c:pt>
                <c:pt idx="381">
                  <c:v>1.0500000000035925E-2</c:v>
                </c:pt>
                <c:pt idx="382">
                  <c:v>1.0500000000035925E-2</c:v>
                </c:pt>
                <c:pt idx="383">
                  <c:v>1.0500000000035925E-2</c:v>
                </c:pt>
                <c:pt idx="384">
                  <c:v>1.0500000000035925E-2</c:v>
                </c:pt>
                <c:pt idx="385">
                  <c:v>1.0500000000035925E-2</c:v>
                </c:pt>
                <c:pt idx="386">
                  <c:v>1.0500000000035925E-2</c:v>
                </c:pt>
                <c:pt idx="387">
                  <c:v>1.0500000000035925E-2</c:v>
                </c:pt>
                <c:pt idx="388">
                  <c:v>1.0600000000010823E-2</c:v>
                </c:pt>
                <c:pt idx="389">
                  <c:v>1.0600000000010823E-2</c:v>
                </c:pt>
                <c:pt idx="390">
                  <c:v>1.0600000000010823E-2</c:v>
                </c:pt>
                <c:pt idx="391">
                  <c:v>1.0600000000010823E-2</c:v>
                </c:pt>
                <c:pt idx="392">
                  <c:v>1.0600000000010823E-2</c:v>
                </c:pt>
                <c:pt idx="393">
                  <c:v>1.0600000000010823E-2</c:v>
                </c:pt>
                <c:pt idx="394">
                  <c:v>1.0600000000010823E-2</c:v>
                </c:pt>
                <c:pt idx="395">
                  <c:v>1.0600000000010823E-2</c:v>
                </c:pt>
                <c:pt idx="396">
                  <c:v>1.0600000000010823E-2</c:v>
                </c:pt>
                <c:pt idx="397">
                  <c:v>1.0600000000010823E-2</c:v>
                </c:pt>
                <c:pt idx="398">
                  <c:v>1.0600000000010823E-2</c:v>
                </c:pt>
                <c:pt idx="399">
                  <c:v>1.0600000000010823E-2</c:v>
                </c:pt>
                <c:pt idx="400">
                  <c:v>1.0600000000010823E-2</c:v>
                </c:pt>
                <c:pt idx="401">
                  <c:v>1.0600000000010823E-2</c:v>
                </c:pt>
                <c:pt idx="402">
                  <c:v>1.0600000000010823E-2</c:v>
                </c:pt>
                <c:pt idx="403">
                  <c:v>1.0600000000010823E-2</c:v>
                </c:pt>
                <c:pt idx="404">
                  <c:v>1.0600000000010823E-2</c:v>
                </c:pt>
                <c:pt idx="405">
                  <c:v>1.0600000000010823E-2</c:v>
                </c:pt>
                <c:pt idx="406">
                  <c:v>1.0600000000010823E-2</c:v>
                </c:pt>
                <c:pt idx="407">
                  <c:v>1.0600000000010823E-2</c:v>
                </c:pt>
                <c:pt idx="408">
                  <c:v>1.0600000000010823E-2</c:v>
                </c:pt>
                <c:pt idx="409">
                  <c:v>1.0600000000010823E-2</c:v>
                </c:pt>
                <c:pt idx="410">
                  <c:v>1.0600000000010823E-2</c:v>
                </c:pt>
                <c:pt idx="411">
                  <c:v>1.0600000000010823E-2</c:v>
                </c:pt>
                <c:pt idx="412">
                  <c:v>1.0600000000010823E-2</c:v>
                </c:pt>
                <c:pt idx="413">
                  <c:v>1.0600000000010823E-2</c:v>
                </c:pt>
                <c:pt idx="414">
                  <c:v>1.0600000000010823E-2</c:v>
                </c:pt>
                <c:pt idx="415">
                  <c:v>1.0600000000010823E-2</c:v>
                </c:pt>
                <c:pt idx="416">
                  <c:v>1.0600000000010823E-2</c:v>
                </c:pt>
                <c:pt idx="417">
                  <c:v>1.0600000000010823E-2</c:v>
                </c:pt>
                <c:pt idx="418">
                  <c:v>1.0600000000010823E-2</c:v>
                </c:pt>
                <c:pt idx="419">
                  <c:v>1.0600000000010823E-2</c:v>
                </c:pt>
                <c:pt idx="420">
                  <c:v>1.0600000000010823E-2</c:v>
                </c:pt>
                <c:pt idx="421">
                  <c:v>1.0600000000010823E-2</c:v>
                </c:pt>
                <c:pt idx="422">
                  <c:v>1.0600000000010823E-2</c:v>
                </c:pt>
                <c:pt idx="423">
                  <c:v>1.0500000000035925E-2</c:v>
                </c:pt>
                <c:pt idx="424">
                  <c:v>1.0500000000035925E-2</c:v>
                </c:pt>
                <c:pt idx="425">
                  <c:v>1.0500000000035925E-2</c:v>
                </c:pt>
                <c:pt idx="426">
                  <c:v>1.0500000000035925E-2</c:v>
                </c:pt>
                <c:pt idx="427">
                  <c:v>1.0600000000010823E-2</c:v>
                </c:pt>
                <c:pt idx="428">
                  <c:v>1.0600000000010823E-2</c:v>
                </c:pt>
                <c:pt idx="429">
                  <c:v>1.0600000000010823E-2</c:v>
                </c:pt>
                <c:pt idx="430">
                  <c:v>1.0600000000010823E-2</c:v>
                </c:pt>
                <c:pt idx="431">
                  <c:v>1.0600000000010823E-2</c:v>
                </c:pt>
                <c:pt idx="432">
                  <c:v>1.0699999999985721E-2</c:v>
                </c:pt>
                <c:pt idx="433">
                  <c:v>1.0699999999985721E-2</c:v>
                </c:pt>
                <c:pt idx="434">
                  <c:v>1.0699999999985721E-2</c:v>
                </c:pt>
                <c:pt idx="435">
                  <c:v>1.0699999999985721E-2</c:v>
                </c:pt>
                <c:pt idx="436">
                  <c:v>1.0699999999985721E-2</c:v>
                </c:pt>
                <c:pt idx="437">
                  <c:v>1.0699999999985721E-2</c:v>
                </c:pt>
                <c:pt idx="438">
                  <c:v>1.0699999999985721E-2</c:v>
                </c:pt>
                <c:pt idx="439">
                  <c:v>1.0699999999985721E-2</c:v>
                </c:pt>
                <c:pt idx="440">
                  <c:v>1.0699999999985721E-2</c:v>
                </c:pt>
                <c:pt idx="441">
                  <c:v>1.0699999999985721E-2</c:v>
                </c:pt>
                <c:pt idx="442">
                  <c:v>1.0699999999985721E-2</c:v>
                </c:pt>
                <c:pt idx="443">
                  <c:v>1.0699999999985721E-2</c:v>
                </c:pt>
                <c:pt idx="444">
                  <c:v>1.0699999999985721E-2</c:v>
                </c:pt>
                <c:pt idx="445">
                  <c:v>1.0699999999985721E-2</c:v>
                </c:pt>
                <c:pt idx="446">
                  <c:v>1.0699999999985721E-2</c:v>
                </c:pt>
                <c:pt idx="447">
                  <c:v>1.0699999999985721E-2</c:v>
                </c:pt>
                <c:pt idx="448">
                  <c:v>1.0699999999985721E-2</c:v>
                </c:pt>
                <c:pt idx="449">
                  <c:v>1.0699999999985721E-2</c:v>
                </c:pt>
                <c:pt idx="450">
                  <c:v>1.0699999999985721E-2</c:v>
                </c:pt>
                <c:pt idx="451">
                  <c:v>1.0699999999985721E-2</c:v>
                </c:pt>
                <c:pt idx="452">
                  <c:v>1.0699999999985721E-2</c:v>
                </c:pt>
                <c:pt idx="453">
                  <c:v>1.0699999999985721E-2</c:v>
                </c:pt>
                <c:pt idx="454">
                  <c:v>1.0699999999985721E-2</c:v>
                </c:pt>
                <c:pt idx="455">
                  <c:v>1.0699999999985721E-2</c:v>
                </c:pt>
                <c:pt idx="456">
                  <c:v>1.0699999999985721E-2</c:v>
                </c:pt>
                <c:pt idx="457">
                  <c:v>1.0699999999985721E-2</c:v>
                </c:pt>
                <c:pt idx="458">
                  <c:v>1.0699999999985721E-2</c:v>
                </c:pt>
                <c:pt idx="459">
                  <c:v>1.0699999999985721E-2</c:v>
                </c:pt>
                <c:pt idx="460">
                  <c:v>1.0800000000017462E-2</c:v>
                </c:pt>
                <c:pt idx="461">
                  <c:v>1.0800000000017462E-2</c:v>
                </c:pt>
                <c:pt idx="462">
                  <c:v>1.0800000000017462E-2</c:v>
                </c:pt>
                <c:pt idx="463">
                  <c:v>1.0800000000017462E-2</c:v>
                </c:pt>
                <c:pt idx="464">
                  <c:v>1.0800000000017462E-2</c:v>
                </c:pt>
                <c:pt idx="465">
                  <c:v>1.0800000000017462E-2</c:v>
                </c:pt>
                <c:pt idx="466">
                  <c:v>1.0800000000017462E-2</c:v>
                </c:pt>
                <c:pt idx="467">
                  <c:v>1.0800000000017462E-2</c:v>
                </c:pt>
                <c:pt idx="468">
                  <c:v>1.0800000000017462E-2</c:v>
                </c:pt>
                <c:pt idx="469">
                  <c:v>1.0800000000017462E-2</c:v>
                </c:pt>
                <c:pt idx="470">
                  <c:v>1.0800000000017462E-2</c:v>
                </c:pt>
                <c:pt idx="471">
                  <c:v>1.0800000000017462E-2</c:v>
                </c:pt>
                <c:pt idx="472">
                  <c:v>1.0800000000017462E-2</c:v>
                </c:pt>
                <c:pt idx="473">
                  <c:v>1.0800000000017462E-2</c:v>
                </c:pt>
                <c:pt idx="474">
                  <c:v>1.0800000000017462E-2</c:v>
                </c:pt>
                <c:pt idx="475">
                  <c:v>1.0800000000017462E-2</c:v>
                </c:pt>
                <c:pt idx="476">
                  <c:v>1.0800000000017462E-2</c:v>
                </c:pt>
                <c:pt idx="477">
                  <c:v>1.0800000000017462E-2</c:v>
                </c:pt>
                <c:pt idx="478">
                  <c:v>1.0699999999985721E-2</c:v>
                </c:pt>
                <c:pt idx="479">
                  <c:v>1.0699999999985721E-2</c:v>
                </c:pt>
                <c:pt idx="480">
                  <c:v>1.0699999999985721E-2</c:v>
                </c:pt>
                <c:pt idx="481">
                  <c:v>1.0699999999985721E-2</c:v>
                </c:pt>
                <c:pt idx="482">
                  <c:v>1.0699999999985721E-2</c:v>
                </c:pt>
                <c:pt idx="483">
                  <c:v>1.0699999999985721E-2</c:v>
                </c:pt>
                <c:pt idx="484">
                  <c:v>1.0699999999985721E-2</c:v>
                </c:pt>
                <c:pt idx="485">
                  <c:v>1.0699999999985721E-2</c:v>
                </c:pt>
                <c:pt idx="486">
                  <c:v>1.0699999999985721E-2</c:v>
                </c:pt>
                <c:pt idx="487">
                  <c:v>1.0699999999985721E-2</c:v>
                </c:pt>
                <c:pt idx="488">
                  <c:v>1.0699999999985721E-2</c:v>
                </c:pt>
                <c:pt idx="489">
                  <c:v>1.0699999999985721E-2</c:v>
                </c:pt>
                <c:pt idx="490">
                  <c:v>1.0699999999985721E-2</c:v>
                </c:pt>
                <c:pt idx="491">
                  <c:v>1.0699999999985721E-2</c:v>
                </c:pt>
                <c:pt idx="492">
                  <c:v>1.0699999999985721E-2</c:v>
                </c:pt>
                <c:pt idx="493">
                  <c:v>1.0699999999985721E-2</c:v>
                </c:pt>
                <c:pt idx="494">
                  <c:v>1.0699999999985721E-2</c:v>
                </c:pt>
                <c:pt idx="495">
                  <c:v>1.0699999999985721E-2</c:v>
                </c:pt>
                <c:pt idx="496">
                  <c:v>1.0699999999985721E-2</c:v>
                </c:pt>
                <c:pt idx="497">
                  <c:v>1.0699999999985721E-2</c:v>
                </c:pt>
                <c:pt idx="498">
                  <c:v>1.0699999999985721E-2</c:v>
                </c:pt>
                <c:pt idx="499">
                  <c:v>1.0699999999985721E-2</c:v>
                </c:pt>
                <c:pt idx="500">
                  <c:v>1.0699999999985721E-2</c:v>
                </c:pt>
                <c:pt idx="501">
                  <c:v>1.0699999999985721E-2</c:v>
                </c:pt>
                <c:pt idx="502">
                  <c:v>1.0699999999985721E-2</c:v>
                </c:pt>
                <c:pt idx="503">
                  <c:v>1.0699999999985721E-2</c:v>
                </c:pt>
                <c:pt idx="504">
                  <c:v>1.0699999999985721E-2</c:v>
                </c:pt>
                <c:pt idx="505">
                  <c:v>1.0699999999985721E-2</c:v>
                </c:pt>
                <c:pt idx="506">
                  <c:v>1.0699999999985721E-2</c:v>
                </c:pt>
                <c:pt idx="507">
                  <c:v>1.0699999999985721E-2</c:v>
                </c:pt>
                <c:pt idx="508">
                  <c:v>1.0699999999985721E-2</c:v>
                </c:pt>
                <c:pt idx="509">
                  <c:v>1.0699999999985721E-2</c:v>
                </c:pt>
                <c:pt idx="510">
                  <c:v>1.0699999999985721E-2</c:v>
                </c:pt>
                <c:pt idx="511">
                  <c:v>1.0699999999985721E-2</c:v>
                </c:pt>
                <c:pt idx="512">
                  <c:v>1.0699999999985721E-2</c:v>
                </c:pt>
                <c:pt idx="513">
                  <c:v>1.0699999999985721E-2</c:v>
                </c:pt>
                <c:pt idx="514">
                  <c:v>1.0600000000010823E-2</c:v>
                </c:pt>
                <c:pt idx="515">
                  <c:v>1.0600000000010823E-2</c:v>
                </c:pt>
                <c:pt idx="516">
                  <c:v>1.0600000000010823E-2</c:v>
                </c:pt>
                <c:pt idx="517">
                  <c:v>1.0600000000010823E-2</c:v>
                </c:pt>
                <c:pt idx="518">
                  <c:v>1.0600000000010823E-2</c:v>
                </c:pt>
                <c:pt idx="519">
                  <c:v>1.0600000000010823E-2</c:v>
                </c:pt>
                <c:pt idx="520">
                  <c:v>1.0600000000010823E-2</c:v>
                </c:pt>
                <c:pt idx="521">
                  <c:v>1.0600000000010823E-2</c:v>
                </c:pt>
                <c:pt idx="522">
                  <c:v>1.0600000000010823E-2</c:v>
                </c:pt>
                <c:pt idx="523">
                  <c:v>1.0600000000010823E-2</c:v>
                </c:pt>
                <c:pt idx="524">
                  <c:v>1.0600000000010823E-2</c:v>
                </c:pt>
                <c:pt idx="525">
                  <c:v>1.0600000000010823E-2</c:v>
                </c:pt>
                <c:pt idx="526">
                  <c:v>1.0600000000010823E-2</c:v>
                </c:pt>
                <c:pt idx="527">
                  <c:v>1.0600000000010823E-2</c:v>
                </c:pt>
                <c:pt idx="528">
                  <c:v>1.0600000000010823E-2</c:v>
                </c:pt>
                <c:pt idx="529">
                  <c:v>1.0600000000010823E-2</c:v>
                </c:pt>
                <c:pt idx="530">
                  <c:v>1.0600000000010823E-2</c:v>
                </c:pt>
                <c:pt idx="531">
                  <c:v>1.0600000000010823E-2</c:v>
                </c:pt>
                <c:pt idx="532">
                  <c:v>1.0600000000010823E-2</c:v>
                </c:pt>
              </c:numCache>
            </c:numRef>
          </c:yVal>
          <c:smooth val="1"/>
          <c:extLst>
            <c:ext xmlns:c16="http://schemas.microsoft.com/office/drawing/2014/chart" uri="{C3380CC4-5D6E-409C-BE32-E72D297353CC}">
              <c16:uniqueId val="{0000000F-1510-4437-9CAD-7ED8315A59D8}"/>
            </c:ext>
          </c:extLst>
        </c:ser>
        <c:ser>
          <c:idx val="16"/>
          <c:order val="16"/>
          <c:tx>
            <c:strRef>
              <c:f>SM50000_TEMPSoc5l2_50000!$PE$1</c:f>
              <c:strCache>
                <c:ptCount val="1"/>
                <c:pt idx="0">
                  <c:v>TELE_SM_INTERIOR.276</c:v>
                </c:pt>
              </c:strCache>
            </c:strRef>
          </c:tx>
          <c:spPr>
            <a:ln w="19050" cap="rnd">
              <a:solidFill>
                <a:schemeClr val="accent5">
                  <a:lumMod val="80000"/>
                  <a:lumOff val="20000"/>
                </a:schemeClr>
              </a:solidFill>
              <a:round/>
            </a:ln>
            <a:effectLst/>
          </c:spPr>
          <c:marker>
            <c:symbol val="circle"/>
            <c:size val="5"/>
            <c:spPr>
              <a:solidFill>
                <a:schemeClr val="accent5">
                  <a:lumMod val="80000"/>
                  <a:lumOff val="20000"/>
                </a:schemeClr>
              </a:solidFill>
              <a:ln w="9525">
                <a:solidFill>
                  <a:schemeClr val="accent5">
                    <a:lumMod val="80000"/>
                    <a:lumOff val="2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SM50000_TEMPSoc5l2_50000!$PE$2:$PE$536</c:f>
              <c:numCache>
                <c:formatCode>General</c:formatCode>
                <c:ptCount val="533"/>
                <c:pt idx="0">
                  <c:v>0</c:v>
                </c:pt>
                <c:pt idx="1">
                  <c:v>3.999999999962256E-3</c:v>
                </c:pt>
                <c:pt idx="2">
                  <c:v>5.2999999999769898E-3</c:v>
                </c:pt>
                <c:pt idx="3">
                  <c:v>5.9999999999718057E-3</c:v>
                </c:pt>
                <c:pt idx="4">
                  <c:v>6.2999999999533429E-3</c:v>
                </c:pt>
                <c:pt idx="5">
                  <c:v>6.5999999999917236E-3</c:v>
                </c:pt>
                <c:pt idx="6">
                  <c:v>6.7999999999983629E-3</c:v>
                </c:pt>
                <c:pt idx="7">
                  <c:v>6.9999999999481588E-3</c:v>
                </c:pt>
                <c:pt idx="8">
                  <c:v>7.1999999999547981E-3</c:v>
                </c:pt>
                <c:pt idx="9">
                  <c:v>7.2999999999865395E-3</c:v>
                </c:pt>
                <c:pt idx="10">
                  <c:v>7.4999999999931788E-3</c:v>
                </c:pt>
                <c:pt idx="11">
                  <c:v>7.5999999999680767E-3</c:v>
                </c:pt>
                <c:pt idx="12">
                  <c:v>7.799999999974716E-3</c:v>
                </c:pt>
                <c:pt idx="13">
                  <c:v>7.899999999949614E-3</c:v>
                </c:pt>
                <c:pt idx="14">
                  <c:v>7.9999999999813554E-3</c:v>
                </c:pt>
                <c:pt idx="15">
                  <c:v>8.1999999999879947E-3</c:v>
                </c:pt>
                <c:pt idx="16">
                  <c:v>8.2999999999628926E-3</c:v>
                </c:pt>
                <c:pt idx="17">
                  <c:v>8.399999999994634E-3</c:v>
                </c:pt>
                <c:pt idx="18">
                  <c:v>8.4999999999695319E-3</c:v>
                </c:pt>
                <c:pt idx="19">
                  <c:v>8.5999999999444299E-3</c:v>
                </c:pt>
                <c:pt idx="20">
                  <c:v>8.6999999999761712E-3</c:v>
                </c:pt>
                <c:pt idx="21">
                  <c:v>8.7999999999510692E-3</c:v>
                </c:pt>
                <c:pt idx="22">
                  <c:v>8.8999999999828106E-3</c:v>
                </c:pt>
                <c:pt idx="23">
                  <c:v>8.9999999999577085E-3</c:v>
                </c:pt>
                <c:pt idx="24">
                  <c:v>9.0999999999894499E-3</c:v>
                </c:pt>
                <c:pt idx="25">
                  <c:v>9.1999999999643478E-3</c:v>
                </c:pt>
                <c:pt idx="26">
                  <c:v>9.2999999999960892E-3</c:v>
                </c:pt>
                <c:pt idx="27">
                  <c:v>9.4999999999458851E-3</c:v>
                </c:pt>
                <c:pt idx="28">
                  <c:v>9.5999999999776264E-3</c:v>
                </c:pt>
                <c:pt idx="29">
                  <c:v>9.6999999999525244E-3</c:v>
                </c:pt>
                <c:pt idx="30">
                  <c:v>9.7999999999842657E-3</c:v>
                </c:pt>
                <c:pt idx="31">
                  <c:v>9.8999999999591637E-3</c:v>
                </c:pt>
                <c:pt idx="32">
                  <c:v>9.9999999999909051E-3</c:v>
                </c:pt>
                <c:pt idx="33">
                  <c:v>9.9999999999909051E-3</c:v>
                </c:pt>
                <c:pt idx="34">
                  <c:v>9.9999999999909051E-3</c:v>
                </c:pt>
                <c:pt idx="35">
                  <c:v>1.0099999999965803E-2</c:v>
                </c:pt>
                <c:pt idx="36">
                  <c:v>1.0099999999965803E-2</c:v>
                </c:pt>
                <c:pt idx="37">
                  <c:v>1.0199999999997544E-2</c:v>
                </c:pt>
                <c:pt idx="38">
                  <c:v>1.0199999999997544E-2</c:v>
                </c:pt>
                <c:pt idx="39">
                  <c:v>1.0199999999997544E-2</c:v>
                </c:pt>
                <c:pt idx="40">
                  <c:v>1.0199999999997544E-2</c:v>
                </c:pt>
                <c:pt idx="41">
                  <c:v>1.0199999999997544E-2</c:v>
                </c:pt>
                <c:pt idx="42">
                  <c:v>1.0299999999972442E-2</c:v>
                </c:pt>
                <c:pt idx="43">
                  <c:v>1.0299999999972442E-2</c:v>
                </c:pt>
                <c:pt idx="44">
                  <c:v>1.0299999999972442E-2</c:v>
                </c:pt>
                <c:pt idx="45">
                  <c:v>1.0299999999972442E-2</c:v>
                </c:pt>
                <c:pt idx="46">
                  <c:v>1.0299999999972442E-2</c:v>
                </c:pt>
                <c:pt idx="47">
                  <c:v>1.0299999999972442E-2</c:v>
                </c:pt>
                <c:pt idx="48">
                  <c:v>1.0299999999972442E-2</c:v>
                </c:pt>
                <c:pt idx="49">
                  <c:v>1.039999999994734E-2</c:v>
                </c:pt>
                <c:pt idx="50">
                  <c:v>1.039999999994734E-2</c:v>
                </c:pt>
                <c:pt idx="51">
                  <c:v>1.039999999994734E-2</c:v>
                </c:pt>
                <c:pt idx="52">
                  <c:v>1.039999999994734E-2</c:v>
                </c:pt>
                <c:pt idx="53">
                  <c:v>1.039999999994734E-2</c:v>
                </c:pt>
                <c:pt idx="54">
                  <c:v>1.039999999994734E-2</c:v>
                </c:pt>
                <c:pt idx="55">
                  <c:v>1.039999999994734E-2</c:v>
                </c:pt>
                <c:pt idx="56">
                  <c:v>1.039999999994734E-2</c:v>
                </c:pt>
                <c:pt idx="57">
                  <c:v>1.039999999994734E-2</c:v>
                </c:pt>
                <c:pt idx="58">
                  <c:v>1.039999999994734E-2</c:v>
                </c:pt>
                <c:pt idx="59">
                  <c:v>1.039999999994734E-2</c:v>
                </c:pt>
                <c:pt idx="60">
                  <c:v>1.039999999994734E-2</c:v>
                </c:pt>
                <c:pt idx="61">
                  <c:v>1.039999999994734E-2</c:v>
                </c:pt>
                <c:pt idx="62">
                  <c:v>1.039999999994734E-2</c:v>
                </c:pt>
                <c:pt idx="63">
                  <c:v>1.0299999999972442E-2</c:v>
                </c:pt>
                <c:pt idx="64">
                  <c:v>1.0299999999972442E-2</c:v>
                </c:pt>
                <c:pt idx="65">
                  <c:v>1.0299999999972442E-2</c:v>
                </c:pt>
                <c:pt idx="66">
                  <c:v>1.0299999999972442E-2</c:v>
                </c:pt>
                <c:pt idx="67">
                  <c:v>1.0299999999972442E-2</c:v>
                </c:pt>
                <c:pt idx="68">
                  <c:v>1.0299999999972442E-2</c:v>
                </c:pt>
                <c:pt idx="69">
                  <c:v>1.039999999994734E-2</c:v>
                </c:pt>
                <c:pt idx="70">
                  <c:v>1.039999999994734E-2</c:v>
                </c:pt>
                <c:pt idx="71">
                  <c:v>1.039999999994734E-2</c:v>
                </c:pt>
                <c:pt idx="72">
                  <c:v>1.039999999994734E-2</c:v>
                </c:pt>
                <c:pt idx="73">
                  <c:v>1.039999999994734E-2</c:v>
                </c:pt>
                <c:pt idx="74">
                  <c:v>1.039999999994734E-2</c:v>
                </c:pt>
                <c:pt idx="75">
                  <c:v>1.039999999994734E-2</c:v>
                </c:pt>
                <c:pt idx="76">
                  <c:v>1.039999999994734E-2</c:v>
                </c:pt>
                <c:pt idx="77">
                  <c:v>1.039999999994734E-2</c:v>
                </c:pt>
                <c:pt idx="78">
                  <c:v>1.039999999994734E-2</c:v>
                </c:pt>
                <c:pt idx="79">
                  <c:v>1.039999999994734E-2</c:v>
                </c:pt>
                <c:pt idx="80">
                  <c:v>1.039999999994734E-2</c:v>
                </c:pt>
                <c:pt idx="81">
                  <c:v>1.039999999994734E-2</c:v>
                </c:pt>
                <c:pt idx="82">
                  <c:v>1.039999999994734E-2</c:v>
                </c:pt>
                <c:pt idx="83">
                  <c:v>1.039999999994734E-2</c:v>
                </c:pt>
                <c:pt idx="84">
                  <c:v>1.039999999994734E-2</c:v>
                </c:pt>
                <c:pt idx="85">
                  <c:v>1.039999999994734E-2</c:v>
                </c:pt>
                <c:pt idx="86">
                  <c:v>1.039999999994734E-2</c:v>
                </c:pt>
                <c:pt idx="87">
                  <c:v>1.039999999994734E-2</c:v>
                </c:pt>
                <c:pt idx="88">
                  <c:v>1.039999999994734E-2</c:v>
                </c:pt>
                <c:pt idx="89">
                  <c:v>1.039999999994734E-2</c:v>
                </c:pt>
                <c:pt idx="90">
                  <c:v>1.039999999994734E-2</c:v>
                </c:pt>
                <c:pt idx="91">
                  <c:v>1.039999999994734E-2</c:v>
                </c:pt>
                <c:pt idx="92">
                  <c:v>1.039999999994734E-2</c:v>
                </c:pt>
                <c:pt idx="93">
                  <c:v>1.039999999994734E-2</c:v>
                </c:pt>
                <c:pt idx="94">
                  <c:v>1.039999999994734E-2</c:v>
                </c:pt>
                <c:pt idx="95">
                  <c:v>1.039999999994734E-2</c:v>
                </c:pt>
                <c:pt idx="96">
                  <c:v>1.039999999994734E-2</c:v>
                </c:pt>
                <c:pt idx="97">
                  <c:v>1.039999999994734E-2</c:v>
                </c:pt>
                <c:pt idx="98">
                  <c:v>1.039999999994734E-2</c:v>
                </c:pt>
                <c:pt idx="99">
                  <c:v>1.039999999994734E-2</c:v>
                </c:pt>
                <c:pt idx="100">
                  <c:v>1.039999999994734E-2</c:v>
                </c:pt>
                <c:pt idx="101">
                  <c:v>1.039999999994734E-2</c:v>
                </c:pt>
                <c:pt idx="102">
                  <c:v>1.039999999994734E-2</c:v>
                </c:pt>
                <c:pt idx="103">
                  <c:v>1.039999999994734E-2</c:v>
                </c:pt>
                <c:pt idx="104">
                  <c:v>1.039999999994734E-2</c:v>
                </c:pt>
                <c:pt idx="105">
                  <c:v>1.039999999994734E-2</c:v>
                </c:pt>
                <c:pt idx="106">
                  <c:v>1.039999999994734E-2</c:v>
                </c:pt>
                <c:pt idx="107">
                  <c:v>1.039999999994734E-2</c:v>
                </c:pt>
                <c:pt idx="108">
                  <c:v>1.0299999999972442E-2</c:v>
                </c:pt>
                <c:pt idx="109">
                  <c:v>1.0299999999972442E-2</c:v>
                </c:pt>
                <c:pt idx="110">
                  <c:v>1.0299999999972442E-2</c:v>
                </c:pt>
                <c:pt idx="111">
                  <c:v>1.0299999999972442E-2</c:v>
                </c:pt>
                <c:pt idx="112">
                  <c:v>1.0299999999972442E-2</c:v>
                </c:pt>
                <c:pt idx="113">
                  <c:v>1.039999999994734E-2</c:v>
                </c:pt>
                <c:pt idx="114">
                  <c:v>1.039999999994734E-2</c:v>
                </c:pt>
                <c:pt idx="115">
                  <c:v>1.039999999994734E-2</c:v>
                </c:pt>
                <c:pt idx="116">
                  <c:v>1.039999999994734E-2</c:v>
                </c:pt>
                <c:pt idx="117">
                  <c:v>1.0499999999979082E-2</c:v>
                </c:pt>
                <c:pt idx="118">
                  <c:v>1.0499999999979082E-2</c:v>
                </c:pt>
                <c:pt idx="119">
                  <c:v>1.0499999999979082E-2</c:v>
                </c:pt>
                <c:pt idx="120">
                  <c:v>1.0499999999979082E-2</c:v>
                </c:pt>
                <c:pt idx="121">
                  <c:v>1.0499999999979082E-2</c:v>
                </c:pt>
                <c:pt idx="122">
                  <c:v>1.0499999999979082E-2</c:v>
                </c:pt>
                <c:pt idx="123">
                  <c:v>1.0499999999979082E-2</c:v>
                </c:pt>
                <c:pt idx="124">
                  <c:v>1.0499999999979082E-2</c:v>
                </c:pt>
                <c:pt idx="125">
                  <c:v>1.0499999999979082E-2</c:v>
                </c:pt>
                <c:pt idx="126">
                  <c:v>1.0499999999979082E-2</c:v>
                </c:pt>
                <c:pt idx="127">
                  <c:v>1.0499999999979082E-2</c:v>
                </c:pt>
                <c:pt idx="128">
                  <c:v>1.0499999999979082E-2</c:v>
                </c:pt>
                <c:pt idx="129">
                  <c:v>1.0499999999979082E-2</c:v>
                </c:pt>
                <c:pt idx="130">
                  <c:v>1.0499999999979082E-2</c:v>
                </c:pt>
                <c:pt idx="131">
                  <c:v>1.0499999999979082E-2</c:v>
                </c:pt>
                <c:pt idx="132">
                  <c:v>1.059999999995398E-2</c:v>
                </c:pt>
                <c:pt idx="133">
                  <c:v>1.059999999995398E-2</c:v>
                </c:pt>
                <c:pt idx="134">
                  <c:v>1.059999999995398E-2</c:v>
                </c:pt>
                <c:pt idx="135">
                  <c:v>1.059999999995398E-2</c:v>
                </c:pt>
                <c:pt idx="136">
                  <c:v>1.059999999995398E-2</c:v>
                </c:pt>
                <c:pt idx="137">
                  <c:v>1.059999999995398E-2</c:v>
                </c:pt>
                <c:pt idx="138">
                  <c:v>1.059999999995398E-2</c:v>
                </c:pt>
                <c:pt idx="139">
                  <c:v>1.059999999995398E-2</c:v>
                </c:pt>
                <c:pt idx="140">
                  <c:v>1.059999999995398E-2</c:v>
                </c:pt>
                <c:pt idx="141">
                  <c:v>1.059999999995398E-2</c:v>
                </c:pt>
                <c:pt idx="142">
                  <c:v>1.059999999995398E-2</c:v>
                </c:pt>
                <c:pt idx="143">
                  <c:v>1.059999999995398E-2</c:v>
                </c:pt>
                <c:pt idx="144">
                  <c:v>1.059999999995398E-2</c:v>
                </c:pt>
                <c:pt idx="145">
                  <c:v>1.059999999995398E-2</c:v>
                </c:pt>
                <c:pt idx="146">
                  <c:v>1.059999999995398E-2</c:v>
                </c:pt>
                <c:pt idx="147">
                  <c:v>1.059999999995398E-2</c:v>
                </c:pt>
                <c:pt idx="148">
                  <c:v>1.059999999995398E-2</c:v>
                </c:pt>
                <c:pt idx="149">
                  <c:v>1.059999999995398E-2</c:v>
                </c:pt>
                <c:pt idx="150">
                  <c:v>1.059999999995398E-2</c:v>
                </c:pt>
                <c:pt idx="151">
                  <c:v>1.059999999995398E-2</c:v>
                </c:pt>
                <c:pt idx="152">
                  <c:v>1.059999999995398E-2</c:v>
                </c:pt>
                <c:pt idx="153">
                  <c:v>1.059999999995398E-2</c:v>
                </c:pt>
                <c:pt idx="154">
                  <c:v>1.059999999995398E-2</c:v>
                </c:pt>
                <c:pt idx="155">
                  <c:v>1.059999999995398E-2</c:v>
                </c:pt>
                <c:pt idx="156">
                  <c:v>1.059999999995398E-2</c:v>
                </c:pt>
                <c:pt idx="157">
                  <c:v>1.059999999995398E-2</c:v>
                </c:pt>
                <c:pt idx="158">
                  <c:v>1.059999999995398E-2</c:v>
                </c:pt>
                <c:pt idx="159">
                  <c:v>1.059999999995398E-2</c:v>
                </c:pt>
                <c:pt idx="160">
                  <c:v>1.0499999999979082E-2</c:v>
                </c:pt>
                <c:pt idx="161">
                  <c:v>1.0499999999979082E-2</c:v>
                </c:pt>
                <c:pt idx="162">
                  <c:v>1.039999999994734E-2</c:v>
                </c:pt>
                <c:pt idx="163">
                  <c:v>1.039999999994734E-2</c:v>
                </c:pt>
                <c:pt idx="164">
                  <c:v>1.039999999994734E-2</c:v>
                </c:pt>
                <c:pt idx="165">
                  <c:v>1.039999999994734E-2</c:v>
                </c:pt>
                <c:pt idx="166">
                  <c:v>1.0299999999972442E-2</c:v>
                </c:pt>
                <c:pt idx="167">
                  <c:v>1.0299999999972442E-2</c:v>
                </c:pt>
                <c:pt idx="168">
                  <c:v>1.0299999999972442E-2</c:v>
                </c:pt>
                <c:pt idx="169">
                  <c:v>1.0299999999972442E-2</c:v>
                </c:pt>
                <c:pt idx="170">
                  <c:v>1.0299999999972442E-2</c:v>
                </c:pt>
                <c:pt idx="171">
                  <c:v>1.0299999999972442E-2</c:v>
                </c:pt>
                <c:pt idx="172">
                  <c:v>1.0299999999972442E-2</c:v>
                </c:pt>
                <c:pt idx="173">
                  <c:v>1.0299999999972442E-2</c:v>
                </c:pt>
                <c:pt idx="174">
                  <c:v>1.0299999999972442E-2</c:v>
                </c:pt>
                <c:pt idx="175">
                  <c:v>1.0299999999972442E-2</c:v>
                </c:pt>
                <c:pt idx="176">
                  <c:v>1.0299999999972442E-2</c:v>
                </c:pt>
                <c:pt idx="177">
                  <c:v>1.0299999999972442E-2</c:v>
                </c:pt>
                <c:pt idx="178">
                  <c:v>1.0299999999972442E-2</c:v>
                </c:pt>
                <c:pt idx="179">
                  <c:v>1.0299999999972442E-2</c:v>
                </c:pt>
                <c:pt idx="180">
                  <c:v>1.0299999999972442E-2</c:v>
                </c:pt>
                <c:pt idx="181">
                  <c:v>1.0299999999972442E-2</c:v>
                </c:pt>
                <c:pt idx="182">
                  <c:v>1.0299999999972442E-2</c:v>
                </c:pt>
                <c:pt idx="183">
                  <c:v>1.039999999994734E-2</c:v>
                </c:pt>
                <c:pt idx="184">
                  <c:v>1.0499999999979082E-2</c:v>
                </c:pt>
                <c:pt idx="185">
                  <c:v>1.059999999995398E-2</c:v>
                </c:pt>
                <c:pt idx="186">
                  <c:v>1.059999999995398E-2</c:v>
                </c:pt>
                <c:pt idx="187">
                  <c:v>1.059999999995398E-2</c:v>
                </c:pt>
                <c:pt idx="188">
                  <c:v>1.0699999999985721E-2</c:v>
                </c:pt>
                <c:pt idx="189">
                  <c:v>1.0699999999985721E-2</c:v>
                </c:pt>
                <c:pt idx="190">
                  <c:v>1.0699999999985721E-2</c:v>
                </c:pt>
                <c:pt idx="191">
                  <c:v>1.0699999999985721E-2</c:v>
                </c:pt>
                <c:pt idx="192">
                  <c:v>1.0699999999985721E-2</c:v>
                </c:pt>
                <c:pt idx="193">
                  <c:v>1.0699999999985721E-2</c:v>
                </c:pt>
                <c:pt idx="194">
                  <c:v>1.0699999999985721E-2</c:v>
                </c:pt>
                <c:pt idx="195">
                  <c:v>1.0699999999985721E-2</c:v>
                </c:pt>
                <c:pt idx="196">
                  <c:v>1.0699999999985721E-2</c:v>
                </c:pt>
                <c:pt idx="197">
                  <c:v>1.0699999999985721E-2</c:v>
                </c:pt>
                <c:pt idx="198">
                  <c:v>1.059999999995398E-2</c:v>
                </c:pt>
                <c:pt idx="199">
                  <c:v>1.059999999995398E-2</c:v>
                </c:pt>
                <c:pt idx="200">
                  <c:v>1.059999999995398E-2</c:v>
                </c:pt>
                <c:pt idx="201">
                  <c:v>1.059999999995398E-2</c:v>
                </c:pt>
                <c:pt idx="202">
                  <c:v>1.059999999995398E-2</c:v>
                </c:pt>
                <c:pt idx="203">
                  <c:v>1.059999999995398E-2</c:v>
                </c:pt>
                <c:pt idx="204">
                  <c:v>1.059999999995398E-2</c:v>
                </c:pt>
                <c:pt idx="205">
                  <c:v>1.059999999995398E-2</c:v>
                </c:pt>
                <c:pt idx="206">
                  <c:v>1.059999999995398E-2</c:v>
                </c:pt>
                <c:pt idx="207">
                  <c:v>1.059999999995398E-2</c:v>
                </c:pt>
                <c:pt idx="208">
                  <c:v>1.059999999995398E-2</c:v>
                </c:pt>
                <c:pt idx="209">
                  <c:v>1.059999999995398E-2</c:v>
                </c:pt>
                <c:pt idx="210">
                  <c:v>1.059999999995398E-2</c:v>
                </c:pt>
                <c:pt idx="211">
                  <c:v>1.059999999995398E-2</c:v>
                </c:pt>
                <c:pt idx="212">
                  <c:v>1.059999999995398E-2</c:v>
                </c:pt>
                <c:pt idx="213">
                  <c:v>1.059999999995398E-2</c:v>
                </c:pt>
                <c:pt idx="214">
                  <c:v>1.059999999995398E-2</c:v>
                </c:pt>
                <c:pt idx="215">
                  <c:v>1.0499999999979082E-2</c:v>
                </c:pt>
                <c:pt idx="216">
                  <c:v>1.0499999999979082E-2</c:v>
                </c:pt>
                <c:pt idx="217">
                  <c:v>1.0499999999979082E-2</c:v>
                </c:pt>
                <c:pt idx="218">
                  <c:v>1.0499999999979082E-2</c:v>
                </c:pt>
                <c:pt idx="219">
                  <c:v>1.0499999999979082E-2</c:v>
                </c:pt>
                <c:pt idx="220">
                  <c:v>1.039999999994734E-2</c:v>
                </c:pt>
                <c:pt idx="221">
                  <c:v>1.039999999994734E-2</c:v>
                </c:pt>
                <c:pt idx="222">
                  <c:v>1.039999999994734E-2</c:v>
                </c:pt>
                <c:pt idx="223">
                  <c:v>1.039999999994734E-2</c:v>
                </c:pt>
                <c:pt idx="224">
                  <c:v>1.039999999994734E-2</c:v>
                </c:pt>
                <c:pt idx="225">
                  <c:v>1.039999999994734E-2</c:v>
                </c:pt>
                <c:pt idx="226">
                  <c:v>1.039999999994734E-2</c:v>
                </c:pt>
                <c:pt idx="227">
                  <c:v>1.039999999994734E-2</c:v>
                </c:pt>
                <c:pt idx="228">
                  <c:v>1.039999999994734E-2</c:v>
                </c:pt>
                <c:pt idx="229">
                  <c:v>1.039999999994734E-2</c:v>
                </c:pt>
                <c:pt idx="230">
                  <c:v>1.039999999994734E-2</c:v>
                </c:pt>
                <c:pt idx="231">
                  <c:v>1.039999999994734E-2</c:v>
                </c:pt>
                <c:pt idx="232">
                  <c:v>1.039999999994734E-2</c:v>
                </c:pt>
                <c:pt idx="233">
                  <c:v>1.039999999994734E-2</c:v>
                </c:pt>
                <c:pt idx="234">
                  <c:v>1.039999999994734E-2</c:v>
                </c:pt>
                <c:pt idx="235">
                  <c:v>1.039999999994734E-2</c:v>
                </c:pt>
                <c:pt idx="236">
                  <c:v>1.039999999994734E-2</c:v>
                </c:pt>
                <c:pt idx="237">
                  <c:v>1.039999999994734E-2</c:v>
                </c:pt>
                <c:pt idx="238">
                  <c:v>1.039999999994734E-2</c:v>
                </c:pt>
                <c:pt idx="239">
                  <c:v>1.039999999994734E-2</c:v>
                </c:pt>
                <c:pt idx="240">
                  <c:v>1.039999999994734E-2</c:v>
                </c:pt>
                <c:pt idx="241">
                  <c:v>1.039999999994734E-2</c:v>
                </c:pt>
                <c:pt idx="242">
                  <c:v>1.039999999994734E-2</c:v>
                </c:pt>
                <c:pt idx="243">
                  <c:v>1.039999999994734E-2</c:v>
                </c:pt>
                <c:pt idx="244">
                  <c:v>1.039999999994734E-2</c:v>
                </c:pt>
                <c:pt idx="245">
                  <c:v>1.039999999994734E-2</c:v>
                </c:pt>
                <c:pt idx="246">
                  <c:v>1.039999999994734E-2</c:v>
                </c:pt>
                <c:pt idx="247">
                  <c:v>1.039999999994734E-2</c:v>
                </c:pt>
                <c:pt idx="248">
                  <c:v>1.039999999994734E-2</c:v>
                </c:pt>
                <c:pt idx="249">
                  <c:v>1.039999999994734E-2</c:v>
                </c:pt>
                <c:pt idx="250">
                  <c:v>1.039999999994734E-2</c:v>
                </c:pt>
                <c:pt idx="251">
                  <c:v>1.039999999994734E-2</c:v>
                </c:pt>
                <c:pt idx="252">
                  <c:v>1.039999999994734E-2</c:v>
                </c:pt>
                <c:pt idx="253">
                  <c:v>1.039999999994734E-2</c:v>
                </c:pt>
                <c:pt idx="254">
                  <c:v>1.039999999994734E-2</c:v>
                </c:pt>
                <c:pt idx="255">
                  <c:v>1.039999999994734E-2</c:v>
                </c:pt>
                <c:pt idx="256">
                  <c:v>1.039999999994734E-2</c:v>
                </c:pt>
                <c:pt idx="257">
                  <c:v>1.039999999994734E-2</c:v>
                </c:pt>
                <c:pt idx="258">
                  <c:v>1.039999999994734E-2</c:v>
                </c:pt>
                <c:pt idx="259">
                  <c:v>1.039999999994734E-2</c:v>
                </c:pt>
                <c:pt idx="260">
                  <c:v>1.039999999994734E-2</c:v>
                </c:pt>
                <c:pt idx="261">
                  <c:v>1.039999999994734E-2</c:v>
                </c:pt>
                <c:pt idx="262">
                  <c:v>1.039999999994734E-2</c:v>
                </c:pt>
                <c:pt idx="263">
                  <c:v>1.039999999994734E-2</c:v>
                </c:pt>
                <c:pt idx="264">
                  <c:v>1.039999999994734E-2</c:v>
                </c:pt>
                <c:pt idx="265">
                  <c:v>1.0299999999972442E-2</c:v>
                </c:pt>
                <c:pt idx="266">
                  <c:v>1.0299999999972442E-2</c:v>
                </c:pt>
                <c:pt idx="267">
                  <c:v>1.0299999999972442E-2</c:v>
                </c:pt>
                <c:pt idx="268">
                  <c:v>1.0299999999972442E-2</c:v>
                </c:pt>
                <c:pt idx="269">
                  <c:v>1.039999999994734E-2</c:v>
                </c:pt>
                <c:pt idx="270">
                  <c:v>1.039999999994734E-2</c:v>
                </c:pt>
                <c:pt idx="271">
                  <c:v>1.039999999994734E-2</c:v>
                </c:pt>
                <c:pt idx="272">
                  <c:v>1.039999999994734E-2</c:v>
                </c:pt>
                <c:pt idx="273">
                  <c:v>1.0499999999979082E-2</c:v>
                </c:pt>
                <c:pt idx="274">
                  <c:v>1.0499999999979082E-2</c:v>
                </c:pt>
                <c:pt idx="275">
                  <c:v>1.0499999999979082E-2</c:v>
                </c:pt>
                <c:pt idx="276">
                  <c:v>1.0499999999979082E-2</c:v>
                </c:pt>
                <c:pt idx="277">
                  <c:v>1.0499999999979082E-2</c:v>
                </c:pt>
                <c:pt idx="278">
                  <c:v>1.0499999999979082E-2</c:v>
                </c:pt>
                <c:pt idx="279">
                  <c:v>1.0499999999979082E-2</c:v>
                </c:pt>
                <c:pt idx="280">
                  <c:v>1.0499999999979082E-2</c:v>
                </c:pt>
                <c:pt idx="281">
                  <c:v>1.0499999999979082E-2</c:v>
                </c:pt>
                <c:pt idx="282">
                  <c:v>1.0499999999979082E-2</c:v>
                </c:pt>
                <c:pt idx="283">
                  <c:v>1.0499999999979082E-2</c:v>
                </c:pt>
                <c:pt idx="284">
                  <c:v>1.0499999999979082E-2</c:v>
                </c:pt>
                <c:pt idx="285">
                  <c:v>1.0499999999979082E-2</c:v>
                </c:pt>
                <c:pt idx="286">
                  <c:v>1.059999999995398E-2</c:v>
                </c:pt>
                <c:pt idx="287">
                  <c:v>1.059999999995398E-2</c:v>
                </c:pt>
                <c:pt idx="288">
                  <c:v>1.059999999995398E-2</c:v>
                </c:pt>
                <c:pt idx="289">
                  <c:v>1.059999999995398E-2</c:v>
                </c:pt>
                <c:pt idx="290">
                  <c:v>1.059999999995398E-2</c:v>
                </c:pt>
                <c:pt idx="291">
                  <c:v>1.059999999995398E-2</c:v>
                </c:pt>
                <c:pt idx="292">
                  <c:v>1.059999999995398E-2</c:v>
                </c:pt>
                <c:pt idx="293">
                  <c:v>1.059999999995398E-2</c:v>
                </c:pt>
                <c:pt idx="294">
                  <c:v>1.059999999995398E-2</c:v>
                </c:pt>
                <c:pt idx="295">
                  <c:v>1.059999999995398E-2</c:v>
                </c:pt>
                <c:pt idx="296">
                  <c:v>1.059999999995398E-2</c:v>
                </c:pt>
                <c:pt idx="297">
                  <c:v>1.059999999995398E-2</c:v>
                </c:pt>
                <c:pt idx="298">
                  <c:v>1.059999999995398E-2</c:v>
                </c:pt>
                <c:pt idx="299">
                  <c:v>1.059999999995398E-2</c:v>
                </c:pt>
                <c:pt idx="300">
                  <c:v>1.059999999995398E-2</c:v>
                </c:pt>
                <c:pt idx="301">
                  <c:v>1.059999999995398E-2</c:v>
                </c:pt>
                <c:pt idx="302">
                  <c:v>1.059999999995398E-2</c:v>
                </c:pt>
                <c:pt idx="303">
                  <c:v>1.059999999995398E-2</c:v>
                </c:pt>
                <c:pt idx="304">
                  <c:v>1.059999999995398E-2</c:v>
                </c:pt>
                <c:pt idx="305">
                  <c:v>1.059999999995398E-2</c:v>
                </c:pt>
                <c:pt idx="306">
                  <c:v>1.059999999995398E-2</c:v>
                </c:pt>
                <c:pt idx="307">
                  <c:v>1.059999999995398E-2</c:v>
                </c:pt>
                <c:pt idx="308">
                  <c:v>1.059999999995398E-2</c:v>
                </c:pt>
                <c:pt idx="309">
                  <c:v>1.059999999995398E-2</c:v>
                </c:pt>
                <c:pt idx="310">
                  <c:v>1.059999999995398E-2</c:v>
                </c:pt>
                <c:pt idx="311">
                  <c:v>1.059999999995398E-2</c:v>
                </c:pt>
                <c:pt idx="312">
                  <c:v>1.059999999995398E-2</c:v>
                </c:pt>
                <c:pt idx="313">
                  <c:v>1.059999999995398E-2</c:v>
                </c:pt>
                <c:pt idx="314">
                  <c:v>1.059999999995398E-2</c:v>
                </c:pt>
                <c:pt idx="315">
                  <c:v>1.059999999995398E-2</c:v>
                </c:pt>
                <c:pt idx="316">
                  <c:v>1.0499999999979082E-2</c:v>
                </c:pt>
                <c:pt idx="317">
                  <c:v>1.0499999999979082E-2</c:v>
                </c:pt>
                <c:pt idx="318">
                  <c:v>1.0499999999979082E-2</c:v>
                </c:pt>
                <c:pt idx="319">
                  <c:v>1.039999999994734E-2</c:v>
                </c:pt>
                <c:pt idx="320">
                  <c:v>1.039999999994734E-2</c:v>
                </c:pt>
                <c:pt idx="321">
                  <c:v>1.039999999994734E-2</c:v>
                </c:pt>
                <c:pt idx="322">
                  <c:v>1.039999999994734E-2</c:v>
                </c:pt>
                <c:pt idx="323">
                  <c:v>1.0299999999972442E-2</c:v>
                </c:pt>
                <c:pt idx="324">
                  <c:v>1.0299999999972442E-2</c:v>
                </c:pt>
                <c:pt idx="325">
                  <c:v>1.0299999999972442E-2</c:v>
                </c:pt>
                <c:pt idx="326">
                  <c:v>1.0299999999972442E-2</c:v>
                </c:pt>
                <c:pt idx="327">
                  <c:v>1.0299999999972442E-2</c:v>
                </c:pt>
                <c:pt idx="328">
                  <c:v>1.0299999999972442E-2</c:v>
                </c:pt>
                <c:pt idx="329">
                  <c:v>1.0299999999972442E-2</c:v>
                </c:pt>
                <c:pt idx="330">
                  <c:v>1.0299999999972442E-2</c:v>
                </c:pt>
                <c:pt idx="331">
                  <c:v>1.0299999999972442E-2</c:v>
                </c:pt>
                <c:pt idx="332">
                  <c:v>1.0299999999972442E-2</c:v>
                </c:pt>
                <c:pt idx="333">
                  <c:v>1.0299999999972442E-2</c:v>
                </c:pt>
                <c:pt idx="334">
                  <c:v>1.0299999999972442E-2</c:v>
                </c:pt>
                <c:pt idx="335">
                  <c:v>1.0299999999972442E-2</c:v>
                </c:pt>
                <c:pt idx="336">
                  <c:v>1.0299999999972442E-2</c:v>
                </c:pt>
                <c:pt idx="337">
                  <c:v>1.0299999999972442E-2</c:v>
                </c:pt>
                <c:pt idx="338">
                  <c:v>1.0299999999972442E-2</c:v>
                </c:pt>
                <c:pt idx="339">
                  <c:v>1.0299999999972442E-2</c:v>
                </c:pt>
                <c:pt idx="340">
                  <c:v>1.039999999994734E-2</c:v>
                </c:pt>
                <c:pt idx="341">
                  <c:v>1.0499999999979082E-2</c:v>
                </c:pt>
                <c:pt idx="342">
                  <c:v>1.059999999995398E-2</c:v>
                </c:pt>
                <c:pt idx="343">
                  <c:v>1.059999999995398E-2</c:v>
                </c:pt>
                <c:pt idx="344">
                  <c:v>1.059999999995398E-2</c:v>
                </c:pt>
                <c:pt idx="345">
                  <c:v>1.0699999999985721E-2</c:v>
                </c:pt>
                <c:pt idx="346">
                  <c:v>1.0699999999985721E-2</c:v>
                </c:pt>
                <c:pt idx="347">
                  <c:v>1.0699999999985721E-2</c:v>
                </c:pt>
                <c:pt idx="348">
                  <c:v>1.0699999999985721E-2</c:v>
                </c:pt>
                <c:pt idx="349">
                  <c:v>1.0699999999985721E-2</c:v>
                </c:pt>
                <c:pt idx="350">
                  <c:v>1.0699999999985721E-2</c:v>
                </c:pt>
                <c:pt idx="351">
                  <c:v>1.0699999999985721E-2</c:v>
                </c:pt>
                <c:pt idx="352">
                  <c:v>1.0699999999985721E-2</c:v>
                </c:pt>
                <c:pt idx="353">
                  <c:v>1.0699999999985721E-2</c:v>
                </c:pt>
                <c:pt idx="354">
                  <c:v>1.0699999999985721E-2</c:v>
                </c:pt>
                <c:pt idx="355">
                  <c:v>1.059999999995398E-2</c:v>
                </c:pt>
                <c:pt idx="356">
                  <c:v>1.059999999995398E-2</c:v>
                </c:pt>
                <c:pt idx="357">
                  <c:v>1.059999999995398E-2</c:v>
                </c:pt>
                <c:pt idx="358">
                  <c:v>1.059999999995398E-2</c:v>
                </c:pt>
                <c:pt idx="359">
                  <c:v>1.059999999995398E-2</c:v>
                </c:pt>
                <c:pt idx="360">
                  <c:v>1.059999999995398E-2</c:v>
                </c:pt>
                <c:pt idx="361">
                  <c:v>1.059999999995398E-2</c:v>
                </c:pt>
                <c:pt idx="362">
                  <c:v>1.059999999995398E-2</c:v>
                </c:pt>
                <c:pt idx="363">
                  <c:v>1.059999999995398E-2</c:v>
                </c:pt>
                <c:pt idx="364">
                  <c:v>1.059999999995398E-2</c:v>
                </c:pt>
                <c:pt idx="365">
                  <c:v>1.059999999995398E-2</c:v>
                </c:pt>
                <c:pt idx="366">
                  <c:v>1.059999999995398E-2</c:v>
                </c:pt>
                <c:pt idx="367">
                  <c:v>1.059999999995398E-2</c:v>
                </c:pt>
                <c:pt idx="368">
                  <c:v>1.059999999995398E-2</c:v>
                </c:pt>
                <c:pt idx="369">
                  <c:v>1.059999999995398E-2</c:v>
                </c:pt>
                <c:pt idx="370">
                  <c:v>1.059999999995398E-2</c:v>
                </c:pt>
                <c:pt idx="371">
                  <c:v>1.059999999995398E-2</c:v>
                </c:pt>
                <c:pt idx="372">
                  <c:v>1.059999999995398E-2</c:v>
                </c:pt>
                <c:pt idx="373">
                  <c:v>1.0499999999979082E-2</c:v>
                </c:pt>
                <c:pt idx="374">
                  <c:v>1.0499999999979082E-2</c:v>
                </c:pt>
                <c:pt idx="375">
                  <c:v>1.0499999999979082E-2</c:v>
                </c:pt>
                <c:pt idx="376">
                  <c:v>1.0499999999979082E-2</c:v>
                </c:pt>
                <c:pt idx="377">
                  <c:v>1.0499999999979082E-2</c:v>
                </c:pt>
                <c:pt idx="378">
                  <c:v>1.039999999994734E-2</c:v>
                </c:pt>
                <c:pt idx="379">
                  <c:v>1.039999999994734E-2</c:v>
                </c:pt>
                <c:pt idx="380">
                  <c:v>1.039999999994734E-2</c:v>
                </c:pt>
                <c:pt idx="381">
                  <c:v>1.039999999994734E-2</c:v>
                </c:pt>
                <c:pt idx="382">
                  <c:v>1.039999999994734E-2</c:v>
                </c:pt>
                <c:pt idx="383">
                  <c:v>1.039999999994734E-2</c:v>
                </c:pt>
                <c:pt idx="384">
                  <c:v>1.039999999994734E-2</c:v>
                </c:pt>
                <c:pt idx="385">
                  <c:v>1.039999999994734E-2</c:v>
                </c:pt>
                <c:pt idx="386">
                  <c:v>1.039999999994734E-2</c:v>
                </c:pt>
                <c:pt idx="387">
                  <c:v>1.039999999994734E-2</c:v>
                </c:pt>
                <c:pt idx="388">
                  <c:v>1.039999999994734E-2</c:v>
                </c:pt>
                <c:pt idx="389">
                  <c:v>1.039999999994734E-2</c:v>
                </c:pt>
                <c:pt idx="390">
                  <c:v>1.039999999994734E-2</c:v>
                </c:pt>
                <c:pt idx="391">
                  <c:v>1.039999999994734E-2</c:v>
                </c:pt>
                <c:pt idx="392">
                  <c:v>1.039999999994734E-2</c:v>
                </c:pt>
                <c:pt idx="393">
                  <c:v>1.039999999994734E-2</c:v>
                </c:pt>
                <c:pt idx="394">
                  <c:v>1.039999999994734E-2</c:v>
                </c:pt>
                <c:pt idx="395">
                  <c:v>1.039999999994734E-2</c:v>
                </c:pt>
                <c:pt idx="396">
                  <c:v>1.039999999994734E-2</c:v>
                </c:pt>
                <c:pt idx="397">
                  <c:v>1.039999999994734E-2</c:v>
                </c:pt>
                <c:pt idx="398">
                  <c:v>1.039999999994734E-2</c:v>
                </c:pt>
                <c:pt idx="399">
                  <c:v>1.039999999994734E-2</c:v>
                </c:pt>
                <c:pt idx="400">
                  <c:v>1.039999999994734E-2</c:v>
                </c:pt>
                <c:pt idx="401">
                  <c:v>1.039999999994734E-2</c:v>
                </c:pt>
                <c:pt idx="402">
                  <c:v>1.039999999994734E-2</c:v>
                </c:pt>
                <c:pt idx="403">
                  <c:v>1.039999999994734E-2</c:v>
                </c:pt>
                <c:pt idx="404">
                  <c:v>1.039999999994734E-2</c:v>
                </c:pt>
                <c:pt idx="405">
                  <c:v>1.039999999994734E-2</c:v>
                </c:pt>
                <c:pt idx="406">
                  <c:v>1.039999999994734E-2</c:v>
                </c:pt>
                <c:pt idx="407">
                  <c:v>1.039999999994734E-2</c:v>
                </c:pt>
                <c:pt idx="408">
                  <c:v>1.039999999994734E-2</c:v>
                </c:pt>
                <c:pt idx="409">
                  <c:v>1.039999999994734E-2</c:v>
                </c:pt>
                <c:pt idx="410">
                  <c:v>1.039999999994734E-2</c:v>
                </c:pt>
                <c:pt idx="411">
                  <c:v>1.039999999994734E-2</c:v>
                </c:pt>
                <c:pt idx="412">
                  <c:v>1.039999999994734E-2</c:v>
                </c:pt>
                <c:pt idx="413">
                  <c:v>1.0499999999979082E-2</c:v>
                </c:pt>
                <c:pt idx="414">
                  <c:v>1.0499999999979082E-2</c:v>
                </c:pt>
                <c:pt idx="415">
                  <c:v>1.0499999999979082E-2</c:v>
                </c:pt>
                <c:pt idx="416">
                  <c:v>1.0499999999979082E-2</c:v>
                </c:pt>
                <c:pt idx="417">
                  <c:v>1.0499999999979082E-2</c:v>
                </c:pt>
                <c:pt idx="418">
                  <c:v>1.0499999999979082E-2</c:v>
                </c:pt>
                <c:pt idx="419">
                  <c:v>1.0499999999979082E-2</c:v>
                </c:pt>
                <c:pt idx="420">
                  <c:v>1.0499999999979082E-2</c:v>
                </c:pt>
                <c:pt idx="421">
                  <c:v>1.0499999999979082E-2</c:v>
                </c:pt>
                <c:pt idx="422">
                  <c:v>1.039999999994734E-2</c:v>
                </c:pt>
                <c:pt idx="423">
                  <c:v>1.0299999999972442E-2</c:v>
                </c:pt>
                <c:pt idx="424">
                  <c:v>1.0299999999972442E-2</c:v>
                </c:pt>
                <c:pt idx="425">
                  <c:v>1.0299999999972442E-2</c:v>
                </c:pt>
                <c:pt idx="426">
                  <c:v>1.0299999999972442E-2</c:v>
                </c:pt>
                <c:pt idx="427">
                  <c:v>1.039999999994734E-2</c:v>
                </c:pt>
                <c:pt idx="428">
                  <c:v>1.039999999994734E-2</c:v>
                </c:pt>
                <c:pt idx="429">
                  <c:v>1.039999999994734E-2</c:v>
                </c:pt>
                <c:pt idx="430">
                  <c:v>1.039999999994734E-2</c:v>
                </c:pt>
                <c:pt idx="431">
                  <c:v>1.0499999999979082E-2</c:v>
                </c:pt>
                <c:pt idx="432">
                  <c:v>1.0499999999979082E-2</c:v>
                </c:pt>
                <c:pt idx="433">
                  <c:v>1.0499999999979082E-2</c:v>
                </c:pt>
                <c:pt idx="434">
                  <c:v>1.0499999999979082E-2</c:v>
                </c:pt>
                <c:pt idx="435">
                  <c:v>1.0499999999979082E-2</c:v>
                </c:pt>
                <c:pt idx="436">
                  <c:v>1.0499999999979082E-2</c:v>
                </c:pt>
                <c:pt idx="437">
                  <c:v>1.0499999999979082E-2</c:v>
                </c:pt>
                <c:pt idx="438">
                  <c:v>1.0499999999979082E-2</c:v>
                </c:pt>
                <c:pt idx="439">
                  <c:v>1.0499999999979082E-2</c:v>
                </c:pt>
                <c:pt idx="440">
                  <c:v>1.0499999999979082E-2</c:v>
                </c:pt>
                <c:pt idx="441">
                  <c:v>1.0499999999979082E-2</c:v>
                </c:pt>
                <c:pt idx="442">
                  <c:v>1.0499999999979082E-2</c:v>
                </c:pt>
                <c:pt idx="443">
                  <c:v>1.0499999999979082E-2</c:v>
                </c:pt>
                <c:pt idx="444">
                  <c:v>1.059999999995398E-2</c:v>
                </c:pt>
                <c:pt idx="445">
                  <c:v>1.059999999995398E-2</c:v>
                </c:pt>
                <c:pt idx="446">
                  <c:v>1.059999999995398E-2</c:v>
                </c:pt>
                <c:pt idx="447">
                  <c:v>1.059999999995398E-2</c:v>
                </c:pt>
                <c:pt idx="448">
                  <c:v>1.059999999995398E-2</c:v>
                </c:pt>
                <c:pt idx="449">
                  <c:v>1.059999999995398E-2</c:v>
                </c:pt>
                <c:pt idx="450">
                  <c:v>1.059999999995398E-2</c:v>
                </c:pt>
                <c:pt idx="451">
                  <c:v>1.059999999995398E-2</c:v>
                </c:pt>
                <c:pt idx="452">
                  <c:v>1.059999999995398E-2</c:v>
                </c:pt>
                <c:pt idx="453">
                  <c:v>1.059999999995398E-2</c:v>
                </c:pt>
                <c:pt idx="454">
                  <c:v>1.059999999995398E-2</c:v>
                </c:pt>
                <c:pt idx="455">
                  <c:v>1.059999999995398E-2</c:v>
                </c:pt>
                <c:pt idx="456">
                  <c:v>1.059999999995398E-2</c:v>
                </c:pt>
                <c:pt idx="457">
                  <c:v>1.059999999995398E-2</c:v>
                </c:pt>
                <c:pt idx="458">
                  <c:v>1.059999999995398E-2</c:v>
                </c:pt>
                <c:pt idx="459">
                  <c:v>1.059999999995398E-2</c:v>
                </c:pt>
                <c:pt idx="460">
                  <c:v>1.059999999995398E-2</c:v>
                </c:pt>
                <c:pt idx="461">
                  <c:v>1.059999999995398E-2</c:v>
                </c:pt>
                <c:pt idx="462">
                  <c:v>1.059999999995398E-2</c:v>
                </c:pt>
                <c:pt idx="463">
                  <c:v>1.059999999995398E-2</c:v>
                </c:pt>
                <c:pt idx="464">
                  <c:v>1.059999999995398E-2</c:v>
                </c:pt>
                <c:pt idx="465">
                  <c:v>1.059999999995398E-2</c:v>
                </c:pt>
                <c:pt idx="466">
                  <c:v>1.059999999995398E-2</c:v>
                </c:pt>
                <c:pt idx="467">
                  <c:v>1.059999999995398E-2</c:v>
                </c:pt>
                <c:pt idx="468">
                  <c:v>1.059999999995398E-2</c:v>
                </c:pt>
                <c:pt idx="469">
                  <c:v>1.059999999995398E-2</c:v>
                </c:pt>
                <c:pt idx="470">
                  <c:v>1.059999999995398E-2</c:v>
                </c:pt>
                <c:pt idx="471">
                  <c:v>1.059999999995398E-2</c:v>
                </c:pt>
                <c:pt idx="472">
                  <c:v>1.059999999995398E-2</c:v>
                </c:pt>
                <c:pt idx="473">
                  <c:v>1.059999999995398E-2</c:v>
                </c:pt>
                <c:pt idx="474">
                  <c:v>1.059999999995398E-2</c:v>
                </c:pt>
                <c:pt idx="475">
                  <c:v>1.0499999999979082E-2</c:v>
                </c:pt>
                <c:pt idx="476">
                  <c:v>1.0499999999979082E-2</c:v>
                </c:pt>
                <c:pt idx="477">
                  <c:v>1.0499999999979082E-2</c:v>
                </c:pt>
                <c:pt idx="478">
                  <c:v>1.039999999994734E-2</c:v>
                </c:pt>
                <c:pt idx="479">
                  <c:v>1.039999999994734E-2</c:v>
                </c:pt>
                <c:pt idx="480">
                  <c:v>1.039999999994734E-2</c:v>
                </c:pt>
                <c:pt idx="481">
                  <c:v>1.039999999994734E-2</c:v>
                </c:pt>
                <c:pt idx="482">
                  <c:v>1.0299999999972442E-2</c:v>
                </c:pt>
                <c:pt idx="483">
                  <c:v>1.0299999999972442E-2</c:v>
                </c:pt>
                <c:pt idx="484">
                  <c:v>1.0299999999972442E-2</c:v>
                </c:pt>
                <c:pt idx="485">
                  <c:v>1.0299999999972442E-2</c:v>
                </c:pt>
                <c:pt idx="486">
                  <c:v>1.0299999999972442E-2</c:v>
                </c:pt>
                <c:pt idx="487">
                  <c:v>1.0299999999972442E-2</c:v>
                </c:pt>
                <c:pt idx="488">
                  <c:v>1.0299999999972442E-2</c:v>
                </c:pt>
                <c:pt idx="489">
                  <c:v>1.0299999999972442E-2</c:v>
                </c:pt>
                <c:pt idx="490">
                  <c:v>1.0299999999972442E-2</c:v>
                </c:pt>
                <c:pt idx="491">
                  <c:v>1.0299999999972442E-2</c:v>
                </c:pt>
                <c:pt idx="492">
                  <c:v>1.0299999999972442E-2</c:v>
                </c:pt>
                <c:pt idx="493">
                  <c:v>1.0299999999972442E-2</c:v>
                </c:pt>
                <c:pt idx="494">
                  <c:v>1.0299999999972442E-2</c:v>
                </c:pt>
                <c:pt idx="495">
                  <c:v>1.0299999999972442E-2</c:v>
                </c:pt>
                <c:pt idx="496">
                  <c:v>1.0299999999972442E-2</c:v>
                </c:pt>
                <c:pt idx="497">
                  <c:v>1.0299999999972442E-2</c:v>
                </c:pt>
                <c:pt idx="498">
                  <c:v>1.0299999999972442E-2</c:v>
                </c:pt>
                <c:pt idx="499">
                  <c:v>1.039999999994734E-2</c:v>
                </c:pt>
                <c:pt idx="500">
                  <c:v>1.0499999999979082E-2</c:v>
                </c:pt>
                <c:pt idx="501">
                  <c:v>1.059999999995398E-2</c:v>
                </c:pt>
                <c:pt idx="502">
                  <c:v>1.059999999995398E-2</c:v>
                </c:pt>
                <c:pt idx="503">
                  <c:v>1.0699999999985721E-2</c:v>
                </c:pt>
                <c:pt idx="504">
                  <c:v>1.0699999999985721E-2</c:v>
                </c:pt>
                <c:pt idx="505">
                  <c:v>1.0699999999985721E-2</c:v>
                </c:pt>
                <c:pt idx="506">
                  <c:v>1.0699999999985721E-2</c:v>
                </c:pt>
                <c:pt idx="507">
                  <c:v>1.0699999999985721E-2</c:v>
                </c:pt>
                <c:pt idx="508">
                  <c:v>1.0699999999985721E-2</c:v>
                </c:pt>
                <c:pt idx="509">
                  <c:v>1.0699999999985721E-2</c:v>
                </c:pt>
                <c:pt idx="510">
                  <c:v>1.0699999999985721E-2</c:v>
                </c:pt>
                <c:pt idx="511">
                  <c:v>1.0699999999985721E-2</c:v>
                </c:pt>
                <c:pt idx="512">
                  <c:v>1.0699999999985721E-2</c:v>
                </c:pt>
                <c:pt idx="513">
                  <c:v>1.0699999999985721E-2</c:v>
                </c:pt>
                <c:pt idx="514">
                  <c:v>1.059999999995398E-2</c:v>
                </c:pt>
                <c:pt idx="515">
                  <c:v>1.059999999995398E-2</c:v>
                </c:pt>
                <c:pt idx="516">
                  <c:v>1.059999999995398E-2</c:v>
                </c:pt>
                <c:pt idx="517">
                  <c:v>1.059999999995398E-2</c:v>
                </c:pt>
                <c:pt idx="518">
                  <c:v>1.059999999995398E-2</c:v>
                </c:pt>
                <c:pt idx="519">
                  <c:v>1.059999999995398E-2</c:v>
                </c:pt>
                <c:pt idx="520">
                  <c:v>1.059999999995398E-2</c:v>
                </c:pt>
                <c:pt idx="521">
                  <c:v>1.059999999995398E-2</c:v>
                </c:pt>
                <c:pt idx="522">
                  <c:v>1.059999999995398E-2</c:v>
                </c:pt>
                <c:pt idx="523">
                  <c:v>1.059999999995398E-2</c:v>
                </c:pt>
                <c:pt idx="524">
                  <c:v>1.059999999995398E-2</c:v>
                </c:pt>
                <c:pt idx="525">
                  <c:v>1.059999999995398E-2</c:v>
                </c:pt>
                <c:pt idx="526">
                  <c:v>1.059999999995398E-2</c:v>
                </c:pt>
                <c:pt idx="527">
                  <c:v>1.059999999995398E-2</c:v>
                </c:pt>
                <c:pt idx="528">
                  <c:v>1.059999999995398E-2</c:v>
                </c:pt>
                <c:pt idx="529">
                  <c:v>1.059999999995398E-2</c:v>
                </c:pt>
                <c:pt idx="530">
                  <c:v>1.059999999995398E-2</c:v>
                </c:pt>
                <c:pt idx="531">
                  <c:v>1.0499999999979082E-2</c:v>
                </c:pt>
                <c:pt idx="532">
                  <c:v>1.0499999999979082E-2</c:v>
                </c:pt>
              </c:numCache>
            </c:numRef>
          </c:yVal>
          <c:smooth val="1"/>
          <c:extLst>
            <c:ext xmlns:c16="http://schemas.microsoft.com/office/drawing/2014/chart" uri="{C3380CC4-5D6E-409C-BE32-E72D297353CC}">
              <c16:uniqueId val="{00000010-1510-4437-9CAD-7ED8315A59D8}"/>
            </c:ext>
          </c:extLst>
        </c:ser>
        <c:ser>
          <c:idx val="17"/>
          <c:order val="17"/>
          <c:tx>
            <c:strRef>
              <c:f>SM50000_TEMPSoc5l2_50000!$PF$1</c:f>
              <c:strCache>
                <c:ptCount val="1"/>
                <c:pt idx="0">
                  <c:v>TELE_SM_INTERIOR.277</c:v>
                </c:pt>
              </c:strCache>
            </c:strRef>
          </c:tx>
          <c:spPr>
            <a:ln w="19050" cap="rnd">
              <a:solidFill>
                <a:schemeClr val="accent6">
                  <a:lumMod val="80000"/>
                  <a:lumOff val="20000"/>
                </a:schemeClr>
              </a:solidFill>
              <a:round/>
            </a:ln>
            <a:effectLst/>
          </c:spPr>
          <c:marker>
            <c:symbol val="circle"/>
            <c:size val="5"/>
            <c:spPr>
              <a:solidFill>
                <a:schemeClr val="accent6">
                  <a:lumMod val="80000"/>
                  <a:lumOff val="20000"/>
                </a:schemeClr>
              </a:solidFill>
              <a:ln w="9525">
                <a:solidFill>
                  <a:schemeClr val="accent6">
                    <a:lumMod val="80000"/>
                    <a:lumOff val="2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SM50000_TEMPSoc5l2_50000!$PF$2:$PF$536</c:f>
              <c:numCache>
                <c:formatCode>General</c:formatCode>
                <c:ptCount val="533"/>
                <c:pt idx="0">
                  <c:v>0</c:v>
                </c:pt>
                <c:pt idx="1">
                  <c:v>1.1000000000080945E-3</c:v>
                </c:pt>
                <c:pt idx="2">
                  <c:v>2.3999999999659849E-3</c:v>
                </c:pt>
                <c:pt idx="3">
                  <c:v>3.3999999999991815E-3</c:v>
                </c:pt>
                <c:pt idx="4">
                  <c:v>4.1999999999688953E-3</c:v>
                </c:pt>
                <c:pt idx="5">
                  <c:v>4.8999999999637112E-3</c:v>
                </c:pt>
                <c:pt idx="6">
                  <c:v>5.4000000000087311E-3</c:v>
                </c:pt>
                <c:pt idx="7">
                  <c:v>5.7999999999651664E-3</c:v>
                </c:pt>
                <c:pt idx="8">
                  <c:v>6.199999999978445E-3</c:v>
                </c:pt>
                <c:pt idx="9">
                  <c:v>6.4999999999599822E-3</c:v>
                </c:pt>
                <c:pt idx="10">
                  <c:v>6.7999999999983629E-3</c:v>
                </c:pt>
                <c:pt idx="11">
                  <c:v>7.0999999999799002E-3</c:v>
                </c:pt>
                <c:pt idx="12">
                  <c:v>7.3999999999614374E-3</c:v>
                </c:pt>
                <c:pt idx="13">
                  <c:v>7.5999999999680767E-3</c:v>
                </c:pt>
                <c:pt idx="14">
                  <c:v>7.799999999974716E-3</c:v>
                </c:pt>
                <c:pt idx="15">
                  <c:v>8.1000000000130967E-3</c:v>
                </c:pt>
                <c:pt idx="16">
                  <c:v>8.1999999999879947E-3</c:v>
                </c:pt>
                <c:pt idx="17">
                  <c:v>8.399999999994634E-3</c:v>
                </c:pt>
                <c:pt idx="18">
                  <c:v>8.6000000000012733E-3</c:v>
                </c:pt>
                <c:pt idx="19">
                  <c:v>8.8000000000079126E-3</c:v>
                </c:pt>
                <c:pt idx="20">
                  <c:v>8.8999999999828106E-3</c:v>
                </c:pt>
                <c:pt idx="21">
                  <c:v>9.0999999999894499E-3</c:v>
                </c:pt>
                <c:pt idx="22">
                  <c:v>9.1999999999643478E-3</c:v>
                </c:pt>
                <c:pt idx="23">
                  <c:v>9.2999999999960892E-3</c:v>
                </c:pt>
                <c:pt idx="24">
                  <c:v>9.3999999999709871E-3</c:v>
                </c:pt>
                <c:pt idx="25">
                  <c:v>9.5000000000027285E-3</c:v>
                </c:pt>
                <c:pt idx="26">
                  <c:v>9.5999999999776264E-3</c:v>
                </c:pt>
                <c:pt idx="27">
                  <c:v>9.7000000000093678E-3</c:v>
                </c:pt>
                <c:pt idx="28">
                  <c:v>9.7000000000093678E-3</c:v>
                </c:pt>
                <c:pt idx="29">
                  <c:v>9.5999999999776264E-3</c:v>
                </c:pt>
                <c:pt idx="30">
                  <c:v>9.5999999999776264E-3</c:v>
                </c:pt>
                <c:pt idx="31">
                  <c:v>9.7000000000093678E-3</c:v>
                </c:pt>
                <c:pt idx="32">
                  <c:v>9.7000000000093678E-3</c:v>
                </c:pt>
                <c:pt idx="33">
                  <c:v>9.7000000000093678E-3</c:v>
                </c:pt>
                <c:pt idx="34">
                  <c:v>9.7000000000093678E-3</c:v>
                </c:pt>
                <c:pt idx="35">
                  <c:v>9.7000000000093678E-3</c:v>
                </c:pt>
                <c:pt idx="36">
                  <c:v>9.7999999999842657E-3</c:v>
                </c:pt>
                <c:pt idx="37">
                  <c:v>9.7999999999842657E-3</c:v>
                </c:pt>
                <c:pt idx="38">
                  <c:v>9.7999999999842657E-3</c:v>
                </c:pt>
                <c:pt idx="39">
                  <c:v>9.7999999999842657E-3</c:v>
                </c:pt>
                <c:pt idx="40">
                  <c:v>9.8999999999591637E-3</c:v>
                </c:pt>
                <c:pt idx="41">
                  <c:v>9.8999999999591637E-3</c:v>
                </c:pt>
                <c:pt idx="42">
                  <c:v>9.8999999999591637E-3</c:v>
                </c:pt>
                <c:pt idx="43">
                  <c:v>9.8999999999591637E-3</c:v>
                </c:pt>
                <c:pt idx="44">
                  <c:v>9.8999999999591637E-3</c:v>
                </c:pt>
                <c:pt idx="45">
                  <c:v>9.9999999999909051E-3</c:v>
                </c:pt>
                <c:pt idx="46">
                  <c:v>9.9999999999909051E-3</c:v>
                </c:pt>
                <c:pt idx="47">
                  <c:v>9.9999999999909051E-3</c:v>
                </c:pt>
                <c:pt idx="48">
                  <c:v>9.9999999999909051E-3</c:v>
                </c:pt>
                <c:pt idx="49">
                  <c:v>9.9999999999909051E-3</c:v>
                </c:pt>
                <c:pt idx="50">
                  <c:v>9.9999999999909051E-3</c:v>
                </c:pt>
                <c:pt idx="51">
                  <c:v>9.9999999999909051E-3</c:v>
                </c:pt>
                <c:pt idx="52">
                  <c:v>1.0099999999965803E-2</c:v>
                </c:pt>
                <c:pt idx="53">
                  <c:v>1.0099999999965803E-2</c:v>
                </c:pt>
                <c:pt idx="54">
                  <c:v>1.0099999999965803E-2</c:v>
                </c:pt>
                <c:pt idx="55">
                  <c:v>1.0099999999965803E-2</c:v>
                </c:pt>
                <c:pt idx="56">
                  <c:v>1.0099999999965803E-2</c:v>
                </c:pt>
                <c:pt idx="57">
                  <c:v>1.0099999999965803E-2</c:v>
                </c:pt>
                <c:pt idx="58">
                  <c:v>1.0199999999997544E-2</c:v>
                </c:pt>
                <c:pt idx="59">
                  <c:v>1.0199999999997544E-2</c:v>
                </c:pt>
                <c:pt idx="60">
                  <c:v>1.0299999999972442E-2</c:v>
                </c:pt>
                <c:pt idx="61">
                  <c:v>1.0299999999972442E-2</c:v>
                </c:pt>
                <c:pt idx="62">
                  <c:v>1.0299999999972442E-2</c:v>
                </c:pt>
                <c:pt idx="63">
                  <c:v>1.0299999999972442E-2</c:v>
                </c:pt>
                <c:pt idx="64">
                  <c:v>1.0400000000004184E-2</c:v>
                </c:pt>
                <c:pt idx="65">
                  <c:v>1.0400000000004184E-2</c:v>
                </c:pt>
                <c:pt idx="66">
                  <c:v>1.0400000000004184E-2</c:v>
                </c:pt>
                <c:pt idx="67">
                  <c:v>1.0400000000004184E-2</c:v>
                </c:pt>
                <c:pt idx="68">
                  <c:v>1.0400000000004184E-2</c:v>
                </c:pt>
                <c:pt idx="69">
                  <c:v>1.0400000000004184E-2</c:v>
                </c:pt>
                <c:pt idx="70">
                  <c:v>1.0400000000004184E-2</c:v>
                </c:pt>
                <c:pt idx="71">
                  <c:v>1.0400000000004184E-2</c:v>
                </c:pt>
                <c:pt idx="72">
                  <c:v>1.0499999999979082E-2</c:v>
                </c:pt>
                <c:pt idx="73">
                  <c:v>1.0499999999979082E-2</c:v>
                </c:pt>
                <c:pt idx="74">
                  <c:v>1.0499999999979082E-2</c:v>
                </c:pt>
                <c:pt idx="75">
                  <c:v>1.0499999999979082E-2</c:v>
                </c:pt>
                <c:pt idx="76">
                  <c:v>1.0499999999979082E-2</c:v>
                </c:pt>
                <c:pt idx="77">
                  <c:v>1.0499999999979082E-2</c:v>
                </c:pt>
                <c:pt idx="78">
                  <c:v>1.0499999999979082E-2</c:v>
                </c:pt>
                <c:pt idx="79">
                  <c:v>1.0499999999979082E-2</c:v>
                </c:pt>
                <c:pt idx="80">
                  <c:v>1.0499999999979082E-2</c:v>
                </c:pt>
                <c:pt idx="81">
                  <c:v>1.0499999999979082E-2</c:v>
                </c:pt>
                <c:pt idx="82">
                  <c:v>1.0499999999979082E-2</c:v>
                </c:pt>
                <c:pt idx="83">
                  <c:v>1.0499999999979082E-2</c:v>
                </c:pt>
                <c:pt idx="84">
                  <c:v>1.0499999999979082E-2</c:v>
                </c:pt>
                <c:pt idx="85">
                  <c:v>1.0499999999979082E-2</c:v>
                </c:pt>
                <c:pt idx="86">
                  <c:v>1.0499999999979082E-2</c:v>
                </c:pt>
                <c:pt idx="87">
                  <c:v>1.0499999999979082E-2</c:v>
                </c:pt>
                <c:pt idx="88">
                  <c:v>1.0499999999979082E-2</c:v>
                </c:pt>
                <c:pt idx="89">
                  <c:v>1.0600000000010823E-2</c:v>
                </c:pt>
                <c:pt idx="90">
                  <c:v>1.0600000000010823E-2</c:v>
                </c:pt>
                <c:pt idx="91">
                  <c:v>1.0600000000010823E-2</c:v>
                </c:pt>
                <c:pt idx="92">
                  <c:v>1.0600000000010823E-2</c:v>
                </c:pt>
                <c:pt idx="93">
                  <c:v>1.0600000000010823E-2</c:v>
                </c:pt>
                <c:pt idx="94">
                  <c:v>1.0600000000010823E-2</c:v>
                </c:pt>
                <c:pt idx="95">
                  <c:v>1.0600000000010823E-2</c:v>
                </c:pt>
                <c:pt idx="96">
                  <c:v>1.0600000000010823E-2</c:v>
                </c:pt>
                <c:pt idx="97">
                  <c:v>1.0600000000010823E-2</c:v>
                </c:pt>
                <c:pt idx="98">
                  <c:v>1.0600000000010823E-2</c:v>
                </c:pt>
                <c:pt idx="99">
                  <c:v>1.0600000000010823E-2</c:v>
                </c:pt>
                <c:pt idx="100">
                  <c:v>1.0600000000010823E-2</c:v>
                </c:pt>
                <c:pt idx="101">
                  <c:v>1.0600000000010823E-2</c:v>
                </c:pt>
                <c:pt idx="102">
                  <c:v>1.0600000000010823E-2</c:v>
                </c:pt>
                <c:pt idx="103">
                  <c:v>1.0600000000010823E-2</c:v>
                </c:pt>
                <c:pt idx="104">
                  <c:v>1.0600000000010823E-2</c:v>
                </c:pt>
                <c:pt idx="105">
                  <c:v>1.0600000000010823E-2</c:v>
                </c:pt>
                <c:pt idx="106">
                  <c:v>1.0600000000010823E-2</c:v>
                </c:pt>
                <c:pt idx="107">
                  <c:v>1.0600000000010823E-2</c:v>
                </c:pt>
                <c:pt idx="108">
                  <c:v>1.0600000000010823E-2</c:v>
                </c:pt>
                <c:pt idx="109">
                  <c:v>1.0600000000010823E-2</c:v>
                </c:pt>
                <c:pt idx="110">
                  <c:v>1.0699999999985721E-2</c:v>
                </c:pt>
                <c:pt idx="111">
                  <c:v>1.0699999999985721E-2</c:v>
                </c:pt>
                <c:pt idx="112">
                  <c:v>1.0699999999985721E-2</c:v>
                </c:pt>
                <c:pt idx="113">
                  <c:v>1.0799999999960619E-2</c:v>
                </c:pt>
                <c:pt idx="114">
                  <c:v>1.0799999999960619E-2</c:v>
                </c:pt>
                <c:pt idx="115">
                  <c:v>1.0799999999960619E-2</c:v>
                </c:pt>
                <c:pt idx="116">
                  <c:v>1.0799999999960619E-2</c:v>
                </c:pt>
                <c:pt idx="117">
                  <c:v>1.0799999999960619E-2</c:v>
                </c:pt>
                <c:pt idx="118">
                  <c:v>1.089999999999236E-2</c:v>
                </c:pt>
                <c:pt idx="119">
                  <c:v>1.089999999999236E-2</c:v>
                </c:pt>
                <c:pt idx="120">
                  <c:v>1.089999999999236E-2</c:v>
                </c:pt>
                <c:pt idx="121">
                  <c:v>1.089999999999236E-2</c:v>
                </c:pt>
                <c:pt idx="122">
                  <c:v>1.089999999999236E-2</c:v>
                </c:pt>
                <c:pt idx="123">
                  <c:v>1.089999999999236E-2</c:v>
                </c:pt>
                <c:pt idx="124">
                  <c:v>1.089999999999236E-2</c:v>
                </c:pt>
                <c:pt idx="125">
                  <c:v>1.089999999999236E-2</c:v>
                </c:pt>
                <c:pt idx="126">
                  <c:v>1.089999999999236E-2</c:v>
                </c:pt>
                <c:pt idx="127">
                  <c:v>1.089999999999236E-2</c:v>
                </c:pt>
                <c:pt idx="128">
                  <c:v>1.089999999999236E-2</c:v>
                </c:pt>
                <c:pt idx="129">
                  <c:v>1.089999999999236E-2</c:v>
                </c:pt>
                <c:pt idx="130">
                  <c:v>1.089999999999236E-2</c:v>
                </c:pt>
                <c:pt idx="131">
                  <c:v>1.089999999999236E-2</c:v>
                </c:pt>
                <c:pt idx="132">
                  <c:v>1.089999999999236E-2</c:v>
                </c:pt>
                <c:pt idx="133">
                  <c:v>1.089999999999236E-2</c:v>
                </c:pt>
                <c:pt idx="134">
                  <c:v>1.089999999999236E-2</c:v>
                </c:pt>
                <c:pt idx="135">
                  <c:v>1.0999999999967258E-2</c:v>
                </c:pt>
                <c:pt idx="136">
                  <c:v>1.0999999999967258E-2</c:v>
                </c:pt>
                <c:pt idx="137">
                  <c:v>1.0999999999967258E-2</c:v>
                </c:pt>
                <c:pt idx="138">
                  <c:v>1.0999999999967258E-2</c:v>
                </c:pt>
                <c:pt idx="139">
                  <c:v>1.0999999999967258E-2</c:v>
                </c:pt>
                <c:pt idx="140">
                  <c:v>1.0999999999967258E-2</c:v>
                </c:pt>
                <c:pt idx="141">
                  <c:v>1.0999999999967258E-2</c:v>
                </c:pt>
                <c:pt idx="142">
                  <c:v>1.0999999999967258E-2</c:v>
                </c:pt>
                <c:pt idx="143">
                  <c:v>1.0999999999967258E-2</c:v>
                </c:pt>
                <c:pt idx="144">
                  <c:v>1.0999999999967258E-2</c:v>
                </c:pt>
                <c:pt idx="145">
                  <c:v>1.0999999999967258E-2</c:v>
                </c:pt>
                <c:pt idx="146">
                  <c:v>1.0999999999967258E-2</c:v>
                </c:pt>
                <c:pt idx="147">
                  <c:v>1.0999999999967258E-2</c:v>
                </c:pt>
                <c:pt idx="148">
                  <c:v>1.0999999999967258E-2</c:v>
                </c:pt>
                <c:pt idx="149">
                  <c:v>1.0999999999967258E-2</c:v>
                </c:pt>
                <c:pt idx="150">
                  <c:v>1.0999999999967258E-2</c:v>
                </c:pt>
                <c:pt idx="151">
                  <c:v>1.0999999999967258E-2</c:v>
                </c:pt>
                <c:pt idx="152">
                  <c:v>1.0999999999967258E-2</c:v>
                </c:pt>
                <c:pt idx="153">
                  <c:v>1.0999999999967258E-2</c:v>
                </c:pt>
                <c:pt idx="154">
                  <c:v>1.0999999999967258E-2</c:v>
                </c:pt>
                <c:pt idx="155">
                  <c:v>1.0999999999967258E-2</c:v>
                </c:pt>
                <c:pt idx="156">
                  <c:v>1.0999999999967258E-2</c:v>
                </c:pt>
                <c:pt idx="157">
                  <c:v>1.0999999999967258E-2</c:v>
                </c:pt>
                <c:pt idx="158">
                  <c:v>1.0999999999967258E-2</c:v>
                </c:pt>
                <c:pt idx="159">
                  <c:v>1.0999999999967258E-2</c:v>
                </c:pt>
                <c:pt idx="160">
                  <c:v>1.1099999999999E-2</c:v>
                </c:pt>
                <c:pt idx="161">
                  <c:v>1.1099999999999E-2</c:v>
                </c:pt>
                <c:pt idx="162">
                  <c:v>1.1099999999999E-2</c:v>
                </c:pt>
                <c:pt idx="163">
                  <c:v>1.1099999999999E-2</c:v>
                </c:pt>
                <c:pt idx="164">
                  <c:v>1.1099999999999E-2</c:v>
                </c:pt>
                <c:pt idx="165">
                  <c:v>1.1099999999999E-2</c:v>
                </c:pt>
                <c:pt idx="166">
                  <c:v>1.1099999999999E-2</c:v>
                </c:pt>
                <c:pt idx="167">
                  <c:v>1.1099999999999E-2</c:v>
                </c:pt>
                <c:pt idx="168">
                  <c:v>1.1099999999999E-2</c:v>
                </c:pt>
                <c:pt idx="169">
                  <c:v>1.1099999999999E-2</c:v>
                </c:pt>
                <c:pt idx="170">
                  <c:v>1.1099999999999E-2</c:v>
                </c:pt>
                <c:pt idx="171">
                  <c:v>1.1099999999999E-2</c:v>
                </c:pt>
                <c:pt idx="172">
                  <c:v>1.1099999999999E-2</c:v>
                </c:pt>
                <c:pt idx="173">
                  <c:v>1.1099999999999E-2</c:v>
                </c:pt>
                <c:pt idx="174">
                  <c:v>1.1099999999999E-2</c:v>
                </c:pt>
                <c:pt idx="175">
                  <c:v>1.1099999999999E-2</c:v>
                </c:pt>
                <c:pt idx="176">
                  <c:v>1.1099999999999E-2</c:v>
                </c:pt>
                <c:pt idx="177">
                  <c:v>1.1099999999999E-2</c:v>
                </c:pt>
                <c:pt idx="178">
                  <c:v>1.1099999999999E-2</c:v>
                </c:pt>
                <c:pt idx="179">
                  <c:v>1.1099999999999E-2</c:v>
                </c:pt>
                <c:pt idx="180">
                  <c:v>1.1099999999999E-2</c:v>
                </c:pt>
                <c:pt idx="181">
                  <c:v>1.1099999999999E-2</c:v>
                </c:pt>
                <c:pt idx="182">
                  <c:v>1.1099999999999E-2</c:v>
                </c:pt>
                <c:pt idx="183">
                  <c:v>1.1099999999999E-2</c:v>
                </c:pt>
                <c:pt idx="184">
                  <c:v>1.0999999999967258E-2</c:v>
                </c:pt>
                <c:pt idx="185">
                  <c:v>1.089999999999236E-2</c:v>
                </c:pt>
                <c:pt idx="186">
                  <c:v>1.089999999999236E-2</c:v>
                </c:pt>
                <c:pt idx="187">
                  <c:v>1.0799999999960619E-2</c:v>
                </c:pt>
                <c:pt idx="188">
                  <c:v>1.0699999999985721E-2</c:v>
                </c:pt>
                <c:pt idx="189">
                  <c:v>1.0699999999985721E-2</c:v>
                </c:pt>
                <c:pt idx="190">
                  <c:v>1.0600000000010823E-2</c:v>
                </c:pt>
                <c:pt idx="191">
                  <c:v>1.0600000000010823E-2</c:v>
                </c:pt>
                <c:pt idx="192">
                  <c:v>1.0600000000010823E-2</c:v>
                </c:pt>
                <c:pt idx="193">
                  <c:v>1.0499999999979082E-2</c:v>
                </c:pt>
                <c:pt idx="194">
                  <c:v>1.0499999999979082E-2</c:v>
                </c:pt>
                <c:pt idx="195">
                  <c:v>1.0499999999979082E-2</c:v>
                </c:pt>
                <c:pt idx="196">
                  <c:v>1.0499999999979082E-2</c:v>
                </c:pt>
                <c:pt idx="197">
                  <c:v>1.0499999999979082E-2</c:v>
                </c:pt>
                <c:pt idx="198">
                  <c:v>1.0400000000004184E-2</c:v>
                </c:pt>
                <c:pt idx="199">
                  <c:v>1.0400000000004184E-2</c:v>
                </c:pt>
                <c:pt idx="200">
                  <c:v>1.0400000000004184E-2</c:v>
                </c:pt>
                <c:pt idx="201">
                  <c:v>1.0400000000004184E-2</c:v>
                </c:pt>
                <c:pt idx="202">
                  <c:v>1.0400000000004184E-2</c:v>
                </c:pt>
                <c:pt idx="203">
                  <c:v>1.0400000000004184E-2</c:v>
                </c:pt>
                <c:pt idx="204">
                  <c:v>1.0400000000004184E-2</c:v>
                </c:pt>
                <c:pt idx="205">
                  <c:v>1.0400000000004184E-2</c:v>
                </c:pt>
                <c:pt idx="206">
                  <c:v>1.0400000000004184E-2</c:v>
                </c:pt>
                <c:pt idx="207">
                  <c:v>1.0400000000004184E-2</c:v>
                </c:pt>
                <c:pt idx="208">
                  <c:v>1.0299999999972442E-2</c:v>
                </c:pt>
                <c:pt idx="209">
                  <c:v>1.0299999999972442E-2</c:v>
                </c:pt>
                <c:pt idx="210">
                  <c:v>1.0299999999972442E-2</c:v>
                </c:pt>
                <c:pt idx="211">
                  <c:v>1.0299999999972442E-2</c:v>
                </c:pt>
                <c:pt idx="212">
                  <c:v>1.0299999999972442E-2</c:v>
                </c:pt>
                <c:pt idx="213">
                  <c:v>1.0299999999972442E-2</c:v>
                </c:pt>
                <c:pt idx="214">
                  <c:v>1.0299999999972442E-2</c:v>
                </c:pt>
                <c:pt idx="215">
                  <c:v>1.0400000000004184E-2</c:v>
                </c:pt>
                <c:pt idx="216">
                  <c:v>1.0400000000004184E-2</c:v>
                </c:pt>
                <c:pt idx="217">
                  <c:v>1.0400000000004184E-2</c:v>
                </c:pt>
                <c:pt idx="218">
                  <c:v>1.0499999999979082E-2</c:v>
                </c:pt>
                <c:pt idx="219">
                  <c:v>1.0499999999979082E-2</c:v>
                </c:pt>
                <c:pt idx="220">
                  <c:v>1.0499999999979082E-2</c:v>
                </c:pt>
                <c:pt idx="221">
                  <c:v>1.0499999999979082E-2</c:v>
                </c:pt>
                <c:pt idx="222">
                  <c:v>1.0499999999979082E-2</c:v>
                </c:pt>
                <c:pt idx="223">
                  <c:v>1.0499999999979082E-2</c:v>
                </c:pt>
                <c:pt idx="224">
                  <c:v>1.0499999999979082E-2</c:v>
                </c:pt>
                <c:pt idx="225">
                  <c:v>1.0499999999979082E-2</c:v>
                </c:pt>
                <c:pt idx="226">
                  <c:v>1.0499999999979082E-2</c:v>
                </c:pt>
                <c:pt idx="227">
                  <c:v>1.0499999999979082E-2</c:v>
                </c:pt>
                <c:pt idx="228">
                  <c:v>1.0499999999979082E-2</c:v>
                </c:pt>
                <c:pt idx="229">
                  <c:v>1.0499999999979082E-2</c:v>
                </c:pt>
                <c:pt idx="230">
                  <c:v>1.0499999999979082E-2</c:v>
                </c:pt>
                <c:pt idx="231">
                  <c:v>1.0499999999979082E-2</c:v>
                </c:pt>
                <c:pt idx="232">
                  <c:v>1.0499999999979082E-2</c:v>
                </c:pt>
                <c:pt idx="233">
                  <c:v>1.0600000000010823E-2</c:v>
                </c:pt>
                <c:pt idx="234">
                  <c:v>1.0600000000010823E-2</c:v>
                </c:pt>
                <c:pt idx="235">
                  <c:v>1.0600000000010823E-2</c:v>
                </c:pt>
                <c:pt idx="236">
                  <c:v>1.0600000000010823E-2</c:v>
                </c:pt>
                <c:pt idx="237">
                  <c:v>1.0600000000010823E-2</c:v>
                </c:pt>
                <c:pt idx="238">
                  <c:v>1.0600000000010823E-2</c:v>
                </c:pt>
                <c:pt idx="239">
                  <c:v>1.0600000000010823E-2</c:v>
                </c:pt>
                <c:pt idx="240">
                  <c:v>1.0600000000010823E-2</c:v>
                </c:pt>
                <c:pt idx="241">
                  <c:v>1.0600000000010823E-2</c:v>
                </c:pt>
                <c:pt idx="242">
                  <c:v>1.0600000000010823E-2</c:v>
                </c:pt>
                <c:pt idx="243">
                  <c:v>1.0600000000010823E-2</c:v>
                </c:pt>
                <c:pt idx="244">
                  <c:v>1.0600000000010823E-2</c:v>
                </c:pt>
                <c:pt idx="245">
                  <c:v>1.0600000000010823E-2</c:v>
                </c:pt>
                <c:pt idx="246">
                  <c:v>1.0600000000010823E-2</c:v>
                </c:pt>
                <c:pt idx="247">
                  <c:v>1.0600000000010823E-2</c:v>
                </c:pt>
                <c:pt idx="248">
                  <c:v>1.0600000000010823E-2</c:v>
                </c:pt>
                <c:pt idx="249">
                  <c:v>1.0600000000010823E-2</c:v>
                </c:pt>
                <c:pt idx="250">
                  <c:v>1.0600000000010823E-2</c:v>
                </c:pt>
                <c:pt idx="251">
                  <c:v>1.0600000000010823E-2</c:v>
                </c:pt>
                <c:pt idx="252">
                  <c:v>1.0600000000010823E-2</c:v>
                </c:pt>
                <c:pt idx="253">
                  <c:v>1.0600000000010823E-2</c:v>
                </c:pt>
                <c:pt idx="254">
                  <c:v>1.0600000000010823E-2</c:v>
                </c:pt>
                <c:pt idx="255">
                  <c:v>1.0600000000010823E-2</c:v>
                </c:pt>
                <c:pt idx="256">
                  <c:v>1.0600000000010823E-2</c:v>
                </c:pt>
                <c:pt idx="257">
                  <c:v>1.0600000000010823E-2</c:v>
                </c:pt>
                <c:pt idx="258">
                  <c:v>1.0600000000010823E-2</c:v>
                </c:pt>
                <c:pt idx="259">
                  <c:v>1.0600000000010823E-2</c:v>
                </c:pt>
                <c:pt idx="260">
                  <c:v>1.0600000000010823E-2</c:v>
                </c:pt>
                <c:pt idx="261">
                  <c:v>1.0600000000010823E-2</c:v>
                </c:pt>
                <c:pt idx="262">
                  <c:v>1.0600000000010823E-2</c:v>
                </c:pt>
                <c:pt idx="263">
                  <c:v>1.0600000000010823E-2</c:v>
                </c:pt>
                <c:pt idx="264">
                  <c:v>1.0600000000010823E-2</c:v>
                </c:pt>
                <c:pt idx="265">
                  <c:v>1.0600000000010823E-2</c:v>
                </c:pt>
                <c:pt idx="266">
                  <c:v>1.0600000000010823E-2</c:v>
                </c:pt>
                <c:pt idx="267">
                  <c:v>1.0699999999985721E-2</c:v>
                </c:pt>
                <c:pt idx="268">
                  <c:v>1.0699999999985721E-2</c:v>
                </c:pt>
                <c:pt idx="269">
                  <c:v>1.0699999999985721E-2</c:v>
                </c:pt>
                <c:pt idx="270">
                  <c:v>1.0799999999960619E-2</c:v>
                </c:pt>
                <c:pt idx="271">
                  <c:v>1.0799999999960619E-2</c:v>
                </c:pt>
                <c:pt idx="272">
                  <c:v>1.0799999999960619E-2</c:v>
                </c:pt>
                <c:pt idx="273">
                  <c:v>1.0799999999960619E-2</c:v>
                </c:pt>
                <c:pt idx="274">
                  <c:v>1.089999999999236E-2</c:v>
                </c:pt>
                <c:pt idx="275">
                  <c:v>1.089999999999236E-2</c:v>
                </c:pt>
                <c:pt idx="276">
                  <c:v>1.089999999999236E-2</c:v>
                </c:pt>
                <c:pt idx="277">
                  <c:v>1.089999999999236E-2</c:v>
                </c:pt>
                <c:pt idx="278">
                  <c:v>1.089999999999236E-2</c:v>
                </c:pt>
                <c:pt idx="279">
                  <c:v>1.089999999999236E-2</c:v>
                </c:pt>
                <c:pt idx="280">
                  <c:v>1.089999999999236E-2</c:v>
                </c:pt>
                <c:pt idx="281">
                  <c:v>1.089999999999236E-2</c:v>
                </c:pt>
                <c:pt idx="282">
                  <c:v>1.089999999999236E-2</c:v>
                </c:pt>
                <c:pt idx="283">
                  <c:v>1.089999999999236E-2</c:v>
                </c:pt>
                <c:pt idx="284">
                  <c:v>1.089999999999236E-2</c:v>
                </c:pt>
                <c:pt idx="285">
                  <c:v>1.089999999999236E-2</c:v>
                </c:pt>
                <c:pt idx="286">
                  <c:v>1.089999999999236E-2</c:v>
                </c:pt>
                <c:pt idx="287">
                  <c:v>1.089999999999236E-2</c:v>
                </c:pt>
                <c:pt idx="288">
                  <c:v>1.089999999999236E-2</c:v>
                </c:pt>
                <c:pt idx="289">
                  <c:v>1.0999999999967258E-2</c:v>
                </c:pt>
                <c:pt idx="290">
                  <c:v>1.0999999999967258E-2</c:v>
                </c:pt>
                <c:pt idx="291">
                  <c:v>1.0999999999967258E-2</c:v>
                </c:pt>
                <c:pt idx="292">
                  <c:v>1.0999999999967258E-2</c:v>
                </c:pt>
                <c:pt idx="293">
                  <c:v>1.0999999999967258E-2</c:v>
                </c:pt>
                <c:pt idx="294">
                  <c:v>1.0999999999967258E-2</c:v>
                </c:pt>
                <c:pt idx="295">
                  <c:v>1.0999999999967258E-2</c:v>
                </c:pt>
                <c:pt idx="296">
                  <c:v>1.0999999999967258E-2</c:v>
                </c:pt>
                <c:pt idx="297">
                  <c:v>1.0999999999967258E-2</c:v>
                </c:pt>
                <c:pt idx="298">
                  <c:v>1.0999999999967258E-2</c:v>
                </c:pt>
                <c:pt idx="299">
                  <c:v>1.0999999999967258E-2</c:v>
                </c:pt>
                <c:pt idx="300">
                  <c:v>1.0999999999967258E-2</c:v>
                </c:pt>
                <c:pt idx="301">
                  <c:v>1.0999999999967258E-2</c:v>
                </c:pt>
                <c:pt idx="302">
                  <c:v>1.0999999999967258E-2</c:v>
                </c:pt>
                <c:pt idx="303">
                  <c:v>1.0999999999967258E-2</c:v>
                </c:pt>
                <c:pt idx="304">
                  <c:v>1.0999999999967258E-2</c:v>
                </c:pt>
                <c:pt idx="305">
                  <c:v>1.0999999999967258E-2</c:v>
                </c:pt>
                <c:pt idx="306">
                  <c:v>1.0999999999967258E-2</c:v>
                </c:pt>
                <c:pt idx="307">
                  <c:v>1.0999999999967258E-2</c:v>
                </c:pt>
                <c:pt idx="308">
                  <c:v>1.0999999999967258E-2</c:v>
                </c:pt>
                <c:pt idx="309">
                  <c:v>1.0999999999967258E-2</c:v>
                </c:pt>
                <c:pt idx="310">
                  <c:v>1.0999999999967258E-2</c:v>
                </c:pt>
                <c:pt idx="311">
                  <c:v>1.0999999999967258E-2</c:v>
                </c:pt>
                <c:pt idx="312">
                  <c:v>1.0999999999967258E-2</c:v>
                </c:pt>
                <c:pt idx="313">
                  <c:v>1.0999999999967258E-2</c:v>
                </c:pt>
                <c:pt idx="314">
                  <c:v>1.0999999999967258E-2</c:v>
                </c:pt>
                <c:pt idx="315">
                  <c:v>1.0999999999967258E-2</c:v>
                </c:pt>
                <c:pt idx="316">
                  <c:v>1.0999999999967258E-2</c:v>
                </c:pt>
                <c:pt idx="317">
                  <c:v>1.1099999999999E-2</c:v>
                </c:pt>
                <c:pt idx="318">
                  <c:v>1.1099999999999E-2</c:v>
                </c:pt>
                <c:pt idx="319">
                  <c:v>1.1099999999999E-2</c:v>
                </c:pt>
                <c:pt idx="320">
                  <c:v>1.1099999999999E-2</c:v>
                </c:pt>
                <c:pt idx="321">
                  <c:v>1.1099999999999E-2</c:v>
                </c:pt>
                <c:pt idx="322">
                  <c:v>1.1099999999999E-2</c:v>
                </c:pt>
                <c:pt idx="323">
                  <c:v>1.1099999999999E-2</c:v>
                </c:pt>
                <c:pt idx="324">
                  <c:v>1.1099999999999E-2</c:v>
                </c:pt>
                <c:pt idx="325">
                  <c:v>1.1099999999999E-2</c:v>
                </c:pt>
                <c:pt idx="326">
                  <c:v>1.1099999999999E-2</c:v>
                </c:pt>
                <c:pt idx="327">
                  <c:v>1.1099999999999E-2</c:v>
                </c:pt>
                <c:pt idx="328">
                  <c:v>1.1099999999999E-2</c:v>
                </c:pt>
                <c:pt idx="329">
                  <c:v>1.1099999999999E-2</c:v>
                </c:pt>
                <c:pt idx="330">
                  <c:v>1.1099999999999E-2</c:v>
                </c:pt>
                <c:pt idx="331">
                  <c:v>1.1099999999999E-2</c:v>
                </c:pt>
                <c:pt idx="332">
                  <c:v>1.1099999999999E-2</c:v>
                </c:pt>
                <c:pt idx="333">
                  <c:v>1.1099999999999E-2</c:v>
                </c:pt>
                <c:pt idx="334">
                  <c:v>1.1099999999999E-2</c:v>
                </c:pt>
                <c:pt idx="335">
                  <c:v>1.1099999999999E-2</c:v>
                </c:pt>
                <c:pt idx="336">
                  <c:v>1.1099999999999E-2</c:v>
                </c:pt>
                <c:pt idx="337">
                  <c:v>1.1099999999999E-2</c:v>
                </c:pt>
                <c:pt idx="338">
                  <c:v>1.1099999999999E-2</c:v>
                </c:pt>
                <c:pt idx="339">
                  <c:v>1.1099999999999E-2</c:v>
                </c:pt>
                <c:pt idx="340">
                  <c:v>1.1099999999999E-2</c:v>
                </c:pt>
                <c:pt idx="341">
                  <c:v>1.0999999999967258E-2</c:v>
                </c:pt>
                <c:pt idx="342">
                  <c:v>1.089999999999236E-2</c:v>
                </c:pt>
                <c:pt idx="343">
                  <c:v>1.0799999999960619E-2</c:v>
                </c:pt>
                <c:pt idx="344">
                  <c:v>1.0799999999960619E-2</c:v>
                </c:pt>
                <c:pt idx="345">
                  <c:v>1.0699999999985721E-2</c:v>
                </c:pt>
                <c:pt idx="346">
                  <c:v>1.0699999999985721E-2</c:v>
                </c:pt>
                <c:pt idx="347">
                  <c:v>1.0600000000010823E-2</c:v>
                </c:pt>
                <c:pt idx="348">
                  <c:v>1.0600000000010823E-2</c:v>
                </c:pt>
                <c:pt idx="349">
                  <c:v>1.0600000000010823E-2</c:v>
                </c:pt>
                <c:pt idx="350">
                  <c:v>1.0499999999979082E-2</c:v>
                </c:pt>
                <c:pt idx="351">
                  <c:v>1.0499999999979082E-2</c:v>
                </c:pt>
                <c:pt idx="352">
                  <c:v>1.0499999999979082E-2</c:v>
                </c:pt>
                <c:pt idx="353">
                  <c:v>1.0499999999979082E-2</c:v>
                </c:pt>
                <c:pt idx="354">
                  <c:v>1.0499999999979082E-2</c:v>
                </c:pt>
                <c:pt idx="355">
                  <c:v>1.0400000000004184E-2</c:v>
                </c:pt>
                <c:pt idx="356">
                  <c:v>1.0400000000004184E-2</c:v>
                </c:pt>
                <c:pt idx="357">
                  <c:v>1.0400000000004184E-2</c:v>
                </c:pt>
                <c:pt idx="358">
                  <c:v>1.0400000000004184E-2</c:v>
                </c:pt>
                <c:pt idx="359">
                  <c:v>1.0400000000004184E-2</c:v>
                </c:pt>
                <c:pt idx="360">
                  <c:v>1.0400000000004184E-2</c:v>
                </c:pt>
                <c:pt idx="361">
                  <c:v>1.0400000000004184E-2</c:v>
                </c:pt>
                <c:pt idx="362">
                  <c:v>1.0400000000004184E-2</c:v>
                </c:pt>
                <c:pt idx="363">
                  <c:v>1.0400000000004184E-2</c:v>
                </c:pt>
                <c:pt idx="364">
                  <c:v>1.0400000000004184E-2</c:v>
                </c:pt>
                <c:pt idx="365">
                  <c:v>1.0400000000004184E-2</c:v>
                </c:pt>
                <c:pt idx="366">
                  <c:v>1.0299999999972442E-2</c:v>
                </c:pt>
                <c:pt idx="367">
                  <c:v>1.0299999999972442E-2</c:v>
                </c:pt>
                <c:pt idx="368">
                  <c:v>1.0299999999972442E-2</c:v>
                </c:pt>
                <c:pt idx="369">
                  <c:v>1.0299999999972442E-2</c:v>
                </c:pt>
                <c:pt idx="370">
                  <c:v>1.0299999999972442E-2</c:v>
                </c:pt>
                <c:pt idx="371">
                  <c:v>1.0299999999972442E-2</c:v>
                </c:pt>
                <c:pt idx="372">
                  <c:v>1.0299999999972442E-2</c:v>
                </c:pt>
                <c:pt idx="373">
                  <c:v>1.0400000000004184E-2</c:v>
                </c:pt>
                <c:pt idx="374">
                  <c:v>1.0400000000004184E-2</c:v>
                </c:pt>
                <c:pt idx="375">
                  <c:v>1.0400000000004184E-2</c:v>
                </c:pt>
                <c:pt idx="376">
                  <c:v>1.0499999999979082E-2</c:v>
                </c:pt>
                <c:pt idx="377">
                  <c:v>1.0499999999979082E-2</c:v>
                </c:pt>
                <c:pt idx="378">
                  <c:v>1.0499999999979082E-2</c:v>
                </c:pt>
                <c:pt idx="379">
                  <c:v>1.0499999999979082E-2</c:v>
                </c:pt>
                <c:pt idx="380">
                  <c:v>1.0499999999979082E-2</c:v>
                </c:pt>
                <c:pt idx="381">
                  <c:v>1.0499999999979082E-2</c:v>
                </c:pt>
                <c:pt idx="382">
                  <c:v>1.0499999999979082E-2</c:v>
                </c:pt>
                <c:pt idx="383">
                  <c:v>1.0499999999979082E-2</c:v>
                </c:pt>
                <c:pt idx="384">
                  <c:v>1.0499999999979082E-2</c:v>
                </c:pt>
                <c:pt idx="385">
                  <c:v>1.0499999999979082E-2</c:v>
                </c:pt>
                <c:pt idx="386">
                  <c:v>1.0499999999979082E-2</c:v>
                </c:pt>
                <c:pt idx="387">
                  <c:v>1.0499999999979082E-2</c:v>
                </c:pt>
                <c:pt idx="388">
                  <c:v>1.0499999999979082E-2</c:v>
                </c:pt>
                <c:pt idx="389">
                  <c:v>1.0499999999979082E-2</c:v>
                </c:pt>
                <c:pt idx="390">
                  <c:v>1.0499999999979082E-2</c:v>
                </c:pt>
                <c:pt idx="391">
                  <c:v>1.0600000000010823E-2</c:v>
                </c:pt>
                <c:pt idx="392">
                  <c:v>1.0600000000010823E-2</c:v>
                </c:pt>
                <c:pt idx="393">
                  <c:v>1.0600000000010823E-2</c:v>
                </c:pt>
                <c:pt idx="394">
                  <c:v>1.0600000000010823E-2</c:v>
                </c:pt>
                <c:pt idx="395">
                  <c:v>1.0600000000010823E-2</c:v>
                </c:pt>
                <c:pt idx="396">
                  <c:v>1.0600000000010823E-2</c:v>
                </c:pt>
                <c:pt idx="397">
                  <c:v>1.0600000000010823E-2</c:v>
                </c:pt>
                <c:pt idx="398">
                  <c:v>1.0600000000010823E-2</c:v>
                </c:pt>
                <c:pt idx="399">
                  <c:v>1.0600000000010823E-2</c:v>
                </c:pt>
                <c:pt idx="400">
                  <c:v>1.0600000000010823E-2</c:v>
                </c:pt>
                <c:pt idx="401">
                  <c:v>1.0600000000010823E-2</c:v>
                </c:pt>
                <c:pt idx="402">
                  <c:v>1.0600000000010823E-2</c:v>
                </c:pt>
                <c:pt idx="403">
                  <c:v>1.0600000000010823E-2</c:v>
                </c:pt>
                <c:pt idx="404">
                  <c:v>1.0600000000010823E-2</c:v>
                </c:pt>
                <c:pt idx="405">
                  <c:v>1.0600000000010823E-2</c:v>
                </c:pt>
                <c:pt idx="406">
                  <c:v>1.0600000000010823E-2</c:v>
                </c:pt>
                <c:pt idx="407">
                  <c:v>1.0600000000010823E-2</c:v>
                </c:pt>
                <c:pt idx="408">
                  <c:v>1.0600000000010823E-2</c:v>
                </c:pt>
                <c:pt idx="409">
                  <c:v>1.0600000000010823E-2</c:v>
                </c:pt>
                <c:pt idx="410">
                  <c:v>1.0600000000010823E-2</c:v>
                </c:pt>
                <c:pt idx="411">
                  <c:v>1.0600000000010823E-2</c:v>
                </c:pt>
                <c:pt idx="412">
                  <c:v>1.0600000000010823E-2</c:v>
                </c:pt>
                <c:pt idx="413">
                  <c:v>1.0600000000010823E-2</c:v>
                </c:pt>
                <c:pt idx="414">
                  <c:v>1.0600000000010823E-2</c:v>
                </c:pt>
                <c:pt idx="415">
                  <c:v>1.0600000000010823E-2</c:v>
                </c:pt>
                <c:pt idx="416">
                  <c:v>1.0600000000010823E-2</c:v>
                </c:pt>
                <c:pt idx="417">
                  <c:v>1.0600000000010823E-2</c:v>
                </c:pt>
                <c:pt idx="418">
                  <c:v>1.0600000000010823E-2</c:v>
                </c:pt>
                <c:pt idx="419">
                  <c:v>1.0600000000010823E-2</c:v>
                </c:pt>
                <c:pt idx="420">
                  <c:v>1.0600000000010823E-2</c:v>
                </c:pt>
                <c:pt idx="421">
                  <c:v>1.0600000000010823E-2</c:v>
                </c:pt>
                <c:pt idx="422">
                  <c:v>1.0600000000010823E-2</c:v>
                </c:pt>
                <c:pt idx="423">
                  <c:v>1.0600000000010823E-2</c:v>
                </c:pt>
                <c:pt idx="424">
                  <c:v>1.0600000000010823E-2</c:v>
                </c:pt>
                <c:pt idx="425">
                  <c:v>1.0699999999985721E-2</c:v>
                </c:pt>
                <c:pt idx="426">
                  <c:v>1.0699999999985721E-2</c:v>
                </c:pt>
                <c:pt idx="427">
                  <c:v>1.0699999999985721E-2</c:v>
                </c:pt>
                <c:pt idx="428">
                  <c:v>1.0799999999960619E-2</c:v>
                </c:pt>
                <c:pt idx="429">
                  <c:v>1.0799999999960619E-2</c:v>
                </c:pt>
                <c:pt idx="430">
                  <c:v>1.0799999999960619E-2</c:v>
                </c:pt>
                <c:pt idx="431">
                  <c:v>1.0799999999960619E-2</c:v>
                </c:pt>
                <c:pt idx="432">
                  <c:v>1.089999999999236E-2</c:v>
                </c:pt>
                <c:pt idx="433">
                  <c:v>1.089999999999236E-2</c:v>
                </c:pt>
                <c:pt idx="434">
                  <c:v>1.089999999999236E-2</c:v>
                </c:pt>
                <c:pt idx="435">
                  <c:v>1.089999999999236E-2</c:v>
                </c:pt>
                <c:pt idx="436">
                  <c:v>1.089999999999236E-2</c:v>
                </c:pt>
                <c:pt idx="437">
                  <c:v>1.089999999999236E-2</c:v>
                </c:pt>
                <c:pt idx="438">
                  <c:v>1.089999999999236E-2</c:v>
                </c:pt>
                <c:pt idx="439">
                  <c:v>1.089999999999236E-2</c:v>
                </c:pt>
                <c:pt idx="440">
                  <c:v>1.089999999999236E-2</c:v>
                </c:pt>
                <c:pt idx="441">
                  <c:v>1.089999999999236E-2</c:v>
                </c:pt>
                <c:pt idx="442">
                  <c:v>1.089999999999236E-2</c:v>
                </c:pt>
                <c:pt idx="443">
                  <c:v>1.089999999999236E-2</c:v>
                </c:pt>
                <c:pt idx="444">
                  <c:v>1.089999999999236E-2</c:v>
                </c:pt>
                <c:pt idx="445">
                  <c:v>1.089999999999236E-2</c:v>
                </c:pt>
                <c:pt idx="446">
                  <c:v>1.089999999999236E-2</c:v>
                </c:pt>
                <c:pt idx="447">
                  <c:v>1.0999999999967258E-2</c:v>
                </c:pt>
                <c:pt idx="448">
                  <c:v>1.0999999999967258E-2</c:v>
                </c:pt>
                <c:pt idx="449">
                  <c:v>1.0999999999967258E-2</c:v>
                </c:pt>
                <c:pt idx="450">
                  <c:v>1.0999999999967258E-2</c:v>
                </c:pt>
                <c:pt idx="451">
                  <c:v>1.0999999999967258E-2</c:v>
                </c:pt>
                <c:pt idx="452">
                  <c:v>1.0999999999967258E-2</c:v>
                </c:pt>
                <c:pt idx="453">
                  <c:v>1.0999999999967258E-2</c:v>
                </c:pt>
                <c:pt idx="454">
                  <c:v>1.0999999999967258E-2</c:v>
                </c:pt>
                <c:pt idx="455">
                  <c:v>1.0999999999967258E-2</c:v>
                </c:pt>
                <c:pt idx="456">
                  <c:v>1.0999999999967258E-2</c:v>
                </c:pt>
                <c:pt idx="457">
                  <c:v>1.0999999999967258E-2</c:v>
                </c:pt>
                <c:pt idx="458">
                  <c:v>1.0999999999967258E-2</c:v>
                </c:pt>
                <c:pt idx="459">
                  <c:v>1.0999999999967258E-2</c:v>
                </c:pt>
                <c:pt idx="460">
                  <c:v>1.0999999999967258E-2</c:v>
                </c:pt>
                <c:pt idx="461">
                  <c:v>1.0999999999967258E-2</c:v>
                </c:pt>
                <c:pt idx="462">
                  <c:v>1.0999999999967258E-2</c:v>
                </c:pt>
                <c:pt idx="463">
                  <c:v>1.0999999999967258E-2</c:v>
                </c:pt>
                <c:pt idx="464">
                  <c:v>1.0999999999967258E-2</c:v>
                </c:pt>
                <c:pt idx="465">
                  <c:v>1.0999999999967258E-2</c:v>
                </c:pt>
                <c:pt idx="466">
                  <c:v>1.0999999999967258E-2</c:v>
                </c:pt>
                <c:pt idx="467">
                  <c:v>1.0999999999967258E-2</c:v>
                </c:pt>
                <c:pt idx="468">
                  <c:v>1.0999999999967258E-2</c:v>
                </c:pt>
                <c:pt idx="469">
                  <c:v>1.0999999999967258E-2</c:v>
                </c:pt>
                <c:pt idx="470">
                  <c:v>1.0999999999967258E-2</c:v>
                </c:pt>
                <c:pt idx="471">
                  <c:v>1.0999999999967258E-2</c:v>
                </c:pt>
                <c:pt idx="472">
                  <c:v>1.0999999999967258E-2</c:v>
                </c:pt>
                <c:pt idx="473">
                  <c:v>1.0999999999967258E-2</c:v>
                </c:pt>
                <c:pt idx="474">
                  <c:v>1.0999999999967258E-2</c:v>
                </c:pt>
                <c:pt idx="475">
                  <c:v>1.0999999999967258E-2</c:v>
                </c:pt>
                <c:pt idx="476">
                  <c:v>1.1099999999999E-2</c:v>
                </c:pt>
                <c:pt idx="477">
                  <c:v>1.1099999999999E-2</c:v>
                </c:pt>
                <c:pt idx="478">
                  <c:v>1.1099999999999E-2</c:v>
                </c:pt>
                <c:pt idx="479">
                  <c:v>1.1099999999999E-2</c:v>
                </c:pt>
                <c:pt idx="480">
                  <c:v>1.1099999999999E-2</c:v>
                </c:pt>
                <c:pt idx="481">
                  <c:v>1.1099999999999E-2</c:v>
                </c:pt>
                <c:pt idx="482">
                  <c:v>1.1099999999999E-2</c:v>
                </c:pt>
                <c:pt idx="483">
                  <c:v>1.1099999999999E-2</c:v>
                </c:pt>
                <c:pt idx="484">
                  <c:v>1.1099999999999E-2</c:v>
                </c:pt>
                <c:pt idx="485">
                  <c:v>1.1099999999999E-2</c:v>
                </c:pt>
                <c:pt idx="486">
                  <c:v>1.1099999999999E-2</c:v>
                </c:pt>
                <c:pt idx="487">
                  <c:v>1.1099999999999E-2</c:v>
                </c:pt>
                <c:pt idx="488">
                  <c:v>1.1099999999999E-2</c:v>
                </c:pt>
                <c:pt idx="489">
                  <c:v>1.1099999999999E-2</c:v>
                </c:pt>
                <c:pt idx="490">
                  <c:v>1.1099999999999E-2</c:v>
                </c:pt>
                <c:pt idx="491">
                  <c:v>1.1099999999999E-2</c:v>
                </c:pt>
                <c:pt idx="492">
                  <c:v>1.1099999999999E-2</c:v>
                </c:pt>
                <c:pt idx="493">
                  <c:v>1.1099999999999E-2</c:v>
                </c:pt>
                <c:pt idx="494">
                  <c:v>1.1099999999999E-2</c:v>
                </c:pt>
                <c:pt idx="495">
                  <c:v>1.1099999999999E-2</c:v>
                </c:pt>
                <c:pt idx="496">
                  <c:v>1.1099999999999E-2</c:v>
                </c:pt>
                <c:pt idx="497">
                  <c:v>1.1099999999999E-2</c:v>
                </c:pt>
                <c:pt idx="498">
                  <c:v>1.1099999999999E-2</c:v>
                </c:pt>
                <c:pt idx="499">
                  <c:v>1.1099999999999E-2</c:v>
                </c:pt>
                <c:pt idx="500">
                  <c:v>1.0999999999967258E-2</c:v>
                </c:pt>
                <c:pt idx="501">
                  <c:v>1.089999999999236E-2</c:v>
                </c:pt>
                <c:pt idx="502">
                  <c:v>1.0799999999960619E-2</c:v>
                </c:pt>
                <c:pt idx="503">
                  <c:v>1.0799999999960619E-2</c:v>
                </c:pt>
                <c:pt idx="504">
                  <c:v>1.0699999999985721E-2</c:v>
                </c:pt>
                <c:pt idx="505">
                  <c:v>1.0699999999985721E-2</c:v>
                </c:pt>
                <c:pt idx="506">
                  <c:v>1.0600000000010823E-2</c:v>
                </c:pt>
                <c:pt idx="507">
                  <c:v>1.0600000000010823E-2</c:v>
                </c:pt>
                <c:pt idx="508">
                  <c:v>1.0600000000010823E-2</c:v>
                </c:pt>
                <c:pt idx="509">
                  <c:v>1.0499999999979082E-2</c:v>
                </c:pt>
                <c:pt idx="510">
                  <c:v>1.0499999999979082E-2</c:v>
                </c:pt>
                <c:pt idx="511">
                  <c:v>1.0499999999979082E-2</c:v>
                </c:pt>
                <c:pt idx="512">
                  <c:v>1.0499999999979082E-2</c:v>
                </c:pt>
                <c:pt idx="513">
                  <c:v>1.0499999999979082E-2</c:v>
                </c:pt>
                <c:pt idx="514">
                  <c:v>1.0400000000004184E-2</c:v>
                </c:pt>
                <c:pt idx="515">
                  <c:v>1.0400000000004184E-2</c:v>
                </c:pt>
                <c:pt idx="516">
                  <c:v>1.0400000000004184E-2</c:v>
                </c:pt>
                <c:pt idx="517">
                  <c:v>1.0400000000004184E-2</c:v>
                </c:pt>
                <c:pt idx="518">
                  <c:v>1.0400000000004184E-2</c:v>
                </c:pt>
                <c:pt idx="519">
                  <c:v>1.0400000000004184E-2</c:v>
                </c:pt>
                <c:pt idx="520">
                  <c:v>1.0400000000004184E-2</c:v>
                </c:pt>
                <c:pt idx="521">
                  <c:v>1.0400000000004184E-2</c:v>
                </c:pt>
                <c:pt idx="522">
                  <c:v>1.0400000000004184E-2</c:v>
                </c:pt>
                <c:pt idx="523">
                  <c:v>1.0299999999972442E-2</c:v>
                </c:pt>
                <c:pt idx="524">
                  <c:v>1.0299999999972442E-2</c:v>
                </c:pt>
                <c:pt idx="525">
                  <c:v>1.0299999999972442E-2</c:v>
                </c:pt>
                <c:pt idx="526">
                  <c:v>1.0299999999972442E-2</c:v>
                </c:pt>
                <c:pt idx="527">
                  <c:v>1.0299999999972442E-2</c:v>
                </c:pt>
                <c:pt idx="528">
                  <c:v>1.0299999999972442E-2</c:v>
                </c:pt>
                <c:pt idx="529">
                  <c:v>1.0299999999972442E-2</c:v>
                </c:pt>
                <c:pt idx="530">
                  <c:v>1.0299999999972442E-2</c:v>
                </c:pt>
                <c:pt idx="531">
                  <c:v>1.0400000000004184E-2</c:v>
                </c:pt>
                <c:pt idx="532">
                  <c:v>1.0400000000004184E-2</c:v>
                </c:pt>
              </c:numCache>
            </c:numRef>
          </c:yVal>
          <c:smooth val="1"/>
          <c:extLst>
            <c:ext xmlns:c16="http://schemas.microsoft.com/office/drawing/2014/chart" uri="{C3380CC4-5D6E-409C-BE32-E72D297353CC}">
              <c16:uniqueId val="{00000011-1510-4437-9CAD-7ED8315A59D8}"/>
            </c:ext>
          </c:extLst>
        </c:ser>
        <c:ser>
          <c:idx val="18"/>
          <c:order val="18"/>
          <c:tx>
            <c:strRef>
              <c:f>SM50000_TEMPSoc5l2_50000!$PG$1</c:f>
              <c:strCache>
                <c:ptCount val="1"/>
                <c:pt idx="0">
                  <c:v>TELE_SM_INTERIOR.278</c:v>
                </c:pt>
              </c:strCache>
            </c:strRef>
          </c:tx>
          <c:spPr>
            <a:ln w="19050" cap="rnd">
              <a:solidFill>
                <a:schemeClr val="accent1">
                  <a:lumMod val="80000"/>
                </a:schemeClr>
              </a:solidFill>
              <a:round/>
            </a:ln>
            <a:effectLst/>
          </c:spPr>
          <c:marker>
            <c:symbol val="circle"/>
            <c:size val="5"/>
            <c:spPr>
              <a:solidFill>
                <a:schemeClr val="accent1">
                  <a:lumMod val="80000"/>
                </a:schemeClr>
              </a:solidFill>
              <a:ln w="9525">
                <a:solidFill>
                  <a:schemeClr val="accent1">
                    <a:lumMod val="8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SM50000_TEMPSoc5l2_50000!$PG$2:$PG$536</c:f>
              <c:numCache>
                <c:formatCode>General</c:formatCode>
                <c:ptCount val="533"/>
                <c:pt idx="0">
                  <c:v>0</c:v>
                </c:pt>
                <c:pt idx="1">
                  <c:v>2.0000000000095497E-3</c:v>
                </c:pt>
                <c:pt idx="2">
                  <c:v>3.5000000000309228E-3</c:v>
                </c:pt>
                <c:pt idx="3">
                  <c:v>4.500000000007276E-3</c:v>
                </c:pt>
                <c:pt idx="4">
                  <c:v>5.2000000000020918E-3</c:v>
                </c:pt>
                <c:pt idx="5">
                  <c:v>5.7000000000471118E-3</c:v>
                </c:pt>
                <c:pt idx="6">
                  <c:v>6.100000000003547E-3</c:v>
                </c:pt>
                <c:pt idx="7">
                  <c:v>6.5000000000168257E-3</c:v>
                </c:pt>
                <c:pt idx="8">
                  <c:v>6.7999999999983629E-3</c:v>
                </c:pt>
                <c:pt idx="9">
                  <c:v>7.0000000000050022E-3</c:v>
                </c:pt>
                <c:pt idx="10">
                  <c:v>7.3000000000433829E-3</c:v>
                </c:pt>
                <c:pt idx="11">
                  <c:v>7.5000000000500222E-3</c:v>
                </c:pt>
                <c:pt idx="12">
                  <c:v>7.6999999999998181E-3</c:v>
                </c:pt>
                <c:pt idx="13">
                  <c:v>7.9000000000064574E-3</c:v>
                </c:pt>
                <c:pt idx="14">
                  <c:v>8.1000000000130967E-3</c:v>
                </c:pt>
                <c:pt idx="15">
                  <c:v>8.300000000019736E-3</c:v>
                </c:pt>
                <c:pt idx="16">
                  <c:v>8.5000000000263753E-3</c:v>
                </c:pt>
                <c:pt idx="17">
                  <c:v>8.6000000000012733E-3</c:v>
                </c:pt>
                <c:pt idx="18">
                  <c:v>8.8000000000079126E-3</c:v>
                </c:pt>
                <c:pt idx="19">
                  <c:v>8.900000000039654E-3</c:v>
                </c:pt>
                <c:pt idx="20">
                  <c:v>9.0000000000145519E-3</c:v>
                </c:pt>
                <c:pt idx="21">
                  <c:v>9.2000000000211912E-3</c:v>
                </c:pt>
                <c:pt idx="22">
                  <c:v>9.3000000000529326E-3</c:v>
                </c:pt>
                <c:pt idx="23">
                  <c:v>9.4000000000278305E-3</c:v>
                </c:pt>
                <c:pt idx="24">
                  <c:v>9.5000000000027285E-3</c:v>
                </c:pt>
                <c:pt idx="25">
                  <c:v>9.6000000000344698E-3</c:v>
                </c:pt>
                <c:pt idx="26">
                  <c:v>9.7000000000093678E-3</c:v>
                </c:pt>
                <c:pt idx="27">
                  <c:v>9.7000000000093678E-3</c:v>
                </c:pt>
                <c:pt idx="28">
                  <c:v>9.7000000000093678E-3</c:v>
                </c:pt>
                <c:pt idx="29">
                  <c:v>9.8000000000411092E-3</c:v>
                </c:pt>
                <c:pt idx="30">
                  <c:v>9.8000000000411092E-3</c:v>
                </c:pt>
                <c:pt idx="31">
                  <c:v>9.9000000000160071E-3</c:v>
                </c:pt>
                <c:pt idx="32">
                  <c:v>9.9000000000160071E-3</c:v>
                </c:pt>
                <c:pt idx="33">
                  <c:v>9.9000000000160071E-3</c:v>
                </c:pt>
                <c:pt idx="34">
                  <c:v>1.0000000000047748E-2</c:v>
                </c:pt>
                <c:pt idx="35">
                  <c:v>1.0000000000047748E-2</c:v>
                </c:pt>
                <c:pt idx="36">
                  <c:v>1.0000000000047748E-2</c:v>
                </c:pt>
                <c:pt idx="37">
                  <c:v>1.0100000000022646E-2</c:v>
                </c:pt>
                <c:pt idx="38">
                  <c:v>1.0100000000022646E-2</c:v>
                </c:pt>
                <c:pt idx="39">
                  <c:v>1.0100000000022646E-2</c:v>
                </c:pt>
                <c:pt idx="40">
                  <c:v>1.0200000000054388E-2</c:v>
                </c:pt>
                <c:pt idx="41">
                  <c:v>1.0200000000054388E-2</c:v>
                </c:pt>
                <c:pt idx="42">
                  <c:v>1.0200000000054388E-2</c:v>
                </c:pt>
                <c:pt idx="43">
                  <c:v>1.0200000000054388E-2</c:v>
                </c:pt>
                <c:pt idx="44">
                  <c:v>1.0200000000054388E-2</c:v>
                </c:pt>
                <c:pt idx="45">
                  <c:v>1.0300000000029286E-2</c:v>
                </c:pt>
                <c:pt idx="46">
                  <c:v>1.0300000000029286E-2</c:v>
                </c:pt>
                <c:pt idx="47">
                  <c:v>1.0300000000029286E-2</c:v>
                </c:pt>
                <c:pt idx="48">
                  <c:v>1.0300000000029286E-2</c:v>
                </c:pt>
                <c:pt idx="49">
                  <c:v>1.0300000000029286E-2</c:v>
                </c:pt>
                <c:pt idx="50">
                  <c:v>1.0300000000029286E-2</c:v>
                </c:pt>
                <c:pt idx="51">
                  <c:v>1.0300000000029286E-2</c:v>
                </c:pt>
                <c:pt idx="52">
                  <c:v>1.0400000000004184E-2</c:v>
                </c:pt>
                <c:pt idx="53">
                  <c:v>1.0400000000004184E-2</c:v>
                </c:pt>
                <c:pt idx="54">
                  <c:v>1.0400000000004184E-2</c:v>
                </c:pt>
                <c:pt idx="55">
                  <c:v>1.0400000000004184E-2</c:v>
                </c:pt>
                <c:pt idx="56">
                  <c:v>1.0400000000004184E-2</c:v>
                </c:pt>
                <c:pt idx="57">
                  <c:v>1.0400000000004184E-2</c:v>
                </c:pt>
                <c:pt idx="58">
                  <c:v>1.0500000000035925E-2</c:v>
                </c:pt>
                <c:pt idx="59">
                  <c:v>1.0500000000035925E-2</c:v>
                </c:pt>
                <c:pt idx="60">
                  <c:v>1.0500000000035925E-2</c:v>
                </c:pt>
                <c:pt idx="61">
                  <c:v>1.0500000000035925E-2</c:v>
                </c:pt>
                <c:pt idx="62">
                  <c:v>1.0500000000035925E-2</c:v>
                </c:pt>
                <c:pt idx="63">
                  <c:v>1.0600000000010823E-2</c:v>
                </c:pt>
                <c:pt idx="64">
                  <c:v>1.0600000000010823E-2</c:v>
                </c:pt>
                <c:pt idx="65">
                  <c:v>1.0600000000010823E-2</c:v>
                </c:pt>
                <c:pt idx="66">
                  <c:v>1.0600000000010823E-2</c:v>
                </c:pt>
                <c:pt idx="67">
                  <c:v>1.0600000000010823E-2</c:v>
                </c:pt>
                <c:pt idx="68">
                  <c:v>1.0600000000010823E-2</c:v>
                </c:pt>
                <c:pt idx="69">
                  <c:v>1.0600000000010823E-2</c:v>
                </c:pt>
                <c:pt idx="70">
                  <c:v>1.0600000000010823E-2</c:v>
                </c:pt>
                <c:pt idx="71">
                  <c:v>1.0600000000010823E-2</c:v>
                </c:pt>
                <c:pt idx="72">
                  <c:v>1.0600000000010823E-2</c:v>
                </c:pt>
                <c:pt idx="73">
                  <c:v>1.0600000000010823E-2</c:v>
                </c:pt>
                <c:pt idx="74">
                  <c:v>1.0600000000010823E-2</c:v>
                </c:pt>
                <c:pt idx="75">
                  <c:v>1.0600000000010823E-2</c:v>
                </c:pt>
                <c:pt idx="76">
                  <c:v>1.0600000000010823E-2</c:v>
                </c:pt>
                <c:pt idx="77">
                  <c:v>1.0600000000010823E-2</c:v>
                </c:pt>
                <c:pt idx="78">
                  <c:v>1.0700000000042564E-2</c:v>
                </c:pt>
                <c:pt idx="79">
                  <c:v>1.0700000000042564E-2</c:v>
                </c:pt>
                <c:pt idx="80">
                  <c:v>1.0700000000042564E-2</c:v>
                </c:pt>
                <c:pt idx="81">
                  <c:v>1.0700000000042564E-2</c:v>
                </c:pt>
                <c:pt idx="82">
                  <c:v>1.0700000000042564E-2</c:v>
                </c:pt>
                <c:pt idx="83">
                  <c:v>1.0700000000042564E-2</c:v>
                </c:pt>
                <c:pt idx="84">
                  <c:v>1.0700000000042564E-2</c:v>
                </c:pt>
                <c:pt idx="85">
                  <c:v>1.0700000000042564E-2</c:v>
                </c:pt>
                <c:pt idx="86">
                  <c:v>1.0700000000042564E-2</c:v>
                </c:pt>
                <c:pt idx="87">
                  <c:v>1.0700000000042564E-2</c:v>
                </c:pt>
                <c:pt idx="88">
                  <c:v>1.0700000000042564E-2</c:v>
                </c:pt>
                <c:pt idx="89">
                  <c:v>1.0700000000042564E-2</c:v>
                </c:pt>
                <c:pt idx="90">
                  <c:v>1.0700000000042564E-2</c:v>
                </c:pt>
                <c:pt idx="91">
                  <c:v>1.0700000000042564E-2</c:v>
                </c:pt>
                <c:pt idx="92">
                  <c:v>1.0700000000042564E-2</c:v>
                </c:pt>
                <c:pt idx="93">
                  <c:v>1.0700000000042564E-2</c:v>
                </c:pt>
                <c:pt idx="94">
                  <c:v>1.0700000000042564E-2</c:v>
                </c:pt>
                <c:pt idx="95">
                  <c:v>1.0700000000042564E-2</c:v>
                </c:pt>
                <c:pt idx="96">
                  <c:v>1.0700000000042564E-2</c:v>
                </c:pt>
                <c:pt idx="97">
                  <c:v>1.0700000000042564E-2</c:v>
                </c:pt>
                <c:pt idx="98">
                  <c:v>1.0700000000042564E-2</c:v>
                </c:pt>
                <c:pt idx="99">
                  <c:v>1.0700000000042564E-2</c:v>
                </c:pt>
                <c:pt idx="100">
                  <c:v>1.0700000000042564E-2</c:v>
                </c:pt>
                <c:pt idx="101">
                  <c:v>1.0700000000042564E-2</c:v>
                </c:pt>
                <c:pt idx="102">
                  <c:v>1.0700000000042564E-2</c:v>
                </c:pt>
                <c:pt idx="103">
                  <c:v>1.0700000000042564E-2</c:v>
                </c:pt>
                <c:pt idx="104">
                  <c:v>1.0700000000042564E-2</c:v>
                </c:pt>
                <c:pt idx="105">
                  <c:v>1.0700000000042564E-2</c:v>
                </c:pt>
                <c:pt idx="106">
                  <c:v>1.0700000000042564E-2</c:v>
                </c:pt>
                <c:pt idx="107">
                  <c:v>1.0700000000042564E-2</c:v>
                </c:pt>
                <c:pt idx="108">
                  <c:v>1.0700000000042564E-2</c:v>
                </c:pt>
                <c:pt idx="109">
                  <c:v>1.0700000000042564E-2</c:v>
                </c:pt>
                <c:pt idx="110">
                  <c:v>1.0700000000042564E-2</c:v>
                </c:pt>
                <c:pt idx="111">
                  <c:v>1.0700000000042564E-2</c:v>
                </c:pt>
                <c:pt idx="112">
                  <c:v>1.0700000000042564E-2</c:v>
                </c:pt>
                <c:pt idx="113">
                  <c:v>1.0800000000017462E-2</c:v>
                </c:pt>
                <c:pt idx="114">
                  <c:v>1.0800000000017462E-2</c:v>
                </c:pt>
                <c:pt idx="115">
                  <c:v>1.0800000000017462E-2</c:v>
                </c:pt>
                <c:pt idx="116">
                  <c:v>1.0800000000017462E-2</c:v>
                </c:pt>
                <c:pt idx="117">
                  <c:v>1.0800000000017462E-2</c:v>
                </c:pt>
                <c:pt idx="118">
                  <c:v>1.0800000000017462E-2</c:v>
                </c:pt>
                <c:pt idx="119">
                  <c:v>1.0900000000049204E-2</c:v>
                </c:pt>
                <c:pt idx="120">
                  <c:v>1.0900000000049204E-2</c:v>
                </c:pt>
                <c:pt idx="121">
                  <c:v>1.0900000000049204E-2</c:v>
                </c:pt>
                <c:pt idx="122">
                  <c:v>1.0900000000049204E-2</c:v>
                </c:pt>
                <c:pt idx="123">
                  <c:v>1.0900000000049204E-2</c:v>
                </c:pt>
                <c:pt idx="124">
                  <c:v>1.0900000000049204E-2</c:v>
                </c:pt>
                <c:pt idx="125">
                  <c:v>1.0900000000049204E-2</c:v>
                </c:pt>
                <c:pt idx="126">
                  <c:v>1.0900000000049204E-2</c:v>
                </c:pt>
                <c:pt idx="127">
                  <c:v>1.0900000000049204E-2</c:v>
                </c:pt>
                <c:pt idx="128">
                  <c:v>1.0900000000049204E-2</c:v>
                </c:pt>
                <c:pt idx="129">
                  <c:v>1.0900000000049204E-2</c:v>
                </c:pt>
                <c:pt idx="130">
                  <c:v>1.0900000000049204E-2</c:v>
                </c:pt>
                <c:pt idx="131">
                  <c:v>1.0900000000049204E-2</c:v>
                </c:pt>
                <c:pt idx="132">
                  <c:v>1.0900000000049204E-2</c:v>
                </c:pt>
                <c:pt idx="133">
                  <c:v>1.0900000000049204E-2</c:v>
                </c:pt>
                <c:pt idx="134">
                  <c:v>1.0900000000049204E-2</c:v>
                </c:pt>
                <c:pt idx="135">
                  <c:v>1.0900000000049204E-2</c:v>
                </c:pt>
                <c:pt idx="136">
                  <c:v>1.0900000000049204E-2</c:v>
                </c:pt>
                <c:pt idx="137">
                  <c:v>1.0900000000049204E-2</c:v>
                </c:pt>
                <c:pt idx="138">
                  <c:v>1.0900000000049204E-2</c:v>
                </c:pt>
                <c:pt idx="139">
                  <c:v>1.0900000000049204E-2</c:v>
                </c:pt>
                <c:pt idx="140">
                  <c:v>1.0900000000049204E-2</c:v>
                </c:pt>
                <c:pt idx="141">
                  <c:v>1.0900000000049204E-2</c:v>
                </c:pt>
                <c:pt idx="142">
                  <c:v>1.0900000000049204E-2</c:v>
                </c:pt>
                <c:pt idx="143">
                  <c:v>1.0900000000049204E-2</c:v>
                </c:pt>
                <c:pt idx="144">
                  <c:v>1.0900000000049204E-2</c:v>
                </c:pt>
                <c:pt idx="145">
                  <c:v>1.0900000000049204E-2</c:v>
                </c:pt>
                <c:pt idx="146">
                  <c:v>1.0900000000049204E-2</c:v>
                </c:pt>
                <c:pt idx="147">
                  <c:v>1.0900000000049204E-2</c:v>
                </c:pt>
                <c:pt idx="148">
                  <c:v>1.0900000000049204E-2</c:v>
                </c:pt>
                <c:pt idx="149">
                  <c:v>1.0900000000049204E-2</c:v>
                </c:pt>
                <c:pt idx="150">
                  <c:v>1.0900000000049204E-2</c:v>
                </c:pt>
                <c:pt idx="151">
                  <c:v>1.0900000000049204E-2</c:v>
                </c:pt>
                <c:pt idx="152">
                  <c:v>1.0900000000049204E-2</c:v>
                </c:pt>
                <c:pt idx="153">
                  <c:v>1.0900000000049204E-2</c:v>
                </c:pt>
                <c:pt idx="154">
                  <c:v>1.0900000000049204E-2</c:v>
                </c:pt>
                <c:pt idx="155">
                  <c:v>1.0900000000049204E-2</c:v>
                </c:pt>
                <c:pt idx="156">
                  <c:v>1.0900000000049204E-2</c:v>
                </c:pt>
                <c:pt idx="157">
                  <c:v>1.0900000000049204E-2</c:v>
                </c:pt>
                <c:pt idx="158">
                  <c:v>1.1000000000024102E-2</c:v>
                </c:pt>
                <c:pt idx="159">
                  <c:v>1.1000000000024102E-2</c:v>
                </c:pt>
                <c:pt idx="160">
                  <c:v>1.1000000000024102E-2</c:v>
                </c:pt>
                <c:pt idx="161">
                  <c:v>1.1000000000024102E-2</c:v>
                </c:pt>
                <c:pt idx="162">
                  <c:v>1.1000000000024102E-2</c:v>
                </c:pt>
                <c:pt idx="163">
                  <c:v>1.1000000000024102E-2</c:v>
                </c:pt>
                <c:pt idx="164">
                  <c:v>1.1000000000024102E-2</c:v>
                </c:pt>
                <c:pt idx="165">
                  <c:v>1.1000000000024102E-2</c:v>
                </c:pt>
                <c:pt idx="166">
                  <c:v>1.1000000000024102E-2</c:v>
                </c:pt>
                <c:pt idx="167">
                  <c:v>1.1000000000024102E-2</c:v>
                </c:pt>
                <c:pt idx="168">
                  <c:v>1.1000000000024102E-2</c:v>
                </c:pt>
                <c:pt idx="169">
                  <c:v>1.1000000000024102E-2</c:v>
                </c:pt>
                <c:pt idx="170">
                  <c:v>1.1000000000024102E-2</c:v>
                </c:pt>
                <c:pt idx="171">
                  <c:v>1.1000000000024102E-2</c:v>
                </c:pt>
                <c:pt idx="172">
                  <c:v>1.1000000000024102E-2</c:v>
                </c:pt>
                <c:pt idx="173">
                  <c:v>1.1000000000024102E-2</c:v>
                </c:pt>
                <c:pt idx="174">
                  <c:v>1.1000000000024102E-2</c:v>
                </c:pt>
                <c:pt idx="175">
                  <c:v>1.1000000000024102E-2</c:v>
                </c:pt>
                <c:pt idx="176">
                  <c:v>1.1000000000024102E-2</c:v>
                </c:pt>
                <c:pt idx="177">
                  <c:v>1.1000000000024102E-2</c:v>
                </c:pt>
                <c:pt idx="178">
                  <c:v>1.1000000000024102E-2</c:v>
                </c:pt>
                <c:pt idx="179">
                  <c:v>1.1000000000024102E-2</c:v>
                </c:pt>
                <c:pt idx="180">
                  <c:v>1.1000000000024102E-2</c:v>
                </c:pt>
                <c:pt idx="181">
                  <c:v>1.1000000000024102E-2</c:v>
                </c:pt>
                <c:pt idx="182">
                  <c:v>1.1000000000024102E-2</c:v>
                </c:pt>
                <c:pt idx="183">
                  <c:v>1.1000000000024102E-2</c:v>
                </c:pt>
                <c:pt idx="184">
                  <c:v>1.0900000000049204E-2</c:v>
                </c:pt>
                <c:pt idx="185">
                  <c:v>1.0900000000049204E-2</c:v>
                </c:pt>
                <c:pt idx="186">
                  <c:v>1.0900000000049204E-2</c:v>
                </c:pt>
                <c:pt idx="187">
                  <c:v>1.0800000000017462E-2</c:v>
                </c:pt>
                <c:pt idx="188">
                  <c:v>1.0800000000017462E-2</c:v>
                </c:pt>
                <c:pt idx="189">
                  <c:v>1.0800000000017462E-2</c:v>
                </c:pt>
                <c:pt idx="190">
                  <c:v>1.0800000000017462E-2</c:v>
                </c:pt>
                <c:pt idx="191">
                  <c:v>1.0800000000017462E-2</c:v>
                </c:pt>
                <c:pt idx="192">
                  <c:v>1.0800000000017462E-2</c:v>
                </c:pt>
                <c:pt idx="193">
                  <c:v>1.0700000000042564E-2</c:v>
                </c:pt>
                <c:pt idx="194">
                  <c:v>1.0700000000042564E-2</c:v>
                </c:pt>
                <c:pt idx="195">
                  <c:v>1.0700000000042564E-2</c:v>
                </c:pt>
                <c:pt idx="196">
                  <c:v>1.0700000000042564E-2</c:v>
                </c:pt>
                <c:pt idx="197">
                  <c:v>1.0700000000042564E-2</c:v>
                </c:pt>
                <c:pt idx="198">
                  <c:v>1.0700000000042564E-2</c:v>
                </c:pt>
                <c:pt idx="199">
                  <c:v>1.0700000000042564E-2</c:v>
                </c:pt>
                <c:pt idx="200">
                  <c:v>1.0700000000042564E-2</c:v>
                </c:pt>
                <c:pt idx="201">
                  <c:v>1.0700000000042564E-2</c:v>
                </c:pt>
                <c:pt idx="202">
                  <c:v>1.0600000000010823E-2</c:v>
                </c:pt>
                <c:pt idx="203">
                  <c:v>1.0600000000010823E-2</c:v>
                </c:pt>
                <c:pt idx="204">
                  <c:v>1.0600000000010823E-2</c:v>
                </c:pt>
                <c:pt idx="205">
                  <c:v>1.0600000000010823E-2</c:v>
                </c:pt>
                <c:pt idx="206">
                  <c:v>1.0600000000010823E-2</c:v>
                </c:pt>
                <c:pt idx="207">
                  <c:v>1.0600000000010823E-2</c:v>
                </c:pt>
                <c:pt idx="208">
                  <c:v>1.0600000000010823E-2</c:v>
                </c:pt>
                <c:pt idx="209">
                  <c:v>1.0600000000010823E-2</c:v>
                </c:pt>
                <c:pt idx="210">
                  <c:v>1.0600000000010823E-2</c:v>
                </c:pt>
                <c:pt idx="211">
                  <c:v>1.0600000000010823E-2</c:v>
                </c:pt>
                <c:pt idx="212">
                  <c:v>1.0600000000010823E-2</c:v>
                </c:pt>
                <c:pt idx="213">
                  <c:v>1.0600000000010823E-2</c:v>
                </c:pt>
                <c:pt idx="214">
                  <c:v>1.0600000000010823E-2</c:v>
                </c:pt>
                <c:pt idx="215">
                  <c:v>1.0600000000010823E-2</c:v>
                </c:pt>
                <c:pt idx="216">
                  <c:v>1.0700000000042564E-2</c:v>
                </c:pt>
                <c:pt idx="217">
                  <c:v>1.0700000000042564E-2</c:v>
                </c:pt>
                <c:pt idx="218">
                  <c:v>1.0700000000042564E-2</c:v>
                </c:pt>
                <c:pt idx="219">
                  <c:v>1.0700000000042564E-2</c:v>
                </c:pt>
                <c:pt idx="220">
                  <c:v>1.0700000000042564E-2</c:v>
                </c:pt>
                <c:pt idx="221">
                  <c:v>1.0700000000042564E-2</c:v>
                </c:pt>
                <c:pt idx="222">
                  <c:v>1.0700000000042564E-2</c:v>
                </c:pt>
                <c:pt idx="223">
                  <c:v>1.0700000000042564E-2</c:v>
                </c:pt>
                <c:pt idx="224">
                  <c:v>1.0700000000042564E-2</c:v>
                </c:pt>
                <c:pt idx="225">
                  <c:v>1.0700000000042564E-2</c:v>
                </c:pt>
                <c:pt idx="226">
                  <c:v>1.0700000000042564E-2</c:v>
                </c:pt>
                <c:pt idx="227">
                  <c:v>1.0700000000042564E-2</c:v>
                </c:pt>
                <c:pt idx="228">
                  <c:v>1.0700000000042564E-2</c:v>
                </c:pt>
                <c:pt idx="229">
                  <c:v>1.0700000000042564E-2</c:v>
                </c:pt>
                <c:pt idx="230">
                  <c:v>1.0700000000042564E-2</c:v>
                </c:pt>
                <c:pt idx="231">
                  <c:v>1.0700000000042564E-2</c:v>
                </c:pt>
                <c:pt idx="232">
                  <c:v>1.0700000000042564E-2</c:v>
                </c:pt>
                <c:pt idx="233">
                  <c:v>1.0700000000042564E-2</c:v>
                </c:pt>
                <c:pt idx="234">
                  <c:v>1.0700000000042564E-2</c:v>
                </c:pt>
                <c:pt idx="235">
                  <c:v>1.0700000000042564E-2</c:v>
                </c:pt>
                <c:pt idx="236">
                  <c:v>1.0700000000042564E-2</c:v>
                </c:pt>
                <c:pt idx="237">
                  <c:v>1.0700000000042564E-2</c:v>
                </c:pt>
                <c:pt idx="238">
                  <c:v>1.0700000000042564E-2</c:v>
                </c:pt>
                <c:pt idx="239">
                  <c:v>1.0700000000042564E-2</c:v>
                </c:pt>
                <c:pt idx="240">
                  <c:v>1.0700000000042564E-2</c:v>
                </c:pt>
                <c:pt idx="241">
                  <c:v>1.0700000000042564E-2</c:v>
                </c:pt>
                <c:pt idx="242">
                  <c:v>1.0700000000042564E-2</c:v>
                </c:pt>
                <c:pt idx="243">
                  <c:v>1.0700000000042564E-2</c:v>
                </c:pt>
                <c:pt idx="244">
                  <c:v>1.0700000000042564E-2</c:v>
                </c:pt>
                <c:pt idx="245">
                  <c:v>1.0700000000042564E-2</c:v>
                </c:pt>
                <c:pt idx="246">
                  <c:v>1.0700000000042564E-2</c:v>
                </c:pt>
                <c:pt idx="247">
                  <c:v>1.0700000000042564E-2</c:v>
                </c:pt>
                <c:pt idx="248">
                  <c:v>1.0700000000042564E-2</c:v>
                </c:pt>
                <c:pt idx="249">
                  <c:v>1.0700000000042564E-2</c:v>
                </c:pt>
                <c:pt idx="250">
                  <c:v>1.0700000000042564E-2</c:v>
                </c:pt>
                <c:pt idx="251">
                  <c:v>1.0700000000042564E-2</c:v>
                </c:pt>
                <c:pt idx="252">
                  <c:v>1.0700000000042564E-2</c:v>
                </c:pt>
                <c:pt idx="253">
                  <c:v>1.0700000000042564E-2</c:v>
                </c:pt>
                <c:pt idx="254">
                  <c:v>1.0700000000042564E-2</c:v>
                </c:pt>
                <c:pt idx="255">
                  <c:v>1.0700000000042564E-2</c:v>
                </c:pt>
                <c:pt idx="256">
                  <c:v>1.0700000000042564E-2</c:v>
                </c:pt>
                <c:pt idx="257">
                  <c:v>1.0700000000042564E-2</c:v>
                </c:pt>
                <c:pt idx="258">
                  <c:v>1.0700000000042564E-2</c:v>
                </c:pt>
                <c:pt idx="259">
                  <c:v>1.0700000000042564E-2</c:v>
                </c:pt>
                <c:pt idx="260">
                  <c:v>1.0700000000042564E-2</c:v>
                </c:pt>
                <c:pt idx="261">
                  <c:v>1.0700000000042564E-2</c:v>
                </c:pt>
                <c:pt idx="262">
                  <c:v>1.0700000000042564E-2</c:v>
                </c:pt>
                <c:pt idx="263">
                  <c:v>1.0700000000042564E-2</c:v>
                </c:pt>
                <c:pt idx="264">
                  <c:v>1.0700000000042564E-2</c:v>
                </c:pt>
                <c:pt idx="265">
                  <c:v>1.0700000000042564E-2</c:v>
                </c:pt>
                <c:pt idx="266">
                  <c:v>1.0700000000042564E-2</c:v>
                </c:pt>
                <c:pt idx="267">
                  <c:v>1.0700000000042564E-2</c:v>
                </c:pt>
                <c:pt idx="268">
                  <c:v>1.0700000000042564E-2</c:v>
                </c:pt>
                <c:pt idx="269">
                  <c:v>1.0700000000042564E-2</c:v>
                </c:pt>
                <c:pt idx="270">
                  <c:v>1.0800000000017462E-2</c:v>
                </c:pt>
                <c:pt idx="271">
                  <c:v>1.0800000000017462E-2</c:v>
                </c:pt>
                <c:pt idx="272">
                  <c:v>1.0800000000017462E-2</c:v>
                </c:pt>
                <c:pt idx="273">
                  <c:v>1.0800000000017462E-2</c:v>
                </c:pt>
                <c:pt idx="274">
                  <c:v>1.0800000000017462E-2</c:v>
                </c:pt>
                <c:pt idx="275">
                  <c:v>1.0800000000017462E-2</c:v>
                </c:pt>
                <c:pt idx="276">
                  <c:v>1.0900000000049204E-2</c:v>
                </c:pt>
                <c:pt idx="277">
                  <c:v>1.0900000000049204E-2</c:v>
                </c:pt>
                <c:pt idx="278">
                  <c:v>1.0900000000049204E-2</c:v>
                </c:pt>
                <c:pt idx="279">
                  <c:v>1.0900000000049204E-2</c:v>
                </c:pt>
                <c:pt idx="280">
                  <c:v>1.0900000000049204E-2</c:v>
                </c:pt>
                <c:pt idx="281">
                  <c:v>1.0900000000049204E-2</c:v>
                </c:pt>
                <c:pt idx="282">
                  <c:v>1.0900000000049204E-2</c:v>
                </c:pt>
                <c:pt idx="283">
                  <c:v>1.0900000000049204E-2</c:v>
                </c:pt>
                <c:pt idx="284">
                  <c:v>1.0900000000049204E-2</c:v>
                </c:pt>
                <c:pt idx="285">
                  <c:v>1.0900000000049204E-2</c:v>
                </c:pt>
                <c:pt idx="286">
                  <c:v>1.0900000000049204E-2</c:v>
                </c:pt>
                <c:pt idx="287">
                  <c:v>1.0900000000049204E-2</c:v>
                </c:pt>
                <c:pt idx="288">
                  <c:v>1.0900000000049204E-2</c:v>
                </c:pt>
                <c:pt idx="289">
                  <c:v>1.0900000000049204E-2</c:v>
                </c:pt>
                <c:pt idx="290">
                  <c:v>1.0900000000049204E-2</c:v>
                </c:pt>
                <c:pt idx="291">
                  <c:v>1.0900000000049204E-2</c:v>
                </c:pt>
                <c:pt idx="292">
                  <c:v>1.0900000000049204E-2</c:v>
                </c:pt>
                <c:pt idx="293">
                  <c:v>1.0900000000049204E-2</c:v>
                </c:pt>
                <c:pt idx="294">
                  <c:v>1.0900000000049204E-2</c:v>
                </c:pt>
                <c:pt idx="295">
                  <c:v>1.0900000000049204E-2</c:v>
                </c:pt>
                <c:pt idx="296">
                  <c:v>1.0900000000049204E-2</c:v>
                </c:pt>
                <c:pt idx="297">
                  <c:v>1.0900000000049204E-2</c:v>
                </c:pt>
                <c:pt idx="298">
                  <c:v>1.0900000000049204E-2</c:v>
                </c:pt>
                <c:pt idx="299">
                  <c:v>1.0900000000049204E-2</c:v>
                </c:pt>
                <c:pt idx="300">
                  <c:v>1.0900000000049204E-2</c:v>
                </c:pt>
                <c:pt idx="301">
                  <c:v>1.0900000000049204E-2</c:v>
                </c:pt>
                <c:pt idx="302">
                  <c:v>1.0900000000049204E-2</c:v>
                </c:pt>
                <c:pt idx="303">
                  <c:v>1.0900000000049204E-2</c:v>
                </c:pt>
                <c:pt idx="304">
                  <c:v>1.0900000000049204E-2</c:v>
                </c:pt>
                <c:pt idx="305">
                  <c:v>1.0900000000049204E-2</c:v>
                </c:pt>
                <c:pt idx="306">
                  <c:v>1.0900000000049204E-2</c:v>
                </c:pt>
                <c:pt idx="307">
                  <c:v>1.0900000000049204E-2</c:v>
                </c:pt>
                <c:pt idx="308">
                  <c:v>1.0900000000049204E-2</c:v>
                </c:pt>
                <c:pt idx="309">
                  <c:v>1.0900000000049204E-2</c:v>
                </c:pt>
                <c:pt idx="310">
                  <c:v>1.0900000000049204E-2</c:v>
                </c:pt>
                <c:pt idx="311">
                  <c:v>1.0900000000049204E-2</c:v>
                </c:pt>
                <c:pt idx="312">
                  <c:v>1.0900000000049204E-2</c:v>
                </c:pt>
                <c:pt idx="313">
                  <c:v>1.0900000000049204E-2</c:v>
                </c:pt>
                <c:pt idx="314">
                  <c:v>1.0900000000049204E-2</c:v>
                </c:pt>
                <c:pt idx="315">
                  <c:v>1.1000000000024102E-2</c:v>
                </c:pt>
                <c:pt idx="316">
                  <c:v>1.1000000000024102E-2</c:v>
                </c:pt>
                <c:pt idx="317">
                  <c:v>1.1000000000024102E-2</c:v>
                </c:pt>
                <c:pt idx="318">
                  <c:v>1.1000000000024102E-2</c:v>
                </c:pt>
                <c:pt idx="319">
                  <c:v>1.1000000000024102E-2</c:v>
                </c:pt>
                <c:pt idx="320">
                  <c:v>1.1000000000024102E-2</c:v>
                </c:pt>
                <c:pt idx="321">
                  <c:v>1.1000000000024102E-2</c:v>
                </c:pt>
                <c:pt idx="322">
                  <c:v>1.1000000000024102E-2</c:v>
                </c:pt>
                <c:pt idx="323">
                  <c:v>1.1000000000024102E-2</c:v>
                </c:pt>
                <c:pt idx="324">
                  <c:v>1.1000000000024102E-2</c:v>
                </c:pt>
                <c:pt idx="325">
                  <c:v>1.1000000000024102E-2</c:v>
                </c:pt>
                <c:pt idx="326">
                  <c:v>1.1000000000024102E-2</c:v>
                </c:pt>
                <c:pt idx="327">
                  <c:v>1.1000000000024102E-2</c:v>
                </c:pt>
                <c:pt idx="328">
                  <c:v>1.1000000000024102E-2</c:v>
                </c:pt>
                <c:pt idx="329">
                  <c:v>1.1000000000024102E-2</c:v>
                </c:pt>
                <c:pt idx="330">
                  <c:v>1.1000000000024102E-2</c:v>
                </c:pt>
                <c:pt idx="331">
                  <c:v>1.1000000000024102E-2</c:v>
                </c:pt>
                <c:pt idx="332">
                  <c:v>1.1000000000024102E-2</c:v>
                </c:pt>
                <c:pt idx="333">
                  <c:v>1.1000000000024102E-2</c:v>
                </c:pt>
                <c:pt idx="334">
                  <c:v>1.1000000000024102E-2</c:v>
                </c:pt>
                <c:pt idx="335">
                  <c:v>1.1000000000024102E-2</c:v>
                </c:pt>
                <c:pt idx="336">
                  <c:v>1.1000000000024102E-2</c:v>
                </c:pt>
                <c:pt idx="337">
                  <c:v>1.1000000000024102E-2</c:v>
                </c:pt>
                <c:pt idx="338">
                  <c:v>1.1000000000024102E-2</c:v>
                </c:pt>
                <c:pt idx="339">
                  <c:v>1.1000000000024102E-2</c:v>
                </c:pt>
                <c:pt idx="340">
                  <c:v>1.1000000000024102E-2</c:v>
                </c:pt>
                <c:pt idx="341">
                  <c:v>1.0900000000049204E-2</c:v>
                </c:pt>
                <c:pt idx="342">
                  <c:v>1.0900000000049204E-2</c:v>
                </c:pt>
                <c:pt idx="343">
                  <c:v>1.0900000000049204E-2</c:v>
                </c:pt>
                <c:pt idx="344">
                  <c:v>1.0800000000017462E-2</c:v>
                </c:pt>
                <c:pt idx="345">
                  <c:v>1.0800000000017462E-2</c:v>
                </c:pt>
                <c:pt idx="346">
                  <c:v>1.0800000000017462E-2</c:v>
                </c:pt>
                <c:pt idx="347">
                  <c:v>1.0800000000017462E-2</c:v>
                </c:pt>
                <c:pt idx="348">
                  <c:v>1.0800000000017462E-2</c:v>
                </c:pt>
                <c:pt idx="349">
                  <c:v>1.0800000000017462E-2</c:v>
                </c:pt>
                <c:pt idx="350">
                  <c:v>1.0700000000042564E-2</c:v>
                </c:pt>
                <c:pt idx="351">
                  <c:v>1.0700000000042564E-2</c:v>
                </c:pt>
                <c:pt idx="352">
                  <c:v>1.0700000000042564E-2</c:v>
                </c:pt>
                <c:pt idx="353">
                  <c:v>1.0700000000042564E-2</c:v>
                </c:pt>
                <c:pt idx="354">
                  <c:v>1.0700000000042564E-2</c:v>
                </c:pt>
                <c:pt idx="355">
                  <c:v>1.0700000000042564E-2</c:v>
                </c:pt>
                <c:pt idx="356">
                  <c:v>1.0700000000042564E-2</c:v>
                </c:pt>
                <c:pt idx="357">
                  <c:v>1.0700000000042564E-2</c:v>
                </c:pt>
                <c:pt idx="358">
                  <c:v>1.0700000000042564E-2</c:v>
                </c:pt>
                <c:pt idx="359">
                  <c:v>1.0600000000010823E-2</c:v>
                </c:pt>
                <c:pt idx="360">
                  <c:v>1.0600000000010823E-2</c:v>
                </c:pt>
                <c:pt idx="361">
                  <c:v>1.0600000000010823E-2</c:v>
                </c:pt>
                <c:pt idx="362">
                  <c:v>1.0600000000010823E-2</c:v>
                </c:pt>
                <c:pt idx="363">
                  <c:v>1.0600000000010823E-2</c:v>
                </c:pt>
                <c:pt idx="364">
                  <c:v>1.0600000000010823E-2</c:v>
                </c:pt>
                <c:pt idx="365">
                  <c:v>1.0600000000010823E-2</c:v>
                </c:pt>
                <c:pt idx="366">
                  <c:v>1.0600000000010823E-2</c:v>
                </c:pt>
                <c:pt idx="367">
                  <c:v>1.0600000000010823E-2</c:v>
                </c:pt>
                <c:pt idx="368">
                  <c:v>1.0600000000010823E-2</c:v>
                </c:pt>
                <c:pt idx="369">
                  <c:v>1.0600000000010823E-2</c:v>
                </c:pt>
                <c:pt idx="370">
                  <c:v>1.0600000000010823E-2</c:v>
                </c:pt>
                <c:pt idx="371">
                  <c:v>1.0600000000010823E-2</c:v>
                </c:pt>
                <c:pt idx="372">
                  <c:v>1.0600000000010823E-2</c:v>
                </c:pt>
                <c:pt idx="373">
                  <c:v>1.0600000000010823E-2</c:v>
                </c:pt>
                <c:pt idx="374">
                  <c:v>1.0700000000042564E-2</c:v>
                </c:pt>
                <c:pt idx="375">
                  <c:v>1.0700000000042564E-2</c:v>
                </c:pt>
                <c:pt idx="376">
                  <c:v>1.0700000000042564E-2</c:v>
                </c:pt>
                <c:pt idx="377">
                  <c:v>1.0700000000042564E-2</c:v>
                </c:pt>
                <c:pt idx="378">
                  <c:v>1.0700000000042564E-2</c:v>
                </c:pt>
                <c:pt idx="379">
                  <c:v>1.0700000000042564E-2</c:v>
                </c:pt>
                <c:pt idx="380">
                  <c:v>1.0700000000042564E-2</c:v>
                </c:pt>
                <c:pt idx="381">
                  <c:v>1.0700000000042564E-2</c:v>
                </c:pt>
                <c:pt idx="382">
                  <c:v>1.0700000000042564E-2</c:v>
                </c:pt>
                <c:pt idx="383">
                  <c:v>1.0700000000042564E-2</c:v>
                </c:pt>
                <c:pt idx="384">
                  <c:v>1.0700000000042564E-2</c:v>
                </c:pt>
                <c:pt idx="385">
                  <c:v>1.0700000000042564E-2</c:v>
                </c:pt>
                <c:pt idx="386">
                  <c:v>1.0700000000042564E-2</c:v>
                </c:pt>
                <c:pt idx="387">
                  <c:v>1.0700000000042564E-2</c:v>
                </c:pt>
                <c:pt idx="388">
                  <c:v>1.0700000000042564E-2</c:v>
                </c:pt>
                <c:pt idx="389">
                  <c:v>1.0700000000042564E-2</c:v>
                </c:pt>
                <c:pt idx="390">
                  <c:v>1.0700000000042564E-2</c:v>
                </c:pt>
                <c:pt idx="391">
                  <c:v>1.0700000000042564E-2</c:v>
                </c:pt>
                <c:pt idx="392">
                  <c:v>1.0700000000042564E-2</c:v>
                </c:pt>
                <c:pt idx="393">
                  <c:v>1.0700000000042564E-2</c:v>
                </c:pt>
                <c:pt idx="394">
                  <c:v>1.0700000000042564E-2</c:v>
                </c:pt>
                <c:pt idx="395">
                  <c:v>1.0700000000042564E-2</c:v>
                </c:pt>
                <c:pt idx="396">
                  <c:v>1.0700000000042564E-2</c:v>
                </c:pt>
                <c:pt idx="397">
                  <c:v>1.0700000000042564E-2</c:v>
                </c:pt>
                <c:pt idx="398">
                  <c:v>1.0700000000042564E-2</c:v>
                </c:pt>
                <c:pt idx="399">
                  <c:v>1.0700000000042564E-2</c:v>
                </c:pt>
                <c:pt idx="400">
                  <c:v>1.0700000000042564E-2</c:v>
                </c:pt>
                <c:pt idx="401">
                  <c:v>1.0700000000042564E-2</c:v>
                </c:pt>
                <c:pt idx="402">
                  <c:v>1.0700000000042564E-2</c:v>
                </c:pt>
                <c:pt idx="403">
                  <c:v>1.0700000000042564E-2</c:v>
                </c:pt>
                <c:pt idx="404">
                  <c:v>1.0700000000042564E-2</c:v>
                </c:pt>
                <c:pt idx="405">
                  <c:v>1.0700000000042564E-2</c:v>
                </c:pt>
                <c:pt idx="406">
                  <c:v>1.0700000000042564E-2</c:v>
                </c:pt>
                <c:pt idx="407">
                  <c:v>1.0700000000042564E-2</c:v>
                </c:pt>
                <c:pt idx="408">
                  <c:v>1.0700000000042564E-2</c:v>
                </c:pt>
                <c:pt idx="409">
                  <c:v>1.0700000000042564E-2</c:v>
                </c:pt>
                <c:pt idx="410">
                  <c:v>1.0700000000042564E-2</c:v>
                </c:pt>
                <c:pt idx="411">
                  <c:v>1.0700000000042564E-2</c:v>
                </c:pt>
                <c:pt idx="412">
                  <c:v>1.0700000000042564E-2</c:v>
                </c:pt>
                <c:pt idx="413">
                  <c:v>1.0700000000042564E-2</c:v>
                </c:pt>
                <c:pt idx="414">
                  <c:v>1.0700000000042564E-2</c:v>
                </c:pt>
                <c:pt idx="415">
                  <c:v>1.0700000000042564E-2</c:v>
                </c:pt>
                <c:pt idx="416">
                  <c:v>1.0700000000042564E-2</c:v>
                </c:pt>
                <c:pt idx="417">
                  <c:v>1.0700000000042564E-2</c:v>
                </c:pt>
                <c:pt idx="418">
                  <c:v>1.0700000000042564E-2</c:v>
                </c:pt>
                <c:pt idx="419">
                  <c:v>1.0700000000042564E-2</c:v>
                </c:pt>
                <c:pt idx="420">
                  <c:v>1.0700000000042564E-2</c:v>
                </c:pt>
                <c:pt idx="421">
                  <c:v>1.0700000000042564E-2</c:v>
                </c:pt>
                <c:pt idx="422">
                  <c:v>1.0700000000042564E-2</c:v>
                </c:pt>
                <c:pt idx="423">
                  <c:v>1.0700000000042564E-2</c:v>
                </c:pt>
                <c:pt idx="424">
                  <c:v>1.0700000000042564E-2</c:v>
                </c:pt>
                <c:pt idx="425">
                  <c:v>1.0700000000042564E-2</c:v>
                </c:pt>
                <c:pt idx="426">
                  <c:v>1.0700000000042564E-2</c:v>
                </c:pt>
                <c:pt idx="427">
                  <c:v>1.0700000000042564E-2</c:v>
                </c:pt>
                <c:pt idx="428">
                  <c:v>1.0800000000017462E-2</c:v>
                </c:pt>
                <c:pt idx="429">
                  <c:v>1.0800000000017462E-2</c:v>
                </c:pt>
                <c:pt idx="430">
                  <c:v>1.0800000000017462E-2</c:v>
                </c:pt>
                <c:pt idx="431">
                  <c:v>1.0800000000017462E-2</c:v>
                </c:pt>
                <c:pt idx="432">
                  <c:v>1.0800000000017462E-2</c:v>
                </c:pt>
                <c:pt idx="433">
                  <c:v>1.0900000000049204E-2</c:v>
                </c:pt>
                <c:pt idx="434">
                  <c:v>1.0900000000049204E-2</c:v>
                </c:pt>
                <c:pt idx="435">
                  <c:v>1.0900000000049204E-2</c:v>
                </c:pt>
                <c:pt idx="436">
                  <c:v>1.0900000000049204E-2</c:v>
                </c:pt>
                <c:pt idx="437">
                  <c:v>1.0900000000049204E-2</c:v>
                </c:pt>
                <c:pt idx="438">
                  <c:v>1.0900000000049204E-2</c:v>
                </c:pt>
                <c:pt idx="439">
                  <c:v>1.0900000000049204E-2</c:v>
                </c:pt>
                <c:pt idx="440">
                  <c:v>1.0900000000049204E-2</c:v>
                </c:pt>
                <c:pt idx="441">
                  <c:v>1.0900000000049204E-2</c:v>
                </c:pt>
                <c:pt idx="442">
                  <c:v>1.0900000000049204E-2</c:v>
                </c:pt>
                <c:pt idx="443">
                  <c:v>1.0900000000049204E-2</c:v>
                </c:pt>
                <c:pt idx="444">
                  <c:v>1.0900000000049204E-2</c:v>
                </c:pt>
                <c:pt idx="445">
                  <c:v>1.0900000000049204E-2</c:v>
                </c:pt>
                <c:pt idx="446">
                  <c:v>1.0900000000049204E-2</c:v>
                </c:pt>
                <c:pt idx="447">
                  <c:v>1.0900000000049204E-2</c:v>
                </c:pt>
                <c:pt idx="448">
                  <c:v>1.0900000000049204E-2</c:v>
                </c:pt>
                <c:pt idx="449">
                  <c:v>1.0900000000049204E-2</c:v>
                </c:pt>
                <c:pt idx="450">
                  <c:v>1.0900000000049204E-2</c:v>
                </c:pt>
                <c:pt idx="451">
                  <c:v>1.0900000000049204E-2</c:v>
                </c:pt>
                <c:pt idx="452">
                  <c:v>1.0900000000049204E-2</c:v>
                </c:pt>
                <c:pt idx="453">
                  <c:v>1.0900000000049204E-2</c:v>
                </c:pt>
                <c:pt idx="454">
                  <c:v>1.0900000000049204E-2</c:v>
                </c:pt>
                <c:pt idx="455">
                  <c:v>1.0900000000049204E-2</c:v>
                </c:pt>
                <c:pt idx="456">
                  <c:v>1.0900000000049204E-2</c:v>
                </c:pt>
                <c:pt idx="457">
                  <c:v>1.0900000000049204E-2</c:v>
                </c:pt>
                <c:pt idx="458">
                  <c:v>1.0900000000049204E-2</c:v>
                </c:pt>
                <c:pt idx="459">
                  <c:v>1.0900000000049204E-2</c:v>
                </c:pt>
                <c:pt idx="460">
                  <c:v>1.0900000000049204E-2</c:v>
                </c:pt>
                <c:pt idx="461">
                  <c:v>1.0900000000049204E-2</c:v>
                </c:pt>
                <c:pt idx="462">
                  <c:v>1.0900000000049204E-2</c:v>
                </c:pt>
                <c:pt idx="463">
                  <c:v>1.0900000000049204E-2</c:v>
                </c:pt>
                <c:pt idx="464">
                  <c:v>1.0900000000049204E-2</c:v>
                </c:pt>
                <c:pt idx="465">
                  <c:v>1.0900000000049204E-2</c:v>
                </c:pt>
                <c:pt idx="466">
                  <c:v>1.0900000000049204E-2</c:v>
                </c:pt>
                <c:pt idx="467">
                  <c:v>1.0900000000049204E-2</c:v>
                </c:pt>
                <c:pt idx="468">
                  <c:v>1.0900000000049204E-2</c:v>
                </c:pt>
                <c:pt idx="469">
                  <c:v>1.0900000000049204E-2</c:v>
                </c:pt>
                <c:pt idx="470">
                  <c:v>1.0900000000049204E-2</c:v>
                </c:pt>
                <c:pt idx="471">
                  <c:v>1.0900000000049204E-2</c:v>
                </c:pt>
                <c:pt idx="472">
                  <c:v>1.0900000000049204E-2</c:v>
                </c:pt>
                <c:pt idx="473">
                  <c:v>1.0900000000049204E-2</c:v>
                </c:pt>
                <c:pt idx="474">
                  <c:v>1.1000000000024102E-2</c:v>
                </c:pt>
                <c:pt idx="475">
                  <c:v>1.1000000000024102E-2</c:v>
                </c:pt>
                <c:pt idx="476">
                  <c:v>1.1000000000024102E-2</c:v>
                </c:pt>
                <c:pt idx="477">
                  <c:v>1.1000000000024102E-2</c:v>
                </c:pt>
                <c:pt idx="478">
                  <c:v>1.1000000000024102E-2</c:v>
                </c:pt>
                <c:pt idx="479">
                  <c:v>1.1000000000024102E-2</c:v>
                </c:pt>
                <c:pt idx="480">
                  <c:v>1.1000000000024102E-2</c:v>
                </c:pt>
                <c:pt idx="481">
                  <c:v>1.1000000000024102E-2</c:v>
                </c:pt>
                <c:pt idx="482">
                  <c:v>1.1000000000024102E-2</c:v>
                </c:pt>
                <c:pt idx="483">
                  <c:v>1.1000000000024102E-2</c:v>
                </c:pt>
                <c:pt idx="484">
                  <c:v>1.1000000000024102E-2</c:v>
                </c:pt>
                <c:pt idx="485">
                  <c:v>1.1000000000024102E-2</c:v>
                </c:pt>
                <c:pt idx="486">
                  <c:v>1.1000000000024102E-2</c:v>
                </c:pt>
                <c:pt idx="487">
                  <c:v>1.1000000000024102E-2</c:v>
                </c:pt>
                <c:pt idx="488">
                  <c:v>1.1000000000024102E-2</c:v>
                </c:pt>
                <c:pt idx="489">
                  <c:v>1.1000000000024102E-2</c:v>
                </c:pt>
                <c:pt idx="490">
                  <c:v>1.1000000000024102E-2</c:v>
                </c:pt>
                <c:pt idx="491">
                  <c:v>1.1000000000024102E-2</c:v>
                </c:pt>
                <c:pt idx="492">
                  <c:v>1.1000000000024102E-2</c:v>
                </c:pt>
                <c:pt idx="493">
                  <c:v>1.1000000000024102E-2</c:v>
                </c:pt>
                <c:pt idx="494">
                  <c:v>1.1000000000024102E-2</c:v>
                </c:pt>
                <c:pt idx="495">
                  <c:v>1.1000000000024102E-2</c:v>
                </c:pt>
                <c:pt idx="496">
                  <c:v>1.1000000000024102E-2</c:v>
                </c:pt>
                <c:pt idx="497">
                  <c:v>1.1000000000024102E-2</c:v>
                </c:pt>
                <c:pt idx="498">
                  <c:v>1.1000000000024102E-2</c:v>
                </c:pt>
                <c:pt idx="499">
                  <c:v>1.1000000000024102E-2</c:v>
                </c:pt>
                <c:pt idx="500">
                  <c:v>1.0900000000049204E-2</c:v>
                </c:pt>
                <c:pt idx="501">
                  <c:v>1.0900000000049204E-2</c:v>
                </c:pt>
                <c:pt idx="502">
                  <c:v>1.0900000000049204E-2</c:v>
                </c:pt>
                <c:pt idx="503">
                  <c:v>1.0800000000017462E-2</c:v>
                </c:pt>
                <c:pt idx="504">
                  <c:v>1.0800000000017462E-2</c:v>
                </c:pt>
                <c:pt idx="505">
                  <c:v>1.0800000000017462E-2</c:v>
                </c:pt>
                <c:pt idx="506">
                  <c:v>1.0800000000017462E-2</c:v>
                </c:pt>
                <c:pt idx="507">
                  <c:v>1.0800000000017462E-2</c:v>
                </c:pt>
                <c:pt idx="508">
                  <c:v>1.0700000000042564E-2</c:v>
                </c:pt>
                <c:pt idx="509">
                  <c:v>1.0700000000042564E-2</c:v>
                </c:pt>
                <c:pt idx="510">
                  <c:v>1.0700000000042564E-2</c:v>
                </c:pt>
                <c:pt idx="511">
                  <c:v>1.0700000000042564E-2</c:v>
                </c:pt>
                <c:pt idx="512">
                  <c:v>1.0700000000042564E-2</c:v>
                </c:pt>
                <c:pt idx="513">
                  <c:v>1.0700000000042564E-2</c:v>
                </c:pt>
                <c:pt idx="514">
                  <c:v>1.0700000000042564E-2</c:v>
                </c:pt>
                <c:pt idx="515">
                  <c:v>1.0700000000042564E-2</c:v>
                </c:pt>
                <c:pt idx="516">
                  <c:v>1.0700000000042564E-2</c:v>
                </c:pt>
                <c:pt idx="517">
                  <c:v>1.0700000000042564E-2</c:v>
                </c:pt>
                <c:pt idx="518">
                  <c:v>1.0600000000010823E-2</c:v>
                </c:pt>
                <c:pt idx="519">
                  <c:v>1.0600000000010823E-2</c:v>
                </c:pt>
                <c:pt idx="520">
                  <c:v>1.0600000000010823E-2</c:v>
                </c:pt>
                <c:pt idx="521">
                  <c:v>1.0600000000010823E-2</c:v>
                </c:pt>
                <c:pt idx="522">
                  <c:v>1.0600000000010823E-2</c:v>
                </c:pt>
                <c:pt idx="523">
                  <c:v>1.0600000000010823E-2</c:v>
                </c:pt>
                <c:pt idx="524">
                  <c:v>1.0600000000010823E-2</c:v>
                </c:pt>
                <c:pt idx="525">
                  <c:v>1.0600000000010823E-2</c:v>
                </c:pt>
                <c:pt idx="526">
                  <c:v>1.0600000000010823E-2</c:v>
                </c:pt>
                <c:pt idx="527">
                  <c:v>1.0600000000010823E-2</c:v>
                </c:pt>
                <c:pt idx="528">
                  <c:v>1.0600000000010823E-2</c:v>
                </c:pt>
                <c:pt idx="529">
                  <c:v>1.0600000000010823E-2</c:v>
                </c:pt>
                <c:pt idx="530">
                  <c:v>1.0600000000010823E-2</c:v>
                </c:pt>
                <c:pt idx="531">
                  <c:v>1.0600000000010823E-2</c:v>
                </c:pt>
                <c:pt idx="532">
                  <c:v>1.0700000000042564E-2</c:v>
                </c:pt>
              </c:numCache>
            </c:numRef>
          </c:yVal>
          <c:smooth val="1"/>
          <c:extLst>
            <c:ext xmlns:c16="http://schemas.microsoft.com/office/drawing/2014/chart" uri="{C3380CC4-5D6E-409C-BE32-E72D297353CC}">
              <c16:uniqueId val="{00000012-1510-4437-9CAD-7ED8315A59D8}"/>
            </c:ext>
          </c:extLst>
        </c:ser>
        <c:ser>
          <c:idx val="19"/>
          <c:order val="19"/>
          <c:tx>
            <c:strRef>
              <c:f>SM50000_TEMPSoc5l2_50000!$PH$1</c:f>
              <c:strCache>
                <c:ptCount val="1"/>
                <c:pt idx="0">
                  <c:v>TELE_SM_INTERIOR.279</c:v>
                </c:pt>
              </c:strCache>
            </c:strRef>
          </c:tx>
          <c:spPr>
            <a:ln w="19050" cap="rnd">
              <a:solidFill>
                <a:schemeClr val="accent2">
                  <a:lumMod val="80000"/>
                </a:schemeClr>
              </a:solidFill>
              <a:round/>
            </a:ln>
            <a:effectLst/>
          </c:spPr>
          <c:marker>
            <c:symbol val="circle"/>
            <c:size val="5"/>
            <c:spPr>
              <a:solidFill>
                <a:schemeClr val="accent2">
                  <a:lumMod val="80000"/>
                </a:schemeClr>
              </a:solidFill>
              <a:ln w="9525">
                <a:solidFill>
                  <a:schemeClr val="accent2">
                    <a:lumMod val="8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SM50000_TEMPSoc5l2_50000!$PH$2:$PH$536</c:f>
              <c:numCache>
                <c:formatCode>General</c:formatCode>
                <c:ptCount val="533"/>
                <c:pt idx="0">
                  <c:v>0</c:v>
                </c:pt>
                <c:pt idx="1">
                  <c:v>2.0000000000095497E-3</c:v>
                </c:pt>
                <c:pt idx="2">
                  <c:v>3.6000000000058208E-3</c:v>
                </c:pt>
                <c:pt idx="3">
                  <c:v>4.6000000000390173E-3</c:v>
                </c:pt>
                <c:pt idx="4">
                  <c:v>5.3000000000338332E-3</c:v>
                </c:pt>
                <c:pt idx="5">
                  <c:v>5.8000000000220098E-3</c:v>
                </c:pt>
                <c:pt idx="6">
                  <c:v>6.3000000000101863E-3</c:v>
                </c:pt>
                <c:pt idx="7">
                  <c:v>6.700000000023465E-3</c:v>
                </c:pt>
                <c:pt idx="8">
                  <c:v>7.0000000000050022E-3</c:v>
                </c:pt>
                <c:pt idx="9">
                  <c:v>7.3000000000433829E-3</c:v>
                </c:pt>
                <c:pt idx="10">
                  <c:v>7.4999999999931788E-3</c:v>
                </c:pt>
                <c:pt idx="11">
                  <c:v>7.8000000000315595E-3</c:v>
                </c:pt>
                <c:pt idx="12">
                  <c:v>8.0000000000381988E-3</c:v>
                </c:pt>
                <c:pt idx="13">
                  <c:v>8.2000000000448381E-3</c:v>
                </c:pt>
                <c:pt idx="14">
                  <c:v>8.399999999994634E-3</c:v>
                </c:pt>
                <c:pt idx="15">
                  <c:v>8.6000000000012733E-3</c:v>
                </c:pt>
                <c:pt idx="16">
                  <c:v>8.7000000000330147E-3</c:v>
                </c:pt>
                <c:pt idx="17">
                  <c:v>8.900000000039654E-3</c:v>
                </c:pt>
                <c:pt idx="18">
                  <c:v>9.1000000000462933E-3</c:v>
                </c:pt>
                <c:pt idx="19">
                  <c:v>9.2000000000211912E-3</c:v>
                </c:pt>
                <c:pt idx="20">
                  <c:v>9.2999999999960892E-3</c:v>
                </c:pt>
                <c:pt idx="21">
                  <c:v>9.5000000000027285E-3</c:v>
                </c:pt>
                <c:pt idx="22">
                  <c:v>9.6000000000344698E-3</c:v>
                </c:pt>
                <c:pt idx="23">
                  <c:v>9.7000000000093678E-3</c:v>
                </c:pt>
                <c:pt idx="24">
                  <c:v>9.8000000000411092E-3</c:v>
                </c:pt>
                <c:pt idx="25">
                  <c:v>9.9000000000160071E-3</c:v>
                </c:pt>
                <c:pt idx="26">
                  <c:v>9.9000000000160071E-3</c:v>
                </c:pt>
                <c:pt idx="27">
                  <c:v>9.9000000000160071E-3</c:v>
                </c:pt>
                <c:pt idx="28">
                  <c:v>9.7000000000093678E-3</c:v>
                </c:pt>
                <c:pt idx="29">
                  <c:v>9.7000000000093678E-3</c:v>
                </c:pt>
                <c:pt idx="30">
                  <c:v>9.6000000000344698E-3</c:v>
                </c:pt>
                <c:pt idx="31">
                  <c:v>9.6000000000344698E-3</c:v>
                </c:pt>
                <c:pt idx="32">
                  <c:v>9.6000000000344698E-3</c:v>
                </c:pt>
                <c:pt idx="33">
                  <c:v>9.6000000000344698E-3</c:v>
                </c:pt>
                <c:pt idx="34">
                  <c:v>9.7000000000093678E-3</c:v>
                </c:pt>
                <c:pt idx="35">
                  <c:v>9.7000000000093678E-3</c:v>
                </c:pt>
                <c:pt idx="36">
                  <c:v>9.7000000000093678E-3</c:v>
                </c:pt>
                <c:pt idx="37">
                  <c:v>9.7000000000093678E-3</c:v>
                </c:pt>
                <c:pt idx="38">
                  <c:v>9.7000000000093678E-3</c:v>
                </c:pt>
                <c:pt idx="39">
                  <c:v>9.7000000000093678E-3</c:v>
                </c:pt>
                <c:pt idx="40">
                  <c:v>9.8000000000411092E-3</c:v>
                </c:pt>
                <c:pt idx="41">
                  <c:v>9.8000000000411092E-3</c:v>
                </c:pt>
                <c:pt idx="42">
                  <c:v>9.8000000000411092E-3</c:v>
                </c:pt>
                <c:pt idx="43">
                  <c:v>9.8000000000411092E-3</c:v>
                </c:pt>
                <c:pt idx="44">
                  <c:v>9.8000000000411092E-3</c:v>
                </c:pt>
                <c:pt idx="45">
                  <c:v>9.8000000000411092E-3</c:v>
                </c:pt>
                <c:pt idx="46">
                  <c:v>9.8000000000411092E-3</c:v>
                </c:pt>
                <c:pt idx="47">
                  <c:v>9.9000000000160071E-3</c:v>
                </c:pt>
                <c:pt idx="48">
                  <c:v>9.9000000000160071E-3</c:v>
                </c:pt>
                <c:pt idx="49">
                  <c:v>9.9000000000160071E-3</c:v>
                </c:pt>
                <c:pt idx="50">
                  <c:v>9.9000000000160071E-3</c:v>
                </c:pt>
                <c:pt idx="51">
                  <c:v>9.9000000000160071E-3</c:v>
                </c:pt>
                <c:pt idx="52">
                  <c:v>9.9000000000160071E-3</c:v>
                </c:pt>
                <c:pt idx="53">
                  <c:v>9.9000000000160071E-3</c:v>
                </c:pt>
                <c:pt idx="54">
                  <c:v>9.9000000000160071E-3</c:v>
                </c:pt>
                <c:pt idx="55">
                  <c:v>9.9000000000160071E-3</c:v>
                </c:pt>
                <c:pt idx="56">
                  <c:v>1.0000000000047748E-2</c:v>
                </c:pt>
                <c:pt idx="57">
                  <c:v>1.0000000000047748E-2</c:v>
                </c:pt>
                <c:pt idx="58">
                  <c:v>1.0100000000022646E-2</c:v>
                </c:pt>
                <c:pt idx="59">
                  <c:v>1.0100000000022646E-2</c:v>
                </c:pt>
                <c:pt idx="60">
                  <c:v>1.0199999999997544E-2</c:v>
                </c:pt>
                <c:pt idx="61">
                  <c:v>1.0199999999997544E-2</c:v>
                </c:pt>
                <c:pt idx="62">
                  <c:v>1.0199999999997544E-2</c:v>
                </c:pt>
                <c:pt idx="63">
                  <c:v>1.0300000000029286E-2</c:v>
                </c:pt>
                <c:pt idx="64">
                  <c:v>1.0300000000029286E-2</c:v>
                </c:pt>
                <c:pt idx="65">
                  <c:v>1.0300000000029286E-2</c:v>
                </c:pt>
                <c:pt idx="66">
                  <c:v>1.0300000000029286E-2</c:v>
                </c:pt>
                <c:pt idx="67">
                  <c:v>1.0300000000029286E-2</c:v>
                </c:pt>
                <c:pt idx="68">
                  <c:v>1.0300000000029286E-2</c:v>
                </c:pt>
                <c:pt idx="69">
                  <c:v>1.0300000000029286E-2</c:v>
                </c:pt>
                <c:pt idx="70">
                  <c:v>1.0400000000004184E-2</c:v>
                </c:pt>
                <c:pt idx="71">
                  <c:v>1.0400000000004184E-2</c:v>
                </c:pt>
                <c:pt idx="72">
                  <c:v>1.0400000000004184E-2</c:v>
                </c:pt>
                <c:pt idx="73">
                  <c:v>1.0400000000004184E-2</c:v>
                </c:pt>
                <c:pt idx="74">
                  <c:v>1.0400000000004184E-2</c:v>
                </c:pt>
                <c:pt idx="75">
                  <c:v>1.0400000000004184E-2</c:v>
                </c:pt>
                <c:pt idx="76">
                  <c:v>1.0400000000004184E-2</c:v>
                </c:pt>
                <c:pt idx="77">
                  <c:v>1.0400000000004184E-2</c:v>
                </c:pt>
                <c:pt idx="78">
                  <c:v>1.0400000000004184E-2</c:v>
                </c:pt>
                <c:pt idx="79">
                  <c:v>1.0400000000004184E-2</c:v>
                </c:pt>
                <c:pt idx="80">
                  <c:v>1.0400000000004184E-2</c:v>
                </c:pt>
                <c:pt idx="81">
                  <c:v>1.0400000000004184E-2</c:v>
                </c:pt>
                <c:pt idx="82">
                  <c:v>1.0400000000004184E-2</c:v>
                </c:pt>
                <c:pt idx="83">
                  <c:v>1.0400000000004184E-2</c:v>
                </c:pt>
                <c:pt idx="84">
                  <c:v>1.0400000000004184E-2</c:v>
                </c:pt>
                <c:pt idx="85">
                  <c:v>1.0400000000004184E-2</c:v>
                </c:pt>
                <c:pt idx="86">
                  <c:v>1.0500000000035925E-2</c:v>
                </c:pt>
                <c:pt idx="87">
                  <c:v>1.0500000000035925E-2</c:v>
                </c:pt>
                <c:pt idx="88">
                  <c:v>1.0500000000035925E-2</c:v>
                </c:pt>
                <c:pt idx="89">
                  <c:v>1.0500000000035925E-2</c:v>
                </c:pt>
                <c:pt idx="90">
                  <c:v>1.0500000000035925E-2</c:v>
                </c:pt>
                <c:pt idx="91">
                  <c:v>1.0500000000035925E-2</c:v>
                </c:pt>
                <c:pt idx="92">
                  <c:v>1.0500000000035925E-2</c:v>
                </c:pt>
                <c:pt idx="93">
                  <c:v>1.0500000000035925E-2</c:v>
                </c:pt>
                <c:pt idx="94">
                  <c:v>1.0500000000035925E-2</c:v>
                </c:pt>
                <c:pt idx="95">
                  <c:v>1.0500000000035925E-2</c:v>
                </c:pt>
                <c:pt idx="96">
                  <c:v>1.0500000000035925E-2</c:v>
                </c:pt>
                <c:pt idx="97">
                  <c:v>1.0500000000035925E-2</c:v>
                </c:pt>
                <c:pt idx="98">
                  <c:v>1.0500000000035925E-2</c:v>
                </c:pt>
                <c:pt idx="99">
                  <c:v>1.0500000000035925E-2</c:v>
                </c:pt>
                <c:pt idx="100">
                  <c:v>1.0500000000035925E-2</c:v>
                </c:pt>
                <c:pt idx="101">
                  <c:v>1.0500000000035925E-2</c:v>
                </c:pt>
                <c:pt idx="102">
                  <c:v>1.0500000000035925E-2</c:v>
                </c:pt>
                <c:pt idx="103">
                  <c:v>1.0500000000035925E-2</c:v>
                </c:pt>
                <c:pt idx="104">
                  <c:v>1.0500000000035925E-2</c:v>
                </c:pt>
                <c:pt idx="105">
                  <c:v>1.0500000000035925E-2</c:v>
                </c:pt>
                <c:pt idx="106">
                  <c:v>1.0500000000035925E-2</c:v>
                </c:pt>
                <c:pt idx="107">
                  <c:v>1.0500000000035925E-2</c:v>
                </c:pt>
                <c:pt idx="108">
                  <c:v>1.0500000000035925E-2</c:v>
                </c:pt>
                <c:pt idx="109">
                  <c:v>1.0600000000010823E-2</c:v>
                </c:pt>
                <c:pt idx="110">
                  <c:v>1.0700000000042564E-2</c:v>
                </c:pt>
                <c:pt idx="111">
                  <c:v>1.0800000000017462E-2</c:v>
                </c:pt>
                <c:pt idx="112">
                  <c:v>1.0800000000017462E-2</c:v>
                </c:pt>
                <c:pt idx="113">
                  <c:v>1.0900000000049204E-2</c:v>
                </c:pt>
                <c:pt idx="114">
                  <c:v>1.0900000000049204E-2</c:v>
                </c:pt>
                <c:pt idx="115">
                  <c:v>1.0900000000049204E-2</c:v>
                </c:pt>
                <c:pt idx="116">
                  <c:v>1.0900000000049204E-2</c:v>
                </c:pt>
                <c:pt idx="117">
                  <c:v>1.1000000000024102E-2</c:v>
                </c:pt>
                <c:pt idx="118">
                  <c:v>1.1000000000024102E-2</c:v>
                </c:pt>
                <c:pt idx="119">
                  <c:v>1.1000000000024102E-2</c:v>
                </c:pt>
                <c:pt idx="120">
                  <c:v>1.1000000000024102E-2</c:v>
                </c:pt>
                <c:pt idx="121">
                  <c:v>1.1000000000024102E-2</c:v>
                </c:pt>
                <c:pt idx="122">
                  <c:v>1.1000000000024102E-2</c:v>
                </c:pt>
                <c:pt idx="123">
                  <c:v>1.1000000000024102E-2</c:v>
                </c:pt>
                <c:pt idx="124">
                  <c:v>1.1099999999999E-2</c:v>
                </c:pt>
                <c:pt idx="125">
                  <c:v>1.1099999999999E-2</c:v>
                </c:pt>
                <c:pt idx="126">
                  <c:v>1.1099999999999E-2</c:v>
                </c:pt>
                <c:pt idx="127">
                  <c:v>1.1099999999999E-2</c:v>
                </c:pt>
                <c:pt idx="128">
                  <c:v>1.1099999999999E-2</c:v>
                </c:pt>
                <c:pt idx="129">
                  <c:v>1.1099999999999E-2</c:v>
                </c:pt>
                <c:pt idx="130">
                  <c:v>1.1099999999999E-2</c:v>
                </c:pt>
                <c:pt idx="131">
                  <c:v>1.1099999999999E-2</c:v>
                </c:pt>
                <c:pt idx="132">
                  <c:v>1.1099999999999E-2</c:v>
                </c:pt>
                <c:pt idx="133">
                  <c:v>1.1099999999999E-2</c:v>
                </c:pt>
                <c:pt idx="134">
                  <c:v>1.1099999999999E-2</c:v>
                </c:pt>
                <c:pt idx="135">
                  <c:v>1.1099999999999E-2</c:v>
                </c:pt>
                <c:pt idx="136">
                  <c:v>1.1099999999999E-2</c:v>
                </c:pt>
                <c:pt idx="137">
                  <c:v>1.1099999999999E-2</c:v>
                </c:pt>
                <c:pt idx="138">
                  <c:v>1.1099999999999E-2</c:v>
                </c:pt>
                <c:pt idx="139">
                  <c:v>1.1099999999999E-2</c:v>
                </c:pt>
                <c:pt idx="140">
                  <c:v>1.1099999999999E-2</c:v>
                </c:pt>
                <c:pt idx="141">
                  <c:v>1.1099999999999E-2</c:v>
                </c:pt>
                <c:pt idx="142">
                  <c:v>1.1099999999999E-2</c:v>
                </c:pt>
                <c:pt idx="143">
                  <c:v>1.1099999999999E-2</c:v>
                </c:pt>
                <c:pt idx="144">
                  <c:v>1.1099999999999E-2</c:v>
                </c:pt>
                <c:pt idx="145">
                  <c:v>1.1099999999999E-2</c:v>
                </c:pt>
                <c:pt idx="146">
                  <c:v>1.1099999999999E-2</c:v>
                </c:pt>
                <c:pt idx="147">
                  <c:v>1.1099999999999E-2</c:v>
                </c:pt>
                <c:pt idx="148">
                  <c:v>1.1099999999999E-2</c:v>
                </c:pt>
                <c:pt idx="149">
                  <c:v>1.1099999999999E-2</c:v>
                </c:pt>
                <c:pt idx="150">
                  <c:v>1.1099999999999E-2</c:v>
                </c:pt>
                <c:pt idx="151">
                  <c:v>1.1099999999999E-2</c:v>
                </c:pt>
                <c:pt idx="152">
                  <c:v>1.1099999999999E-2</c:v>
                </c:pt>
                <c:pt idx="153">
                  <c:v>1.1099999999999E-2</c:v>
                </c:pt>
                <c:pt idx="154">
                  <c:v>1.1099999999999E-2</c:v>
                </c:pt>
                <c:pt idx="155">
                  <c:v>1.1099999999999E-2</c:v>
                </c:pt>
                <c:pt idx="156">
                  <c:v>1.1099999999999E-2</c:v>
                </c:pt>
                <c:pt idx="157">
                  <c:v>1.1099999999999E-2</c:v>
                </c:pt>
                <c:pt idx="158">
                  <c:v>1.1200000000030741E-2</c:v>
                </c:pt>
                <c:pt idx="159">
                  <c:v>1.1200000000030741E-2</c:v>
                </c:pt>
                <c:pt idx="160">
                  <c:v>1.1200000000030741E-2</c:v>
                </c:pt>
                <c:pt idx="161">
                  <c:v>1.1200000000030741E-2</c:v>
                </c:pt>
                <c:pt idx="162">
                  <c:v>1.1300000000005639E-2</c:v>
                </c:pt>
                <c:pt idx="163">
                  <c:v>1.1300000000005639E-2</c:v>
                </c:pt>
                <c:pt idx="164">
                  <c:v>1.1300000000005639E-2</c:v>
                </c:pt>
                <c:pt idx="165">
                  <c:v>1.1300000000005639E-2</c:v>
                </c:pt>
                <c:pt idx="166">
                  <c:v>1.1300000000005639E-2</c:v>
                </c:pt>
                <c:pt idx="167">
                  <c:v>1.1300000000005639E-2</c:v>
                </c:pt>
                <c:pt idx="168">
                  <c:v>1.1300000000005639E-2</c:v>
                </c:pt>
                <c:pt idx="169">
                  <c:v>1.1300000000005639E-2</c:v>
                </c:pt>
                <c:pt idx="170">
                  <c:v>1.1300000000005639E-2</c:v>
                </c:pt>
                <c:pt idx="171">
                  <c:v>1.1300000000005639E-2</c:v>
                </c:pt>
                <c:pt idx="172">
                  <c:v>1.1300000000005639E-2</c:v>
                </c:pt>
                <c:pt idx="173">
                  <c:v>1.1300000000005639E-2</c:v>
                </c:pt>
                <c:pt idx="174">
                  <c:v>1.1300000000005639E-2</c:v>
                </c:pt>
                <c:pt idx="175">
                  <c:v>1.1300000000005639E-2</c:v>
                </c:pt>
                <c:pt idx="176">
                  <c:v>1.1300000000005639E-2</c:v>
                </c:pt>
                <c:pt idx="177">
                  <c:v>1.1300000000005639E-2</c:v>
                </c:pt>
                <c:pt idx="178">
                  <c:v>1.1300000000005639E-2</c:v>
                </c:pt>
                <c:pt idx="179">
                  <c:v>1.1300000000005639E-2</c:v>
                </c:pt>
                <c:pt idx="180">
                  <c:v>1.1300000000005639E-2</c:v>
                </c:pt>
                <c:pt idx="181">
                  <c:v>1.1300000000005639E-2</c:v>
                </c:pt>
                <c:pt idx="182">
                  <c:v>1.1300000000005639E-2</c:v>
                </c:pt>
                <c:pt idx="183">
                  <c:v>1.1200000000030741E-2</c:v>
                </c:pt>
                <c:pt idx="184">
                  <c:v>1.1099999999999E-2</c:v>
                </c:pt>
                <c:pt idx="185">
                  <c:v>1.0900000000049204E-2</c:v>
                </c:pt>
                <c:pt idx="186">
                  <c:v>1.0700000000042564E-2</c:v>
                </c:pt>
                <c:pt idx="187">
                  <c:v>1.0600000000010823E-2</c:v>
                </c:pt>
                <c:pt idx="188">
                  <c:v>1.0600000000010823E-2</c:v>
                </c:pt>
                <c:pt idx="189">
                  <c:v>1.0500000000035925E-2</c:v>
                </c:pt>
                <c:pt idx="190">
                  <c:v>1.0500000000035925E-2</c:v>
                </c:pt>
                <c:pt idx="191">
                  <c:v>1.0400000000004184E-2</c:v>
                </c:pt>
                <c:pt idx="192">
                  <c:v>1.0400000000004184E-2</c:v>
                </c:pt>
                <c:pt idx="193">
                  <c:v>1.0400000000004184E-2</c:v>
                </c:pt>
                <c:pt idx="194">
                  <c:v>1.0300000000029286E-2</c:v>
                </c:pt>
                <c:pt idx="195">
                  <c:v>1.0300000000029286E-2</c:v>
                </c:pt>
                <c:pt idx="196">
                  <c:v>1.0300000000029286E-2</c:v>
                </c:pt>
                <c:pt idx="197">
                  <c:v>1.0300000000029286E-2</c:v>
                </c:pt>
                <c:pt idx="198">
                  <c:v>1.0300000000029286E-2</c:v>
                </c:pt>
                <c:pt idx="199">
                  <c:v>1.0300000000029286E-2</c:v>
                </c:pt>
                <c:pt idx="200">
                  <c:v>1.0199999999997544E-2</c:v>
                </c:pt>
                <c:pt idx="201">
                  <c:v>1.0199999999997544E-2</c:v>
                </c:pt>
                <c:pt idx="202">
                  <c:v>1.0199999999997544E-2</c:v>
                </c:pt>
                <c:pt idx="203">
                  <c:v>1.0199999999997544E-2</c:v>
                </c:pt>
                <c:pt idx="204">
                  <c:v>1.0199999999997544E-2</c:v>
                </c:pt>
                <c:pt idx="205">
                  <c:v>1.0199999999997544E-2</c:v>
                </c:pt>
                <c:pt idx="206">
                  <c:v>1.0199999999997544E-2</c:v>
                </c:pt>
                <c:pt idx="207">
                  <c:v>1.0199999999997544E-2</c:v>
                </c:pt>
                <c:pt idx="208">
                  <c:v>1.0199999999997544E-2</c:v>
                </c:pt>
                <c:pt idx="209">
                  <c:v>1.0199999999997544E-2</c:v>
                </c:pt>
                <c:pt idx="210">
                  <c:v>1.0199999999997544E-2</c:v>
                </c:pt>
                <c:pt idx="211">
                  <c:v>1.0199999999997544E-2</c:v>
                </c:pt>
                <c:pt idx="212">
                  <c:v>1.0199999999997544E-2</c:v>
                </c:pt>
                <c:pt idx="213">
                  <c:v>1.0199999999997544E-2</c:v>
                </c:pt>
                <c:pt idx="214">
                  <c:v>1.0199999999997544E-2</c:v>
                </c:pt>
                <c:pt idx="215">
                  <c:v>1.0300000000029286E-2</c:v>
                </c:pt>
                <c:pt idx="216">
                  <c:v>1.0300000000029286E-2</c:v>
                </c:pt>
                <c:pt idx="217">
                  <c:v>1.0300000000029286E-2</c:v>
                </c:pt>
                <c:pt idx="218">
                  <c:v>1.0400000000004184E-2</c:v>
                </c:pt>
                <c:pt idx="219">
                  <c:v>1.0400000000004184E-2</c:v>
                </c:pt>
                <c:pt idx="220">
                  <c:v>1.0400000000004184E-2</c:v>
                </c:pt>
                <c:pt idx="221">
                  <c:v>1.0400000000004184E-2</c:v>
                </c:pt>
                <c:pt idx="222">
                  <c:v>1.0400000000004184E-2</c:v>
                </c:pt>
                <c:pt idx="223">
                  <c:v>1.0400000000004184E-2</c:v>
                </c:pt>
                <c:pt idx="224">
                  <c:v>1.0400000000004184E-2</c:v>
                </c:pt>
                <c:pt idx="225">
                  <c:v>1.0400000000004184E-2</c:v>
                </c:pt>
                <c:pt idx="226">
                  <c:v>1.0400000000004184E-2</c:v>
                </c:pt>
                <c:pt idx="227">
                  <c:v>1.0400000000004184E-2</c:v>
                </c:pt>
                <c:pt idx="228">
                  <c:v>1.0400000000004184E-2</c:v>
                </c:pt>
                <c:pt idx="229">
                  <c:v>1.0400000000004184E-2</c:v>
                </c:pt>
                <c:pt idx="230">
                  <c:v>1.0500000000035925E-2</c:v>
                </c:pt>
                <c:pt idx="231">
                  <c:v>1.0500000000035925E-2</c:v>
                </c:pt>
                <c:pt idx="232">
                  <c:v>1.0500000000035925E-2</c:v>
                </c:pt>
                <c:pt idx="233">
                  <c:v>1.0500000000035925E-2</c:v>
                </c:pt>
                <c:pt idx="234">
                  <c:v>1.0500000000035925E-2</c:v>
                </c:pt>
                <c:pt idx="235">
                  <c:v>1.0500000000035925E-2</c:v>
                </c:pt>
                <c:pt idx="236">
                  <c:v>1.0500000000035925E-2</c:v>
                </c:pt>
                <c:pt idx="237">
                  <c:v>1.0500000000035925E-2</c:v>
                </c:pt>
                <c:pt idx="238">
                  <c:v>1.0500000000035925E-2</c:v>
                </c:pt>
                <c:pt idx="239">
                  <c:v>1.0500000000035925E-2</c:v>
                </c:pt>
                <c:pt idx="240">
                  <c:v>1.0500000000035925E-2</c:v>
                </c:pt>
                <c:pt idx="241">
                  <c:v>1.0500000000035925E-2</c:v>
                </c:pt>
                <c:pt idx="242">
                  <c:v>1.0500000000035925E-2</c:v>
                </c:pt>
                <c:pt idx="243">
                  <c:v>1.0500000000035925E-2</c:v>
                </c:pt>
                <c:pt idx="244">
                  <c:v>1.0500000000035925E-2</c:v>
                </c:pt>
                <c:pt idx="245">
                  <c:v>1.0500000000035925E-2</c:v>
                </c:pt>
                <c:pt idx="246">
                  <c:v>1.0500000000035925E-2</c:v>
                </c:pt>
                <c:pt idx="247">
                  <c:v>1.0500000000035925E-2</c:v>
                </c:pt>
                <c:pt idx="248">
                  <c:v>1.0500000000035925E-2</c:v>
                </c:pt>
                <c:pt idx="249">
                  <c:v>1.0500000000035925E-2</c:v>
                </c:pt>
                <c:pt idx="250">
                  <c:v>1.0500000000035925E-2</c:v>
                </c:pt>
                <c:pt idx="251">
                  <c:v>1.0500000000035925E-2</c:v>
                </c:pt>
                <c:pt idx="252">
                  <c:v>1.0500000000035925E-2</c:v>
                </c:pt>
                <c:pt idx="253">
                  <c:v>1.0500000000035925E-2</c:v>
                </c:pt>
                <c:pt idx="254">
                  <c:v>1.0500000000035925E-2</c:v>
                </c:pt>
                <c:pt idx="255">
                  <c:v>1.0500000000035925E-2</c:v>
                </c:pt>
                <c:pt idx="256">
                  <c:v>1.0500000000035925E-2</c:v>
                </c:pt>
                <c:pt idx="257">
                  <c:v>1.0500000000035925E-2</c:v>
                </c:pt>
                <c:pt idx="258">
                  <c:v>1.0500000000035925E-2</c:v>
                </c:pt>
                <c:pt idx="259">
                  <c:v>1.0500000000035925E-2</c:v>
                </c:pt>
                <c:pt idx="260">
                  <c:v>1.0500000000035925E-2</c:v>
                </c:pt>
                <c:pt idx="261">
                  <c:v>1.0500000000035925E-2</c:v>
                </c:pt>
                <c:pt idx="262">
                  <c:v>1.0500000000035925E-2</c:v>
                </c:pt>
                <c:pt idx="263">
                  <c:v>1.0500000000035925E-2</c:v>
                </c:pt>
                <c:pt idx="264">
                  <c:v>1.0500000000035925E-2</c:v>
                </c:pt>
                <c:pt idx="265">
                  <c:v>1.0600000000010823E-2</c:v>
                </c:pt>
                <c:pt idx="266">
                  <c:v>1.0700000000042564E-2</c:v>
                </c:pt>
                <c:pt idx="267">
                  <c:v>1.0700000000042564E-2</c:v>
                </c:pt>
                <c:pt idx="268">
                  <c:v>1.0800000000017462E-2</c:v>
                </c:pt>
                <c:pt idx="269">
                  <c:v>1.0800000000017462E-2</c:v>
                </c:pt>
                <c:pt idx="270">
                  <c:v>1.0900000000049204E-2</c:v>
                </c:pt>
                <c:pt idx="271">
                  <c:v>1.0900000000049204E-2</c:v>
                </c:pt>
                <c:pt idx="272">
                  <c:v>1.0900000000049204E-2</c:v>
                </c:pt>
                <c:pt idx="273">
                  <c:v>1.1000000000024102E-2</c:v>
                </c:pt>
                <c:pt idx="274">
                  <c:v>1.1000000000024102E-2</c:v>
                </c:pt>
                <c:pt idx="275">
                  <c:v>1.1000000000024102E-2</c:v>
                </c:pt>
                <c:pt idx="276">
                  <c:v>1.1000000000024102E-2</c:v>
                </c:pt>
                <c:pt idx="277">
                  <c:v>1.1000000000024102E-2</c:v>
                </c:pt>
                <c:pt idx="278">
                  <c:v>1.1000000000024102E-2</c:v>
                </c:pt>
                <c:pt idx="279">
                  <c:v>1.1000000000024102E-2</c:v>
                </c:pt>
                <c:pt idx="280">
                  <c:v>1.1099999999999E-2</c:v>
                </c:pt>
                <c:pt idx="281">
                  <c:v>1.1099999999999E-2</c:v>
                </c:pt>
                <c:pt idx="282">
                  <c:v>1.1099999999999E-2</c:v>
                </c:pt>
                <c:pt idx="283">
                  <c:v>1.1099999999999E-2</c:v>
                </c:pt>
                <c:pt idx="284">
                  <c:v>1.1099999999999E-2</c:v>
                </c:pt>
                <c:pt idx="285">
                  <c:v>1.1099999999999E-2</c:v>
                </c:pt>
                <c:pt idx="286">
                  <c:v>1.1099999999999E-2</c:v>
                </c:pt>
                <c:pt idx="287">
                  <c:v>1.1099999999999E-2</c:v>
                </c:pt>
                <c:pt idx="288">
                  <c:v>1.1099999999999E-2</c:v>
                </c:pt>
                <c:pt idx="289">
                  <c:v>1.1099999999999E-2</c:v>
                </c:pt>
                <c:pt idx="290">
                  <c:v>1.1099999999999E-2</c:v>
                </c:pt>
                <c:pt idx="291">
                  <c:v>1.1099999999999E-2</c:v>
                </c:pt>
                <c:pt idx="292">
                  <c:v>1.1099999999999E-2</c:v>
                </c:pt>
                <c:pt idx="293">
                  <c:v>1.1099999999999E-2</c:v>
                </c:pt>
                <c:pt idx="294">
                  <c:v>1.1099999999999E-2</c:v>
                </c:pt>
                <c:pt idx="295">
                  <c:v>1.1099999999999E-2</c:v>
                </c:pt>
                <c:pt idx="296">
                  <c:v>1.1099999999999E-2</c:v>
                </c:pt>
                <c:pt idx="297">
                  <c:v>1.1099999999999E-2</c:v>
                </c:pt>
                <c:pt idx="298">
                  <c:v>1.1099999999999E-2</c:v>
                </c:pt>
                <c:pt idx="299">
                  <c:v>1.1099999999999E-2</c:v>
                </c:pt>
                <c:pt idx="300">
                  <c:v>1.1099999999999E-2</c:v>
                </c:pt>
                <c:pt idx="301">
                  <c:v>1.1099999999999E-2</c:v>
                </c:pt>
                <c:pt idx="302">
                  <c:v>1.1099999999999E-2</c:v>
                </c:pt>
                <c:pt idx="303">
                  <c:v>1.1099999999999E-2</c:v>
                </c:pt>
                <c:pt idx="304">
                  <c:v>1.1099999999999E-2</c:v>
                </c:pt>
                <c:pt idx="305">
                  <c:v>1.1099999999999E-2</c:v>
                </c:pt>
                <c:pt idx="306">
                  <c:v>1.1099999999999E-2</c:v>
                </c:pt>
                <c:pt idx="307">
                  <c:v>1.1099999999999E-2</c:v>
                </c:pt>
                <c:pt idx="308">
                  <c:v>1.1099999999999E-2</c:v>
                </c:pt>
                <c:pt idx="309">
                  <c:v>1.1099999999999E-2</c:v>
                </c:pt>
                <c:pt idx="310">
                  <c:v>1.1099999999999E-2</c:v>
                </c:pt>
                <c:pt idx="311">
                  <c:v>1.1099999999999E-2</c:v>
                </c:pt>
                <c:pt idx="312">
                  <c:v>1.1099999999999E-2</c:v>
                </c:pt>
                <c:pt idx="313">
                  <c:v>1.1099999999999E-2</c:v>
                </c:pt>
                <c:pt idx="314">
                  <c:v>1.1099999999999E-2</c:v>
                </c:pt>
                <c:pt idx="315">
                  <c:v>1.1200000000030741E-2</c:v>
                </c:pt>
                <c:pt idx="316">
                  <c:v>1.1200000000030741E-2</c:v>
                </c:pt>
                <c:pt idx="317">
                  <c:v>1.1200000000030741E-2</c:v>
                </c:pt>
                <c:pt idx="318">
                  <c:v>1.1300000000005639E-2</c:v>
                </c:pt>
                <c:pt idx="319">
                  <c:v>1.1300000000005639E-2</c:v>
                </c:pt>
                <c:pt idx="320">
                  <c:v>1.1300000000005639E-2</c:v>
                </c:pt>
                <c:pt idx="321">
                  <c:v>1.1300000000005639E-2</c:v>
                </c:pt>
                <c:pt idx="322">
                  <c:v>1.1300000000005639E-2</c:v>
                </c:pt>
                <c:pt idx="323">
                  <c:v>1.1300000000005639E-2</c:v>
                </c:pt>
                <c:pt idx="324">
                  <c:v>1.1300000000005639E-2</c:v>
                </c:pt>
                <c:pt idx="325">
                  <c:v>1.1300000000005639E-2</c:v>
                </c:pt>
                <c:pt idx="326">
                  <c:v>1.1300000000005639E-2</c:v>
                </c:pt>
                <c:pt idx="327">
                  <c:v>1.1300000000005639E-2</c:v>
                </c:pt>
                <c:pt idx="328">
                  <c:v>1.1300000000005639E-2</c:v>
                </c:pt>
                <c:pt idx="329">
                  <c:v>1.1300000000005639E-2</c:v>
                </c:pt>
                <c:pt idx="330">
                  <c:v>1.1300000000005639E-2</c:v>
                </c:pt>
                <c:pt idx="331">
                  <c:v>1.1300000000005639E-2</c:v>
                </c:pt>
                <c:pt idx="332">
                  <c:v>1.1300000000005639E-2</c:v>
                </c:pt>
                <c:pt idx="333">
                  <c:v>1.1300000000005639E-2</c:v>
                </c:pt>
                <c:pt idx="334">
                  <c:v>1.1300000000005639E-2</c:v>
                </c:pt>
                <c:pt idx="335">
                  <c:v>1.1300000000005639E-2</c:v>
                </c:pt>
                <c:pt idx="336">
                  <c:v>1.1300000000005639E-2</c:v>
                </c:pt>
                <c:pt idx="337">
                  <c:v>1.1300000000005639E-2</c:v>
                </c:pt>
                <c:pt idx="338">
                  <c:v>1.1300000000005639E-2</c:v>
                </c:pt>
                <c:pt idx="339">
                  <c:v>1.1300000000005639E-2</c:v>
                </c:pt>
                <c:pt idx="340">
                  <c:v>1.1200000000030741E-2</c:v>
                </c:pt>
                <c:pt idx="341">
                  <c:v>1.1000000000024102E-2</c:v>
                </c:pt>
                <c:pt idx="342">
                  <c:v>1.0900000000049204E-2</c:v>
                </c:pt>
                <c:pt idx="343">
                  <c:v>1.0700000000042564E-2</c:v>
                </c:pt>
                <c:pt idx="344">
                  <c:v>1.0600000000010823E-2</c:v>
                </c:pt>
                <c:pt idx="345">
                  <c:v>1.0600000000010823E-2</c:v>
                </c:pt>
                <c:pt idx="346">
                  <c:v>1.0500000000035925E-2</c:v>
                </c:pt>
                <c:pt idx="347">
                  <c:v>1.0500000000035925E-2</c:v>
                </c:pt>
                <c:pt idx="348">
                  <c:v>1.0400000000004184E-2</c:v>
                </c:pt>
                <c:pt idx="349">
                  <c:v>1.0400000000004184E-2</c:v>
                </c:pt>
                <c:pt idx="350">
                  <c:v>1.0400000000004184E-2</c:v>
                </c:pt>
                <c:pt idx="351">
                  <c:v>1.0300000000029286E-2</c:v>
                </c:pt>
                <c:pt idx="352">
                  <c:v>1.0300000000029286E-2</c:v>
                </c:pt>
                <c:pt idx="353">
                  <c:v>1.0300000000029286E-2</c:v>
                </c:pt>
                <c:pt idx="354">
                  <c:v>1.0300000000029286E-2</c:v>
                </c:pt>
                <c:pt idx="355">
                  <c:v>1.0300000000029286E-2</c:v>
                </c:pt>
                <c:pt idx="356">
                  <c:v>1.0300000000029286E-2</c:v>
                </c:pt>
                <c:pt idx="357">
                  <c:v>1.0199999999997544E-2</c:v>
                </c:pt>
                <c:pt idx="358">
                  <c:v>1.0199999999997544E-2</c:v>
                </c:pt>
                <c:pt idx="359">
                  <c:v>1.0199999999997544E-2</c:v>
                </c:pt>
                <c:pt idx="360">
                  <c:v>1.0199999999997544E-2</c:v>
                </c:pt>
                <c:pt idx="361">
                  <c:v>1.0199999999997544E-2</c:v>
                </c:pt>
                <c:pt idx="362">
                  <c:v>1.0199999999997544E-2</c:v>
                </c:pt>
                <c:pt idx="363">
                  <c:v>1.0199999999997544E-2</c:v>
                </c:pt>
                <c:pt idx="364">
                  <c:v>1.0199999999997544E-2</c:v>
                </c:pt>
                <c:pt idx="365">
                  <c:v>1.0199999999997544E-2</c:v>
                </c:pt>
                <c:pt idx="366">
                  <c:v>1.0199999999997544E-2</c:v>
                </c:pt>
                <c:pt idx="367">
                  <c:v>1.0199999999997544E-2</c:v>
                </c:pt>
                <c:pt idx="368">
                  <c:v>1.0199999999997544E-2</c:v>
                </c:pt>
                <c:pt idx="369">
                  <c:v>1.0199999999997544E-2</c:v>
                </c:pt>
                <c:pt idx="370">
                  <c:v>1.0199999999997544E-2</c:v>
                </c:pt>
                <c:pt idx="371">
                  <c:v>1.0199999999997544E-2</c:v>
                </c:pt>
                <c:pt idx="372">
                  <c:v>1.0199999999997544E-2</c:v>
                </c:pt>
                <c:pt idx="373">
                  <c:v>1.0300000000029286E-2</c:v>
                </c:pt>
                <c:pt idx="374">
                  <c:v>1.0300000000029286E-2</c:v>
                </c:pt>
                <c:pt idx="375">
                  <c:v>1.0300000000029286E-2</c:v>
                </c:pt>
                <c:pt idx="376">
                  <c:v>1.0400000000004184E-2</c:v>
                </c:pt>
                <c:pt idx="377">
                  <c:v>1.0400000000004184E-2</c:v>
                </c:pt>
                <c:pt idx="378">
                  <c:v>1.0400000000004184E-2</c:v>
                </c:pt>
                <c:pt idx="379">
                  <c:v>1.0400000000004184E-2</c:v>
                </c:pt>
                <c:pt idx="380">
                  <c:v>1.0400000000004184E-2</c:v>
                </c:pt>
                <c:pt idx="381">
                  <c:v>1.0400000000004184E-2</c:v>
                </c:pt>
                <c:pt idx="382">
                  <c:v>1.0400000000004184E-2</c:v>
                </c:pt>
                <c:pt idx="383">
                  <c:v>1.0400000000004184E-2</c:v>
                </c:pt>
                <c:pt idx="384">
                  <c:v>1.0400000000004184E-2</c:v>
                </c:pt>
                <c:pt idx="385">
                  <c:v>1.0400000000004184E-2</c:v>
                </c:pt>
                <c:pt idx="386">
                  <c:v>1.0400000000004184E-2</c:v>
                </c:pt>
                <c:pt idx="387">
                  <c:v>1.0400000000004184E-2</c:v>
                </c:pt>
                <c:pt idx="388">
                  <c:v>1.0500000000035925E-2</c:v>
                </c:pt>
                <c:pt idx="389">
                  <c:v>1.0500000000035925E-2</c:v>
                </c:pt>
                <c:pt idx="390">
                  <c:v>1.0500000000035925E-2</c:v>
                </c:pt>
                <c:pt idx="391">
                  <c:v>1.0500000000035925E-2</c:v>
                </c:pt>
                <c:pt idx="392">
                  <c:v>1.0500000000035925E-2</c:v>
                </c:pt>
                <c:pt idx="393">
                  <c:v>1.0500000000035925E-2</c:v>
                </c:pt>
                <c:pt idx="394">
                  <c:v>1.0500000000035925E-2</c:v>
                </c:pt>
                <c:pt idx="395">
                  <c:v>1.0500000000035925E-2</c:v>
                </c:pt>
                <c:pt idx="396">
                  <c:v>1.0500000000035925E-2</c:v>
                </c:pt>
                <c:pt idx="397">
                  <c:v>1.0500000000035925E-2</c:v>
                </c:pt>
                <c:pt idx="398">
                  <c:v>1.0500000000035925E-2</c:v>
                </c:pt>
                <c:pt idx="399">
                  <c:v>1.0500000000035925E-2</c:v>
                </c:pt>
                <c:pt idx="400">
                  <c:v>1.0500000000035925E-2</c:v>
                </c:pt>
                <c:pt idx="401">
                  <c:v>1.0500000000035925E-2</c:v>
                </c:pt>
                <c:pt idx="402">
                  <c:v>1.0500000000035925E-2</c:v>
                </c:pt>
                <c:pt idx="403">
                  <c:v>1.0500000000035925E-2</c:v>
                </c:pt>
                <c:pt idx="404">
                  <c:v>1.0500000000035925E-2</c:v>
                </c:pt>
                <c:pt idx="405">
                  <c:v>1.0500000000035925E-2</c:v>
                </c:pt>
                <c:pt idx="406">
                  <c:v>1.0500000000035925E-2</c:v>
                </c:pt>
                <c:pt idx="407">
                  <c:v>1.0500000000035925E-2</c:v>
                </c:pt>
                <c:pt idx="408">
                  <c:v>1.0500000000035925E-2</c:v>
                </c:pt>
                <c:pt idx="409">
                  <c:v>1.0500000000035925E-2</c:v>
                </c:pt>
                <c:pt idx="410">
                  <c:v>1.0500000000035925E-2</c:v>
                </c:pt>
                <c:pt idx="411">
                  <c:v>1.0500000000035925E-2</c:v>
                </c:pt>
                <c:pt idx="412">
                  <c:v>1.0500000000035925E-2</c:v>
                </c:pt>
                <c:pt idx="413">
                  <c:v>1.0500000000035925E-2</c:v>
                </c:pt>
                <c:pt idx="414">
                  <c:v>1.0500000000035925E-2</c:v>
                </c:pt>
                <c:pt idx="415">
                  <c:v>1.0500000000035925E-2</c:v>
                </c:pt>
                <c:pt idx="416">
                  <c:v>1.0500000000035925E-2</c:v>
                </c:pt>
                <c:pt idx="417">
                  <c:v>1.0500000000035925E-2</c:v>
                </c:pt>
                <c:pt idx="418">
                  <c:v>1.0500000000035925E-2</c:v>
                </c:pt>
                <c:pt idx="419">
                  <c:v>1.0500000000035925E-2</c:v>
                </c:pt>
                <c:pt idx="420">
                  <c:v>1.0500000000035925E-2</c:v>
                </c:pt>
                <c:pt idx="421">
                  <c:v>1.0500000000035925E-2</c:v>
                </c:pt>
                <c:pt idx="422">
                  <c:v>1.0500000000035925E-2</c:v>
                </c:pt>
                <c:pt idx="423">
                  <c:v>1.0600000000010823E-2</c:v>
                </c:pt>
                <c:pt idx="424">
                  <c:v>1.0700000000042564E-2</c:v>
                </c:pt>
                <c:pt idx="425">
                  <c:v>1.0700000000042564E-2</c:v>
                </c:pt>
                <c:pt idx="426">
                  <c:v>1.0800000000017462E-2</c:v>
                </c:pt>
                <c:pt idx="427">
                  <c:v>1.0800000000017462E-2</c:v>
                </c:pt>
                <c:pt idx="428">
                  <c:v>1.0900000000049204E-2</c:v>
                </c:pt>
                <c:pt idx="429">
                  <c:v>1.0900000000049204E-2</c:v>
                </c:pt>
                <c:pt idx="430">
                  <c:v>1.0900000000049204E-2</c:v>
                </c:pt>
                <c:pt idx="431">
                  <c:v>1.1000000000024102E-2</c:v>
                </c:pt>
                <c:pt idx="432">
                  <c:v>1.1000000000024102E-2</c:v>
                </c:pt>
                <c:pt idx="433">
                  <c:v>1.1000000000024102E-2</c:v>
                </c:pt>
                <c:pt idx="434">
                  <c:v>1.1000000000024102E-2</c:v>
                </c:pt>
                <c:pt idx="435">
                  <c:v>1.1000000000024102E-2</c:v>
                </c:pt>
                <c:pt idx="436">
                  <c:v>1.1000000000024102E-2</c:v>
                </c:pt>
                <c:pt idx="437">
                  <c:v>1.1000000000024102E-2</c:v>
                </c:pt>
                <c:pt idx="438">
                  <c:v>1.1099999999999E-2</c:v>
                </c:pt>
                <c:pt idx="439">
                  <c:v>1.1099999999999E-2</c:v>
                </c:pt>
                <c:pt idx="440">
                  <c:v>1.1099999999999E-2</c:v>
                </c:pt>
                <c:pt idx="441">
                  <c:v>1.1099999999999E-2</c:v>
                </c:pt>
                <c:pt idx="442">
                  <c:v>1.1099999999999E-2</c:v>
                </c:pt>
                <c:pt idx="443">
                  <c:v>1.1099999999999E-2</c:v>
                </c:pt>
                <c:pt idx="444">
                  <c:v>1.1099999999999E-2</c:v>
                </c:pt>
                <c:pt idx="445">
                  <c:v>1.1099999999999E-2</c:v>
                </c:pt>
                <c:pt idx="446">
                  <c:v>1.1099999999999E-2</c:v>
                </c:pt>
                <c:pt idx="447">
                  <c:v>1.1099999999999E-2</c:v>
                </c:pt>
                <c:pt idx="448">
                  <c:v>1.1099999999999E-2</c:v>
                </c:pt>
                <c:pt idx="449">
                  <c:v>1.1099999999999E-2</c:v>
                </c:pt>
                <c:pt idx="450">
                  <c:v>1.1099999999999E-2</c:v>
                </c:pt>
                <c:pt idx="451">
                  <c:v>1.1099999999999E-2</c:v>
                </c:pt>
                <c:pt idx="452">
                  <c:v>1.1099999999999E-2</c:v>
                </c:pt>
                <c:pt idx="453">
                  <c:v>1.1099999999999E-2</c:v>
                </c:pt>
                <c:pt idx="454">
                  <c:v>1.1099999999999E-2</c:v>
                </c:pt>
                <c:pt idx="455">
                  <c:v>1.1099999999999E-2</c:v>
                </c:pt>
                <c:pt idx="456">
                  <c:v>1.1099999999999E-2</c:v>
                </c:pt>
                <c:pt idx="457">
                  <c:v>1.1099999999999E-2</c:v>
                </c:pt>
                <c:pt idx="458">
                  <c:v>1.1099999999999E-2</c:v>
                </c:pt>
                <c:pt idx="459">
                  <c:v>1.1099999999999E-2</c:v>
                </c:pt>
                <c:pt idx="460">
                  <c:v>1.1099999999999E-2</c:v>
                </c:pt>
                <c:pt idx="461">
                  <c:v>1.1099999999999E-2</c:v>
                </c:pt>
                <c:pt idx="462">
                  <c:v>1.1099999999999E-2</c:v>
                </c:pt>
                <c:pt idx="463">
                  <c:v>1.1099999999999E-2</c:v>
                </c:pt>
                <c:pt idx="464">
                  <c:v>1.1099999999999E-2</c:v>
                </c:pt>
                <c:pt idx="465">
                  <c:v>1.1099999999999E-2</c:v>
                </c:pt>
                <c:pt idx="466">
                  <c:v>1.1099999999999E-2</c:v>
                </c:pt>
                <c:pt idx="467">
                  <c:v>1.1099999999999E-2</c:v>
                </c:pt>
                <c:pt idx="468">
                  <c:v>1.1099999999999E-2</c:v>
                </c:pt>
                <c:pt idx="469">
                  <c:v>1.1099999999999E-2</c:v>
                </c:pt>
                <c:pt idx="470">
                  <c:v>1.1099999999999E-2</c:v>
                </c:pt>
                <c:pt idx="471">
                  <c:v>1.1099999999999E-2</c:v>
                </c:pt>
                <c:pt idx="472">
                  <c:v>1.1099999999999E-2</c:v>
                </c:pt>
                <c:pt idx="473">
                  <c:v>1.1099999999999E-2</c:v>
                </c:pt>
                <c:pt idx="474">
                  <c:v>1.1200000000030741E-2</c:v>
                </c:pt>
                <c:pt idx="475">
                  <c:v>1.1200000000030741E-2</c:v>
                </c:pt>
                <c:pt idx="476">
                  <c:v>1.1200000000030741E-2</c:v>
                </c:pt>
                <c:pt idx="477">
                  <c:v>1.1300000000005639E-2</c:v>
                </c:pt>
                <c:pt idx="478">
                  <c:v>1.1300000000005639E-2</c:v>
                </c:pt>
                <c:pt idx="479">
                  <c:v>1.1300000000005639E-2</c:v>
                </c:pt>
                <c:pt idx="480">
                  <c:v>1.1300000000005639E-2</c:v>
                </c:pt>
                <c:pt idx="481">
                  <c:v>1.1300000000005639E-2</c:v>
                </c:pt>
                <c:pt idx="482">
                  <c:v>1.1300000000005639E-2</c:v>
                </c:pt>
                <c:pt idx="483">
                  <c:v>1.1300000000005639E-2</c:v>
                </c:pt>
                <c:pt idx="484">
                  <c:v>1.1300000000005639E-2</c:v>
                </c:pt>
                <c:pt idx="485">
                  <c:v>1.1300000000005639E-2</c:v>
                </c:pt>
                <c:pt idx="486">
                  <c:v>1.1300000000005639E-2</c:v>
                </c:pt>
                <c:pt idx="487">
                  <c:v>1.1300000000005639E-2</c:v>
                </c:pt>
                <c:pt idx="488">
                  <c:v>1.1300000000005639E-2</c:v>
                </c:pt>
                <c:pt idx="489">
                  <c:v>1.1300000000005639E-2</c:v>
                </c:pt>
                <c:pt idx="490">
                  <c:v>1.1300000000005639E-2</c:v>
                </c:pt>
                <c:pt idx="491">
                  <c:v>1.1300000000005639E-2</c:v>
                </c:pt>
                <c:pt idx="492">
                  <c:v>1.1300000000005639E-2</c:v>
                </c:pt>
                <c:pt idx="493">
                  <c:v>1.1300000000005639E-2</c:v>
                </c:pt>
                <c:pt idx="494">
                  <c:v>1.1300000000005639E-2</c:v>
                </c:pt>
                <c:pt idx="495">
                  <c:v>1.1300000000005639E-2</c:v>
                </c:pt>
                <c:pt idx="496">
                  <c:v>1.1300000000005639E-2</c:v>
                </c:pt>
                <c:pt idx="497">
                  <c:v>1.1300000000005639E-2</c:v>
                </c:pt>
                <c:pt idx="498">
                  <c:v>1.1300000000005639E-2</c:v>
                </c:pt>
                <c:pt idx="499">
                  <c:v>1.1200000000030741E-2</c:v>
                </c:pt>
                <c:pt idx="500">
                  <c:v>1.1000000000024102E-2</c:v>
                </c:pt>
                <c:pt idx="501">
                  <c:v>1.0800000000017462E-2</c:v>
                </c:pt>
                <c:pt idx="502">
                  <c:v>1.0700000000042564E-2</c:v>
                </c:pt>
                <c:pt idx="503">
                  <c:v>1.0600000000010823E-2</c:v>
                </c:pt>
                <c:pt idx="504">
                  <c:v>1.0600000000010823E-2</c:v>
                </c:pt>
                <c:pt idx="505">
                  <c:v>1.0500000000035925E-2</c:v>
                </c:pt>
                <c:pt idx="506">
                  <c:v>1.0500000000035925E-2</c:v>
                </c:pt>
                <c:pt idx="507">
                  <c:v>1.0400000000004184E-2</c:v>
                </c:pt>
                <c:pt idx="508">
                  <c:v>1.0400000000004184E-2</c:v>
                </c:pt>
                <c:pt idx="509">
                  <c:v>1.0400000000004184E-2</c:v>
                </c:pt>
                <c:pt idx="510">
                  <c:v>1.0300000000029286E-2</c:v>
                </c:pt>
                <c:pt idx="511">
                  <c:v>1.0300000000029286E-2</c:v>
                </c:pt>
                <c:pt idx="512">
                  <c:v>1.0300000000029286E-2</c:v>
                </c:pt>
                <c:pt idx="513">
                  <c:v>1.0300000000029286E-2</c:v>
                </c:pt>
                <c:pt idx="514">
                  <c:v>1.0300000000029286E-2</c:v>
                </c:pt>
                <c:pt idx="515">
                  <c:v>1.0300000000029286E-2</c:v>
                </c:pt>
                <c:pt idx="516">
                  <c:v>1.0199999999997544E-2</c:v>
                </c:pt>
                <c:pt idx="517">
                  <c:v>1.0199999999997544E-2</c:v>
                </c:pt>
                <c:pt idx="518">
                  <c:v>1.0199999999997544E-2</c:v>
                </c:pt>
                <c:pt idx="519">
                  <c:v>1.0199999999997544E-2</c:v>
                </c:pt>
                <c:pt idx="520">
                  <c:v>1.0199999999997544E-2</c:v>
                </c:pt>
                <c:pt idx="521">
                  <c:v>1.0199999999997544E-2</c:v>
                </c:pt>
                <c:pt idx="522">
                  <c:v>1.0199999999997544E-2</c:v>
                </c:pt>
                <c:pt idx="523">
                  <c:v>1.0199999999997544E-2</c:v>
                </c:pt>
                <c:pt idx="524">
                  <c:v>1.0199999999997544E-2</c:v>
                </c:pt>
                <c:pt idx="525">
                  <c:v>1.0199999999997544E-2</c:v>
                </c:pt>
                <c:pt idx="526">
                  <c:v>1.0199999999997544E-2</c:v>
                </c:pt>
                <c:pt idx="527">
                  <c:v>1.0199999999997544E-2</c:v>
                </c:pt>
                <c:pt idx="528">
                  <c:v>1.0199999999997544E-2</c:v>
                </c:pt>
                <c:pt idx="529">
                  <c:v>1.0199999999997544E-2</c:v>
                </c:pt>
                <c:pt idx="530">
                  <c:v>1.0199999999997544E-2</c:v>
                </c:pt>
                <c:pt idx="531">
                  <c:v>1.0300000000029286E-2</c:v>
                </c:pt>
                <c:pt idx="532">
                  <c:v>1.0300000000029286E-2</c:v>
                </c:pt>
              </c:numCache>
            </c:numRef>
          </c:yVal>
          <c:smooth val="1"/>
          <c:extLst>
            <c:ext xmlns:c16="http://schemas.microsoft.com/office/drawing/2014/chart" uri="{C3380CC4-5D6E-409C-BE32-E72D297353CC}">
              <c16:uniqueId val="{00000013-1510-4437-9CAD-7ED8315A59D8}"/>
            </c:ext>
          </c:extLst>
        </c:ser>
        <c:ser>
          <c:idx val="20"/>
          <c:order val="20"/>
          <c:tx>
            <c:strRef>
              <c:f>SM50000_TEMPSoc5l2_50000!$PI$1</c:f>
              <c:strCache>
                <c:ptCount val="1"/>
                <c:pt idx="0">
                  <c:v>TELE_SM_INTERIOR.280</c:v>
                </c:pt>
              </c:strCache>
            </c:strRef>
          </c:tx>
          <c:spPr>
            <a:ln w="19050" cap="rnd">
              <a:solidFill>
                <a:schemeClr val="accent3">
                  <a:lumMod val="80000"/>
                </a:schemeClr>
              </a:solidFill>
              <a:round/>
            </a:ln>
            <a:effectLst/>
          </c:spPr>
          <c:marker>
            <c:symbol val="circle"/>
            <c:size val="5"/>
            <c:spPr>
              <a:solidFill>
                <a:schemeClr val="accent3">
                  <a:lumMod val="80000"/>
                </a:schemeClr>
              </a:solidFill>
              <a:ln w="9525">
                <a:solidFill>
                  <a:schemeClr val="accent3">
                    <a:lumMod val="8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SM50000_TEMPSoc5l2_50000!$PI$2:$PI$536</c:f>
              <c:numCache>
                <c:formatCode>General</c:formatCode>
                <c:ptCount val="533"/>
                <c:pt idx="0">
                  <c:v>0</c:v>
                </c:pt>
                <c:pt idx="1">
                  <c:v>6.8999999999732609E-3</c:v>
                </c:pt>
                <c:pt idx="2">
                  <c:v>7.799999999974716E-3</c:v>
                </c:pt>
                <c:pt idx="3">
                  <c:v>8.1999999999879947E-3</c:v>
                </c:pt>
                <c:pt idx="4">
                  <c:v>8.399999999994634E-3</c:v>
                </c:pt>
                <c:pt idx="5">
                  <c:v>8.6000000000012733E-3</c:v>
                </c:pt>
                <c:pt idx="6">
                  <c:v>8.6999999999761712E-3</c:v>
                </c:pt>
                <c:pt idx="7">
                  <c:v>8.8000000000079126E-3</c:v>
                </c:pt>
                <c:pt idx="8">
                  <c:v>8.8999999999828106E-3</c:v>
                </c:pt>
                <c:pt idx="9">
                  <c:v>8.9999999999577085E-3</c:v>
                </c:pt>
                <c:pt idx="10">
                  <c:v>9.0999999999894499E-3</c:v>
                </c:pt>
                <c:pt idx="11">
                  <c:v>9.1999999999643478E-3</c:v>
                </c:pt>
                <c:pt idx="12">
                  <c:v>9.2999999999960892E-3</c:v>
                </c:pt>
                <c:pt idx="13">
                  <c:v>9.3999999999709871E-3</c:v>
                </c:pt>
                <c:pt idx="14">
                  <c:v>9.5000000000027285E-3</c:v>
                </c:pt>
                <c:pt idx="15">
                  <c:v>9.5999999999776264E-3</c:v>
                </c:pt>
                <c:pt idx="16">
                  <c:v>9.6999999999525244E-3</c:v>
                </c:pt>
                <c:pt idx="17">
                  <c:v>9.7999999999842657E-3</c:v>
                </c:pt>
                <c:pt idx="18">
                  <c:v>9.7999999999842657E-3</c:v>
                </c:pt>
                <c:pt idx="19">
                  <c:v>9.8999999999591637E-3</c:v>
                </c:pt>
                <c:pt idx="20">
                  <c:v>9.9999999999909051E-3</c:v>
                </c:pt>
                <c:pt idx="21">
                  <c:v>1.0099999999965803E-2</c:v>
                </c:pt>
                <c:pt idx="22">
                  <c:v>1.0099999999965803E-2</c:v>
                </c:pt>
                <c:pt idx="23">
                  <c:v>1.0199999999997544E-2</c:v>
                </c:pt>
                <c:pt idx="24">
                  <c:v>1.0299999999972442E-2</c:v>
                </c:pt>
                <c:pt idx="25">
                  <c:v>1.0299999999972442E-2</c:v>
                </c:pt>
                <c:pt idx="26">
                  <c:v>1.0299999999972442E-2</c:v>
                </c:pt>
                <c:pt idx="27">
                  <c:v>1.0099999999965803E-2</c:v>
                </c:pt>
                <c:pt idx="28">
                  <c:v>9.9999999999909051E-3</c:v>
                </c:pt>
                <c:pt idx="29">
                  <c:v>9.9999999999909051E-3</c:v>
                </c:pt>
                <c:pt idx="30">
                  <c:v>9.9999999999909051E-3</c:v>
                </c:pt>
                <c:pt idx="31">
                  <c:v>9.9999999999909051E-3</c:v>
                </c:pt>
                <c:pt idx="32">
                  <c:v>1.0099999999965803E-2</c:v>
                </c:pt>
                <c:pt idx="33">
                  <c:v>1.0099999999965803E-2</c:v>
                </c:pt>
                <c:pt idx="34">
                  <c:v>1.0099999999965803E-2</c:v>
                </c:pt>
                <c:pt idx="35">
                  <c:v>1.0199999999997544E-2</c:v>
                </c:pt>
                <c:pt idx="36">
                  <c:v>1.0199999999997544E-2</c:v>
                </c:pt>
                <c:pt idx="37">
                  <c:v>1.0199999999997544E-2</c:v>
                </c:pt>
                <c:pt idx="38">
                  <c:v>1.0199999999997544E-2</c:v>
                </c:pt>
                <c:pt idx="39">
                  <c:v>1.0199999999997544E-2</c:v>
                </c:pt>
                <c:pt idx="40">
                  <c:v>1.0299999999972442E-2</c:v>
                </c:pt>
                <c:pt idx="41">
                  <c:v>1.0299999999972442E-2</c:v>
                </c:pt>
                <c:pt idx="42">
                  <c:v>1.0299999999972442E-2</c:v>
                </c:pt>
                <c:pt idx="43">
                  <c:v>1.0299999999972442E-2</c:v>
                </c:pt>
                <c:pt idx="44">
                  <c:v>1.0299999999972442E-2</c:v>
                </c:pt>
                <c:pt idx="45">
                  <c:v>1.0299999999972442E-2</c:v>
                </c:pt>
                <c:pt idx="46">
                  <c:v>1.0299999999972442E-2</c:v>
                </c:pt>
                <c:pt idx="47">
                  <c:v>1.0299999999972442E-2</c:v>
                </c:pt>
                <c:pt idx="48">
                  <c:v>1.0400000000004184E-2</c:v>
                </c:pt>
                <c:pt idx="49">
                  <c:v>1.0400000000004184E-2</c:v>
                </c:pt>
                <c:pt idx="50">
                  <c:v>1.0400000000004184E-2</c:v>
                </c:pt>
                <c:pt idx="51">
                  <c:v>1.0400000000004184E-2</c:v>
                </c:pt>
                <c:pt idx="52">
                  <c:v>1.0400000000004184E-2</c:v>
                </c:pt>
                <c:pt idx="53">
                  <c:v>1.0400000000004184E-2</c:v>
                </c:pt>
                <c:pt idx="54">
                  <c:v>1.0400000000004184E-2</c:v>
                </c:pt>
                <c:pt idx="55">
                  <c:v>1.0400000000004184E-2</c:v>
                </c:pt>
                <c:pt idx="56">
                  <c:v>1.0400000000004184E-2</c:v>
                </c:pt>
                <c:pt idx="57">
                  <c:v>1.0499999999979082E-2</c:v>
                </c:pt>
                <c:pt idx="58">
                  <c:v>1.059999999995398E-2</c:v>
                </c:pt>
                <c:pt idx="59">
                  <c:v>1.059999999995398E-2</c:v>
                </c:pt>
                <c:pt idx="60">
                  <c:v>1.059999999995398E-2</c:v>
                </c:pt>
                <c:pt idx="61">
                  <c:v>1.059999999995398E-2</c:v>
                </c:pt>
                <c:pt idx="62">
                  <c:v>1.059999999995398E-2</c:v>
                </c:pt>
                <c:pt idx="63">
                  <c:v>1.059999999995398E-2</c:v>
                </c:pt>
                <c:pt idx="64">
                  <c:v>1.059999999995398E-2</c:v>
                </c:pt>
                <c:pt idx="65">
                  <c:v>1.059999999995398E-2</c:v>
                </c:pt>
                <c:pt idx="66">
                  <c:v>1.059999999995398E-2</c:v>
                </c:pt>
                <c:pt idx="67">
                  <c:v>1.059999999995398E-2</c:v>
                </c:pt>
                <c:pt idx="68">
                  <c:v>1.059999999995398E-2</c:v>
                </c:pt>
                <c:pt idx="69">
                  <c:v>1.059999999995398E-2</c:v>
                </c:pt>
                <c:pt idx="70">
                  <c:v>1.059999999995398E-2</c:v>
                </c:pt>
                <c:pt idx="71">
                  <c:v>1.059999999995398E-2</c:v>
                </c:pt>
                <c:pt idx="72">
                  <c:v>1.059999999995398E-2</c:v>
                </c:pt>
                <c:pt idx="73">
                  <c:v>1.0699999999985721E-2</c:v>
                </c:pt>
                <c:pt idx="74">
                  <c:v>1.0699999999985721E-2</c:v>
                </c:pt>
                <c:pt idx="75">
                  <c:v>1.0699999999985721E-2</c:v>
                </c:pt>
                <c:pt idx="76">
                  <c:v>1.0699999999985721E-2</c:v>
                </c:pt>
                <c:pt idx="77">
                  <c:v>1.0699999999985721E-2</c:v>
                </c:pt>
                <c:pt idx="78">
                  <c:v>1.0699999999985721E-2</c:v>
                </c:pt>
                <c:pt idx="79">
                  <c:v>1.0699999999985721E-2</c:v>
                </c:pt>
                <c:pt idx="80">
                  <c:v>1.0699999999985721E-2</c:v>
                </c:pt>
                <c:pt idx="81">
                  <c:v>1.0699999999985721E-2</c:v>
                </c:pt>
                <c:pt idx="82">
                  <c:v>1.0699999999985721E-2</c:v>
                </c:pt>
                <c:pt idx="83">
                  <c:v>1.0699999999985721E-2</c:v>
                </c:pt>
                <c:pt idx="84">
                  <c:v>1.0699999999985721E-2</c:v>
                </c:pt>
                <c:pt idx="85">
                  <c:v>1.0699999999985721E-2</c:v>
                </c:pt>
                <c:pt idx="86">
                  <c:v>1.0699999999985721E-2</c:v>
                </c:pt>
                <c:pt idx="87">
                  <c:v>1.0699999999985721E-2</c:v>
                </c:pt>
                <c:pt idx="88">
                  <c:v>1.0699999999985721E-2</c:v>
                </c:pt>
                <c:pt idx="89">
                  <c:v>1.0699999999985721E-2</c:v>
                </c:pt>
                <c:pt idx="90">
                  <c:v>1.0699999999985721E-2</c:v>
                </c:pt>
                <c:pt idx="91">
                  <c:v>1.0699999999985721E-2</c:v>
                </c:pt>
                <c:pt idx="92">
                  <c:v>1.0699999999985721E-2</c:v>
                </c:pt>
                <c:pt idx="93">
                  <c:v>1.0699999999985721E-2</c:v>
                </c:pt>
                <c:pt idx="94">
                  <c:v>1.0699999999985721E-2</c:v>
                </c:pt>
                <c:pt idx="95">
                  <c:v>1.0699999999985721E-2</c:v>
                </c:pt>
                <c:pt idx="96">
                  <c:v>1.0699999999985721E-2</c:v>
                </c:pt>
                <c:pt idx="97">
                  <c:v>1.0699999999985721E-2</c:v>
                </c:pt>
                <c:pt idx="98">
                  <c:v>1.0699999999985721E-2</c:v>
                </c:pt>
                <c:pt idx="99">
                  <c:v>1.0699999999985721E-2</c:v>
                </c:pt>
                <c:pt idx="100">
                  <c:v>1.0699999999985721E-2</c:v>
                </c:pt>
                <c:pt idx="101">
                  <c:v>1.0699999999985721E-2</c:v>
                </c:pt>
                <c:pt idx="102">
                  <c:v>1.0699999999985721E-2</c:v>
                </c:pt>
                <c:pt idx="103">
                  <c:v>1.0699999999985721E-2</c:v>
                </c:pt>
                <c:pt idx="104">
                  <c:v>1.0699999999985721E-2</c:v>
                </c:pt>
                <c:pt idx="105">
                  <c:v>1.0699999999985721E-2</c:v>
                </c:pt>
                <c:pt idx="106">
                  <c:v>1.0699999999985721E-2</c:v>
                </c:pt>
                <c:pt idx="107">
                  <c:v>1.0699999999985721E-2</c:v>
                </c:pt>
                <c:pt idx="108">
                  <c:v>1.0799999999960619E-2</c:v>
                </c:pt>
                <c:pt idx="109">
                  <c:v>1.0799999999960619E-2</c:v>
                </c:pt>
                <c:pt idx="110">
                  <c:v>1.089999999999236E-2</c:v>
                </c:pt>
                <c:pt idx="111">
                  <c:v>1.089999999999236E-2</c:v>
                </c:pt>
                <c:pt idx="112">
                  <c:v>1.0999999999967258E-2</c:v>
                </c:pt>
                <c:pt idx="113">
                  <c:v>1.0999999999967258E-2</c:v>
                </c:pt>
                <c:pt idx="114">
                  <c:v>1.0999999999967258E-2</c:v>
                </c:pt>
                <c:pt idx="115">
                  <c:v>1.1099999999999E-2</c:v>
                </c:pt>
                <c:pt idx="116">
                  <c:v>1.1099999999999E-2</c:v>
                </c:pt>
                <c:pt idx="117">
                  <c:v>1.1099999999999E-2</c:v>
                </c:pt>
                <c:pt idx="118">
                  <c:v>1.1099999999999E-2</c:v>
                </c:pt>
                <c:pt idx="119">
                  <c:v>1.1099999999999E-2</c:v>
                </c:pt>
                <c:pt idx="120">
                  <c:v>1.1099999999999E-2</c:v>
                </c:pt>
                <c:pt idx="121">
                  <c:v>1.1099999999999E-2</c:v>
                </c:pt>
                <c:pt idx="122">
                  <c:v>1.1199999999973898E-2</c:v>
                </c:pt>
                <c:pt idx="123">
                  <c:v>1.1199999999973898E-2</c:v>
                </c:pt>
                <c:pt idx="124">
                  <c:v>1.1199999999973898E-2</c:v>
                </c:pt>
                <c:pt idx="125">
                  <c:v>1.1199999999973898E-2</c:v>
                </c:pt>
                <c:pt idx="126">
                  <c:v>1.1199999999973898E-2</c:v>
                </c:pt>
                <c:pt idx="127">
                  <c:v>1.1199999999973898E-2</c:v>
                </c:pt>
                <c:pt idx="128">
                  <c:v>1.1199999999973898E-2</c:v>
                </c:pt>
                <c:pt idx="129">
                  <c:v>1.1199999999973898E-2</c:v>
                </c:pt>
                <c:pt idx="130">
                  <c:v>1.1199999999973898E-2</c:v>
                </c:pt>
                <c:pt idx="131">
                  <c:v>1.1199999999973898E-2</c:v>
                </c:pt>
                <c:pt idx="132">
                  <c:v>1.1199999999973898E-2</c:v>
                </c:pt>
                <c:pt idx="133">
                  <c:v>1.1199999999973898E-2</c:v>
                </c:pt>
                <c:pt idx="134">
                  <c:v>1.1199999999973898E-2</c:v>
                </c:pt>
                <c:pt idx="135">
                  <c:v>1.1199999999973898E-2</c:v>
                </c:pt>
                <c:pt idx="136">
                  <c:v>1.1199999999973898E-2</c:v>
                </c:pt>
                <c:pt idx="137">
                  <c:v>1.1199999999973898E-2</c:v>
                </c:pt>
                <c:pt idx="138">
                  <c:v>1.1199999999973898E-2</c:v>
                </c:pt>
                <c:pt idx="139">
                  <c:v>1.1199999999973898E-2</c:v>
                </c:pt>
                <c:pt idx="140">
                  <c:v>1.1199999999973898E-2</c:v>
                </c:pt>
                <c:pt idx="141">
                  <c:v>1.1199999999973898E-2</c:v>
                </c:pt>
                <c:pt idx="142">
                  <c:v>1.1199999999973898E-2</c:v>
                </c:pt>
                <c:pt idx="143">
                  <c:v>1.1199999999973898E-2</c:v>
                </c:pt>
                <c:pt idx="144">
                  <c:v>1.1199999999973898E-2</c:v>
                </c:pt>
                <c:pt idx="145">
                  <c:v>1.1199999999973898E-2</c:v>
                </c:pt>
                <c:pt idx="146">
                  <c:v>1.1199999999973898E-2</c:v>
                </c:pt>
                <c:pt idx="147">
                  <c:v>1.1199999999973898E-2</c:v>
                </c:pt>
                <c:pt idx="148">
                  <c:v>1.1199999999973898E-2</c:v>
                </c:pt>
                <c:pt idx="149">
                  <c:v>1.1199999999973898E-2</c:v>
                </c:pt>
                <c:pt idx="150">
                  <c:v>1.1199999999973898E-2</c:v>
                </c:pt>
                <c:pt idx="151">
                  <c:v>1.1199999999973898E-2</c:v>
                </c:pt>
                <c:pt idx="152">
                  <c:v>1.1199999999973898E-2</c:v>
                </c:pt>
                <c:pt idx="153">
                  <c:v>1.1199999999973898E-2</c:v>
                </c:pt>
                <c:pt idx="154">
                  <c:v>1.1199999999973898E-2</c:v>
                </c:pt>
                <c:pt idx="155">
                  <c:v>1.1199999999973898E-2</c:v>
                </c:pt>
                <c:pt idx="156">
                  <c:v>1.1199999999973898E-2</c:v>
                </c:pt>
                <c:pt idx="157">
                  <c:v>1.1199999999973898E-2</c:v>
                </c:pt>
                <c:pt idx="158">
                  <c:v>1.1300000000005639E-2</c:v>
                </c:pt>
                <c:pt idx="159">
                  <c:v>1.1399999999980537E-2</c:v>
                </c:pt>
                <c:pt idx="160">
                  <c:v>1.1399999999980537E-2</c:v>
                </c:pt>
                <c:pt idx="161">
                  <c:v>1.1300000000005639E-2</c:v>
                </c:pt>
                <c:pt idx="162">
                  <c:v>1.1300000000005639E-2</c:v>
                </c:pt>
                <c:pt idx="163">
                  <c:v>1.1300000000005639E-2</c:v>
                </c:pt>
                <c:pt idx="164">
                  <c:v>1.1300000000005639E-2</c:v>
                </c:pt>
                <c:pt idx="165">
                  <c:v>1.1300000000005639E-2</c:v>
                </c:pt>
                <c:pt idx="166">
                  <c:v>1.1199999999973898E-2</c:v>
                </c:pt>
                <c:pt idx="167">
                  <c:v>1.1199999999973898E-2</c:v>
                </c:pt>
                <c:pt idx="168">
                  <c:v>1.1199999999973898E-2</c:v>
                </c:pt>
                <c:pt idx="169">
                  <c:v>1.1199999999973898E-2</c:v>
                </c:pt>
                <c:pt idx="170">
                  <c:v>1.1199999999973898E-2</c:v>
                </c:pt>
                <c:pt idx="171">
                  <c:v>1.1199999999973898E-2</c:v>
                </c:pt>
                <c:pt idx="172">
                  <c:v>1.1199999999973898E-2</c:v>
                </c:pt>
                <c:pt idx="173">
                  <c:v>1.1199999999973898E-2</c:v>
                </c:pt>
                <c:pt idx="174">
                  <c:v>1.1199999999973898E-2</c:v>
                </c:pt>
                <c:pt idx="175">
                  <c:v>1.1199999999973898E-2</c:v>
                </c:pt>
                <c:pt idx="176">
                  <c:v>1.1199999999973898E-2</c:v>
                </c:pt>
                <c:pt idx="177">
                  <c:v>1.1199999999973898E-2</c:v>
                </c:pt>
                <c:pt idx="178">
                  <c:v>1.1199999999973898E-2</c:v>
                </c:pt>
                <c:pt idx="179">
                  <c:v>1.1199999999973898E-2</c:v>
                </c:pt>
                <c:pt idx="180">
                  <c:v>1.1199999999973898E-2</c:v>
                </c:pt>
                <c:pt idx="181">
                  <c:v>1.1199999999973898E-2</c:v>
                </c:pt>
                <c:pt idx="182">
                  <c:v>1.1199999999973898E-2</c:v>
                </c:pt>
                <c:pt idx="183">
                  <c:v>1.0999999999967258E-2</c:v>
                </c:pt>
                <c:pt idx="184">
                  <c:v>1.0799999999960619E-2</c:v>
                </c:pt>
                <c:pt idx="185">
                  <c:v>1.0699999999985721E-2</c:v>
                </c:pt>
                <c:pt idx="186">
                  <c:v>1.0699999999985721E-2</c:v>
                </c:pt>
                <c:pt idx="187">
                  <c:v>1.059999999995398E-2</c:v>
                </c:pt>
                <c:pt idx="188">
                  <c:v>1.059999999995398E-2</c:v>
                </c:pt>
                <c:pt idx="189">
                  <c:v>1.059999999995398E-2</c:v>
                </c:pt>
                <c:pt idx="190">
                  <c:v>1.059999999995398E-2</c:v>
                </c:pt>
                <c:pt idx="191">
                  <c:v>1.059999999995398E-2</c:v>
                </c:pt>
                <c:pt idx="192">
                  <c:v>1.059999999995398E-2</c:v>
                </c:pt>
                <c:pt idx="193">
                  <c:v>1.059999999995398E-2</c:v>
                </c:pt>
                <c:pt idx="194">
                  <c:v>1.059999999995398E-2</c:v>
                </c:pt>
                <c:pt idx="195">
                  <c:v>1.059999999995398E-2</c:v>
                </c:pt>
                <c:pt idx="196">
                  <c:v>1.059999999995398E-2</c:v>
                </c:pt>
                <c:pt idx="197">
                  <c:v>1.059999999995398E-2</c:v>
                </c:pt>
                <c:pt idx="198">
                  <c:v>1.059999999995398E-2</c:v>
                </c:pt>
                <c:pt idx="199">
                  <c:v>1.059999999995398E-2</c:v>
                </c:pt>
                <c:pt idx="200">
                  <c:v>1.059999999995398E-2</c:v>
                </c:pt>
                <c:pt idx="201">
                  <c:v>1.059999999995398E-2</c:v>
                </c:pt>
                <c:pt idx="202">
                  <c:v>1.059999999995398E-2</c:v>
                </c:pt>
                <c:pt idx="203">
                  <c:v>1.059999999995398E-2</c:v>
                </c:pt>
                <c:pt idx="204">
                  <c:v>1.059999999995398E-2</c:v>
                </c:pt>
                <c:pt idx="205">
                  <c:v>1.059999999995398E-2</c:v>
                </c:pt>
                <c:pt idx="206">
                  <c:v>1.0499999999979082E-2</c:v>
                </c:pt>
                <c:pt idx="207">
                  <c:v>1.0499999999979082E-2</c:v>
                </c:pt>
                <c:pt idx="208">
                  <c:v>1.0499999999979082E-2</c:v>
                </c:pt>
                <c:pt idx="209">
                  <c:v>1.0499999999979082E-2</c:v>
                </c:pt>
                <c:pt idx="210">
                  <c:v>1.0499999999979082E-2</c:v>
                </c:pt>
                <c:pt idx="211">
                  <c:v>1.0499999999979082E-2</c:v>
                </c:pt>
                <c:pt idx="212">
                  <c:v>1.0499999999979082E-2</c:v>
                </c:pt>
                <c:pt idx="213">
                  <c:v>1.0499999999979082E-2</c:v>
                </c:pt>
                <c:pt idx="214">
                  <c:v>1.0699999999985721E-2</c:v>
                </c:pt>
                <c:pt idx="215">
                  <c:v>1.0699999999985721E-2</c:v>
                </c:pt>
                <c:pt idx="216">
                  <c:v>1.0699999999985721E-2</c:v>
                </c:pt>
                <c:pt idx="217">
                  <c:v>1.0699999999985721E-2</c:v>
                </c:pt>
                <c:pt idx="218">
                  <c:v>1.0699999999985721E-2</c:v>
                </c:pt>
                <c:pt idx="219">
                  <c:v>1.0699999999985721E-2</c:v>
                </c:pt>
                <c:pt idx="220">
                  <c:v>1.0699999999985721E-2</c:v>
                </c:pt>
                <c:pt idx="221">
                  <c:v>1.0699999999985721E-2</c:v>
                </c:pt>
                <c:pt idx="222">
                  <c:v>1.0699999999985721E-2</c:v>
                </c:pt>
                <c:pt idx="223">
                  <c:v>1.0699999999985721E-2</c:v>
                </c:pt>
                <c:pt idx="224">
                  <c:v>1.0699999999985721E-2</c:v>
                </c:pt>
                <c:pt idx="225">
                  <c:v>1.0699999999985721E-2</c:v>
                </c:pt>
                <c:pt idx="226">
                  <c:v>1.0699999999985721E-2</c:v>
                </c:pt>
                <c:pt idx="227">
                  <c:v>1.0699999999985721E-2</c:v>
                </c:pt>
                <c:pt idx="228">
                  <c:v>1.0699999999985721E-2</c:v>
                </c:pt>
                <c:pt idx="229">
                  <c:v>1.0699999999985721E-2</c:v>
                </c:pt>
                <c:pt idx="230">
                  <c:v>1.0699999999985721E-2</c:v>
                </c:pt>
                <c:pt idx="231">
                  <c:v>1.0699999999985721E-2</c:v>
                </c:pt>
                <c:pt idx="232">
                  <c:v>1.0699999999985721E-2</c:v>
                </c:pt>
                <c:pt idx="233">
                  <c:v>1.0699999999985721E-2</c:v>
                </c:pt>
                <c:pt idx="234">
                  <c:v>1.0699999999985721E-2</c:v>
                </c:pt>
                <c:pt idx="235">
                  <c:v>1.0699999999985721E-2</c:v>
                </c:pt>
                <c:pt idx="236">
                  <c:v>1.0699999999985721E-2</c:v>
                </c:pt>
                <c:pt idx="237">
                  <c:v>1.0699999999985721E-2</c:v>
                </c:pt>
                <c:pt idx="238">
                  <c:v>1.0699999999985721E-2</c:v>
                </c:pt>
                <c:pt idx="239">
                  <c:v>1.0699999999985721E-2</c:v>
                </c:pt>
                <c:pt idx="240">
                  <c:v>1.0699999999985721E-2</c:v>
                </c:pt>
                <c:pt idx="241">
                  <c:v>1.0699999999985721E-2</c:v>
                </c:pt>
                <c:pt idx="242">
                  <c:v>1.0699999999985721E-2</c:v>
                </c:pt>
                <c:pt idx="243">
                  <c:v>1.0699999999985721E-2</c:v>
                </c:pt>
                <c:pt idx="244">
                  <c:v>1.0699999999985721E-2</c:v>
                </c:pt>
                <c:pt idx="245">
                  <c:v>1.0699999999985721E-2</c:v>
                </c:pt>
                <c:pt idx="246">
                  <c:v>1.0699999999985721E-2</c:v>
                </c:pt>
                <c:pt idx="247">
                  <c:v>1.0699999999985721E-2</c:v>
                </c:pt>
                <c:pt idx="248">
                  <c:v>1.0699999999985721E-2</c:v>
                </c:pt>
                <c:pt idx="249">
                  <c:v>1.0699999999985721E-2</c:v>
                </c:pt>
                <c:pt idx="250">
                  <c:v>1.0699999999985721E-2</c:v>
                </c:pt>
                <c:pt idx="251">
                  <c:v>1.0699999999985721E-2</c:v>
                </c:pt>
                <c:pt idx="252">
                  <c:v>1.0699999999985721E-2</c:v>
                </c:pt>
                <c:pt idx="253">
                  <c:v>1.0699999999985721E-2</c:v>
                </c:pt>
                <c:pt idx="254">
                  <c:v>1.0699999999985721E-2</c:v>
                </c:pt>
                <c:pt idx="255">
                  <c:v>1.0699999999985721E-2</c:v>
                </c:pt>
                <c:pt idx="256">
                  <c:v>1.0699999999985721E-2</c:v>
                </c:pt>
                <c:pt idx="257">
                  <c:v>1.0699999999985721E-2</c:v>
                </c:pt>
                <c:pt idx="258">
                  <c:v>1.0699999999985721E-2</c:v>
                </c:pt>
                <c:pt idx="259">
                  <c:v>1.0699999999985721E-2</c:v>
                </c:pt>
                <c:pt idx="260">
                  <c:v>1.0699999999985721E-2</c:v>
                </c:pt>
                <c:pt idx="261">
                  <c:v>1.0699999999985721E-2</c:v>
                </c:pt>
                <c:pt idx="262">
                  <c:v>1.0699999999985721E-2</c:v>
                </c:pt>
                <c:pt idx="263">
                  <c:v>1.0699999999985721E-2</c:v>
                </c:pt>
                <c:pt idx="264">
                  <c:v>1.0699999999985721E-2</c:v>
                </c:pt>
                <c:pt idx="265">
                  <c:v>1.0799999999960619E-2</c:v>
                </c:pt>
                <c:pt idx="266">
                  <c:v>1.089999999999236E-2</c:v>
                </c:pt>
                <c:pt idx="267">
                  <c:v>1.089999999999236E-2</c:v>
                </c:pt>
                <c:pt idx="268">
                  <c:v>1.0999999999967258E-2</c:v>
                </c:pt>
                <c:pt idx="269">
                  <c:v>1.0999999999967258E-2</c:v>
                </c:pt>
                <c:pt idx="270">
                  <c:v>1.0999999999967258E-2</c:v>
                </c:pt>
                <c:pt idx="271">
                  <c:v>1.0999999999967258E-2</c:v>
                </c:pt>
                <c:pt idx="272">
                  <c:v>1.1099999999999E-2</c:v>
                </c:pt>
                <c:pt idx="273">
                  <c:v>1.1099999999999E-2</c:v>
                </c:pt>
                <c:pt idx="274">
                  <c:v>1.1099999999999E-2</c:v>
                </c:pt>
                <c:pt idx="275">
                  <c:v>1.1099999999999E-2</c:v>
                </c:pt>
                <c:pt idx="276">
                  <c:v>1.1099999999999E-2</c:v>
                </c:pt>
                <c:pt idx="277">
                  <c:v>1.1099999999999E-2</c:v>
                </c:pt>
                <c:pt idx="278">
                  <c:v>1.1199999999973898E-2</c:v>
                </c:pt>
                <c:pt idx="279">
                  <c:v>1.1199999999973898E-2</c:v>
                </c:pt>
                <c:pt idx="280">
                  <c:v>1.1199999999973898E-2</c:v>
                </c:pt>
                <c:pt idx="281">
                  <c:v>1.1199999999973898E-2</c:v>
                </c:pt>
                <c:pt idx="282">
                  <c:v>1.1199999999973898E-2</c:v>
                </c:pt>
                <c:pt idx="283">
                  <c:v>1.1199999999973898E-2</c:v>
                </c:pt>
                <c:pt idx="284">
                  <c:v>1.1199999999973898E-2</c:v>
                </c:pt>
                <c:pt idx="285">
                  <c:v>1.1199999999973898E-2</c:v>
                </c:pt>
                <c:pt idx="286">
                  <c:v>1.1199999999973898E-2</c:v>
                </c:pt>
                <c:pt idx="287">
                  <c:v>1.1199999999973898E-2</c:v>
                </c:pt>
                <c:pt idx="288">
                  <c:v>1.1199999999973898E-2</c:v>
                </c:pt>
                <c:pt idx="289">
                  <c:v>1.1199999999973898E-2</c:v>
                </c:pt>
                <c:pt idx="290">
                  <c:v>1.1199999999973898E-2</c:v>
                </c:pt>
                <c:pt idx="291">
                  <c:v>1.1199999999973898E-2</c:v>
                </c:pt>
                <c:pt idx="292">
                  <c:v>1.1199999999973898E-2</c:v>
                </c:pt>
                <c:pt idx="293">
                  <c:v>1.1199999999973898E-2</c:v>
                </c:pt>
                <c:pt idx="294">
                  <c:v>1.1199999999973898E-2</c:v>
                </c:pt>
                <c:pt idx="295">
                  <c:v>1.1199999999973898E-2</c:v>
                </c:pt>
                <c:pt idx="296">
                  <c:v>1.1199999999973898E-2</c:v>
                </c:pt>
                <c:pt idx="297">
                  <c:v>1.1199999999973898E-2</c:v>
                </c:pt>
                <c:pt idx="298">
                  <c:v>1.1199999999973898E-2</c:v>
                </c:pt>
                <c:pt idx="299">
                  <c:v>1.1199999999973898E-2</c:v>
                </c:pt>
                <c:pt idx="300">
                  <c:v>1.1199999999973898E-2</c:v>
                </c:pt>
                <c:pt idx="301">
                  <c:v>1.1199999999973898E-2</c:v>
                </c:pt>
                <c:pt idx="302">
                  <c:v>1.1199999999973898E-2</c:v>
                </c:pt>
                <c:pt idx="303">
                  <c:v>1.1199999999973898E-2</c:v>
                </c:pt>
                <c:pt idx="304">
                  <c:v>1.1199999999973898E-2</c:v>
                </c:pt>
                <c:pt idx="305">
                  <c:v>1.1199999999973898E-2</c:v>
                </c:pt>
                <c:pt idx="306">
                  <c:v>1.1199999999973898E-2</c:v>
                </c:pt>
                <c:pt idx="307">
                  <c:v>1.1199999999973898E-2</c:v>
                </c:pt>
                <c:pt idx="308">
                  <c:v>1.1199999999973898E-2</c:v>
                </c:pt>
                <c:pt idx="309">
                  <c:v>1.1199999999973898E-2</c:v>
                </c:pt>
                <c:pt idx="310">
                  <c:v>1.1199999999973898E-2</c:v>
                </c:pt>
                <c:pt idx="311">
                  <c:v>1.1199999999973898E-2</c:v>
                </c:pt>
                <c:pt idx="312">
                  <c:v>1.1199999999973898E-2</c:v>
                </c:pt>
                <c:pt idx="313">
                  <c:v>1.1199999999973898E-2</c:v>
                </c:pt>
                <c:pt idx="314">
                  <c:v>1.1199999999973898E-2</c:v>
                </c:pt>
                <c:pt idx="315">
                  <c:v>1.1399999999980537E-2</c:v>
                </c:pt>
                <c:pt idx="316">
                  <c:v>1.1399999999980537E-2</c:v>
                </c:pt>
                <c:pt idx="317">
                  <c:v>1.1399999999980537E-2</c:v>
                </c:pt>
                <c:pt idx="318">
                  <c:v>1.1300000000005639E-2</c:v>
                </c:pt>
                <c:pt idx="319">
                  <c:v>1.1300000000005639E-2</c:v>
                </c:pt>
                <c:pt idx="320">
                  <c:v>1.1300000000005639E-2</c:v>
                </c:pt>
                <c:pt idx="321">
                  <c:v>1.1300000000005639E-2</c:v>
                </c:pt>
                <c:pt idx="322">
                  <c:v>1.1300000000005639E-2</c:v>
                </c:pt>
                <c:pt idx="323">
                  <c:v>1.1199999999973898E-2</c:v>
                </c:pt>
                <c:pt idx="324">
                  <c:v>1.1199999999973898E-2</c:v>
                </c:pt>
                <c:pt idx="325">
                  <c:v>1.1199999999973898E-2</c:v>
                </c:pt>
                <c:pt idx="326">
                  <c:v>1.1199999999973898E-2</c:v>
                </c:pt>
                <c:pt idx="327">
                  <c:v>1.1199999999973898E-2</c:v>
                </c:pt>
                <c:pt idx="328">
                  <c:v>1.1199999999973898E-2</c:v>
                </c:pt>
                <c:pt idx="329">
                  <c:v>1.1199999999973898E-2</c:v>
                </c:pt>
                <c:pt idx="330">
                  <c:v>1.1199999999973898E-2</c:v>
                </c:pt>
                <c:pt idx="331">
                  <c:v>1.1199999999973898E-2</c:v>
                </c:pt>
                <c:pt idx="332">
                  <c:v>1.1199999999973898E-2</c:v>
                </c:pt>
                <c:pt idx="333">
                  <c:v>1.1199999999973898E-2</c:v>
                </c:pt>
                <c:pt idx="334">
                  <c:v>1.1199999999973898E-2</c:v>
                </c:pt>
                <c:pt idx="335">
                  <c:v>1.1199999999973898E-2</c:v>
                </c:pt>
                <c:pt idx="336">
                  <c:v>1.1199999999973898E-2</c:v>
                </c:pt>
                <c:pt idx="337">
                  <c:v>1.1199999999973898E-2</c:v>
                </c:pt>
                <c:pt idx="338">
                  <c:v>1.1199999999973898E-2</c:v>
                </c:pt>
                <c:pt idx="339">
                  <c:v>1.1199999999973898E-2</c:v>
                </c:pt>
                <c:pt idx="340">
                  <c:v>1.0999999999967258E-2</c:v>
                </c:pt>
                <c:pt idx="341">
                  <c:v>1.0799999999960619E-2</c:v>
                </c:pt>
                <c:pt idx="342">
                  <c:v>1.0699999999985721E-2</c:v>
                </c:pt>
                <c:pt idx="343">
                  <c:v>1.0699999999985721E-2</c:v>
                </c:pt>
                <c:pt idx="344">
                  <c:v>1.059999999995398E-2</c:v>
                </c:pt>
                <c:pt idx="345">
                  <c:v>1.059999999995398E-2</c:v>
                </c:pt>
                <c:pt idx="346">
                  <c:v>1.059999999995398E-2</c:v>
                </c:pt>
                <c:pt idx="347">
                  <c:v>1.059999999995398E-2</c:v>
                </c:pt>
                <c:pt idx="348">
                  <c:v>1.059999999995398E-2</c:v>
                </c:pt>
                <c:pt idx="349">
                  <c:v>1.059999999995398E-2</c:v>
                </c:pt>
                <c:pt idx="350">
                  <c:v>1.059999999995398E-2</c:v>
                </c:pt>
                <c:pt idx="351">
                  <c:v>1.059999999995398E-2</c:v>
                </c:pt>
                <c:pt idx="352">
                  <c:v>1.059999999995398E-2</c:v>
                </c:pt>
                <c:pt idx="353">
                  <c:v>1.059999999995398E-2</c:v>
                </c:pt>
                <c:pt idx="354">
                  <c:v>1.059999999995398E-2</c:v>
                </c:pt>
                <c:pt idx="355">
                  <c:v>1.059999999995398E-2</c:v>
                </c:pt>
                <c:pt idx="356">
                  <c:v>1.059999999995398E-2</c:v>
                </c:pt>
                <c:pt idx="357">
                  <c:v>1.059999999995398E-2</c:v>
                </c:pt>
                <c:pt idx="358">
                  <c:v>1.059999999995398E-2</c:v>
                </c:pt>
                <c:pt idx="359">
                  <c:v>1.059999999995398E-2</c:v>
                </c:pt>
                <c:pt idx="360">
                  <c:v>1.059999999995398E-2</c:v>
                </c:pt>
                <c:pt idx="361">
                  <c:v>1.059999999995398E-2</c:v>
                </c:pt>
                <c:pt idx="362">
                  <c:v>1.059999999995398E-2</c:v>
                </c:pt>
                <c:pt idx="363">
                  <c:v>1.059999999995398E-2</c:v>
                </c:pt>
                <c:pt idx="364">
                  <c:v>1.0499999999979082E-2</c:v>
                </c:pt>
                <c:pt idx="365">
                  <c:v>1.0499999999979082E-2</c:v>
                </c:pt>
                <c:pt idx="366">
                  <c:v>1.0499999999979082E-2</c:v>
                </c:pt>
                <c:pt idx="367">
                  <c:v>1.0499999999979082E-2</c:v>
                </c:pt>
                <c:pt idx="368">
                  <c:v>1.0499999999979082E-2</c:v>
                </c:pt>
                <c:pt idx="369">
                  <c:v>1.0499999999979082E-2</c:v>
                </c:pt>
                <c:pt idx="370">
                  <c:v>1.0499999999979082E-2</c:v>
                </c:pt>
                <c:pt idx="371">
                  <c:v>1.0499999999979082E-2</c:v>
                </c:pt>
                <c:pt idx="372">
                  <c:v>1.0699999999985721E-2</c:v>
                </c:pt>
                <c:pt idx="373">
                  <c:v>1.0699999999985721E-2</c:v>
                </c:pt>
                <c:pt idx="374">
                  <c:v>1.0699999999985721E-2</c:v>
                </c:pt>
                <c:pt idx="375">
                  <c:v>1.0699999999985721E-2</c:v>
                </c:pt>
                <c:pt idx="376">
                  <c:v>1.0699999999985721E-2</c:v>
                </c:pt>
                <c:pt idx="377">
                  <c:v>1.0699999999985721E-2</c:v>
                </c:pt>
                <c:pt idx="378">
                  <c:v>1.0699999999985721E-2</c:v>
                </c:pt>
                <c:pt idx="379">
                  <c:v>1.0699999999985721E-2</c:v>
                </c:pt>
                <c:pt idx="380">
                  <c:v>1.0699999999985721E-2</c:v>
                </c:pt>
                <c:pt idx="381">
                  <c:v>1.0699999999985721E-2</c:v>
                </c:pt>
                <c:pt idx="382">
                  <c:v>1.0699999999985721E-2</c:v>
                </c:pt>
                <c:pt idx="383">
                  <c:v>1.0699999999985721E-2</c:v>
                </c:pt>
                <c:pt idx="384">
                  <c:v>1.0699999999985721E-2</c:v>
                </c:pt>
                <c:pt idx="385">
                  <c:v>1.0699999999985721E-2</c:v>
                </c:pt>
                <c:pt idx="386">
                  <c:v>1.0699999999985721E-2</c:v>
                </c:pt>
                <c:pt idx="387">
                  <c:v>1.0699999999985721E-2</c:v>
                </c:pt>
                <c:pt idx="388">
                  <c:v>1.0699999999985721E-2</c:v>
                </c:pt>
                <c:pt idx="389">
                  <c:v>1.0699999999985721E-2</c:v>
                </c:pt>
                <c:pt idx="390">
                  <c:v>1.0699999999985721E-2</c:v>
                </c:pt>
                <c:pt idx="391">
                  <c:v>1.0699999999985721E-2</c:v>
                </c:pt>
                <c:pt idx="392">
                  <c:v>1.0699999999985721E-2</c:v>
                </c:pt>
                <c:pt idx="393">
                  <c:v>1.0699999999985721E-2</c:v>
                </c:pt>
                <c:pt idx="394">
                  <c:v>1.0699999999985721E-2</c:v>
                </c:pt>
                <c:pt idx="395">
                  <c:v>1.0699999999985721E-2</c:v>
                </c:pt>
                <c:pt idx="396">
                  <c:v>1.0699999999985721E-2</c:v>
                </c:pt>
                <c:pt idx="397">
                  <c:v>1.0699999999985721E-2</c:v>
                </c:pt>
                <c:pt idx="398">
                  <c:v>1.0699999999985721E-2</c:v>
                </c:pt>
                <c:pt idx="399">
                  <c:v>1.0699999999985721E-2</c:v>
                </c:pt>
                <c:pt idx="400">
                  <c:v>1.0699999999985721E-2</c:v>
                </c:pt>
                <c:pt idx="401">
                  <c:v>1.0699999999985721E-2</c:v>
                </c:pt>
                <c:pt idx="402">
                  <c:v>1.0699999999985721E-2</c:v>
                </c:pt>
                <c:pt idx="403">
                  <c:v>1.0699999999985721E-2</c:v>
                </c:pt>
                <c:pt idx="404">
                  <c:v>1.0699999999985721E-2</c:v>
                </c:pt>
                <c:pt idx="405">
                  <c:v>1.0699999999985721E-2</c:v>
                </c:pt>
                <c:pt idx="406">
                  <c:v>1.0699999999985721E-2</c:v>
                </c:pt>
                <c:pt idx="407">
                  <c:v>1.0699999999985721E-2</c:v>
                </c:pt>
                <c:pt idx="408">
                  <c:v>1.0699999999985721E-2</c:v>
                </c:pt>
                <c:pt idx="409">
                  <c:v>1.0699999999985721E-2</c:v>
                </c:pt>
                <c:pt idx="410">
                  <c:v>1.0699999999985721E-2</c:v>
                </c:pt>
                <c:pt idx="411">
                  <c:v>1.0699999999985721E-2</c:v>
                </c:pt>
                <c:pt idx="412">
                  <c:v>1.0699999999985721E-2</c:v>
                </c:pt>
                <c:pt idx="413">
                  <c:v>1.0699999999985721E-2</c:v>
                </c:pt>
                <c:pt idx="414">
                  <c:v>1.0699999999985721E-2</c:v>
                </c:pt>
                <c:pt idx="415">
                  <c:v>1.0699999999985721E-2</c:v>
                </c:pt>
                <c:pt idx="416">
                  <c:v>1.0699999999985721E-2</c:v>
                </c:pt>
                <c:pt idx="417">
                  <c:v>1.0699999999985721E-2</c:v>
                </c:pt>
                <c:pt idx="418">
                  <c:v>1.0699999999985721E-2</c:v>
                </c:pt>
                <c:pt idx="419">
                  <c:v>1.0699999999985721E-2</c:v>
                </c:pt>
                <c:pt idx="420">
                  <c:v>1.0699999999985721E-2</c:v>
                </c:pt>
                <c:pt idx="421">
                  <c:v>1.0699999999985721E-2</c:v>
                </c:pt>
                <c:pt idx="422">
                  <c:v>1.0699999999985721E-2</c:v>
                </c:pt>
                <c:pt idx="423">
                  <c:v>1.0799999999960619E-2</c:v>
                </c:pt>
                <c:pt idx="424">
                  <c:v>1.089999999999236E-2</c:v>
                </c:pt>
                <c:pt idx="425">
                  <c:v>1.089999999999236E-2</c:v>
                </c:pt>
                <c:pt idx="426">
                  <c:v>1.0999999999967258E-2</c:v>
                </c:pt>
                <c:pt idx="427">
                  <c:v>1.0999999999967258E-2</c:v>
                </c:pt>
                <c:pt idx="428">
                  <c:v>1.0999999999967258E-2</c:v>
                </c:pt>
                <c:pt idx="429">
                  <c:v>1.1099999999999E-2</c:v>
                </c:pt>
                <c:pt idx="430">
                  <c:v>1.1099999999999E-2</c:v>
                </c:pt>
                <c:pt idx="431">
                  <c:v>1.1099999999999E-2</c:v>
                </c:pt>
                <c:pt idx="432">
                  <c:v>1.1099999999999E-2</c:v>
                </c:pt>
                <c:pt idx="433">
                  <c:v>1.1099999999999E-2</c:v>
                </c:pt>
                <c:pt idx="434">
                  <c:v>1.1099999999999E-2</c:v>
                </c:pt>
                <c:pt idx="435">
                  <c:v>1.1099999999999E-2</c:v>
                </c:pt>
                <c:pt idx="436">
                  <c:v>1.1199999999973898E-2</c:v>
                </c:pt>
                <c:pt idx="437">
                  <c:v>1.1199999999973898E-2</c:v>
                </c:pt>
                <c:pt idx="438">
                  <c:v>1.1199999999973898E-2</c:v>
                </c:pt>
                <c:pt idx="439">
                  <c:v>1.1199999999973898E-2</c:v>
                </c:pt>
                <c:pt idx="440">
                  <c:v>1.1199999999973898E-2</c:v>
                </c:pt>
                <c:pt idx="441">
                  <c:v>1.1199999999973898E-2</c:v>
                </c:pt>
                <c:pt idx="442">
                  <c:v>1.1199999999973898E-2</c:v>
                </c:pt>
                <c:pt idx="443">
                  <c:v>1.1199999999973898E-2</c:v>
                </c:pt>
                <c:pt idx="444">
                  <c:v>1.1199999999973898E-2</c:v>
                </c:pt>
                <c:pt idx="445">
                  <c:v>1.1199999999973898E-2</c:v>
                </c:pt>
                <c:pt idx="446">
                  <c:v>1.1199999999973898E-2</c:v>
                </c:pt>
                <c:pt idx="447">
                  <c:v>1.1199999999973898E-2</c:v>
                </c:pt>
                <c:pt idx="448">
                  <c:v>1.1199999999973898E-2</c:v>
                </c:pt>
                <c:pt idx="449">
                  <c:v>1.1199999999973898E-2</c:v>
                </c:pt>
                <c:pt idx="450">
                  <c:v>1.1199999999973898E-2</c:v>
                </c:pt>
                <c:pt idx="451">
                  <c:v>1.1199999999973898E-2</c:v>
                </c:pt>
                <c:pt idx="452">
                  <c:v>1.1199999999973898E-2</c:v>
                </c:pt>
                <c:pt idx="453">
                  <c:v>1.1199999999973898E-2</c:v>
                </c:pt>
                <c:pt idx="454">
                  <c:v>1.1199999999973898E-2</c:v>
                </c:pt>
                <c:pt idx="455">
                  <c:v>1.1199999999973898E-2</c:v>
                </c:pt>
                <c:pt idx="456">
                  <c:v>1.1199999999973898E-2</c:v>
                </c:pt>
                <c:pt idx="457">
                  <c:v>1.1199999999973898E-2</c:v>
                </c:pt>
                <c:pt idx="458">
                  <c:v>1.1199999999973898E-2</c:v>
                </c:pt>
                <c:pt idx="459">
                  <c:v>1.1199999999973898E-2</c:v>
                </c:pt>
                <c:pt idx="460">
                  <c:v>1.1199999999973898E-2</c:v>
                </c:pt>
                <c:pt idx="461">
                  <c:v>1.1199999999973898E-2</c:v>
                </c:pt>
                <c:pt idx="462">
                  <c:v>1.1199999999973898E-2</c:v>
                </c:pt>
                <c:pt idx="463">
                  <c:v>1.1199999999973898E-2</c:v>
                </c:pt>
                <c:pt idx="464">
                  <c:v>1.1199999999973898E-2</c:v>
                </c:pt>
                <c:pt idx="465">
                  <c:v>1.1199999999973898E-2</c:v>
                </c:pt>
                <c:pt idx="466">
                  <c:v>1.1199999999973898E-2</c:v>
                </c:pt>
                <c:pt idx="467">
                  <c:v>1.1199999999973898E-2</c:v>
                </c:pt>
                <c:pt idx="468">
                  <c:v>1.1199999999973898E-2</c:v>
                </c:pt>
                <c:pt idx="469">
                  <c:v>1.1199999999973898E-2</c:v>
                </c:pt>
                <c:pt idx="470">
                  <c:v>1.1199999999973898E-2</c:v>
                </c:pt>
                <c:pt idx="471">
                  <c:v>1.1199999999973898E-2</c:v>
                </c:pt>
                <c:pt idx="472">
                  <c:v>1.1199999999973898E-2</c:v>
                </c:pt>
                <c:pt idx="473">
                  <c:v>1.1300000000005639E-2</c:v>
                </c:pt>
                <c:pt idx="474">
                  <c:v>1.1399999999980537E-2</c:v>
                </c:pt>
                <c:pt idx="475">
                  <c:v>1.1399999999980537E-2</c:v>
                </c:pt>
                <c:pt idx="476">
                  <c:v>1.1399999999980537E-2</c:v>
                </c:pt>
                <c:pt idx="477">
                  <c:v>1.1300000000005639E-2</c:v>
                </c:pt>
                <c:pt idx="478">
                  <c:v>1.1300000000005639E-2</c:v>
                </c:pt>
                <c:pt idx="479">
                  <c:v>1.1300000000005639E-2</c:v>
                </c:pt>
                <c:pt idx="480">
                  <c:v>1.1300000000005639E-2</c:v>
                </c:pt>
                <c:pt idx="481">
                  <c:v>1.1300000000005639E-2</c:v>
                </c:pt>
                <c:pt idx="482">
                  <c:v>1.1199999999973898E-2</c:v>
                </c:pt>
                <c:pt idx="483">
                  <c:v>1.1199999999973898E-2</c:v>
                </c:pt>
                <c:pt idx="484">
                  <c:v>1.1199999999973898E-2</c:v>
                </c:pt>
                <c:pt idx="485">
                  <c:v>1.1199999999973898E-2</c:v>
                </c:pt>
                <c:pt idx="486">
                  <c:v>1.1199999999973898E-2</c:v>
                </c:pt>
                <c:pt idx="487">
                  <c:v>1.1199999999973898E-2</c:v>
                </c:pt>
                <c:pt idx="488">
                  <c:v>1.1199999999973898E-2</c:v>
                </c:pt>
                <c:pt idx="489">
                  <c:v>1.1199999999973898E-2</c:v>
                </c:pt>
                <c:pt idx="490">
                  <c:v>1.1199999999973898E-2</c:v>
                </c:pt>
                <c:pt idx="491">
                  <c:v>1.1199999999973898E-2</c:v>
                </c:pt>
                <c:pt idx="492">
                  <c:v>1.1199999999973898E-2</c:v>
                </c:pt>
                <c:pt idx="493">
                  <c:v>1.1199999999973898E-2</c:v>
                </c:pt>
                <c:pt idx="494">
                  <c:v>1.1199999999973898E-2</c:v>
                </c:pt>
                <c:pt idx="495">
                  <c:v>1.1199999999973898E-2</c:v>
                </c:pt>
                <c:pt idx="496">
                  <c:v>1.1199999999973898E-2</c:v>
                </c:pt>
                <c:pt idx="497">
                  <c:v>1.1199999999973898E-2</c:v>
                </c:pt>
                <c:pt idx="498">
                  <c:v>1.1199999999973898E-2</c:v>
                </c:pt>
                <c:pt idx="499">
                  <c:v>1.0999999999967258E-2</c:v>
                </c:pt>
                <c:pt idx="500">
                  <c:v>1.0799999999960619E-2</c:v>
                </c:pt>
                <c:pt idx="501">
                  <c:v>1.0699999999985721E-2</c:v>
                </c:pt>
                <c:pt idx="502">
                  <c:v>1.059999999995398E-2</c:v>
                </c:pt>
                <c:pt idx="503">
                  <c:v>1.059999999995398E-2</c:v>
                </c:pt>
                <c:pt idx="504">
                  <c:v>1.059999999995398E-2</c:v>
                </c:pt>
                <c:pt idx="505">
                  <c:v>1.059999999995398E-2</c:v>
                </c:pt>
                <c:pt idx="506">
                  <c:v>1.059999999995398E-2</c:v>
                </c:pt>
                <c:pt idx="507">
                  <c:v>1.059999999995398E-2</c:v>
                </c:pt>
                <c:pt idx="508">
                  <c:v>1.059999999995398E-2</c:v>
                </c:pt>
                <c:pt idx="509">
                  <c:v>1.059999999995398E-2</c:v>
                </c:pt>
                <c:pt idx="510">
                  <c:v>1.059999999995398E-2</c:v>
                </c:pt>
                <c:pt idx="511">
                  <c:v>1.059999999995398E-2</c:v>
                </c:pt>
                <c:pt idx="512">
                  <c:v>1.059999999995398E-2</c:v>
                </c:pt>
                <c:pt idx="513">
                  <c:v>1.059999999995398E-2</c:v>
                </c:pt>
                <c:pt idx="514">
                  <c:v>1.059999999995398E-2</c:v>
                </c:pt>
                <c:pt idx="515">
                  <c:v>1.059999999995398E-2</c:v>
                </c:pt>
                <c:pt idx="516">
                  <c:v>1.059999999995398E-2</c:v>
                </c:pt>
                <c:pt idx="517">
                  <c:v>1.059999999995398E-2</c:v>
                </c:pt>
                <c:pt idx="518">
                  <c:v>1.059999999995398E-2</c:v>
                </c:pt>
                <c:pt idx="519">
                  <c:v>1.059999999995398E-2</c:v>
                </c:pt>
                <c:pt idx="520">
                  <c:v>1.059999999995398E-2</c:v>
                </c:pt>
                <c:pt idx="521">
                  <c:v>1.059999999995398E-2</c:v>
                </c:pt>
                <c:pt idx="522">
                  <c:v>1.0499999999979082E-2</c:v>
                </c:pt>
                <c:pt idx="523">
                  <c:v>1.0499999999979082E-2</c:v>
                </c:pt>
                <c:pt idx="524">
                  <c:v>1.0499999999979082E-2</c:v>
                </c:pt>
                <c:pt idx="525">
                  <c:v>1.0499999999979082E-2</c:v>
                </c:pt>
                <c:pt idx="526">
                  <c:v>1.0499999999979082E-2</c:v>
                </c:pt>
                <c:pt idx="527">
                  <c:v>1.0499999999979082E-2</c:v>
                </c:pt>
                <c:pt idx="528">
                  <c:v>1.0499999999979082E-2</c:v>
                </c:pt>
                <c:pt idx="529">
                  <c:v>1.059999999995398E-2</c:v>
                </c:pt>
                <c:pt idx="530">
                  <c:v>1.0699999999985721E-2</c:v>
                </c:pt>
                <c:pt idx="531">
                  <c:v>1.0699999999985721E-2</c:v>
                </c:pt>
                <c:pt idx="532">
                  <c:v>1.0699999999985721E-2</c:v>
                </c:pt>
              </c:numCache>
            </c:numRef>
          </c:yVal>
          <c:smooth val="1"/>
          <c:extLst>
            <c:ext xmlns:c16="http://schemas.microsoft.com/office/drawing/2014/chart" uri="{C3380CC4-5D6E-409C-BE32-E72D297353CC}">
              <c16:uniqueId val="{00000014-1510-4437-9CAD-7ED8315A59D8}"/>
            </c:ext>
          </c:extLst>
        </c:ser>
        <c:ser>
          <c:idx val="21"/>
          <c:order val="21"/>
          <c:tx>
            <c:strRef>
              <c:f>SM50000_TEMPSoc5l2_50000!$PJ$1</c:f>
              <c:strCache>
                <c:ptCount val="1"/>
                <c:pt idx="0">
                  <c:v>TELE_SM_INTERIOR.281</c:v>
                </c:pt>
              </c:strCache>
            </c:strRef>
          </c:tx>
          <c:spPr>
            <a:ln w="19050" cap="rnd">
              <a:solidFill>
                <a:schemeClr val="accent4">
                  <a:lumMod val="80000"/>
                </a:schemeClr>
              </a:solidFill>
              <a:round/>
            </a:ln>
            <a:effectLst/>
          </c:spPr>
          <c:marker>
            <c:symbol val="circle"/>
            <c:size val="5"/>
            <c:spPr>
              <a:solidFill>
                <a:schemeClr val="accent4">
                  <a:lumMod val="80000"/>
                </a:schemeClr>
              </a:solidFill>
              <a:ln w="9525">
                <a:solidFill>
                  <a:schemeClr val="accent4">
                    <a:lumMod val="8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SM50000_TEMPSoc5l2_50000!$PJ$2:$PJ$536</c:f>
              <c:numCache>
                <c:formatCode>General</c:formatCode>
                <c:ptCount val="533"/>
                <c:pt idx="0">
                  <c:v>0</c:v>
                </c:pt>
                <c:pt idx="1">
                  <c:v>5.8000000000220098E-3</c:v>
                </c:pt>
                <c:pt idx="2">
                  <c:v>6.9000000000301043E-3</c:v>
                </c:pt>
                <c:pt idx="3">
                  <c:v>7.4000000000182808E-3</c:v>
                </c:pt>
                <c:pt idx="4">
                  <c:v>7.6999999999998181E-3</c:v>
                </c:pt>
                <c:pt idx="5">
                  <c:v>7.9000000000064574E-3</c:v>
                </c:pt>
                <c:pt idx="6">
                  <c:v>8.0000000000381988E-3</c:v>
                </c:pt>
                <c:pt idx="7">
                  <c:v>8.1000000000130967E-3</c:v>
                </c:pt>
                <c:pt idx="8">
                  <c:v>8.300000000019736E-3</c:v>
                </c:pt>
                <c:pt idx="9">
                  <c:v>8.399999999994634E-3</c:v>
                </c:pt>
                <c:pt idx="10">
                  <c:v>8.5000000000263753E-3</c:v>
                </c:pt>
                <c:pt idx="11">
                  <c:v>8.6000000000012733E-3</c:v>
                </c:pt>
                <c:pt idx="12">
                  <c:v>8.8000000000079126E-3</c:v>
                </c:pt>
                <c:pt idx="13">
                  <c:v>8.900000000039654E-3</c:v>
                </c:pt>
                <c:pt idx="14">
                  <c:v>9.0000000000145519E-3</c:v>
                </c:pt>
                <c:pt idx="15">
                  <c:v>9.1000000000462933E-3</c:v>
                </c:pt>
                <c:pt idx="16">
                  <c:v>9.2000000000211912E-3</c:v>
                </c:pt>
                <c:pt idx="17">
                  <c:v>9.2999999999960892E-3</c:v>
                </c:pt>
                <c:pt idx="18">
                  <c:v>9.4000000000278305E-3</c:v>
                </c:pt>
                <c:pt idx="19">
                  <c:v>9.5000000000027285E-3</c:v>
                </c:pt>
                <c:pt idx="20">
                  <c:v>9.6000000000344698E-3</c:v>
                </c:pt>
                <c:pt idx="21">
                  <c:v>9.7000000000093678E-3</c:v>
                </c:pt>
                <c:pt idx="22">
                  <c:v>9.7000000000093678E-3</c:v>
                </c:pt>
                <c:pt idx="23">
                  <c:v>9.8000000000411092E-3</c:v>
                </c:pt>
                <c:pt idx="24">
                  <c:v>9.9000000000160071E-3</c:v>
                </c:pt>
                <c:pt idx="25">
                  <c:v>9.9000000000160071E-3</c:v>
                </c:pt>
                <c:pt idx="26">
                  <c:v>1.0000000000047748E-2</c:v>
                </c:pt>
                <c:pt idx="27">
                  <c:v>1.0000000000047748E-2</c:v>
                </c:pt>
                <c:pt idx="28">
                  <c:v>1.0100000000022646E-2</c:v>
                </c:pt>
                <c:pt idx="29">
                  <c:v>1.0100000000022646E-2</c:v>
                </c:pt>
                <c:pt idx="30">
                  <c:v>1.0199999999997544E-2</c:v>
                </c:pt>
                <c:pt idx="31">
                  <c:v>1.0199999999997544E-2</c:v>
                </c:pt>
                <c:pt idx="32">
                  <c:v>1.0300000000029286E-2</c:v>
                </c:pt>
                <c:pt idx="33">
                  <c:v>1.0300000000029286E-2</c:v>
                </c:pt>
                <c:pt idx="34">
                  <c:v>1.0400000000004184E-2</c:v>
                </c:pt>
                <c:pt idx="35">
                  <c:v>1.0400000000004184E-2</c:v>
                </c:pt>
                <c:pt idx="36">
                  <c:v>1.0400000000004184E-2</c:v>
                </c:pt>
                <c:pt idx="37">
                  <c:v>1.0500000000035925E-2</c:v>
                </c:pt>
                <c:pt idx="38">
                  <c:v>1.0500000000035925E-2</c:v>
                </c:pt>
                <c:pt idx="39">
                  <c:v>1.0500000000035925E-2</c:v>
                </c:pt>
                <c:pt idx="40">
                  <c:v>1.0500000000035925E-2</c:v>
                </c:pt>
                <c:pt idx="41">
                  <c:v>1.0500000000035925E-2</c:v>
                </c:pt>
                <c:pt idx="42">
                  <c:v>1.0600000000010823E-2</c:v>
                </c:pt>
                <c:pt idx="43">
                  <c:v>1.0600000000010823E-2</c:v>
                </c:pt>
                <c:pt idx="44">
                  <c:v>1.0600000000010823E-2</c:v>
                </c:pt>
                <c:pt idx="45">
                  <c:v>1.0600000000010823E-2</c:v>
                </c:pt>
                <c:pt idx="46">
                  <c:v>1.0600000000010823E-2</c:v>
                </c:pt>
                <c:pt idx="47">
                  <c:v>1.0600000000010823E-2</c:v>
                </c:pt>
                <c:pt idx="48">
                  <c:v>1.0600000000010823E-2</c:v>
                </c:pt>
                <c:pt idx="49">
                  <c:v>1.0600000000010823E-2</c:v>
                </c:pt>
                <c:pt idx="50">
                  <c:v>1.0600000000010823E-2</c:v>
                </c:pt>
                <c:pt idx="51">
                  <c:v>1.0700000000042564E-2</c:v>
                </c:pt>
                <c:pt idx="52">
                  <c:v>1.0700000000042564E-2</c:v>
                </c:pt>
                <c:pt idx="53">
                  <c:v>1.0700000000042564E-2</c:v>
                </c:pt>
                <c:pt idx="54">
                  <c:v>1.0700000000042564E-2</c:v>
                </c:pt>
                <c:pt idx="55">
                  <c:v>1.0700000000042564E-2</c:v>
                </c:pt>
                <c:pt idx="56">
                  <c:v>1.0700000000042564E-2</c:v>
                </c:pt>
                <c:pt idx="57">
                  <c:v>1.0800000000017462E-2</c:v>
                </c:pt>
                <c:pt idx="58">
                  <c:v>1.0800000000017462E-2</c:v>
                </c:pt>
                <c:pt idx="59">
                  <c:v>1.0800000000017462E-2</c:v>
                </c:pt>
                <c:pt idx="60">
                  <c:v>1.0800000000017462E-2</c:v>
                </c:pt>
                <c:pt idx="61">
                  <c:v>1.0800000000017462E-2</c:v>
                </c:pt>
                <c:pt idx="62">
                  <c:v>1.0800000000017462E-2</c:v>
                </c:pt>
                <c:pt idx="63">
                  <c:v>1.0800000000017462E-2</c:v>
                </c:pt>
                <c:pt idx="64">
                  <c:v>1.0800000000017462E-2</c:v>
                </c:pt>
                <c:pt idx="65">
                  <c:v>1.0800000000017462E-2</c:v>
                </c:pt>
                <c:pt idx="66">
                  <c:v>1.0800000000017462E-2</c:v>
                </c:pt>
                <c:pt idx="67">
                  <c:v>1.0800000000017462E-2</c:v>
                </c:pt>
                <c:pt idx="68">
                  <c:v>1.0800000000017462E-2</c:v>
                </c:pt>
                <c:pt idx="69">
                  <c:v>1.0800000000017462E-2</c:v>
                </c:pt>
                <c:pt idx="70">
                  <c:v>1.0800000000017462E-2</c:v>
                </c:pt>
                <c:pt idx="71">
                  <c:v>1.0800000000017462E-2</c:v>
                </c:pt>
                <c:pt idx="72">
                  <c:v>1.0800000000017462E-2</c:v>
                </c:pt>
                <c:pt idx="73">
                  <c:v>1.0800000000017462E-2</c:v>
                </c:pt>
                <c:pt idx="74">
                  <c:v>1.0800000000017462E-2</c:v>
                </c:pt>
                <c:pt idx="75">
                  <c:v>1.0800000000017462E-2</c:v>
                </c:pt>
                <c:pt idx="76">
                  <c:v>1.0800000000017462E-2</c:v>
                </c:pt>
                <c:pt idx="77">
                  <c:v>1.0800000000017462E-2</c:v>
                </c:pt>
                <c:pt idx="78">
                  <c:v>1.0800000000017462E-2</c:v>
                </c:pt>
                <c:pt idx="79">
                  <c:v>1.0800000000017462E-2</c:v>
                </c:pt>
                <c:pt idx="80">
                  <c:v>1.0800000000017462E-2</c:v>
                </c:pt>
                <c:pt idx="81">
                  <c:v>1.0800000000017462E-2</c:v>
                </c:pt>
                <c:pt idx="82">
                  <c:v>1.0800000000017462E-2</c:v>
                </c:pt>
                <c:pt idx="83">
                  <c:v>1.0800000000017462E-2</c:v>
                </c:pt>
                <c:pt idx="84">
                  <c:v>1.0800000000017462E-2</c:v>
                </c:pt>
                <c:pt idx="85">
                  <c:v>1.0800000000017462E-2</c:v>
                </c:pt>
                <c:pt idx="86">
                  <c:v>1.0800000000017462E-2</c:v>
                </c:pt>
                <c:pt idx="87">
                  <c:v>1.0800000000017462E-2</c:v>
                </c:pt>
                <c:pt idx="88">
                  <c:v>1.0800000000017462E-2</c:v>
                </c:pt>
                <c:pt idx="89">
                  <c:v>1.0800000000017462E-2</c:v>
                </c:pt>
                <c:pt idx="90">
                  <c:v>1.0800000000017462E-2</c:v>
                </c:pt>
                <c:pt idx="91">
                  <c:v>1.0800000000017462E-2</c:v>
                </c:pt>
                <c:pt idx="92">
                  <c:v>1.0800000000017462E-2</c:v>
                </c:pt>
                <c:pt idx="93">
                  <c:v>1.0800000000017462E-2</c:v>
                </c:pt>
                <c:pt idx="94">
                  <c:v>1.0800000000017462E-2</c:v>
                </c:pt>
                <c:pt idx="95">
                  <c:v>1.0800000000017462E-2</c:v>
                </c:pt>
                <c:pt idx="96">
                  <c:v>1.0800000000017462E-2</c:v>
                </c:pt>
                <c:pt idx="97">
                  <c:v>1.0800000000017462E-2</c:v>
                </c:pt>
                <c:pt idx="98">
                  <c:v>1.0800000000017462E-2</c:v>
                </c:pt>
                <c:pt idx="99">
                  <c:v>1.0800000000017462E-2</c:v>
                </c:pt>
                <c:pt idx="100">
                  <c:v>1.0800000000017462E-2</c:v>
                </c:pt>
                <c:pt idx="101">
                  <c:v>1.0800000000017462E-2</c:v>
                </c:pt>
                <c:pt idx="102">
                  <c:v>1.0800000000017462E-2</c:v>
                </c:pt>
                <c:pt idx="103">
                  <c:v>1.0800000000017462E-2</c:v>
                </c:pt>
                <c:pt idx="104">
                  <c:v>1.0800000000017462E-2</c:v>
                </c:pt>
                <c:pt idx="105">
                  <c:v>1.0800000000017462E-2</c:v>
                </c:pt>
                <c:pt idx="106">
                  <c:v>1.0800000000017462E-2</c:v>
                </c:pt>
                <c:pt idx="107">
                  <c:v>1.0800000000017462E-2</c:v>
                </c:pt>
                <c:pt idx="108">
                  <c:v>1.0800000000017462E-2</c:v>
                </c:pt>
                <c:pt idx="109">
                  <c:v>1.0700000000042564E-2</c:v>
                </c:pt>
                <c:pt idx="110">
                  <c:v>1.0700000000042564E-2</c:v>
                </c:pt>
                <c:pt idx="111">
                  <c:v>1.0800000000017462E-2</c:v>
                </c:pt>
                <c:pt idx="112">
                  <c:v>1.0800000000017462E-2</c:v>
                </c:pt>
                <c:pt idx="113">
                  <c:v>1.0800000000017462E-2</c:v>
                </c:pt>
                <c:pt idx="114">
                  <c:v>1.0800000000017462E-2</c:v>
                </c:pt>
                <c:pt idx="115">
                  <c:v>1.0800000000017462E-2</c:v>
                </c:pt>
                <c:pt idx="116">
                  <c:v>1.0900000000049204E-2</c:v>
                </c:pt>
                <c:pt idx="117">
                  <c:v>1.0900000000049204E-2</c:v>
                </c:pt>
                <c:pt idx="118">
                  <c:v>1.0900000000049204E-2</c:v>
                </c:pt>
                <c:pt idx="119">
                  <c:v>1.0900000000049204E-2</c:v>
                </c:pt>
                <c:pt idx="120">
                  <c:v>1.0900000000049204E-2</c:v>
                </c:pt>
                <c:pt idx="121">
                  <c:v>1.0900000000049204E-2</c:v>
                </c:pt>
                <c:pt idx="122">
                  <c:v>1.0900000000049204E-2</c:v>
                </c:pt>
                <c:pt idx="123">
                  <c:v>1.0900000000049204E-2</c:v>
                </c:pt>
                <c:pt idx="124">
                  <c:v>1.0900000000049204E-2</c:v>
                </c:pt>
                <c:pt idx="125">
                  <c:v>1.0900000000049204E-2</c:v>
                </c:pt>
                <c:pt idx="126">
                  <c:v>1.0900000000049204E-2</c:v>
                </c:pt>
                <c:pt idx="127">
                  <c:v>1.1000000000024102E-2</c:v>
                </c:pt>
                <c:pt idx="128">
                  <c:v>1.1000000000024102E-2</c:v>
                </c:pt>
                <c:pt idx="129">
                  <c:v>1.1000000000024102E-2</c:v>
                </c:pt>
                <c:pt idx="130">
                  <c:v>1.1000000000024102E-2</c:v>
                </c:pt>
                <c:pt idx="131">
                  <c:v>1.1000000000024102E-2</c:v>
                </c:pt>
                <c:pt idx="132">
                  <c:v>1.1000000000024102E-2</c:v>
                </c:pt>
                <c:pt idx="133">
                  <c:v>1.1000000000024102E-2</c:v>
                </c:pt>
                <c:pt idx="134">
                  <c:v>1.1000000000024102E-2</c:v>
                </c:pt>
                <c:pt idx="135">
                  <c:v>1.1000000000024102E-2</c:v>
                </c:pt>
                <c:pt idx="136">
                  <c:v>1.1000000000024102E-2</c:v>
                </c:pt>
                <c:pt idx="137">
                  <c:v>1.1000000000024102E-2</c:v>
                </c:pt>
                <c:pt idx="138">
                  <c:v>1.1000000000024102E-2</c:v>
                </c:pt>
                <c:pt idx="139">
                  <c:v>1.1000000000024102E-2</c:v>
                </c:pt>
                <c:pt idx="140">
                  <c:v>1.1000000000024102E-2</c:v>
                </c:pt>
                <c:pt idx="141">
                  <c:v>1.1000000000024102E-2</c:v>
                </c:pt>
                <c:pt idx="142">
                  <c:v>1.1000000000024102E-2</c:v>
                </c:pt>
                <c:pt idx="143">
                  <c:v>1.1000000000024102E-2</c:v>
                </c:pt>
                <c:pt idx="144">
                  <c:v>1.1000000000024102E-2</c:v>
                </c:pt>
                <c:pt idx="145">
                  <c:v>1.1000000000024102E-2</c:v>
                </c:pt>
                <c:pt idx="146">
                  <c:v>1.1000000000024102E-2</c:v>
                </c:pt>
                <c:pt idx="147">
                  <c:v>1.1000000000024102E-2</c:v>
                </c:pt>
                <c:pt idx="148">
                  <c:v>1.1000000000024102E-2</c:v>
                </c:pt>
                <c:pt idx="149">
                  <c:v>1.1000000000024102E-2</c:v>
                </c:pt>
                <c:pt idx="150">
                  <c:v>1.1000000000024102E-2</c:v>
                </c:pt>
                <c:pt idx="151">
                  <c:v>1.1000000000024102E-2</c:v>
                </c:pt>
                <c:pt idx="152">
                  <c:v>1.1000000000024102E-2</c:v>
                </c:pt>
                <c:pt idx="153">
                  <c:v>1.1000000000024102E-2</c:v>
                </c:pt>
                <c:pt idx="154">
                  <c:v>1.1000000000024102E-2</c:v>
                </c:pt>
                <c:pt idx="155">
                  <c:v>1.1000000000024102E-2</c:v>
                </c:pt>
                <c:pt idx="156">
                  <c:v>1.1000000000024102E-2</c:v>
                </c:pt>
                <c:pt idx="157">
                  <c:v>1.1000000000024102E-2</c:v>
                </c:pt>
                <c:pt idx="158">
                  <c:v>1.1099999999999E-2</c:v>
                </c:pt>
                <c:pt idx="159">
                  <c:v>1.1099999999999E-2</c:v>
                </c:pt>
                <c:pt idx="160">
                  <c:v>1.1099999999999E-2</c:v>
                </c:pt>
                <c:pt idx="161">
                  <c:v>1.1099999999999E-2</c:v>
                </c:pt>
                <c:pt idx="162">
                  <c:v>1.1000000000024102E-2</c:v>
                </c:pt>
                <c:pt idx="163">
                  <c:v>1.1000000000024102E-2</c:v>
                </c:pt>
                <c:pt idx="164">
                  <c:v>1.1000000000024102E-2</c:v>
                </c:pt>
                <c:pt idx="165">
                  <c:v>1.1000000000024102E-2</c:v>
                </c:pt>
                <c:pt idx="166">
                  <c:v>1.1000000000024102E-2</c:v>
                </c:pt>
                <c:pt idx="167">
                  <c:v>1.0900000000049204E-2</c:v>
                </c:pt>
                <c:pt idx="168">
                  <c:v>1.0900000000049204E-2</c:v>
                </c:pt>
                <c:pt idx="169">
                  <c:v>1.0900000000049204E-2</c:v>
                </c:pt>
                <c:pt idx="170">
                  <c:v>1.0900000000049204E-2</c:v>
                </c:pt>
                <c:pt idx="171">
                  <c:v>1.0900000000049204E-2</c:v>
                </c:pt>
                <c:pt idx="172">
                  <c:v>1.0900000000049204E-2</c:v>
                </c:pt>
                <c:pt idx="173">
                  <c:v>1.0900000000049204E-2</c:v>
                </c:pt>
                <c:pt idx="174">
                  <c:v>1.0900000000049204E-2</c:v>
                </c:pt>
                <c:pt idx="175">
                  <c:v>1.0900000000049204E-2</c:v>
                </c:pt>
                <c:pt idx="176">
                  <c:v>1.0900000000049204E-2</c:v>
                </c:pt>
                <c:pt idx="177">
                  <c:v>1.0900000000049204E-2</c:v>
                </c:pt>
                <c:pt idx="178">
                  <c:v>1.0900000000049204E-2</c:v>
                </c:pt>
                <c:pt idx="179">
                  <c:v>1.0900000000049204E-2</c:v>
                </c:pt>
                <c:pt idx="180">
                  <c:v>1.0900000000049204E-2</c:v>
                </c:pt>
                <c:pt idx="181">
                  <c:v>1.0900000000049204E-2</c:v>
                </c:pt>
                <c:pt idx="182">
                  <c:v>1.0900000000049204E-2</c:v>
                </c:pt>
                <c:pt idx="183">
                  <c:v>1.0900000000049204E-2</c:v>
                </c:pt>
                <c:pt idx="184">
                  <c:v>1.0900000000049204E-2</c:v>
                </c:pt>
                <c:pt idx="185">
                  <c:v>1.0900000000049204E-2</c:v>
                </c:pt>
                <c:pt idx="186">
                  <c:v>1.0900000000049204E-2</c:v>
                </c:pt>
                <c:pt idx="187">
                  <c:v>1.0900000000049204E-2</c:v>
                </c:pt>
                <c:pt idx="188">
                  <c:v>1.0900000000049204E-2</c:v>
                </c:pt>
                <c:pt idx="189">
                  <c:v>1.0900000000049204E-2</c:v>
                </c:pt>
                <c:pt idx="190">
                  <c:v>1.0900000000049204E-2</c:v>
                </c:pt>
                <c:pt idx="191">
                  <c:v>1.0900000000049204E-2</c:v>
                </c:pt>
                <c:pt idx="192">
                  <c:v>1.0900000000049204E-2</c:v>
                </c:pt>
                <c:pt idx="193">
                  <c:v>1.0900000000049204E-2</c:v>
                </c:pt>
                <c:pt idx="194">
                  <c:v>1.0900000000049204E-2</c:v>
                </c:pt>
                <c:pt idx="195">
                  <c:v>1.0900000000049204E-2</c:v>
                </c:pt>
                <c:pt idx="196">
                  <c:v>1.0900000000049204E-2</c:v>
                </c:pt>
                <c:pt idx="197">
                  <c:v>1.0900000000049204E-2</c:v>
                </c:pt>
                <c:pt idx="198">
                  <c:v>1.0900000000049204E-2</c:v>
                </c:pt>
                <c:pt idx="199">
                  <c:v>1.0900000000049204E-2</c:v>
                </c:pt>
                <c:pt idx="200">
                  <c:v>1.0900000000049204E-2</c:v>
                </c:pt>
                <c:pt idx="201">
                  <c:v>1.0900000000049204E-2</c:v>
                </c:pt>
                <c:pt idx="202">
                  <c:v>1.0900000000049204E-2</c:v>
                </c:pt>
                <c:pt idx="203">
                  <c:v>1.0900000000049204E-2</c:v>
                </c:pt>
                <c:pt idx="204">
                  <c:v>1.0900000000049204E-2</c:v>
                </c:pt>
                <c:pt idx="205">
                  <c:v>1.0900000000049204E-2</c:v>
                </c:pt>
                <c:pt idx="206">
                  <c:v>1.0800000000017462E-2</c:v>
                </c:pt>
                <c:pt idx="207">
                  <c:v>1.0800000000017462E-2</c:v>
                </c:pt>
                <c:pt idx="208">
                  <c:v>1.0800000000017462E-2</c:v>
                </c:pt>
                <c:pt idx="209">
                  <c:v>1.0800000000017462E-2</c:v>
                </c:pt>
                <c:pt idx="210">
                  <c:v>1.0800000000017462E-2</c:v>
                </c:pt>
                <c:pt idx="211">
                  <c:v>1.0800000000017462E-2</c:v>
                </c:pt>
                <c:pt idx="212">
                  <c:v>1.0800000000017462E-2</c:v>
                </c:pt>
                <c:pt idx="213">
                  <c:v>1.0800000000017462E-2</c:v>
                </c:pt>
                <c:pt idx="214">
                  <c:v>1.0900000000049204E-2</c:v>
                </c:pt>
                <c:pt idx="215">
                  <c:v>1.0900000000049204E-2</c:v>
                </c:pt>
                <c:pt idx="216">
                  <c:v>1.0900000000049204E-2</c:v>
                </c:pt>
                <c:pt idx="217">
                  <c:v>1.0900000000049204E-2</c:v>
                </c:pt>
                <c:pt idx="218">
                  <c:v>1.0900000000049204E-2</c:v>
                </c:pt>
                <c:pt idx="219">
                  <c:v>1.0900000000049204E-2</c:v>
                </c:pt>
                <c:pt idx="220">
                  <c:v>1.0900000000049204E-2</c:v>
                </c:pt>
                <c:pt idx="221">
                  <c:v>1.0900000000049204E-2</c:v>
                </c:pt>
                <c:pt idx="222">
                  <c:v>1.0800000000017462E-2</c:v>
                </c:pt>
                <c:pt idx="223">
                  <c:v>1.0800000000017462E-2</c:v>
                </c:pt>
                <c:pt idx="224">
                  <c:v>1.0800000000017462E-2</c:v>
                </c:pt>
                <c:pt idx="225">
                  <c:v>1.0800000000017462E-2</c:v>
                </c:pt>
                <c:pt idx="226">
                  <c:v>1.0800000000017462E-2</c:v>
                </c:pt>
                <c:pt idx="227">
                  <c:v>1.0800000000017462E-2</c:v>
                </c:pt>
                <c:pt idx="228">
                  <c:v>1.0800000000017462E-2</c:v>
                </c:pt>
                <c:pt idx="229">
                  <c:v>1.0800000000017462E-2</c:v>
                </c:pt>
                <c:pt idx="230">
                  <c:v>1.0800000000017462E-2</c:v>
                </c:pt>
                <c:pt idx="231">
                  <c:v>1.0800000000017462E-2</c:v>
                </c:pt>
                <c:pt idx="232">
                  <c:v>1.0800000000017462E-2</c:v>
                </c:pt>
                <c:pt idx="233">
                  <c:v>1.0800000000017462E-2</c:v>
                </c:pt>
                <c:pt idx="234">
                  <c:v>1.0800000000017462E-2</c:v>
                </c:pt>
                <c:pt idx="235">
                  <c:v>1.0800000000017462E-2</c:v>
                </c:pt>
                <c:pt idx="236">
                  <c:v>1.0800000000017462E-2</c:v>
                </c:pt>
                <c:pt idx="237">
                  <c:v>1.0800000000017462E-2</c:v>
                </c:pt>
                <c:pt idx="238">
                  <c:v>1.0800000000017462E-2</c:v>
                </c:pt>
                <c:pt idx="239">
                  <c:v>1.0800000000017462E-2</c:v>
                </c:pt>
                <c:pt idx="240">
                  <c:v>1.0800000000017462E-2</c:v>
                </c:pt>
                <c:pt idx="241">
                  <c:v>1.0900000000049204E-2</c:v>
                </c:pt>
                <c:pt idx="242">
                  <c:v>1.0900000000049204E-2</c:v>
                </c:pt>
                <c:pt idx="243">
                  <c:v>1.0900000000049204E-2</c:v>
                </c:pt>
                <c:pt idx="244">
                  <c:v>1.0900000000049204E-2</c:v>
                </c:pt>
                <c:pt idx="245">
                  <c:v>1.0900000000049204E-2</c:v>
                </c:pt>
                <c:pt idx="246">
                  <c:v>1.0900000000049204E-2</c:v>
                </c:pt>
                <c:pt idx="247">
                  <c:v>1.0900000000049204E-2</c:v>
                </c:pt>
                <c:pt idx="248">
                  <c:v>1.0900000000049204E-2</c:v>
                </c:pt>
                <c:pt idx="249">
                  <c:v>1.0900000000049204E-2</c:v>
                </c:pt>
                <c:pt idx="250">
                  <c:v>1.0900000000049204E-2</c:v>
                </c:pt>
                <c:pt idx="251">
                  <c:v>1.0900000000049204E-2</c:v>
                </c:pt>
                <c:pt idx="252">
                  <c:v>1.0900000000049204E-2</c:v>
                </c:pt>
                <c:pt idx="253">
                  <c:v>1.0900000000049204E-2</c:v>
                </c:pt>
                <c:pt idx="254">
                  <c:v>1.0900000000049204E-2</c:v>
                </c:pt>
                <c:pt idx="255">
                  <c:v>1.0900000000049204E-2</c:v>
                </c:pt>
                <c:pt idx="256">
                  <c:v>1.0900000000049204E-2</c:v>
                </c:pt>
                <c:pt idx="257">
                  <c:v>1.0900000000049204E-2</c:v>
                </c:pt>
                <c:pt idx="258">
                  <c:v>1.0900000000049204E-2</c:v>
                </c:pt>
                <c:pt idx="259">
                  <c:v>1.0900000000049204E-2</c:v>
                </c:pt>
                <c:pt idx="260">
                  <c:v>1.0900000000049204E-2</c:v>
                </c:pt>
                <c:pt idx="261">
                  <c:v>1.0900000000049204E-2</c:v>
                </c:pt>
                <c:pt idx="262">
                  <c:v>1.0900000000049204E-2</c:v>
                </c:pt>
                <c:pt idx="263">
                  <c:v>1.0900000000049204E-2</c:v>
                </c:pt>
                <c:pt idx="264">
                  <c:v>1.0800000000017462E-2</c:v>
                </c:pt>
                <c:pt idx="265">
                  <c:v>1.0800000000017462E-2</c:v>
                </c:pt>
                <c:pt idx="266">
                  <c:v>1.0700000000042564E-2</c:v>
                </c:pt>
                <c:pt idx="267">
                  <c:v>1.0700000000042564E-2</c:v>
                </c:pt>
                <c:pt idx="268">
                  <c:v>1.0800000000017462E-2</c:v>
                </c:pt>
                <c:pt idx="269">
                  <c:v>1.0800000000017462E-2</c:v>
                </c:pt>
                <c:pt idx="270">
                  <c:v>1.0800000000017462E-2</c:v>
                </c:pt>
                <c:pt idx="271">
                  <c:v>1.0800000000017462E-2</c:v>
                </c:pt>
                <c:pt idx="272">
                  <c:v>1.0900000000049204E-2</c:v>
                </c:pt>
                <c:pt idx="273">
                  <c:v>1.0900000000049204E-2</c:v>
                </c:pt>
                <c:pt idx="274">
                  <c:v>1.0900000000049204E-2</c:v>
                </c:pt>
                <c:pt idx="275">
                  <c:v>1.0900000000049204E-2</c:v>
                </c:pt>
                <c:pt idx="276">
                  <c:v>1.0900000000049204E-2</c:v>
                </c:pt>
                <c:pt idx="277">
                  <c:v>1.0900000000049204E-2</c:v>
                </c:pt>
                <c:pt idx="278">
                  <c:v>1.0900000000049204E-2</c:v>
                </c:pt>
                <c:pt idx="279">
                  <c:v>1.0900000000049204E-2</c:v>
                </c:pt>
                <c:pt idx="280">
                  <c:v>1.0900000000049204E-2</c:v>
                </c:pt>
                <c:pt idx="281">
                  <c:v>1.0900000000049204E-2</c:v>
                </c:pt>
                <c:pt idx="282">
                  <c:v>1.1000000000024102E-2</c:v>
                </c:pt>
                <c:pt idx="283">
                  <c:v>1.1000000000024102E-2</c:v>
                </c:pt>
                <c:pt idx="284">
                  <c:v>1.1000000000024102E-2</c:v>
                </c:pt>
                <c:pt idx="285">
                  <c:v>1.1000000000024102E-2</c:v>
                </c:pt>
                <c:pt idx="286">
                  <c:v>1.1000000000024102E-2</c:v>
                </c:pt>
                <c:pt idx="287">
                  <c:v>1.1000000000024102E-2</c:v>
                </c:pt>
                <c:pt idx="288">
                  <c:v>1.1000000000024102E-2</c:v>
                </c:pt>
                <c:pt idx="289">
                  <c:v>1.1000000000024102E-2</c:v>
                </c:pt>
                <c:pt idx="290">
                  <c:v>1.1000000000024102E-2</c:v>
                </c:pt>
                <c:pt idx="291">
                  <c:v>1.1000000000024102E-2</c:v>
                </c:pt>
                <c:pt idx="292">
                  <c:v>1.1000000000024102E-2</c:v>
                </c:pt>
                <c:pt idx="293">
                  <c:v>1.1000000000024102E-2</c:v>
                </c:pt>
                <c:pt idx="294">
                  <c:v>1.1000000000024102E-2</c:v>
                </c:pt>
                <c:pt idx="295">
                  <c:v>1.1000000000024102E-2</c:v>
                </c:pt>
                <c:pt idx="296">
                  <c:v>1.1000000000024102E-2</c:v>
                </c:pt>
                <c:pt idx="297">
                  <c:v>1.1000000000024102E-2</c:v>
                </c:pt>
                <c:pt idx="298">
                  <c:v>1.1000000000024102E-2</c:v>
                </c:pt>
                <c:pt idx="299">
                  <c:v>1.1000000000024102E-2</c:v>
                </c:pt>
                <c:pt idx="300">
                  <c:v>1.1000000000024102E-2</c:v>
                </c:pt>
                <c:pt idx="301">
                  <c:v>1.1000000000024102E-2</c:v>
                </c:pt>
                <c:pt idx="302">
                  <c:v>1.1000000000024102E-2</c:v>
                </c:pt>
                <c:pt idx="303">
                  <c:v>1.1000000000024102E-2</c:v>
                </c:pt>
                <c:pt idx="304">
                  <c:v>1.1000000000024102E-2</c:v>
                </c:pt>
                <c:pt idx="305">
                  <c:v>1.1000000000024102E-2</c:v>
                </c:pt>
                <c:pt idx="306">
                  <c:v>1.1000000000024102E-2</c:v>
                </c:pt>
                <c:pt idx="307">
                  <c:v>1.1000000000024102E-2</c:v>
                </c:pt>
                <c:pt idx="308">
                  <c:v>1.1000000000024102E-2</c:v>
                </c:pt>
                <c:pt idx="309">
                  <c:v>1.1000000000024102E-2</c:v>
                </c:pt>
                <c:pt idx="310">
                  <c:v>1.1000000000024102E-2</c:v>
                </c:pt>
                <c:pt idx="311">
                  <c:v>1.1000000000024102E-2</c:v>
                </c:pt>
                <c:pt idx="312">
                  <c:v>1.1000000000024102E-2</c:v>
                </c:pt>
                <c:pt idx="313">
                  <c:v>1.1000000000024102E-2</c:v>
                </c:pt>
                <c:pt idx="314">
                  <c:v>1.1000000000024102E-2</c:v>
                </c:pt>
                <c:pt idx="315">
                  <c:v>1.1099999999999E-2</c:v>
                </c:pt>
                <c:pt idx="316">
                  <c:v>1.1099999999999E-2</c:v>
                </c:pt>
                <c:pt idx="317">
                  <c:v>1.1099999999999E-2</c:v>
                </c:pt>
                <c:pt idx="318">
                  <c:v>1.1099999999999E-2</c:v>
                </c:pt>
                <c:pt idx="319">
                  <c:v>1.1000000000024102E-2</c:v>
                </c:pt>
                <c:pt idx="320">
                  <c:v>1.1000000000024102E-2</c:v>
                </c:pt>
                <c:pt idx="321">
                  <c:v>1.1000000000024102E-2</c:v>
                </c:pt>
                <c:pt idx="322">
                  <c:v>1.1000000000024102E-2</c:v>
                </c:pt>
                <c:pt idx="323">
                  <c:v>1.1000000000024102E-2</c:v>
                </c:pt>
                <c:pt idx="324">
                  <c:v>1.0900000000049204E-2</c:v>
                </c:pt>
                <c:pt idx="325">
                  <c:v>1.0900000000049204E-2</c:v>
                </c:pt>
                <c:pt idx="326">
                  <c:v>1.0900000000049204E-2</c:v>
                </c:pt>
                <c:pt idx="327">
                  <c:v>1.0900000000049204E-2</c:v>
                </c:pt>
                <c:pt idx="328">
                  <c:v>1.0900000000049204E-2</c:v>
                </c:pt>
                <c:pt idx="329">
                  <c:v>1.0900000000049204E-2</c:v>
                </c:pt>
                <c:pt idx="330">
                  <c:v>1.0900000000049204E-2</c:v>
                </c:pt>
                <c:pt idx="331">
                  <c:v>1.0900000000049204E-2</c:v>
                </c:pt>
                <c:pt idx="332">
                  <c:v>1.0900000000049204E-2</c:v>
                </c:pt>
                <c:pt idx="333">
                  <c:v>1.0900000000049204E-2</c:v>
                </c:pt>
                <c:pt idx="334">
                  <c:v>1.0900000000049204E-2</c:v>
                </c:pt>
                <c:pt idx="335">
                  <c:v>1.0900000000049204E-2</c:v>
                </c:pt>
                <c:pt idx="336">
                  <c:v>1.0900000000049204E-2</c:v>
                </c:pt>
                <c:pt idx="337">
                  <c:v>1.0900000000049204E-2</c:v>
                </c:pt>
                <c:pt idx="338">
                  <c:v>1.0900000000049204E-2</c:v>
                </c:pt>
                <c:pt idx="339">
                  <c:v>1.0900000000049204E-2</c:v>
                </c:pt>
                <c:pt idx="340">
                  <c:v>1.0900000000049204E-2</c:v>
                </c:pt>
                <c:pt idx="341">
                  <c:v>1.0900000000049204E-2</c:v>
                </c:pt>
                <c:pt idx="342">
                  <c:v>1.0900000000049204E-2</c:v>
                </c:pt>
                <c:pt idx="343">
                  <c:v>1.0900000000049204E-2</c:v>
                </c:pt>
                <c:pt idx="344">
                  <c:v>1.0900000000049204E-2</c:v>
                </c:pt>
                <c:pt idx="345">
                  <c:v>1.0900000000049204E-2</c:v>
                </c:pt>
                <c:pt idx="346">
                  <c:v>1.0900000000049204E-2</c:v>
                </c:pt>
                <c:pt idx="347">
                  <c:v>1.0900000000049204E-2</c:v>
                </c:pt>
                <c:pt idx="348">
                  <c:v>1.0900000000049204E-2</c:v>
                </c:pt>
                <c:pt idx="349">
                  <c:v>1.0900000000049204E-2</c:v>
                </c:pt>
                <c:pt idx="350">
                  <c:v>1.0900000000049204E-2</c:v>
                </c:pt>
                <c:pt idx="351">
                  <c:v>1.0900000000049204E-2</c:v>
                </c:pt>
                <c:pt idx="352">
                  <c:v>1.0900000000049204E-2</c:v>
                </c:pt>
                <c:pt idx="353">
                  <c:v>1.0900000000049204E-2</c:v>
                </c:pt>
                <c:pt idx="354">
                  <c:v>1.0900000000049204E-2</c:v>
                </c:pt>
                <c:pt idx="355">
                  <c:v>1.0900000000049204E-2</c:v>
                </c:pt>
                <c:pt idx="356">
                  <c:v>1.0900000000049204E-2</c:v>
                </c:pt>
                <c:pt idx="357">
                  <c:v>1.0900000000049204E-2</c:v>
                </c:pt>
                <c:pt idx="358">
                  <c:v>1.0900000000049204E-2</c:v>
                </c:pt>
                <c:pt idx="359">
                  <c:v>1.0900000000049204E-2</c:v>
                </c:pt>
                <c:pt idx="360">
                  <c:v>1.0900000000049204E-2</c:v>
                </c:pt>
                <c:pt idx="361">
                  <c:v>1.0900000000049204E-2</c:v>
                </c:pt>
                <c:pt idx="362">
                  <c:v>1.0900000000049204E-2</c:v>
                </c:pt>
                <c:pt idx="363">
                  <c:v>1.0900000000049204E-2</c:v>
                </c:pt>
                <c:pt idx="364">
                  <c:v>1.0800000000017462E-2</c:v>
                </c:pt>
                <c:pt idx="365">
                  <c:v>1.0800000000017462E-2</c:v>
                </c:pt>
                <c:pt idx="366">
                  <c:v>1.0800000000017462E-2</c:v>
                </c:pt>
                <c:pt idx="367">
                  <c:v>1.0800000000017462E-2</c:v>
                </c:pt>
                <c:pt idx="368">
                  <c:v>1.0800000000017462E-2</c:v>
                </c:pt>
                <c:pt idx="369">
                  <c:v>1.0800000000017462E-2</c:v>
                </c:pt>
                <c:pt idx="370">
                  <c:v>1.0800000000017462E-2</c:v>
                </c:pt>
                <c:pt idx="371">
                  <c:v>1.0800000000017462E-2</c:v>
                </c:pt>
                <c:pt idx="372">
                  <c:v>1.0900000000049204E-2</c:v>
                </c:pt>
                <c:pt idx="373">
                  <c:v>1.0900000000049204E-2</c:v>
                </c:pt>
                <c:pt idx="374">
                  <c:v>1.0900000000049204E-2</c:v>
                </c:pt>
                <c:pt idx="375">
                  <c:v>1.0900000000049204E-2</c:v>
                </c:pt>
                <c:pt idx="376">
                  <c:v>1.0900000000049204E-2</c:v>
                </c:pt>
                <c:pt idx="377">
                  <c:v>1.0900000000049204E-2</c:v>
                </c:pt>
                <c:pt idx="378">
                  <c:v>1.0900000000049204E-2</c:v>
                </c:pt>
                <c:pt idx="379">
                  <c:v>1.0900000000049204E-2</c:v>
                </c:pt>
                <c:pt idx="380">
                  <c:v>1.0800000000017462E-2</c:v>
                </c:pt>
                <c:pt idx="381">
                  <c:v>1.0800000000017462E-2</c:v>
                </c:pt>
                <c:pt idx="382">
                  <c:v>1.0800000000017462E-2</c:v>
                </c:pt>
                <c:pt idx="383">
                  <c:v>1.0800000000017462E-2</c:v>
                </c:pt>
                <c:pt idx="384">
                  <c:v>1.0800000000017462E-2</c:v>
                </c:pt>
                <c:pt idx="385">
                  <c:v>1.0800000000017462E-2</c:v>
                </c:pt>
                <c:pt idx="386">
                  <c:v>1.0800000000017462E-2</c:v>
                </c:pt>
                <c:pt idx="387">
                  <c:v>1.0800000000017462E-2</c:v>
                </c:pt>
                <c:pt idx="388">
                  <c:v>1.0800000000017462E-2</c:v>
                </c:pt>
                <c:pt idx="389">
                  <c:v>1.0800000000017462E-2</c:v>
                </c:pt>
                <c:pt idx="390">
                  <c:v>1.0800000000017462E-2</c:v>
                </c:pt>
                <c:pt idx="391">
                  <c:v>1.0800000000017462E-2</c:v>
                </c:pt>
                <c:pt idx="392">
                  <c:v>1.0800000000017462E-2</c:v>
                </c:pt>
                <c:pt idx="393">
                  <c:v>1.0800000000017462E-2</c:v>
                </c:pt>
                <c:pt idx="394">
                  <c:v>1.0800000000017462E-2</c:v>
                </c:pt>
                <c:pt idx="395">
                  <c:v>1.0800000000017462E-2</c:v>
                </c:pt>
                <c:pt idx="396">
                  <c:v>1.0800000000017462E-2</c:v>
                </c:pt>
                <c:pt idx="397">
                  <c:v>1.0800000000017462E-2</c:v>
                </c:pt>
                <c:pt idx="398">
                  <c:v>1.0900000000049204E-2</c:v>
                </c:pt>
                <c:pt idx="399">
                  <c:v>1.0900000000049204E-2</c:v>
                </c:pt>
                <c:pt idx="400">
                  <c:v>1.0900000000049204E-2</c:v>
                </c:pt>
                <c:pt idx="401">
                  <c:v>1.0900000000049204E-2</c:v>
                </c:pt>
                <c:pt idx="402">
                  <c:v>1.0900000000049204E-2</c:v>
                </c:pt>
                <c:pt idx="403">
                  <c:v>1.0900000000049204E-2</c:v>
                </c:pt>
                <c:pt idx="404">
                  <c:v>1.0900000000049204E-2</c:v>
                </c:pt>
                <c:pt idx="405">
                  <c:v>1.0900000000049204E-2</c:v>
                </c:pt>
                <c:pt idx="406">
                  <c:v>1.0900000000049204E-2</c:v>
                </c:pt>
                <c:pt idx="407">
                  <c:v>1.0900000000049204E-2</c:v>
                </c:pt>
                <c:pt idx="408">
                  <c:v>1.0900000000049204E-2</c:v>
                </c:pt>
                <c:pt idx="409">
                  <c:v>1.0900000000049204E-2</c:v>
                </c:pt>
                <c:pt idx="410">
                  <c:v>1.0900000000049204E-2</c:v>
                </c:pt>
                <c:pt idx="411">
                  <c:v>1.0900000000049204E-2</c:v>
                </c:pt>
                <c:pt idx="412">
                  <c:v>1.0900000000049204E-2</c:v>
                </c:pt>
                <c:pt idx="413">
                  <c:v>1.0900000000049204E-2</c:v>
                </c:pt>
                <c:pt idx="414">
                  <c:v>1.0900000000049204E-2</c:v>
                </c:pt>
                <c:pt idx="415">
                  <c:v>1.0900000000049204E-2</c:v>
                </c:pt>
                <c:pt idx="416">
                  <c:v>1.0900000000049204E-2</c:v>
                </c:pt>
                <c:pt idx="417">
                  <c:v>1.0900000000049204E-2</c:v>
                </c:pt>
                <c:pt idx="418">
                  <c:v>1.0900000000049204E-2</c:v>
                </c:pt>
                <c:pt idx="419">
                  <c:v>1.0900000000049204E-2</c:v>
                </c:pt>
                <c:pt idx="420">
                  <c:v>1.0900000000049204E-2</c:v>
                </c:pt>
                <c:pt idx="421">
                  <c:v>1.0900000000049204E-2</c:v>
                </c:pt>
                <c:pt idx="422">
                  <c:v>1.0800000000017462E-2</c:v>
                </c:pt>
                <c:pt idx="423">
                  <c:v>1.0800000000017462E-2</c:v>
                </c:pt>
                <c:pt idx="424">
                  <c:v>1.0700000000042564E-2</c:v>
                </c:pt>
                <c:pt idx="425">
                  <c:v>1.0700000000042564E-2</c:v>
                </c:pt>
                <c:pt idx="426">
                  <c:v>1.0800000000017462E-2</c:v>
                </c:pt>
                <c:pt idx="427">
                  <c:v>1.0800000000017462E-2</c:v>
                </c:pt>
                <c:pt idx="428">
                  <c:v>1.0800000000017462E-2</c:v>
                </c:pt>
                <c:pt idx="429">
                  <c:v>1.0800000000017462E-2</c:v>
                </c:pt>
                <c:pt idx="430">
                  <c:v>1.0900000000049204E-2</c:v>
                </c:pt>
                <c:pt idx="431">
                  <c:v>1.0900000000049204E-2</c:v>
                </c:pt>
                <c:pt idx="432">
                  <c:v>1.0900000000049204E-2</c:v>
                </c:pt>
                <c:pt idx="433">
                  <c:v>1.0900000000049204E-2</c:v>
                </c:pt>
                <c:pt idx="434">
                  <c:v>1.0900000000049204E-2</c:v>
                </c:pt>
                <c:pt idx="435">
                  <c:v>1.0900000000049204E-2</c:v>
                </c:pt>
                <c:pt idx="436">
                  <c:v>1.0900000000049204E-2</c:v>
                </c:pt>
                <c:pt idx="437">
                  <c:v>1.0900000000049204E-2</c:v>
                </c:pt>
                <c:pt idx="438">
                  <c:v>1.0900000000049204E-2</c:v>
                </c:pt>
                <c:pt idx="439">
                  <c:v>1.0900000000049204E-2</c:v>
                </c:pt>
                <c:pt idx="440">
                  <c:v>1.1000000000024102E-2</c:v>
                </c:pt>
                <c:pt idx="441">
                  <c:v>1.1000000000024102E-2</c:v>
                </c:pt>
                <c:pt idx="442">
                  <c:v>1.1000000000024102E-2</c:v>
                </c:pt>
                <c:pt idx="443">
                  <c:v>1.1000000000024102E-2</c:v>
                </c:pt>
                <c:pt idx="444">
                  <c:v>1.1000000000024102E-2</c:v>
                </c:pt>
                <c:pt idx="445">
                  <c:v>1.1000000000024102E-2</c:v>
                </c:pt>
                <c:pt idx="446">
                  <c:v>1.1000000000024102E-2</c:v>
                </c:pt>
                <c:pt idx="447">
                  <c:v>1.1000000000024102E-2</c:v>
                </c:pt>
                <c:pt idx="448">
                  <c:v>1.1000000000024102E-2</c:v>
                </c:pt>
                <c:pt idx="449">
                  <c:v>1.1000000000024102E-2</c:v>
                </c:pt>
                <c:pt idx="450">
                  <c:v>1.1000000000024102E-2</c:v>
                </c:pt>
                <c:pt idx="451">
                  <c:v>1.1000000000024102E-2</c:v>
                </c:pt>
                <c:pt idx="452">
                  <c:v>1.1000000000024102E-2</c:v>
                </c:pt>
                <c:pt idx="453">
                  <c:v>1.1000000000024102E-2</c:v>
                </c:pt>
                <c:pt idx="454">
                  <c:v>1.1000000000024102E-2</c:v>
                </c:pt>
                <c:pt idx="455">
                  <c:v>1.1000000000024102E-2</c:v>
                </c:pt>
                <c:pt idx="456">
                  <c:v>1.1000000000024102E-2</c:v>
                </c:pt>
                <c:pt idx="457">
                  <c:v>1.1000000000024102E-2</c:v>
                </c:pt>
                <c:pt idx="458">
                  <c:v>1.1000000000024102E-2</c:v>
                </c:pt>
                <c:pt idx="459">
                  <c:v>1.1000000000024102E-2</c:v>
                </c:pt>
                <c:pt idx="460">
                  <c:v>1.1000000000024102E-2</c:v>
                </c:pt>
                <c:pt idx="461">
                  <c:v>1.1000000000024102E-2</c:v>
                </c:pt>
                <c:pt idx="462">
                  <c:v>1.1000000000024102E-2</c:v>
                </c:pt>
                <c:pt idx="463">
                  <c:v>1.1000000000024102E-2</c:v>
                </c:pt>
                <c:pt idx="464">
                  <c:v>1.1000000000024102E-2</c:v>
                </c:pt>
                <c:pt idx="465">
                  <c:v>1.1000000000024102E-2</c:v>
                </c:pt>
                <c:pt idx="466">
                  <c:v>1.1000000000024102E-2</c:v>
                </c:pt>
                <c:pt idx="467">
                  <c:v>1.1000000000024102E-2</c:v>
                </c:pt>
                <c:pt idx="468">
                  <c:v>1.1000000000024102E-2</c:v>
                </c:pt>
                <c:pt idx="469">
                  <c:v>1.1000000000024102E-2</c:v>
                </c:pt>
                <c:pt idx="470">
                  <c:v>1.1000000000024102E-2</c:v>
                </c:pt>
                <c:pt idx="471">
                  <c:v>1.1000000000024102E-2</c:v>
                </c:pt>
                <c:pt idx="472">
                  <c:v>1.1000000000024102E-2</c:v>
                </c:pt>
                <c:pt idx="473">
                  <c:v>1.1000000000024102E-2</c:v>
                </c:pt>
                <c:pt idx="474">
                  <c:v>1.1099999999999E-2</c:v>
                </c:pt>
                <c:pt idx="475">
                  <c:v>1.1099999999999E-2</c:v>
                </c:pt>
                <c:pt idx="476">
                  <c:v>1.1099999999999E-2</c:v>
                </c:pt>
                <c:pt idx="477">
                  <c:v>1.1099999999999E-2</c:v>
                </c:pt>
                <c:pt idx="478">
                  <c:v>1.1000000000024102E-2</c:v>
                </c:pt>
                <c:pt idx="479">
                  <c:v>1.1000000000024102E-2</c:v>
                </c:pt>
                <c:pt idx="480">
                  <c:v>1.1000000000024102E-2</c:v>
                </c:pt>
                <c:pt idx="481">
                  <c:v>1.1000000000024102E-2</c:v>
                </c:pt>
                <c:pt idx="482">
                  <c:v>1.1000000000024102E-2</c:v>
                </c:pt>
                <c:pt idx="483">
                  <c:v>1.0900000000049204E-2</c:v>
                </c:pt>
                <c:pt idx="484">
                  <c:v>1.0900000000049204E-2</c:v>
                </c:pt>
                <c:pt idx="485">
                  <c:v>1.0900000000049204E-2</c:v>
                </c:pt>
                <c:pt idx="486">
                  <c:v>1.0900000000049204E-2</c:v>
                </c:pt>
                <c:pt idx="487">
                  <c:v>1.0900000000049204E-2</c:v>
                </c:pt>
                <c:pt idx="488">
                  <c:v>1.0900000000049204E-2</c:v>
                </c:pt>
                <c:pt idx="489">
                  <c:v>1.0900000000049204E-2</c:v>
                </c:pt>
                <c:pt idx="490">
                  <c:v>1.0900000000049204E-2</c:v>
                </c:pt>
                <c:pt idx="491">
                  <c:v>1.0900000000049204E-2</c:v>
                </c:pt>
                <c:pt idx="492">
                  <c:v>1.0900000000049204E-2</c:v>
                </c:pt>
                <c:pt idx="493">
                  <c:v>1.0900000000049204E-2</c:v>
                </c:pt>
                <c:pt idx="494">
                  <c:v>1.0900000000049204E-2</c:v>
                </c:pt>
                <c:pt idx="495">
                  <c:v>1.0900000000049204E-2</c:v>
                </c:pt>
                <c:pt idx="496">
                  <c:v>1.0900000000049204E-2</c:v>
                </c:pt>
                <c:pt idx="497">
                  <c:v>1.0900000000049204E-2</c:v>
                </c:pt>
                <c:pt idx="498">
                  <c:v>1.0900000000049204E-2</c:v>
                </c:pt>
                <c:pt idx="499">
                  <c:v>1.0900000000049204E-2</c:v>
                </c:pt>
                <c:pt idx="500">
                  <c:v>1.0900000000049204E-2</c:v>
                </c:pt>
                <c:pt idx="501">
                  <c:v>1.0900000000049204E-2</c:v>
                </c:pt>
                <c:pt idx="502">
                  <c:v>1.0900000000049204E-2</c:v>
                </c:pt>
                <c:pt idx="503">
                  <c:v>1.0900000000049204E-2</c:v>
                </c:pt>
                <c:pt idx="504">
                  <c:v>1.0900000000049204E-2</c:v>
                </c:pt>
                <c:pt idx="505">
                  <c:v>1.0900000000049204E-2</c:v>
                </c:pt>
                <c:pt idx="506">
                  <c:v>1.0900000000049204E-2</c:v>
                </c:pt>
                <c:pt idx="507">
                  <c:v>1.0900000000049204E-2</c:v>
                </c:pt>
                <c:pt idx="508">
                  <c:v>1.0900000000049204E-2</c:v>
                </c:pt>
                <c:pt idx="509">
                  <c:v>1.0900000000049204E-2</c:v>
                </c:pt>
                <c:pt idx="510">
                  <c:v>1.0900000000049204E-2</c:v>
                </c:pt>
                <c:pt idx="511">
                  <c:v>1.0900000000049204E-2</c:v>
                </c:pt>
                <c:pt idx="512">
                  <c:v>1.0900000000049204E-2</c:v>
                </c:pt>
                <c:pt idx="513">
                  <c:v>1.0900000000049204E-2</c:v>
                </c:pt>
                <c:pt idx="514">
                  <c:v>1.0900000000049204E-2</c:v>
                </c:pt>
                <c:pt idx="515">
                  <c:v>1.0900000000049204E-2</c:v>
                </c:pt>
                <c:pt idx="516">
                  <c:v>1.0900000000049204E-2</c:v>
                </c:pt>
                <c:pt idx="517">
                  <c:v>1.0900000000049204E-2</c:v>
                </c:pt>
                <c:pt idx="518">
                  <c:v>1.0900000000049204E-2</c:v>
                </c:pt>
                <c:pt idx="519">
                  <c:v>1.0900000000049204E-2</c:v>
                </c:pt>
                <c:pt idx="520">
                  <c:v>1.0900000000049204E-2</c:v>
                </c:pt>
                <c:pt idx="521">
                  <c:v>1.0900000000049204E-2</c:v>
                </c:pt>
                <c:pt idx="522">
                  <c:v>1.0800000000017462E-2</c:v>
                </c:pt>
                <c:pt idx="523">
                  <c:v>1.0800000000017462E-2</c:v>
                </c:pt>
                <c:pt idx="524">
                  <c:v>1.0800000000017462E-2</c:v>
                </c:pt>
                <c:pt idx="525">
                  <c:v>1.0800000000017462E-2</c:v>
                </c:pt>
                <c:pt idx="526">
                  <c:v>1.0800000000017462E-2</c:v>
                </c:pt>
                <c:pt idx="527">
                  <c:v>1.0800000000017462E-2</c:v>
                </c:pt>
                <c:pt idx="528">
                  <c:v>1.0800000000017462E-2</c:v>
                </c:pt>
                <c:pt idx="529">
                  <c:v>1.0800000000017462E-2</c:v>
                </c:pt>
                <c:pt idx="530">
                  <c:v>1.0900000000049204E-2</c:v>
                </c:pt>
                <c:pt idx="531">
                  <c:v>1.0900000000049204E-2</c:v>
                </c:pt>
                <c:pt idx="532">
                  <c:v>1.0900000000049204E-2</c:v>
                </c:pt>
              </c:numCache>
            </c:numRef>
          </c:yVal>
          <c:smooth val="1"/>
          <c:extLst>
            <c:ext xmlns:c16="http://schemas.microsoft.com/office/drawing/2014/chart" uri="{C3380CC4-5D6E-409C-BE32-E72D297353CC}">
              <c16:uniqueId val="{00000015-1510-4437-9CAD-7ED8315A59D8}"/>
            </c:ext>
          </c:extLst>
        </c:ser>
        <c:ser>
          <c:idx val="22"/>
          <c:order val="22"/>
          <c:tx>
            <c:strRef>
              <c:f>SM50000_TEMPSoc5l2_50000!$PK$1</c:f>
              <c:strCache>
                <c:ptCount val="1"/>
                <c:pt idx="0">
                  <c:v>TELE_SM_INTERIOR.282</c:v>
                </c:pt>
              </c:strCache>
            </c:strRef>
          </c:tx>
          <c:spPr>
            <a:ln w="19050" cap="rnd">
              <a:solidFill>
                <a:schemeClr val="accent5">
                  <a:lumMod val="80000"/>
                </a:schemeClr>
              </a:solidFill>
              <a:round/>
            </a:ln>
            <a:effectLst/>
          </c:spPr>
          <c:marker>
            <c:symbol val="circle"/>
            <c:size val="5"/>
            <c:spPr>
              <a:solidFill>
                <a:schemeClr val="accent5">
                  <a:lumMod val="80000"/>
                </a:schemeClr>
              </a:solidFill>
              <a:ln w="9525">
                <a:solidFill>
                  <a:schemeClr val="accent5">
                    <a:lumMod val="8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SM50000_TEMPSoc5l2_50000!$PK$2:$PK$536</c:f>
              <c:numCache>
                <c:formatCode>General</c:formatCode>
                <c:ptCount val="533"/>
                <c:pt idx="0">
                  <c:v>0</c:v>
                </c:pt>
                <c:pt idx="1">
                  <c:v>5.9000000000537511E-3</c:v>
                </c:pt>
                <c:pt idx="2">
                  <c:v>7.1000000000367436E-3</c:v>
                </c:pt>
                <c:pt idx="3">
                  <c:v>7.6999999999998181E-3</c:v>
                </c:pt>
                <c:pt idx="4">
                  <c:v>8.0000000000381988E-3</c:v>
                </c:pt>
                <c:pt idx="5">
                  <c:v>8.2000000000448381E-3</c:v>
                </c:pt>
                <c:pt idx="6">
                  <c:v>8.4000000000514774E-3</c:v>
                </c:pt>
                <c:pt idx="7">
                  <c:v>8.6000000000012733E-3</c:v>
                </c:pt>
                <c:pt idx="8">
                  <c:v>8.7000000000330147E-3</c:v>
                </c:pt>
                <c:pt idx="9">
                  <c:v>8.900000000039654E-3</c:v>
                </c:pt>
                <c:pt idx="10">
                  <c:v>9.0000000000145519E-3</c:v>
                </c:pt>
                <c:pt idx="11">
                  <c:v>9.1000000000462933E-3</c:v>
                </c:pt>
                <c:pt idx="12">
                  <c:v>9.2000000000211912E-3</c:v>
                </c:pt>
                <c:pt idx="13">
                  <c:v>9.4000000000278305E-3</c:v>
                </c:pt>
                <c:pt idx="14">
                  <c:v>9.5000000000027285E-3</c:v>
                </c:pt>
                <c:pt idx="15">
                  <c:v>9.6000000000344698E-3</c:v>
                </c:pt>
                <c:pt idx="16">
                  <c:v>9.7000000000093678E-3</c:v>
                </c:pt>
                <c:pt idx="17">
                  <c:v>9.8000000000411092E-3</c:v>
                </c:pt>
                <c:pt idx="18">
                  <c:v>9.9000000000160071E-3</c:v>
                </c:pt>
                <c:pt idx="19">
                  <c:v>1.0000000000047748E-2</c:v>
                </c:pt>
                <c:pt idx="20">
                  <c:v>1.0100000000022646E-2</c:v>
                </c:pt>
                <c:pt idx="21">
                  <c:v>1.0199999999997544E-2</c:v>
                </c:pt>
                <c:pt idx="22">
                  <c:v>1.0199999999997544E-2</c:v>
                </c:pt>
                <c:pt idx="23">
                  <c:v>1.0300000000029286E-2</c:v>
                </c:pt>
                <c:pt idx="24">
                  <c:v>1.0400000000004184E-2</c:v>
                </c:pt>
                <c:pt idx="25">
                  <c:v>1.0400000000004184E-2</c:v>
                </c:pt>
                <c:pt idx="26">
                  <c:v>1.0300000000029286E-2</c:v>
                </c:pt>
                <c:pt idx="27">
                  <c:v>1.0000000000047748E-2</c:v>
                </c:pt>
                <c:pt idx="28">
                  <c:v>9.8000000000411092E-3</c:v>
                </c:pt>
                <c:pt idx="29">
                  <c:v>9.7000000000093678E-3</c:v>
                </c:pt>
                <c:pt idx="30">
                  <c:v>9.7000000000093678E-3</c:v>
                </c:pt>
                <c:pt idx="31">
                  <c:v>9.7000000000093678E-3</c:v>
                </c:pt>
                <c:pt idx="32">
                  <c:v>9.7000000000093678E-3</c:v>
                </c:pt>
                <c:pt idx="33">
                  <c:v>9.7000000000093678E-3</c:v>
                </c:pt>
                <c:pt idx="34">
                  <c:v>9.8000000000411092E-3</c:v>
                </c:pt>
                <c:pt idx="35">
                  <c:v>9.8000000000411092E-3</c:v>
                </c:pt>
                <c:pt idx="36">
                  <c:v>9.8000000000411092E-3</c:v>
                </c:pt>
                <c:pt idx="37">
                  <c:v>9.8000000000411092E-3</c:v>
                </c:pt>
                <c:pt idx="38">
                  <c:v>9.8000000000411092E-3</c:v>
                </c:pt>
                <c:pt idx="39">
                  <c:v>9.8000000000411092E-3</c:v>
                </c:pt>
                <c:pt idx="40">
                  <c:v>9.8000000000411092E-3</c:v>
                </c:pt>
                <c:pt idx="41">
                  <c:v>9.9000000000160071E-3</c:v>
                </c:pt>
                <c:pt idx="42">
                  <c:v>9.9000000000160071E-3</c:v>
                </c:pt>
                <c:pt idx="43">
                  <c:v>9.9000000000160071E-3</c:v>
                </c:pt>
                <c:pt idx="44">
                  <c:v>9.9000000000160071E-3</c:v>
                </c:pt>
                <c:pt idx="45">
                  <c:v>9.9000000000160071E-3</c:v>
                </c:pt>
                <c:pt idx="46">
                  <c:v>9.9000000000160071E-3</c:v>
                </c:pt>
                <c:pt idx="47">
                  <c:v>9.9000000000160071E-3</c:v>
                </c:pt>
                <c:pt idx="48">
                  <c:v>9.9000000000160071E-3</c:v>
                </c:pt>
                <c:pt idx="49">
                  <c:v>9.9000000000160071E-3</c:v>
                </c:pt>
                <c:pt idx="50">
                  <c:v>1.0000000000047748E-2</c:v>
                </c:pt>
                <c:pt idx="51">
                  <c:v>1.0000000000047748E-2</c:v>
                </c:pt>
                <c:pt idx="52">
                  <c:v>1.0000000000047748E-2</c:v>
                </c:pt>
                <c:pt idx="53">
                  <c:v>1.0000000000047748E-2</c:v>
                </c:pt>
                <c:pt idx="54">
                  <c:v>1.0000000000047748E-2</c:v>
                </c:pt>
                <c:pt idx="55">
                  <c:v>1.0000000000047748E-2</c:v>
                </c:pt>
                <c:pt idx="56">
                  <c:v>1.0000000000047748E-2</c:v>
                </c:pt>
                <c:pt idx="57">
                  <c:v>1.0100000000022646E-2</c:v>
                </c:pt>
                <c:pt idx="58">
                  <c:v>1.0300000000029286E-2</c:v>
                </c:pt>
                <c:pt idx="59">
                  <c:v>1.0300000000029286E-2</c:v>
                </c:pt>
                <c:pt idx="60">
                  <c:v>1.0300000000029286E-2</c:v>
                </c:pt>
                <c:pt idx="61">
                  <c:v>1.0400000000004184E-2</c:v>
                </c:pt>
                <c:pt idx="62">
                  <c:v>1.0400000000004184E-2</c:v>
                </c:pt>
                <c:pt idx="63">
                  <c:v>1.0400000000004184E-2</c:v>
                </c:pt>
                <c:pt idx="64">
                  <c:v>1.0400000000004184E-2</c:v>
                </c:pt>
                <c:pt idx="65">
                  <c:v>1.0400000000004184E-2</c:v>
                </c:pt>
                <c:pt idx="66">
                  <c:v>1.0400000000004184E-2</c:v>
                </c:pt>
                <c:pt idx="67">
                  <c:v>1.0400000000004184E-2</c:v>
                </c:pt>
                <c:pt idx="68">
                  <c:v>1.0400000000004184E-2</c:v>
                </c:pt>
                <c:pt idx="69">
                  <c:v>1.0400000000004184E-2</c:v>
                </c:pt>
                <c:pt idx="70">
                  <c:v>1.0400000000004184E-2</c:v>
                </c:pt>
                <c:pt idx="71">
                  <c:v>1.0400000000004184E-2</c:v>
                </c:pt>
                <c:pt idx="72">
                  <c:v>1.0400000000004184E-2</c:v>
                </c:pt>
                <c:pt idx="73">
                  <c:v>1.0400000000004184E-2</c:v>
                </c:pt>
                <c:pt idx="74">
                  <c:v>1.0400000000004184E-2</c:v>
                </c:pt>
                <c:pt idx="75">
                  <c:v>1.0400000000004184E-2</c:v>
                </c:pt>
                <c:pt idx="76">
                  <c:v>1.0400000000004184E-2</c:v>
                </c:pt>
                <c:pt idx="77">
                  <c:v>1.0400000000004184E-2</c:v>
                </c:pt>
                <c:pt idx="78">
                  <c:v>1.0400000000004184E-2</c:v>
                </c:pt>
                <c:pt idx="79">
                  <c:v>1.0400000000004184E-2</c:v>
                </c:pt>
                <c:pt idx="80">
                  <c:v>1.0400000000004184E-2</c:v>
                </c:pt>
                <c:pt idx="81">
                  <c:v>1.0400000000004184E-2</c:v>
                </c:pt>
                <c:pt idx="82">
                  <c:v>1.0400000000004184E-2</c:v>
                </c:pt>
                <c:pt idx="83">
                  <c:v>1.0500000000035925E-2</c:v>
                </c:pt>
                <c:pt idx="84">
                  <c:v>1.0500000000035925E-2</c:v>
                </c:pt>
                <c:pt idx="85">
                  <c:v>1.0500000000035925E-2</c:v>
                </c:pt>
                <c:pt idx="86">
                  <c:v>1.0500000000035925E-2</c:v>
                </c:pt>
                <c:pt idx="87">
                  <c:v>1.0500000000035925E-2</c:v>
                </c:pt>
                <c:pt idx="88">
                  <c:v>1.0500000000035925E-2</c:v>
                </c:pt>
                <c:pt idx="89">
                  <c:v>1.0500000000035925E-2</c:v>
                </c:pt>
                <c:pt idx="90">
                  <c:v>1.0500000000035925E-2</c:v>
                </c:pt>
                <c:pt idx="91">
                  <c:v>1.0500000000035925E-2</c:v>
                </c:pt>
                <c:pt idx="92">
                  <c:v>1.0500000000035925E-2</c:v>
                </c:pt>
                <c:pt idx="93">
                  <c:v>1.0500000000035925E-2</c:v>
                </c:pt>
                <c:pt idx="94">
                  <c:v>1.0500000000035925E-2</c:v>
                </c:pt>
                <c:pt idx="95">
                  <c:v>1.0500000000035925E-2</c:v>
                </c:pt>
                <c:pt idx="96">
                  <c:v>1.0500000000035925E-2</c:v>
                </c:pt>
                <c:pt idx="97">
                  <c:v>1.0500000000035925E-2</c:v>
                </c:pt>
                <c:pt idx="98">
                  <c:v>1.0500000000035925E-2</c:v>
                </c:pt>
                <c:pt idx="99">
                  <c:v>1.0500000000035925E-2</c:v>
                </c:pt>
                <c:pt idx="100">
                  <c:v>1.0500000000035925E-2</c:v>
                </c:pt>
                <c:pt idx="101">
                  <c:v>1.0500000000035925E-2</c:v>
                </c:pt>
                <c:pt idx="102">
                  <c:v>1.0500000000035925E-2</c:v>
                </c:pt>
                <c:pt idx="103">
                  <c:v>1.0500000000035925E-2</c:v>
                </c:pt>
                <c:pt idx="104">
                  <c:v>1.0500000000035925E-2</c:v>
                </c:pt>
                <c:pt idx="105">
                  <c:v>1.0500000000035925E-2</c:v>
                </c:pt>
                <c:pt idx="106">
                  <c:v>1.0500000000035925E-2</c:v>
                </c:pt>
                <c:pt idx="107">
                  <c:v>1.0500000000035925E-2</c:v>
                </c:pt>
                <c:pt idx="108">
                  <c:v>1.0700000000042564E-2</c:v>
                </c:pt>
                <c:pt idx="109">
                  <c:v>1.0900000000049204E-2</c:v>
                </c:pt>
                <c:pt idx="110">
                  <c:v>1.0900000000049204E-2</c:v>
                </c:pt>
                <c:pt idx="111">
                  <c:v>1.1000000000024102E-2</c:v>
                </c:pt>
                <c:pt idx="112">
                  <c:v>1.1099999999999E-2</c:v>
                </c:pt>
                <c:pt idx="113">
                  <c:v>1.1099999999999E-2</c:v>
                </c:pt>
                <c:pt idx="114">
                  <c:v>1.1099999999999E-2</c:v>
                </c:pt>
                <c:pt idx="115">
                  <c:v>1.1200000000030741E-2</c:v>
                </c:pt>
                <c:pt idx="116">
                  <c:v>1.1200000000030741E-2</c:v>
                </c:pt>
                <c:pt idx="117">
                  <c:v>1.1200000000030741E-2</c:v>
                </c:pt>
                <c:pt idx="118">
                  <c:v>1.1200000000030741E-2</c:v>
                </c:pt>
                <c:pt idx="119">
                  <c:v>1.1200000000030741E-2</c:v>
                </c:pt>
                <c:pt idx="120">
                  <c:v>1.1200000000030741E-2</c:v>
                </c:pt>
                <c:pt idx="121">
                  <c:v>1.1300000000005639E-2</c:v>
                </c:pt>
                <c:pt idx="122">
                  <c:v>1.1300000000005639E-2</c:v>
                </c:pt>
                <c:pt idx="123">
                  <c:v>1.1300000000005639E-2</c:v>
                </c:pt>
                <c:pt idx="124">
                  <c:v>1.1300000000005639E-2</c:v>
                </c:pt>
                <c:pt idx="125">
                  <c:v>1.1300000000005639E-2</c:v>
                </c:pt>
                <c:pt idx="126">
                  <c:v>1.1300000000005639E-2</c:v>
                </c:pt>
                <c:pt idx="127">
                  <c:v>1.1300000000005639E-2</c:v>
                </c:pt>
                <c:pt idx="128">
                  <c:v>1.1300000000005639E-2</c:v>
                </c:pt>
                <c:pt idx="129">
                  <c:v>1.1300000000005639E-2</c:v>
                </c:pt>
                <c:pt idx="130">
                  <c:v>1.1300000000005639E-2</c:v>
                </c:pt>
                <c:pt idx="131">
                  <c:v>1.1300000000005639E-2</c:v>
                </c:pt>
                <c:pt idx="132">
                  <c:v>1.1300000000005639E-2</c:v>
                </c:pt>
                <c:pt idx="133">
                  <c:v>1.1300000000005639E-2</c:v>
                </c:pt>
                <c:pt idx="134">
                  <c:v>1.1300000000005639E-2</c:v>
                </c:pt>
                <c:pt idx="135">
                  <c:v>1.1300000000005639E-2</c:v>
                </c:pt>
                <c:pt idx="136">
                  <c:v>1.1300000000005639E-2</c:v>
                </c:pt>
                <c:pt idx="137">
                  <c:v>1.1300000000005639E-2</c:v>
                </c:pt>
                <c:pt idx="138">
                  <c:v>1.1300000000005639E-2</c:v>
                </c:pt>
                <c:pt idx="139">
                  <c:v>1.1300000000005639E-2</c:v>
                </c:pt>
                <c:pt idx="140">
                  <c:v>1.1300000000005639E-2</c:v>
                </c:pt>
                <c:pt idx="141">
                  <c:v>1.1300000000005639E-2</c:v>
                </c:pt>
                <c:pt idx="142">
                  <c:v>1.1300000000005639E-2</c:v>
                </c:pt>
                <c:pt idx="143">
                  <c:v>1.1300000000005639E-2</c:v>
                </c:pt>
                <c:pt idx="144">
                  <c:v>1.1300000000005639E-2</c:v>
                </c:pt>
                <c:pt idx="145">
                  <c:v>1.1300000000005639E-2</c:v>
                </c:pt>
                <c:pt idx="146">
                  <c:v>1.1300000000005639E-2</c:v>
                </c:pt>
                <c:pt idx="147">
                  <c:v>1.1300000000005639E-2</c:v>
                </c:pt>
                <c:pt idx="148">
                  <c:v>1.1300000000005639E-2</c:v>
                </c:pt>
                <c:pt idx="149">
                  <c:v>1.1300000000005639E-2</c:v>
                </c:pt>
                <c:pt idx="150">
                  <c:v>1.1300000000005639E-2</c:v>
                </c:pt>
                <c:pt idx="151">
                  <c:v>1.1300000000005639E-2</c:v>
                </c:pt>
                <c:pt idx="152">
                  <c:v>1.1300000000005639E-2</c:v>
                </c:pt>
                <c:pt idx="153">
                  <c:v>1.1300000000005639E-2</c:v>
                </c:pt>
                <c:pt idx="154">
                  <c:v>1.1300000000005639E-2</c:v>
                </c:pt>
                <c:pt idx="155">
                  <c:v>1.1300000000005639E-2</c:v>
                </c:pt>
                <c:pt idx="156">
                  <c:v>1.1300000000005639E-2</c:v>
                </c:pt>
                <c:pt idx="157">
                  <c:v>1.1300000000005639E-2</c:v>
                </c:pt>
                <c:pt idx="158">
                  <c:v>1.140000000003738E-2</c:v>
                </c:pt>
                <c:pt idx="159">
                  <c:v>1.1500000000012278E-2</c:v>
                </c:pt>
                <c:pt idx="160">
                  <c:v>1.1500000000012278E-2</c:v>
                </c:pt>
                <c:pt idx="161">
                  <c:v>1.1500000000012278E-2</c:v>
                </c:pt>
                <c:pt idx="162">
                  <c:v>1.1500000000012278E-2</c:v>
                </c:pt>
                <c:pt idx="163">
                  <c:v>1.1500000000012278E-2</c:v>
                </c:pt>
                <c:pt idx="164">
                  <c:v>1.1500000000012278E-2</c:v>
                </c:pt>
                <c:pt idx="165">
                  <c:v>1.140000000003738E-2</c:v>
                </c:pt>
                <c:pt idx="166">
                  <c:v>1.140000000003738E-2</c:v>
                </c:pt>
                <c:pt idx="167">
                  <c:v>1.140000000003738E-2</c:v>
                </c:pt>
                <c:pt idx="168">
                  <c:v>1.140000000003738E-2</c:v>
                </c:pt>
                <c:pt idx="169">
                  <c:v>1.140000000003738E-2</c:v>
                </c:pt>
                <c:pt idx="170">
                  <c:v>1.140000000003738E-2</c:v>
                </c:pt>
                <c:pt idx="171">
                  <c:v>1.140000000003738E-2</c:v>
                </c:pt>
                <c:pt idx="172">
                  <c:v>1.140000000003738E-2</c:v>
                </c:pt>
                <c:pt idx="173">
                  <c:v>1.140000000003738E-2</c:v>
                </c:pt>
                <c:pt idx="174">
                  <c:v>1.140000000003738E-2</c:v>
                </c:pt>
                <c:pt idx="175">
                  <c:v>1.140000000003738E-2</c:v>
                </c:pt>
                <c:pt idx="176">
                  <c:v>1.140000000003738E-2</c:v>
                </c:pt>
                <c:pt idx="177">
                  <c:v>1.140000000003738E-2</c:v>
                </c:pt>
                <c:pt idx="178">
                  <c:v>1.140000000003738E-2</c:v>
                </c:pt>
                <c:pt idx="179">
                  <c:v>1.140000000003738E-2</c:v>
                </c:pt>
                <c:pt idx="180">
                  <c:v>1.140000000003738E-2</c:v>
                </c:pt>
                <c:pt idx="181">
                  <c:v>1.140000000003738E-2</c:v>
                </c:pt>
                <c:pt idx="182">
                  <c:v>1.140000000003738E-2</c:v>
                </c:pt>
                <c:pt idx="183">
                  <c:v>1.1200000000030741E-2</c:v>
                </c:pt>
                <c:pt idx="184">
                  <c:v>1.0800000000017462E-2</c:v>
                </c:pt>
                <c:pt idx="185">
                  <c:v>1.0600000000010823E-2</c:v>
                </c:pt>
                <c:pt idx="186">
                  <c:v>1.0400000000004184E-2</c:v>
                </c:pt>
                <c:pt idx="187">
                  <c:v>1.0400000000004184E-2</c:v>
                </c:pt>
                <c:pt idx="188">
                  <c:v>1.0300000000029286E-2</c:v>
                </c:pt>
                <c:pt idx="189">
                  <c:v>1.0300000000029286E-2</c:v>
                </c:pt>
                <c:pt idx="190">
                  <c:v>1.0300000000029286E-2</c:v>
                </c:pt>
                <c:pt idx="191">
                  <c:v>1.0300000000029286E-2</c:v>
                </c:pt>
                <c:pt idx="192">
                  <c:v>1.0300000000029286E-2</c:v>
                </c:pt>
                <c:pt idx="193">
                  <c:v>1.0300000000029286E-2</c:v>
                </c:pt>
                <c:pt idx="194">
                  <c:v>1.0199999999997544E-2</c:v>
                </c:pt>
                <c:pt idx="195">
                  <c:v>1.0199999999997544E-2</c:v>
                </c:pt>
                <c:pt idx="196">
                  <c:v>1.0199999999997544E-2</c:v>
                </c:pt>
                <c:pt idx="197">
                  <c:v>1.0199999999997544E-2</c:v>
                </c:pt>
                <c:pt idx="198">
                  <c:v>1.0199999999997544E-2</c:v>
                </c:pt>
                <c:pt idx="199">
                  <c:v>1.0199999999997544E-2</c:v>
                </c:pt>
                <c:pt idx="200">
                  <c:v>1.0199999999997544E-2</c:v>
                </c:pt>
                <c:pt idx="201">
                  <c:v>1.0199999999997544E-2</c:v>
                </c:pt>
                <c:pt idx="202">
                  <c:v>1.0199999999997544E-2</c:v>
                </c:pt>
                <c:pt idx="203">
                  <c:v>1.0199999999997544E-2</c:v>
                </c:pt>
                <c:pt idx="204">
                  <c:v>1.0199999999997544E-2</c:v>
                </c:pt>
                <c:pt idx="205">
                  <c:v>1.0199999999997544E-2</c:v>
                </c:pt>
                <c:pt idx="206">
                  <c:v>1.0199999999997544E-2</c:v>
                </c:pt>
                <c:pt idx="207">
                  <c:v>1.0199999999997544E-2</c:v>
                </c:pt>
                <c:pt idx="208">
                  <c:v>1.0100000000022646E-2</c:v>
                </c:pt>
                <c:pt idx="209">
                  <c:v>1.0100000000022646E-2</c:v>
                </c:pt>
                <c:pt idx="210">
                  <c:v>1.0100000000022646E-2</c:v>
                </c:pt>
                <c:pt idx="211">
                  <c:v>1.0100000000022646E-2</c:v>
                </c:pt>
                <c:pt idx="212">
                  <c:v>1.0100000000022646E-2</c:v>
                </c:pt>
                <c:pt idx="213">
                  <c:v>1.0100000000022646E-2</c:v>
                </c:pt>
                <c:pt idx="214">
                  <c:v>1.0300000000029286E-2</c:v>
                </c:pt>
                <c:pt idx="215">
                  <c:v>1.0400000000004184E-2</c:v>
                </c:pt>
                <c:pt idx="216">
                  <c:v>1.0400000000004184E-2</c:v>
                </c:pt>
                <c:pt idx="217">
                  <c:v>1.0400000000004184E-2</c:v>
                </c:pt>
                <c:pt idx="218">
                  <c:v>1.0500000000035925E-2</c:v>
                </c:pt>
                <c:pt idx="219">
                  <c:v>1.0500000000035925E-2</c:v>
                </c:pt>
                <c:pt idx="220">
                  <c:v>1.0500000000035925E-2</c:v>
                </c:pt>
                <c:pt idx="221">
                  <c:v>1.0500000000035925E-2</c:v>
                </c:pt>
                <c:pt idx="222">
                  <c:v>1.0500000000035925E-2</c:v>
                </c:pt>
                <c:pt idx="223">
                  <c:v>1.0500000000035925E-2</c:v>
                </c:pt>
                <c:pt idx="224">
                  <c:v>1.0500000000035925E-2</c:v>
                </c:pt>
                <c:pt idx="225">
                  <c:v>1.0500000000035925E-2</c:v>
                </c:pt>
                <c:pt idx="226">
                  <c:v>1.0500000000035925E-2</c:v>
                </c:pt>
                <c:pt idx="227">
                  <c:v>1.0500000000035925E-2</c:v>
                </c:pt>
                <c:pt idx="228">
                  <c:v>1.0500000000035925E-2</c:v>
                </c:pt>
                <c:pt idx="229">
                  <c:v>1.0500000000035925E-2</c:v>
                </c:pt>
                <c:pt idx="230">
                  <c:v>1.0500000000035925E-2</c:v>
                </c:pt>
                <c:pt idx="231">
                  <c:v>1.0500000000035925E-2</c:v>
                </c:pt>
                <c:pt idx="232">
                  <c:v>1.0500000000035925E-2</c:v>
                </c:pt>
                <c:pt idx="233">
                  <c:v>1.0500000000035925E-2</c:v>
                </c:pt>
                <c:pt idx="234">
                  <c:v>1.0500000000035925E-2</c:v>
                </c:pt>
                <c:pt idx="235">
                  <c:v>1.0500000000035925E-2</c:v>
                </c:pt>
                <c:pt idx="236">
                  <c:v>1.0500000000035925E-2</c:v>
                </c:pt>
                <c:pt idx="237">
                  <c:v>1.0500000000035925E-2</c:v>
                </c:pt>
                <c:pt idx="238">
                  <c:v>1.0500000000035925E-2</c:v>
                </c:pt>
                <c:pt idx="239">
                  <c:v>1.0500000000035925E-2</c:v>
                </c:pt>
                <c:pt idx="240">
                  <c:v>1.0500000000035925E-2</c:v>
                </c:pt>
                <c:pt idx="241">
                  <c:v>1.0500000000035925E-2</c:v>
                </c:pt>
                <c:pt idx="242">
                  <c:v>1.0500000000035925E-2</c:v>
                </c:pt>
                <c:pt idx="243">
                  <c:v>1.0500000000035925E-2</c:v>
                </c:pt>
                <c:pt idx="244">
                  <c:v>1.0500000000035925E-2</c:v>
                </c:pt>
                <c:pt idx="245">
                  <c:v>1.0500000000035925E-2</c:v>
                </c:pt>
                <c:pt idx="246">
                  <c:v>1.0500000000035925E-2</c:v>
                </c:pt>
                <c:pt idx="247">
                  <c:v>1.0500000000035925E-2</c:v>
                </c:pt>
                <c:pt idx="248">
                  <c:v>1.0500000000035925E-2</c:v>
                </c:pt>
                <c:pt idx="249">
                  <c:v>1.0500000000035925E-2</c:v>
                </c:pt>
                <c:pt idx="250">
                  <c:v>1.0500000000035925E-2</c:v>
                </c:pt>
                <c:pt idx="251">
                  <c:v>1.0500000000035925E-2</c:v>
                </c:pt>
                <c:pt idx="252">
                  <c:v>1.0500000000035925E-2</c:v>
                </c:pt>
                <c:pt idx="253">
                  <c:v>1.0500000000035925E-2</c:v>
                </c:pt>
                <c:pt idx="254">
                  <c:v>1.0500000000035925E-2</c:v>
                </c:pt>
                <c:pt idx="255">
                  <c:v>1.0500000000035925E-2</c:v>
                </c:pt>
                <c:pt idx="256">
                  <c:v>1.0500000000035925E-2</c:v>
                </c:pt>
                <c:pt idx="257">
                  <c:v>1.0500000000035925E-2</c:v>
                </c:pt>
                <c:pt idx="258">
                  <c:v>1.0500000000035925E-2</c:v>
                </c:pt>
                <c:pt idx="259">
                  <c:v>1.0500000000035925E-2</c:v>
                </c:pt>
                <c:pt idx="260">
                  <c:v>1.0500000000035925E-2</c:v>
                </c:pt>
                <c:pt idx="261">
                  <c:v>1.0500000000035925E-2</c:v>
                </c:pt>
                <c:pt idx="262">
                  <c:v>1.0500000000035925E-2</c:v>
                </c:pt>
                <c:pt idx="263">
                  <c:v>1.0500000000035925E-2</c:v>
                </c:pt>
                <c:pt idx="264">
                  <c:v>1.0500000000035925E-2</c:v>
                </c:pt>
                <c:pt idx="265">
                  <c:v>1.0800000000017462E-2</c:v>
                </c:pt>
                <c:pt idx="266">
                  <c:v>1.0900000000049204E-2</c:v>
                </c:pt>
                <c:pt idx="267">
                  <c:v>1.1000000000024102E-2</c:v>
                </c:pt>
                <c:pt idx="268">
                  <c:v>1.1000000000024102E-2</c:v>
                </c:pt>
                <c:pt idx="269">
                  <c:v>1.1099999999999E-2</c:v>
                </c:pt>
                <c:pt idx="270">
                  <c:v>1.1099999999999E-2</c:v>
                </c:pt>
                <c:pt idx="271">
                  <c:v>1.1099999999999E-2</c:v>
                </c:pt>
                <c:pt idx="272">
                  <c:v>1.1200000000030741E-2</c:v>
                </c:pt>
                <c:pt idx="273">
                  <c:v>1.1200000000030741E-2</c:v>
                </c:pt>
                <c:pt idx="274">
                  <c:v>1.1200000000030741E-2</c:v>
                </c:pt>
                <c:pt idx="275">
                  <c:v>1.1200000000030741E-2</c:v>
                </c:pt>
                <c:pt idx="276">
                  <c:v>1.1200000000030741E-2</c:v>
                </c:pt>
                <c:pt idx="277">
                  <c:v>1.1200000000030741E-2</c:v>
                </c:pt>
                <c:pt idx="278">
                  <c:v>1.1300000000005639E-2</c:v>
                </c:pt>
                <c:pt idx="279">
                  <c:v>1.1300000000005639E-2</c:v>
                </c:pt>
                <c:pt idx="280">
                  <c:v>1.1300000000005639E-2</c:v>
                </c:pt>
                <c:pt idx="281">
                  <c:v>1.1300000000005639E-2</c:v>
                </c:pt>
                <c:pt idx="282">
                  <c:v>1.1300000000005639E-2</c:v>
                </c:pt>
                <c:pt idx="283">
                  <c:v>1.1300000000005639E-2</c:v>
                </c:pt>
                <c:pt idx="284">
                  <c:v>1.1300000000005639E-2</c:v>
                </c:pt>
                <c:pt idx="285">
                  <c:v>1.1300000000005639E-2</c:v>
                </c:pt>
                <c:pt idx="286">
                  <c:v>1.1300000000005639E-2</c:v>
                </c:pt>
                <c:pt idx="287">
                  <c:v>1.1300000000005639E-2</c:v>
                </c:pt>
                <c:pt idx="288">
                  <c:v>1.1300000000005639E-2</c:v>
                </c:pt>
                <c:pt idx="289">
                  <c:v>1.1300000000005639E-2</c:v>
                </c:pt>
                <c:pt idx="290">
                  <c:v>1.1300000000005639E-2</c:v>
                </c:pt>
                <c:pt idx="291">
                  <c:v>1.1300000000005639E-2</c:v>
                </c:pt>
                <c:pt idx="292">
                  <c:v>1.1300000000005639E-2</c:v>
                </c:pt>
                <c:pt idx="293">
                  <c:v>1.1300000000005639E-2</c:v>
                </c:pt>
                <c:pt idx="294">
                  <c:v>1.1300000000005639E-2</c:v>
                </c:pt>
                <c:pt idx="295">
                  <c:v>1.1300000000005639E-2</c:v>
                </c:pt>
                <c:pt idx="296">
                  <c:v>1.1300000000005639E-2</c:v>
                </c:pt>
                <c:pt idx="297">
                  <c:v>1.1300000000005639E-2</c:v>
                </c:pt>
                <c:pt idx="298">
                  <c:v>1.1300000000005639E-2</c:v>
                </c:pt>
                <c:pt idx="299">
                  <c:v>1.1300000000005639E-2</c:v>
                </c:pt>
                <c:pt idx="300">
                  <c:v>1.1300000000005639E-2</c:v>
                </c:pt>
                <c:pt idx="301">
                  <c:v>1.1300000000005639E-2</c:v>
                </c:pt>
                <c:pt idx="302">
                  <c:v>1.1300000000005639E-2</c:v>
                </c:pt>
                <c:pt idx="303">
                  <c:v>1.1300000000005639E-2</c:v>
                </c:pt>
                <c:pt idx="304">
                  <c:v>1.1300000000005639E-2</c:v>
                </c:pt>
                <c:pt idx="305">
                  <c:v>1.1300000000005639E-2</c:v>
                </c:pt>
                <c:pt idx="306">
                  <c:v>1.1300000000005639E-2</c:v>
                </c:pt>
                <c:pt idx="307">
                  <c:v>1.1300000000005639E-2</c:v>
                </c:pt>
                <c:pt idx="308">
                  <c:v>1.1300000000005639E-2</c:v>
                </c:pt>
                <c:pt idx="309">
                  <c:v>1.1300000000005639E-2</c:v>
                </c:pt>
                <c:pt idx="310">
                  <c:v>1.1300000000005639E-2</c:v>
                </c:pt>
                <c:pt idx="311">
                  <c:v>1.1300000000005639E-2</c:v>
                </c:pt>
                <c:pt idx="312">
                  <c:v>1.1300000000005639E-2</c:v>
                </c:pt>
                <c:pt idx="313">
                  <c:v>1.1300000000005639E-2</c:v>
                </c:pt>
                <c:pt idx="314">
                  <c:v>1.1300000000005639E-2</c:v>
                </c:pt>
                <c:pt idx="315">
                  <c:v>1.1500000000012278E-2</c:v>
                </c:pt>
                <c:pt idx="316">
                  <c:v>1.1500000000012278E-2</c:v>
                </c:pt>
                <c:pt idx="317">
                  <c:v>1.1500000000012278E-2</c:v>
                </c:pt>
                <c:pt idx="318">
                  <c:v>1.1500000000012278E-2</c:v>
                </c:pt>
                <c:pt idx="319">
                  <c:v>1.1500000000012278E-2</c:v>
                </c:pt>
                <c:pt idx="320">
                  <c:v>1.1500000000012278E-2</c:v>
                </c:pt>
                <c:pt idx="321">
                  <c:v>1.1500000000012278E-2</c:v>
                </c:pt>
                <c:pt idx="322">
                  <c:v>1.140000000003738E-2</c:v>
                </c:pt>
                <c:pt idx="323">
                  <c:v>1.140000000003738E-2</c:v>
                </c:pt>
                <c:pt idx="324">
                  <c:v>1.140000000003738E-2</c:v>
                </c:pt>
                <c:pt idx="325">
                  <c:v>1.140000000003738E-2</c:v>
                </c:pt>
                <c:pt idx="326">
                  <c:v>1.140000000003738E-2</c:v>
                </c:pt>
                <c:pt idx="327">
                  <c:v>1.140000000003738E-2</c:v>
                </c:pt>
                <c:pt idx="328">
                  <c:v>1.140000000003738E-2</c:v>
                </c:pt>
                <c:pt idx="329">
                  <c:v>1.140000000003738E-2</c:v>
                </c:pt>
                <c:pt idx="330">
                  <c:v>1.140000000003738E-2</c:v>
                </c:pt>
                <c:pt idx="331">
                  <c:v>1.140000000003738E-2</c:v>
                </c:pt>
                <c:pt idx="332">
                  <c:v>1.140000000003738E-2</c:v>
                </c:pt>
                <c:pt idx="333">
                  <c:v>1.140000000003738E-2</c:v>
                </c:pt>
                <c:pt idx="334">
                  <c:v>1.140000000003738E-2</c:v>
                </c:pt>
                <c:pt idx="335">
                  <c:v>1.140000000003738E-2</c:v>
                </c:pt>
                <c:pt idx="336">
                  <c:v>1.140000000003738E-2</c:v>
                </c:pt>
                <c:pt idx="337">
                  <c:v>1.140000000003738E-2</c:v>
                </c:pt>
                <c:pt idx="338">
                  <c:v>1.140000000003738E-2</c:v>
                </c:pt>
                <c:pt idx="339">
                  <c:v>1.140000000003738E-2</c:v>
                </c:pt>
                <c:pt idx="340">
                  <c:v>1.1099999999999E-2</c:v>
                </c:pt>
                <c:pt idx="341">
                  <c:v>1.0700000000042564E-2</c:v>
                </c:pt>
                <c:pt idx="342">
                  <c:v>1.0500000000035925E-2</c:v>
                </c:pt>
                <c:pt idx="343">
                  <c:v>1.0400000000004184E-2</c:v>
                </c:pt>
                <c:pt idx="344">
                  <c:v>1.0400000000004184E-2</c:v>
                </c:pt>
                <c:pt idx="345">
                  <c:v>1.0300000000029286E-2</c:v>
                </c:pt>
                <c:pt idx="346">
                  <c:v>1.0300000000029286E-2</c:v>
                </c:pt>
                <c:pt idx="347">
                  <c:v>1.0300000000029286E-2</c:v>
                </c:pt>
                <c:pt idx="348">
                  <c:v>1.0300000000029286E-2</c:v>
                </c:pt>
                <c:pt idx="349">
                  <c:v>1.0300000000029286E-2</c:v>
                </c:pt>
                <c:pt idx="350">
                  <c:v>1.0300000000029286E-2</c:v>
                </c:pt>
                <c:pt idx="351">
                  <c:v>1.0199999999997544E-2</c:v>
                </c:pt>
                <c:pt idx="352">
                  <c:v>1.0199999999997544E-2</c:v>
                </c:pt>
                <c:pt idx="353">
                  <c:v>1.0199999999997544E-2</c:v>
                </c:pt>
                <c:pt idx="354">
                  <c:v>1.0199999999997544E-2</c:v>
                </c:pt>
                <c:pt idx="355">
                  <c:v>1.0199999999997544E-2</c:v>
                </c:pt>
                <c:pt idx="356">
                  <c:v>1.0199999999997544E-2</c:v>
                </c:pt>
                <c:pt idx="357">
                  <c:v>1.0199999999997544E-2</c:v>
                </c:pt>
                <c:pt idx="358">
                  <c:v>1.0199999999997544E-2</c:v>
                </c:pt>
                <c:pt idx="359">
                  <c:v>1.0199999999997544E-2</c:v>
                </c:pt>
                <c:pt idx="360">
                  <c:v>1.0199999999997544E-2</c:v>
                </c:pt>
                <c:pt idx="361">
                  <c:v>1.0199999999997544E-2</c:v>
                </c:pt>
                <c:pt idx="362">
                  <c:v>1.0199999999997544E-2</c:v>
                </c:pt>
                <c:pt idx="363">
                  <c:v>1.0199999999997544E-2</c:v>
                </c:pt>
                <c:pt idx="364">
                  <c:v>1.0199999999997544E-2</c:v>
                </c:pt>
                <c:pt idx="365">
                  <c:v>1.0199999999997544E-2</c:v>
                </c:pt>
                <c:pt idx="366">
                  <c:v>1.0100000000022646E-2</c:v>
                </c:pt>
                <c:pt idx="367">
                  <c:v>1.0100000000022646E-2</c:v>
                </c:pt>
                <c:pt idx="368">
                  <c:v>1.0100000000022646E-2</c:v>
                </c:pt>
                <c:pt idx="369">
                  <c:v>1.0100000000022646E-2</c:v>
                </c:pt>
                <c:pt idx="370">
                  <c:v>1.0100000000022646E-2</c:v>
                </c:pt>
                <c:pt idx="371">
                  <c:v>1.0199999999997544E-2</c:v>
                </c:pt>
                <c:pt idx="372">
                  <c:v>1.0300000000029286E-2</c:v>
                </c:pt>
                <c:pt idx="373">
                  <c:v>1.0400000000004184E-2</c:v>
                </c:pt>
                <c:pt idx="374">
                  <c:v>1.0400000000004184E-2</c:v>
                </c:pt>
                <c:pt idx="375">
                  <c:v>1.0400000000004184E-2</c:v>
                </c:pt>
                <c:pt idx="376">
                  <c:v>1.0500000000035925E-2</c:v>
                </c:pt>
                <c:pt idx="377">
                  <c:v>1.0500000000035925E-2</c:v>
                </c:pt>
                <c:pt idx="378">
                  <c:v>1.0500000000035925E-2</c:v>
                </c:pt>
                <c:pt idx="379">
                  <c:v>1.0500000000035925E-2</c:v>
                </c:pt>
                <c:pt idx="380">
                  <c:v>1.0500000000035925E-2</c:v>
                </c:pt>
                <c:pt idx="381">
                  <c:v>1.0500000000035925E-2</c:v>
                </c:pt>
                <c:pt idx="382">
                  <c:v>1.0500000000035925E-2</c:v>
                </c:pt>
                <c:pt idx="383">
                  <c:v>1.0500000000035925E-2</c:v>
                </c:pt>
                <c:pt idx="384">
                  <c:v>1.0500000000035925E-2</c:v>
                </c:pt>
                <c:pt idx="385">
                  <c:v>1.0500000000035925E-2</c:v>
                </c:pt>
                <c:pt idx="386">
                  <c:v>1.0500000000035925E-2</c:v>
                </c:pt>
                <c:pt idx="387">
                  <c:v>1.0500000000035925E-2</c:v>
                </c:pt>
                <c:pt idx="388">
                  <c:v>1.0500000000035925E-2</c:v>
                </c:pt>
                <c:pt idx="389">
                  <c:v>1.0500000000035925E-2</c:v>
                </c:pt>
                <c:pt idx="390">
                  <c:v>1.0500000000035925E-2</c:v>
                </c:pt>
                <c:pt idx="391">
                  <c:v>1.0500000000035925E-2</c:v>
                </c:pt>
                <c:pt idx="392">
                  <c:v>1.0500000000035925E-2</c:v>
                </c:pt>
                <c:pt idx="393">
                  <c:v>1.0500000000035925E-2</c:v>
                </c:pt>
                <c:pt idx="394">
                  <c:v>1.0500000000035925E-2</c:v>
                </c:pt>
                <c:pt idx="395">
                  <c:v>1.0500000000035925E-2</c:v>
                </c:pt>
                <c:pt idx="396">
                  <c:v>1.0500000000035925E-2</c:v>
                </c:pt>
                <c:pt idx="397">
                  <c:v>1.0500000000035925E-2</c:v>
                </c:pt>
                <c:pt idx="398">
                  <c:v>1.0500000000035925E-2</c:v>
                </c:pt>
                <c:pt idx="399">
                  <c:v>1.0500000000035925E-2</c:v>
                </c:pt>
                <c:pt idx="400">
                  <c:v>1.0500000000035925E-2</c:v>
                </c:pt>
                <c:pt idx="401">
                  <c:v>1.0500000000035925E-2</c:v>
                </c:pt>
                <c:pt idx="402">
                  <c:v>1.0500000000035925E-2</c:v>
                </c:pt>
                <c:pt idx="403">
                  <c:v>1.0500000000035925E-2</c:v>
                </c:pt>
                <c:pt idx="404">
                  <c:v>1.0500000000035925E-2</c:v>
                </c:pt>
                <c:pt idx="405">
                  <c:v>1.0500000000035925E-2</c:v>
                </c:pt>
                <c:pt idx="406">
                  <c:v>1.0500000000035925E-2</c:v>
                </c:pt>
                <c:pt idx="407">
                  <c:v>1.0500000000035925E-2</c:v>
                </c:pt>
                <c:pt idx="408">
                  <c:v>1.0500000000035925E-2</c:v>
                </c:pt>
                <c:pt idx="409">
                  <c:v>1.0500000000035925E-2</c:v>
                </c:pt>
                <c:pt idx="410">
                  <c:v>1.0500000000035925E-2</c:v>
                </c:pt>
                <c:pt idx="411">
                  <c:v>1.0500000000035925E-2</c:v>
                </c:pt>
                <c:pt idx="412">
                  <c:v>1.0500000000035925E-2</c:v>
                </c:pt>
                <c:pt idx="413">
                  <c:v>1.0500000000035925E-2</c:v>
                </c:pt>
                <c:pt idx="414">
                  <c:v>1.0500000000035925E-2</c:v>
                </c:pt>
                <c:pt idx="415">
                  <c:v>1.0500000000035925E-2</c:v>
                </c:pt>
                <c:pt idx="416">
                  <c:v>1.0500000000035925E-2</c:v>
                </c:pt>
                <c:pt idx="417">
                  <c:v>1.0500000000035925E-2</c:v>
                </c:pt>
                <c:pt idx="418">
                  <c:v>1.0500000000035925E-2</c:v>
                </c:pt>
                <c:pt idx="419">
                  <c:v>1.0500000000035925E-2</c:v>
                </c:pt>
                <c:pt idx="420">
                  <c:v>1.0500000000035925E-2</c:v>
                </c:pt>
                <c:pt idx="421">
                  <c:v>1.0500000000035925E-2</c:v>
                </c:pt>
                <c:pt idx="422">
                  <c:v>1.0600000000010823E-2</c:v>
                </c:pt>
                <c:pt idx="423">
                  <c:v>1.0800000000017462E-2</c:v>
                </c:pt>
                <c:pt idx="424">
                  <c:v>1.0900000000049204E-2</c:v>
                </c:pt>
                <c:pt idx="425">
                  <c:v>1.1000000000024102E-2</c:v>
                </c:pt>
                <c:pt idx="426">
                  <c:v>1.1000000000024102E-2</c:v>
                </c:pt>
                <c:pt idx="427">
                  <c:v>1.1099999999999E-2</c:v>
                </c:pt>
                <c:pt idx="428">
                  <c:v>1.1099999999999E-2</c:v>
                </c:pt>
                <c:pt idx="429">
                  <c:v>1.1099999999999E-2</c:v>
                </c:pt>
                <c:pt idx="430">
                  <c:v>1.1200000000030741E-2</c:v>
                </c:pt>
                <c:pt idx="431">
                  <c:v>1.1200000000030741E-2</c:v>
                </c:pt>
                <c:pt idx="432">
                  <c:v>1.1200000000030741E-2</c:v>
                </c:pt>
                <c:pt idx="433">
                  <c:v>1.1200000000030741E-2</c:v>
                </c:pt>
                <c:pt idx="434">
                  <c:v>1.1200000000030741E-2</c:v>
                </c:pt>
                <c:pt idx="435">
                  <c:v>1.1200000000030741E-2</c:v>
                </c:pt>
                <c:pt idx="436">
                  <c:v>1.1300000000005639E-2</c:v>
                </c:pt>
                <c:pt idx="437">
                  <c:v>1.1300000000005639E-2</c:v>
                </c:pt>
                <c:pt idx="438">
                  <c:v>1.1300000000005639E-2</c:v>
                </c:pt>
                <c:pt idx="439">
                  <c:v>1.1300000000005639E-2</c:v>
                </c:pt>
                <c:pt idx="440">
                  <c:v>1.1300000000005639E-2</c:v>
                </c:pt>
                <c:pt idx="441">
                  <c:v>1.1300000000005639E-2</c:v>
                </c:pt>
                <c:pt idx="442">
                  <c:v>1.1300000000005639E-2</c:v>
                </c:pt>
                <c:pt idx="443">
                  <c:v>1.1300000000005639E-2</c:v>
                </c:pt>
                <c:pt idx="444">
                  <c:v>1.1300000000005639E-2</c:v>
                </c:pt>
                <c:pt idx="445">
                  <c:v>1.1300000000005639E-2</c:v>
                </c:pt>
                <c:pt idx="446">
                  <c:v>1.1300000000005639E-2</c:v>
                </c:pt>
                <c:pt idx="447">
                  <c:v>1.1300000000005639E-2</c:v>
                </c:pt>
                <c:pt idx="448">
                  <c:v>1.1300000000005639E-2</c:v>
                </c:pt>
                <c:pt idx="449">
                  <c:v>1.1300000000005639E-2</c:v>
                </c:pt>
                <c:pt idx="450">
                  <c:v>1.1300000000005639E-2</c:v>
                </c:pt>
                <c:pt idx="451">
                  <c:v>1.1300000000005639E-2</c:v>
                </c:pt>
                <c:pt idx="452">
                  <c:v>1.1300000000005639E-2</c:v>
                </c:pt>
                <c:pt idx="453">
                  <c:v>1.1300000000005639E-2</c:v>
                </c:pt>
                <c:pt idx="454">
                  <c:v>1.1300000000005639E-2</c:v>
                </c:pt>
                <c:pt idx="455">
                  <c:v>1.1300000000005639E-2</c:v>
                </c:pt>
                <c:pt idx="456">
                  <c:v>1.1300000000005639E-2</c:v>
                </c:pt>
                <c:pt idx="457">
                  <c:v>1.1300000000005639E-2</c:v>
                </c:pt>
                <c:pt idx="458">
                  <c:v>1.1300000000005639E-2</c:v>
                </c:pt>
                <c:pt idx="459">
                  <c:v>1.1300000000005639E-2</c:v>
                </c:pt>
                <c:pt idx="460">
                  <c:v>1.1300000000005639E-2</c:v>
                </c:pt>
                <c:pt idx="461">
                  <c:v>1.1300000000005639E-2</c:v>
                </c:pt>
                <c:pt idx="462">
                  <c:v>1.1300000000005639E-2</c:v>
                </c:pt>
                <c:pt idx="463">
                  <c:v>1.1300000000005639E-2</c:v>
                </c:pt>
                <c:pt idx="464">
                  <c:v>1.1300000000005639E-2</c:v>
                </c:pt>
                <c:pt idx="465">
                  <c:v>1.1300000000005639E-2</c:v>
                </c:pt>
                <c:pt idx="466">
                  <c:v>1.1300000000005639E-2</c:v>
                </c:pt>
                <c:pt idx="467">
                  <c:v>1.1300000000005639E-2</c:v>
                </c:pt>
                <c:pt idx="468">
                  <c:v>1.1300000000005639E-2</c:v>
                </c:pt>
                <c:pt idx="469">
                  <c:v>1.1300000000005639E-2</c:v>
                </c:pt>
                <c:pt idx="470">
                  <c:v>1.1300000000005639E-2</c:v>
                </c:pt>
                <c:pt idx="471">
                  <c:v>1.1300000000005639E-2</c:v>
                </c:pt>
                <c:pt idx="472">
                  <c:v>1.1300000000005639E-2</c:v>
                </c:pt>
                <c:pt idx="473">
                  <c:v>1.140000000003738E-2</c:v>
                </c:pt>
                <c:pt idx="474">
                  <c:v>1.1500000000012278E-2</c:v>
                </c:pt>
                <c:pt idx="475">
                  <c:v>1.1500000000012278E-2</c:v>
                </c:pt>
                <c:pt idx="476">
                  <c:v>1.1500000000012278E-2</c:v>
                </c:pt>
                <c:pt idx="477">
                  <c:v>1.1500000000012278E-2</c:v>
                </c:pt>
                <c:pt idx="478">
                  <c:v>1.1500000000012278E-2</c:v>
                </c:pt>
                <c:pt idx="479">
                  <c:v>1.1500000000012278E-2</c:v>
                </c:pt>
                <c:pt idx="480">
                  <c:v>1.1500000000012278E-2</c:v>
                </c:pt>
                <c:pt idx="481">
                  <c:v>1.140000000003738E-2</c:v>
                </c:pt>
                <c:pt idx="482">
                  <c:v>1.140000000003738E-2</c:v>
                </c:pt>
                <c:pt idx="483">
                  <c:v>1.140000000003738E-2</c:v>
                </c:pt>
                <c:pt idx="484">
                  <c:v>1.140000000003738E-2</c:v>
                </c:pt>
                <c:pt idx="485">
                  <c:v>1.140000000003738E-2</c:v>
                </c:pt>
                <c:pt idx="486">
                  <c:v>1.140000000003738E-2</c:v>
                </c:pt>
                <c:pt idx="487">
                  <c:v>1.140000000003738E-2</c:v>
                </c:pt>
                <c:pt idx="488">
                  <c:v>1.140000000003738E-2</c:v>
                </c:pt>
                <c:pt idx="489">
                  <c:v>1.140000000003738E-2</c:v>
                </c:pt>
                <c:pt idx="490">
                  <c:v>1.140000000003738E-2</c:v>
                </c:pt>
                <c:pt idx="491">
                  <c:v>1.140000000003738E-2</c:v>
                </c:pt>
                <c:pt idx="492">
                  <c:v>1.140000000003738E-2</c:v>
                </c:pt>
                <c:pt idx="493">
                  <c:v>1.140000000003738E-2</c:v>
                </c:pt>
                <c:pt idx="494">
                  <c:v>1.140000000003738E-2</c:v>
                </c:pt>
                <c:pt idx="495">
                  <c:v>1.140000000003738E-2</c:v>
                </c:pt>
                <c:pt idx="496">
                  <c:v>1.140000000003738E-2</c:v>
                </c:pt>
                <c:pt idx="497">
                  <c:v>1.140000000003738E-2</c:v>
                </c:pt>
                <c:pt idx="498">
                  <c:v>1.140000000003738E-2</c:v>
                </c:pt>
                <c:pt idx="499">
                  <c:v>1.1000000000024102E-2</c:v>
                </c:pt>
                <c:pt idx="500">
                  <c:v>1.0700000000042564E-2</c:v>
                </c:pt>
                <c:pt idx="501">
                  <c:v>1.0500000000035925E-2</c:v>
                </c:pt>
                <c:pt idx="502">
                  <c:v>1.0400000000004184E-2</c:v>
                </c:pt>
                <c:pt idx="503">
                  <c:v>1.0400000000004184E-2</c:v>
                </c:pt>
                <c:pt idx="504">
                  <c:v>1.0300000000029286E-2</c:v>
                </c:pt>
                <c:pt idx="505">
                  <c:v>1.0300000000029286E-2</c:v>
                </c:pt>
                <c:pt idx="506">
                  <c:v>1.0300000000029286E-2</c:v>
                </c:pt>
                <c:pt idx="507">
                  <c:v>1.0300000000029286E-2</c:v>
                </c:pt>
                <c:pt idx="508">
                  <c:v>1.0300000000029286E-2</c:v>
                </c:pt>
                <c:pt idx="509">
                  <c:v>1.0300000000029286E-2</c:v>
                </c:pt>
                <c:pt idx="510">
                  <c:v>1.0199999999997544E-2</c:v>
                </c:pt>
                <c:pt idx="511">
                  <c:v>1.0199999999997544E-2</c:v>
                </c:pt>
                <c:pt idx="512">
                  <c:v>1.0199999999997544E-2</c:v>
                </c:pt>
                <c:pt idx="513">
                  <c:v>1.0199999999997544E-2</c:v>
                </c:pt>
                <c:pt idx="514">
                  <c:v>1.0199999999997544E-2</c:v>
                </c:pt>
                <c:pt idx="515">
                  <c:v>1.0199999999997544E-2</c:v>
                </c:pt>
                <c:pt idx="516">
                  <c:v>1.0199999999997544E-2</c:v>
                </c:pt>
                <c:pt idx="517">
                  <c:v>1.0199999999997544E-2</c:v>
                </c:pt>
                <c:pt idx="518">
                  <c:v>1.0199999999997544E-2</c:v>
                </c:pt>
                <c:pt idx="519">
                  <c:v>1.0199999999997544E-2</c:v>
                </c:pt>
                <c:pt idx="520">
                  <c:v>1.0199999999997544E-2</c:v>
                </c:pt>
                <c:pt idx="521">
                  <c:v>1.0199999999997544E-2</c:v>
                </c:pt>
                <c:pt idx="522">
                  <c:v>1.0199999999997544E-2</c:v>
                </c:pt>
                <c:pt idx="523">
                  <c:v>1.0199999999997544E-2</c:v>
                </c:pt>
                <c:pt idx="524">
                  <c:v>1.0100000000022646E-2</c:v>
                </c:pt>
                <c:pt idx="525">
                  <c:v>1.0100000000022646E-2</c:v>
                </c:pt>
                <c:pt idx="526">
                  <c:v>1.0100000000022646E-2</c:v>
                </c:pt>
                <c:pt idx="527">
                  <c:v>1.0100000000022646E-2</c:v>
                </c:pt>
                <c:pt idx="528">
                  <c:v>1.0100000000022646E-2</c:v>
                </c:pt>
                <c:pt idx="529">
                  <c:v>1.0199999999997544E-2</c:v>
                </c:pt>
                <c:pt idx="530">
                  <c:v>1.0300000000029286E-2</c:v>
                </c:pt>
                <c:pt idx="531">
                  <c:v>1.0400000000004184E-2</c:v>
                </c:pt>
                <c:pt idx="532">
                  <c:v>1.0400000000004184E-2</c:v>
                </c:pt>
              </c:numCache>
            </c:numRef>
          </c:yVal>
          <c:smooth val="1"/>
          <c:extLst>
            <c:ext xmlns:c16="http://schemas.microsoft.com/office/drawing/2014/chart" uri="{C3380CC4-5D6E-409C-BE32-E72D297353CC}">
              <c16:uniqueId val="{00000016-1510-4437-9CAD-7ED8315A59D8}"/>
            </c:ext>
          </c:extLst>
        </c:ser>
        <c:ser>
          <c:idx val="23"/>
          <c:order val="23"/>
          <c:tx>
            <c:strRef>
              <c:f>SM50000_TEMPSoc5l2_50000!$PL$1</c:f>
              <c:strCache>
                <c:ptCount val="1"/>
                <c:pt idx="0">
                  <c:v>TELE_SM_INTERIOR.283</c:v>
                </c:pt>
              </c:strCache>
            </c:strRef>
          </c:tx>
          <c:spPr>
            <a:ln w="19050" cap="rnd">
              <a:solidFill>
                <a:schemeClr val="accent6">
                  <a:lumMod val="80000"/>
                </a:schemeClr>
              </a:solidFill>
              <a:round/>
            </a:ln>
            <a:effectLst/>
          </c:spPr>
          <c:marker>
            <c:symbol val="circle"/>
            <c:size val="5"/>
            <c:spPr>
              <a:solidFill>
                <a:schemeClr val="accent6">
                  <a:lumMod val="80000"/>
                </a:schemeClr>
              </a:solidFill>
              <a:ln w="9525">
                <a:solidFill>
                  <a:schemeClr val="accent6">
                    <a:lumMod val="8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SM50000_TEMPSoc5l2_50000!$PL$2:$PL$536</c:f>
              <c:numCache>
                <c:formatCode>General</c:formatCode>
                <c:ptCount val="533"/>
                <c:pt idx="0">
                  <c:v>0</c:v>
                </c:pt>
                <c:pt idx="1">
                  <c:v>1.8000000000029104E-3</c:v>
                </c:pt>
                <c:pt idx="2">
                  <c:v>3.4999999999740794E-3</c:v>
                </c:pt>
                <c:pt idx="3">
                  <c:v>4.7000000000139153E-3</c:v>
                </c:pt>
                <c:pt idx="4">
                  <c:v>5.4999999999836291E-3</c:v>
                </c:pt>
                <c:pt idx="5">
                  <c:v>6.199999999978445E-3</c:v>
                </c:pt>
                <c:pt idx="6">
                  <c:v>6.6999999999666215E-3</c:v>
                </c:pt>
                <c:pt idx="7">
                  <c:v>7.0999999999799002E-3</c:v>
                </c:pt>
                <c:pt idx="8">
                  <c:v>7.4999999999931788E-3</c:v>
                </c:pt>
                <c:pt idx="9">
                  <c:v>7.799999999974716E-3</c:v>
                </c:pt>
                <c:pt idx="10">
                  <c:v>8.1000000000130967E-3</c:v>
                </c:pt>
                <c:pt idx="11">
                  <c:v>8.2999999999628926E-3</c:v>
                </c:pt>
                <c:pt idx="12">
                  <c:v>8.4999999999695319E-3</c:v>
                </c:pt>
                <c:pt idx="13">
                  <c:v>8.8000000000079126E-3</c:v>
                </c:pt>
                <c:pt idx="14">
                  <c:v>9.0000000000145519E-3</c:v>
                </c:pt>
                <c:pt idx="15">
                  <c:v>9.0999999999894499E-3</c:v>
                </c:pt>
                <c:pt idx="16">
                  <c:v>9.2999999999960892E-3</c:v>
                </c:pt>
                <c:pt idx="17">
                  <c:v>9.5000000000027285E-3</c:v>
                </c:pt>
                <c:pt idx="18">
                  <c:v>9.5999999999776264E-3</c:v>
                </c:pt>
                <c:pt idx="19">
                  <c:v>9.7999999999842657E-3</c:v>
                </c:pt>
                <c:pt idx="20">
                  <c:v>9.8999999999591637E-3</c:v>
                </c:pt>
                <c:pt idx="21">
                  <c:v>9.9999999999909051E-3</c:v>
                </c:pt>
                <c:pt idx="22">
                  <c:v>1.0199999999997544E-2</c:v>
                </c:pt>
                <c:pt idx="23">
                  <c:v>1.0299999999972442E-2</c:v>
                </c:pt>
                <c:pt idx="24">
                  <c:v>1.0400000000004184E-2</c:v>
                </c:pt>
                <c:pt idx="25">
                  <c:v>1.0499999999979082E-2</c:v>
                </c:pt>
                <c:pt idx="26">
                  <c:v>1.0499999999979082E-2</c:v>
                </c:pt>
                <c:pt idx="27">
                  <c:v>1.0299999999972442E-2</c:v>
                </c:pt>
                <c:pt idx="28">
                  <c:v>9.9999999999909051E-3</c:v>
                </c:pt>
                <c:pt idx="29">
                  <c:v>9.8999999999591637E-3</c:v>
                </c:pt>
                <c:pt idx="30">
                  <c:v>9.7000000000093678E-3</c:v>
                </c:pt>
                <c:pt idx="31">
                  <c:v>9.7000000000093678E-3</c:v>
                </c:pt>
                <c:pt idx="32">
                  <c:v>9.5999999999776264E-3</c:v>
                </c:pt>
                <c:pt idx="33">
                  <c:v>9.5999999999776264E-3</c:v>
                </c:pt>
                <c:pt idx="34">
                  <c:v>9.5999999999776264E-3</c:v>
                </c:pt>
                <c:pt idx="35">
                  <c:v>9.5999999999776264E-3</c:v>
                </c:pt>
                <c:pt idx="36">
                  <c:v>9.5999999999776264E-3</c:v>
                </c:pt>
                <c:pt idx="37">
                  <c:v>9.5999999999776264E-3</c:v>
                </c:pt>
                <c:pt idx="38">
                  <c:v>9.5999999999776264E-3</c:v>
                </c:pt>
                <c:pt idx="39">
                  <c:v>9.5999999999776264E-3</c:v>
                </c:pt>
                <c:pt idx="40">
                  <c:v>9.5999999999776264E-3</c:v>
                </c:pt>
                <c:pt idx="41">
                  <c:v>9.5999999999776264E-3</c:v>
                </c:pt>
                <c:pt idx="42">
                  <c:v>9.5999999999776264E-3</c:v>
                </c:pt>
                <c:pt idx="43">
                  <c:v>9.7000000000093678E-3</c:v>
                </c:pt>
                <c:pt idx="44">
                  <c:v>9.7000000000093678E-3</c:v>
                </c:pt>
                <c:pt idx="45">
                  <c:v>9.7000000000093678E-3</c:v>
                </c:pt>
                <c:pt idx="46">
                  <c:v>9.7000000000093678E-3</c:v>
                </c:pt>
                <c:pt idx="47">
                  <c:v>9.7000000000093678E-3</c:v>
                </c:pt>
                <c:pt idx="48">
                  <c:v>9.7000000000093678E-3</c:v>
                </c:pt>
                <c:pt idx="49">
                  <c:v>9.7000000000093678E-3</c:v>
                </c:pt>
                <c:pt idx="50">
                  <c:v>9.7000000000093678E-3</c:v>
                </c:pt>
                <c:pt idx="51">
                  <c:v>9.7999999999842657E-3</c:v>
                </c:pt>
                <c:pt idx="52">
                  <c:v>9.7999999999842657E-3</c:v>
                </c:pt>
                <c:pt idx="53">
                  <c:v>9.7999999999842657E-3</c:v>
                </c:pt>
                <c:pt idx="54">
                  <c:v>9.7999999999842657E-3</c:v>
                </c:pt>
                <c:pt idx="55">
                  <c:v>9.7999999999842657E-3</c:v>
                </c:pt>
                <c:pt idx="56">
                  <c:v>9.7999999999842657E-3</c:v>
                </c:pt>
                <c:pt idx="57">
                  <c:v>9.8999999999591637E-3</c:v>
                </c:pt>
                <c:pt idx="58">
                  <c:v>9.9999999999909051E-3</c:v>
                </c:pt>
                <c:pt idx="59">
                  <c:v>1.0099999999965803E-2</c:v>
                </c:pt>
                <c:pt idx="60">
                  <c:v>1.0199999999997544E-2</c:v>
                </c:pt>
                <c:pt idx="61">
                  <c:v>1.0199999999997544E-2</c:v>
                </c:pt>
                <c:pt idx="62">
                  <c:v>1.0299999999972442E-2</c:v>
                </c:pt>
                <c:pt idx="63">
                  <c:v>1.0299999999972442E-2</c:v>
                </c:pt>
                <c:pt idx="64">
                  <c:v>1.0299999999972442E-2</c:v>
                </c:pt>
                <c:pt idx="65">
                  <c:v>1.0400000000004184E-2</c:v>
                </c:pt>
                <c:pt idx="66">
                  <c:v>1.0400000000004184E-2</c:v>
                </c:pt>
                <c:pt idx="67">
                  <c:v>1.0400000000004184E-2</c:v>
                </c:pt>
                <c:pt idx="68">
                  <c:v>1.0400000000004184E-2</c:v>
                </c:pt>
                <c:pt idx="69">
                  <c:v>1.0400000000004184E-2</c:v>
                </c:pt>
                <c:pt idx="70">
                  <c:v>1.0400000000004184E-2</c:v>
                </c:pt>
                <c:pt idx="71">
                  <c:v>1.0400000000004184E-2</c:v>
                </c:pt>
                <c:pt idx="72">
                  <c:v>1.0499999999979082E-2</c:v>
                </c:pt>
                <c:pt idx="73">
                  <c:v>1.0499999999979082E-2</c:v>
                </c:pt>
                <c:pt idx="74">
                  <c:v>1.0499999999979082E-2</c:v>
                </c:pt>
                <c:pt idx="75">
                  <c:v>1.0499999999979082E-2</c:v>
                </c:pt>
                <c:pt idx="76">
                  <c:v>1.0499999999979082E-2</c:v>
                </c:pt>
                <c:pt idx="77">
                  <c:v>1.0499999999979082E-2</c:v>
                </c:pt>
                <c:pt idx="78">
                  <c:v>1.0499999999979082E-2</c:v>
                </c:pt>
                <c:pt idx="79">
                  <c:v>1.0499999999979082E-2</c:v>
                </c:pt>
                <c:pt idx="80">
                  <c:v>1.0499999999979082E-2</c:v>
                </c:pt>
                <c:pt idx="81">
                  <c:v>1.0499999999979082E-2</c:v>
                </c:pt>
                <c:pt idx="82">
                  <c:v>1.0499999999979082E-2</c:v>
                </c:pt>
                <c:pt idx="83">
                  <c:v>1.0499999999979082E-2</c:v>
                </c:pt>
                <c:pt idx="84">
                  <c:v>1.0499999999979082E-2</c:v>
                </c:pt>
                <c:pt idx="85">
                  <c:v>1.0499999999979082E-2</c:v>
                </c:pt>
                <c:pt idx="86">
                  <c:v>1.0499999999979082E-2</c:v>
                </c:pt>
                <c:pt idx="87">
                  <c:v>1.0499999999979082E-2</c:v>
                </c:pt>
                <c:pt idx="88">
                  <c:v>1.0499999999979082E-2</c:v>
                </c:pt>
                <c:pt idx="89">
                  <c:v>1.0600000000010823E-2</c:v>
                </c:pt>
                <c:pt idx="90">
                  <c:v>1.0600000000010823E-2</c:v>
                </c:pt>
                <c:pt idx="91">
                  <c:v>1.0600000000010823E-2</c:v>
                </c:pt>
                <c:pt idx="92">
                  <c:v>1.0600000000010823E-2</c:v>
                </c:pt>
                <c:pt idx="93">
                  <c:v>1.0600000000010823E-2</c:v>
                </c:pt>
                <c:pt idx="94">
                  <c:v>1.0600000000010823E-2</c:v>
                </c:pt>
                <c:pt idx="95">
                  <c:v>1.0600000000010823E-2</c:v>
                </c:pt>
                <c:pt idx="96">
                  <c:v>1.0600000000010823E-2</c:v>
                </c:pt>
                <c:pt idx="97">
                  <c:v>1.0600000000010823E-2</c:v>
                </c:pt>
                <c:pt idx="98">
                  <c:v>1.0600000000010823E-2</c:v>
                </c:pt>
                <c:pt idx="99">
                  <c:v>1.0600000000010823E-2</c:v>
                </c:pt>
                <c:pt idx="100">
                  <c:v>1.0600000000010823E-2</c:v>
                </c:pt>
                <c:pt idx="101">
                  <c:v>1.0600000000010823E-2</c:v>
                </c:pt>
                <c:pt idx="102">
                  <c:v>1.0600000000010823E-2</c:v>
                </c:pt>
                <c:pt idx="103">
                  <c:v>1.0600000000010823E-2</c:v>
                </c:pt>
                <c:pt idx="104">
                  <c:v>1.0600000000010823E-2</c:v>
                </c:pt>
                <c:pt idx="105">
                  <c:v>1.0600000000010823E-2</c:v>
                </c:pt>
                <c:pt idx="106">
                  <c:v>1.0600000000010823E-2</c:v>
                </c:pt>
                <c:pt idx="107">
                  <c:v>1.0600000000010823E-2</c:v>
                </c:pt>
                <c:pt idx="108">
                  <c:v>1.0699999999985721E-2</c:v>
                </c:pt>
                <c:pt idx="109">
                  <c:v>1.089999999999236E-2</c:v>
                </c:pt>
                <c:pt idx="110">
                  <c:v>1.0999999999967258E-2</c:v>
                </c:pt>
                <c:pt idx="111">
                  <c:v>1.1099999999999E-2</c:v>
                </c:pt>
                <c:pt idx="112">
                  <c:v>1.1099999999999E-2</c:v>
                </c:pt>
                <c:pt idx="113">
                  <c:v>1.1199999999973898E-2</c:v>
                </c:pt>
                <c:pt idx="114">
                  <c:v>1.1199999999973898E-2</c:v>
                </c:pt>
                <c:pt idx="115">
                  <c:v>1.1300000000005639E-2</c:v>
                </c:pt>
                <c:pt idx="116">
                  <c:v>1.1300000000005639E-2</c:v>
                </c:pt>
                <c:pt idx="117">
                  <c:v>1.1300000000005639E-2</c:v>
                </c:pt>
                <c:pt idx="118">
                  <c:v>1.1399999999980537E-2</c:v>
                </c:pt>
                <c:pt idx="119">
                  <c:v>1.1399999999980537E-2</c:v>
                </c:pt>
                <c:pt idx="120">
                  <c:v>1.1399999999980537E-2</c:v>
                </c:pt>
                <c:pt idx="121">
                  <c:v>1.1399999999980537E-2</c:v>
                </c:pt>
                <c:pt idx="122">
                  <c:v>1.1399999999980537E-2</c:v>
                </c:pt>
                <c:pt idx="123">
                  <c:v>1.1399999999980537E-2</c:v>
                </c:pt>
                <c:pt idx="124">
                  <c:v>1.1399999999980537E-2</c:v>
                </c:pt>
                <c:pt idx="125">
                  <c:v>1.1399999999980537E-2</c:v>
                </c:pt>
                <c:pt idx="126">
                  <c:v>1.1500000000012278E-2</c:v>
                </c:pt>
                <c:pt idx="127">
                  <c:v>1.1500000000012278E-2</c:v>
                </c:pt>
                <c:pt idx="128">
                  <c:v>1.1500000000012278E-2</c:v>
                </c:pt>
                <c:pt idx="129">
                  <c:v>1.1500000000012278E-2</c:v>
                </c:pt>
                <c:pt idx="130">
                  <c:v>1.1500000000012278E-2</c:v>
                </c:pt>
                <c:pt idx="131">
                  <c:v>1.1500000000012278E-2</c:v>
                </c:pt>
                <c:pt idx="132">
                  <c:v>1.1500000000012278E-2</c:v>
                </c:pt>
                <c:pt idx="133">
                  <c:v>1.1500000000012278E-2</c:v>
                </c:pt>
                <c:pt idx="134">
                  <c:v>1.1500000000012278E-2</c:v>
                </c:pt>
                <c:pt idx="135">
                  <c:v>1.1500000000012278E-2</c:v>
                </c:pt>
                <c:pt idx="136">
                  <c:v>1.1500000000012278E-2</c:v>
                </c:pt>
                <c:pt idx="137">
                  <c:v>1.1500000000012278E-2</c:v>
                </c:pt>
                <c:pt idx="138">
                  <c:v>1.1500000000012278E-2</c:v>
                </c:pt>
                <c:pt idx="139">
                  <c:v>1.1500000000012278E-2</c:v>
                </c:pt>
                <c:pt idx="140">
                  <c:v>1.1500000000012278E-2</c:v>
                </c:pt>
                <c:pt idx="141">
                  <c:v>1.1500000000012278E-2</c:v>
                </c:pt>
                <c:pt idx="142">
                  <c:v>1.1500000000012278E-2</c:v>
                </c:pt>
                <c:pt idx="143">
                  <c:v>1.1500000000012278E-2</c:v>
                </c:pt>
                <c:pt idx="144">
                  <c:v>1.1500000000012278E-2</c:v>
                </c:pt>
                <c:pt idx="145">
                  <c:v>1.1500000000012278E-2</c:v>
                </c:pt>
                <c:pt idx="146">
                  <c:v>1.1500000000012278E-2</c:v>
                </c:pt>
                <c:pt idx="147">
                  <c:v>1.1500000000012278E-2</c:v>
                </c:pt>
                <c:pt idx="148">
                  <c:v>1.1500000000012278E-2</c:v>
                </c:pt>
                <c:pt idx="149">
                  <c:v>1.1500000000012278E-2</c:v>
                </c:pt>
                <c:pt idx="150">
                  <c:v>1.1500000000012278E-2</c:v>
                </c:pt>
                <c:pt idx="151">
                  <c:v>1.1500000000012278E-2</c:v>
                </c:pt>
                <c:pt idx="152">
                  <c:v>1.1500000000012278E-2</c:v>
                </c:pt>
                <c:pt idx="153">
                  <c:v>1.1500000000012278E-2</c:v>
                </c:pt>
                <c:pt idx="154">
                  <c:v>1.1500000000012278E-2</c:v>
                </c:pt>
                <c:pt idx="155">
                  <c:v>1.1500000000012278E-2</c:v>
                </c:pt>
                <c:pt idx="156">
                  <c:v>1.1500000000012278E-2</c:v>
                </c:pt>
                <c:pt idx="157">
                  <c:v>1.1500000000012278E-2</c:v>
                </c:pt>
                <c:pt idx="158">
                  <c:v>1.1599999999987176E-2</c:v>
                </c:pt>
                <c:pt idx="159">
                  <c:v>1.1599999999987176E-2</c:v>
                </c:pt>
                <c:pt idx="160">
                  <c:v>1.1699999999962074E-2</c:v>
                </c:pt>
                <c:pt idx="161">
                  <c:v>1.1699999999962074E-2</c:v>
                </c:pt>
                <c:pt idx="162">
                  <c:v>1.1799999999993815E-2</c:v>
                </c:pt>
                <c:pt idx="163">
                  <c:v>1.1799999999993815E-2</c:v>
                </c:pt>
                <c:pt idx="164">
                  <c:v>1.1799999999993815E-2</c:v>
                </c:pt>
                <c:pt idx="165">
                  <c:v>1.1799999999993815E-2</c:v>
                </c:pt>
                <c:pt idx="166">
                  <c:v>1.1799999999993815E-2</c:v>
                </c:pt>
                <c:pt idx="167">
                  <c:v>1.1799999999993815E-2</c:v>
                </c:pt>
                <c:pt idx="168">
                  <c:v>1.1799999999993815E-2</c:v>
                </c:pt>
                <c:pt idx="169">
                  <c:v>1.1799999999993815E-2</c:v>
                </c:pt>
                <c:pt idx="170">
                  <c:v>1.1799999999993815E-2</c:v>
                </c:pt>
                <c:pt idx="171">
                  <c:v>1.1899999999968713E-2</c:v>
                </c:pt>
                <c:pt idx="172">
                  <c:v>1.1899999999968713E-2</c:v>
                </c:pt>
                <c:pt idx="173">
                  <c:v>1.1899999999968713E-2</c:v>
                </c:pt>
                <c:pt idx="174">
                  <c:v>1.1899999999968713E-2</c:v>
                </c:pt>
                <c:pt idx="175">
                  <c:v>1.1899999999968713E-2</c:v>
                </c:pt>
                <c:pt idx="176">
                  <c:v>1.1899999999968713E-2</c:v>
                </c:pt>
                <c:pt idx="177">
                  <c:v>1.1899999999968713E-2</c:v>
                </c:pt>
                <c:pt idx="178">
                  <c:v>1.1899999999968713E-2</c:v>
                </c:pt>
                <c:pt idx="179">
                  <c:v>1.1899999999968713E-2</c:v>
                </c:pt>
                <c:pt idx="180">
                  <c:v>1.1899999999968713E-2</c:v>
                </c:pt>
                <c:pt idx="181">
                  <c:v>1.1899999999968713E-2</c:v>
                </c:pt>
                <c:pt idx="182">
                  <c:v>1.1899999999968713E-2</c:v>
                </c:pt>
                <c:pt idx="183">
                  <c:v>1.1799999999993815E-2</c:v>
                </c:pt>
                <c:pt idx="184">
                  <c:v>1.1500000000012278E-2</c:v>
                </c:pt>
                <c:pt idx="185">
                  <c:v>1.1199999999973898E-2</c:v>
                </c:pt>
                <c:pt idx="186">
                  <c:v>1.089999999999236E-2</c:v>
                </c:pt>
                <c:pt idx="187">
                  <c:v>1.0699999999985721E-2</c:v>
                </c:pt>
                <c:pt idx="188">
                  <c:v>1.0600000000010823E-2</c:v>
                </c:pt>
                <c:pt idx="189">
                  <c:v>1.0499999999979082E-2</c:v>
                </c:pt>
                <c:pt idx="190">
                  <c:v>1.0400000000004184E-2</c:v>
                </c:pt>
                <c:pt idx="191">
                  <c:v>1.0400000000004184E-2</c:v>
                </c:pt>
                <c:pt idx="192">
                  <c:v>1.0299999999972442E-2</c:v>
                </c:pt>
                <c:pt idx="193">
                  <c:v>1.0299999999972442E-2</c:v>
                </c:pt>
                <c:pt idx="194">
                  <c:v>1.0199999999997544E-2</c:v>
                </c:pt>
                <c:pt idx="195">
                  <c:v>1.0199999999997544E-2</c:v>
                </c:pt>
                <c:pt idx="196">
                  <c:v>1.0199999999997544E-2</c:v>
                </c:pt>
                <c:pt idx="197">
                  <c:v>1.0199999999997544E-2</c:v>
                </c:pt>
                <c:pt idx="198">
                  <c:v>1.0099999999965803E-2</c:v>
                </c:pt>
                <c:pt idx="199">
                  <c:v>1.0099999999965803E-2</c:v>
                </c:pt>
                <c:pt idx="200">
                  <c:v>1.0099999999965803E-2</c:v>
                </c:pt>
                <c:pt idx="201">
                  <c:v>1.0099999999965803E-2</c:v>
                </c:pt>
                <c:pt idx="202">
                  <c:v>1.0099999999965803E-2</c:v>
                </c:pt>
                <c:pt idx="203">
                  <c:v>1.0099999999965803E-2</c:v>
                </c:pt>
                <c:pt idx="204">
                  <c:v>9.9999999999909051E-3</c:v>
                </c:pt>
                <c:pt idx="205">
                  <c:v>9.9999999999909051E-3</c:v>
                </c:pt>
                <c:pt idx="206">
                  <c:v>9.9999999999909051E-3</c:v>
                </c:pt>
                <c:pt idx="207">
                  <c:v>9.9999999999909051E-3</c:v>
                </c:pt>
                <c:pt idx="208">
                  <c:v>9.9999999999909051E-3</c:v>
                </c:pt>
                <c:pt idx="209">
                  <c:v>9.9999999999909051E-3</c:v>
                </c:pt>
                <c:pt idx="210">
                  <c:v>9.9999999999909051E-3</c:v>
                </c:pt>
                <c:pt idx="211">
                  <c:v>9.9999999999909051E-3</c:v>
                </c:pt>
                <c:pt idx="212">
                  <c:v>9.9999999999909051E-3</c:v>
                </c:pt>
                <c:pt idx="213">
                  <c:v>9.9999999999909051E-3</c:v>
                </c:pt>
                <c:pt idx="214">
                  <c:v>9.9999999999909051E-3</c:v>
                </c:pt>
                <c:pt idx="215">
                  <c:v>1.0199999999997544E-2</c:v>
                </c:pt>
                <c:pt idx="216">
                  <c:v>1.0299999999972442E-2</c:v>
                </c:pt>
                <c:pt idx="217">
                  <c:v>1.0299999999972442E-2</c:v>
                </c:pt>
                <c:pt idx="218">
                  <c:v>1.0400000000004184E-2</c:v>
                </c:pt>
                <c:pt idx="219">
                  <c:v>1.0400000000004184E-2</c:v>
                </c:pt>
                <c:pt idx="220">
                  <c:v>1.0400000000004184E-2</c:v>
                </c:pt>
                <c:pt idx="221">
                  <c:v>1.0499999999979082E-2</c:v>
                </c:pt>
                <c:pt idx="222">
                  <c:v>1.0499999999979082E-2</c:v>
                </c:pt>
                <c:pt idx="223">
                  <c:v>1.0499999999979082E-2</c:v>
                </c:pt>
                <c:pt idx="224">
                  <c:v>1.0499999999979082E-2</c:v>
                </c:pt>
                <c:pt idx="225">
                  <c:v>1.0499999999979082E-2</c:v>
                </c:pt>
                <c:pt idx="226">
                  <c:v>1.0499999999979082E-2</c:v>
                </c:pt>
                <c:pt idx="227">
                  <c:v>1.0499999999979082E-2</c:v>
                </c:pt>
                <c:pt idx="228">
                  <c:v>1.0499999999979082E-2</c:v>
                </c:pt>
                <c:pt idx="229">
                  <c:v>1.0499999999979082E-2</c:v>
                </c:pt>
                <c:pt idx="230">
                  <c:v>1.0499999999979082E-2</c:v>
                </c:pt>
                <c:pt idx="231">
                  <c:v>1.0499999999979082E-2</c:v>
                </c:pt>
                <c:pt idx="232">
                  <c:v>1.0499999999979082E-2</c:v>
                </c:pt>
                <c:pt idx="233">
                  <c:v>1.0600000000010823E-2</c:v>
                </c:pt>
                <c:pt idx="234">
                  <c:v>1.0600000000010823E-2</c:v>
                </c:pt>
                <c:pt idx="235">
                  <c:v>1.0600000000010823E-2</c:v>
                </c:pt>
                <c:pt idx="236">
                  <c:v>1.0600000000010823E-2</c:v>
                </c:pt>
                <c:pt idx="237">
                  <c:v>1.0600000000010823E-2</c:v>
                </c:pt>
                <c:pt idx="238">
                  <c:v>1.0600000000010823E-2</c:v>
                </c:pt>
                <c:pt idx="239">
                  <c:v>1.0600000000010823E-2</c:v>
                </c:pt>
                <c:pt idx="240">
                  <c:v>1.0600000000010823E-2</c:v>
                </c:pt>
                <c:pt idx="241">
                  <c:v>1.0600000000010823E-2</c:v>
                </c:pt>
                <c:pt idx="242">
                  <c:v>1.0600000000010823E-2</c:v>
                </c:pt>
                <c:pt idx="243">
                  <c:v>1.0600000000010823E-2</c:v>
                </c:pt>
                <c:pt idx="244">
                  <c:v>1.0600000000010823E-2</c:v>
                </c:pt>
                <c:pt idx="245">
                  <c:v>1.0600000000010823E-2</c:v>
                </c:pt>
                <c:pt idx="246">
                  <c:v>1.0600000000010823E-2</c:v>
                </c:pt>
                <c:pt idx="247">
                  <c:v>1.0600000000010823E-2</c:v>
                </c:pt>
                <c:pt idx="248">
                  <c:v>1.0600000000010823E-2</c:v>
                </c:pt>
                <c:pt idx="249">
                  <c:v>1.0600000000010823E-2</c:v>
                </c:pt>
                <c:pt idx="250">
                  <c:v>1.0600000000010823E-2</c:v>
                </c:pt>
                <c:pt idx="251">
                  <c:v>1.0600000000010823E-2</c:v>
                </c:pt>
                <c:pt idx="252">
                  <c:v>1.0600000000010823E-2</c:v>
                </c:pt>
                <c:pt idx="253">
                  <c:v>1.0600000000010823E-2</c:v>
                </c:pt>
                <c:pt idx="254">
                  <c:v>1.0600000000010823E-2</c:v>
                </c:pt>
                <c:pt idx="255">
                  <c:v>1.0600000000010823E-2</c:v>
                </c:pt>
                <c:pt idx="256">
                  <c:v>1.0600000000010823E-2</c:v>
                </c:pt>
                <c:pt idx="257">
                  <c:v>1.0600000000010823E-2</c:v>
                </c:pt>
                <c:pt idx="258">
                  <c:v>1.0600000000010823E-2</c:v>
                </c:pt>
                <c:pt idx="259">
                  <c:v>1.0600000000010823E-2</c:v>
                </c:pt>
                <c:pt idx="260">
                  <c:v>1.0600000000010823E-2</c:v>
                </c:pt>
                <c:pt idx="261">
                  <c:v>1.0600000000010823E-2</c:v>
                </c:pt>
                <c:pt idx="262">
                  <c:v>1.0600000000010823E-2</c:v>
                </c:pt>
                <c:pt idx="263">
                  <c:v>1.0600000000010823E-2</c:v>
                </c:pt>
                <c:pt idx="264">
                  <c:v>1.0600000000010823E-2</c:v>
                </c:pt>
                <c:pt idx="265">
                  <c:v>1.0699999999985721E-2</c:v>
                </c:pt>
                <c:pt idx="266">
                  <c:v>1.089999999999236E-2</c:v>
                </c:pt>
                <c:pt idx="267">
                  <c:v>1.0999999999967258E-2</c:v>
                </c:pt>
                <c:pt idx="268">
                  <c:v>1.1099999999999E-2</c:v>
                </c:pt>
                <c:pt idx="269">
                  <c:v>1.1199999999973898E-2</c:v>
                </c:pt>
                <c:pt idx="270">
                  <c:v>1.1199999999973898E-2</c:v>
                </c:pt>
                <c:pt idx="271">
                  <c:v>1.1300000000005639E-2</c:v>
                </c:pt>
                <c:pt idx="272">
                  <c:v>1.1300000000005639E-2</c:v>
                </c:pt>
                <c:pt idx="273">
                  <c:v>1.1300000000005639E-2</c:v>
                </c:pt>
                <c:pt idx="274">
                  <c:v>1.1399999999980537E-2</c:v>
                </c:pt>
                <c:pt idx="275">
                  <c:v>1.1399999999980537E-2</c:v>
                </c:pt>
                <c:pt idx="276">
                  <c:v>1.1399999999980537E-2</c:v>
                </c:pt>
                <c:pt idx="277">
                  <c:v>1.1399999999980537E-2</c:v>
                </c:pt>
                <c:pt idx="278">
                  <c:v>1.1399999999980537E-2</c:v>
                </c:pt>
                <c:pt idx="279">
                  <c:v>1.1399999999980537E-2</c:v>
                </c:pt>
                <c:pt idx="280">
                  <c:v>1.1399999999980537E-2</c:v>
                </c:pt>
                <c:pt idx="281">
                  <c:v>1.1399999999980537E-2</c:v>
                </c:pt>
                <c:pt idx="282">
                  <c:v>1.1500000000012278E-2</c:v>
                </c:pt>
                <c:pt idx="283">
                  <c:v>1.1500000000012278E-2</c:v>
                </c:pt>
                <c:pt idx="284">
                  <c:v>1.1500000000012278E-2</c:v>
                </c:pt>
                <c:pt idx="285">
                  <c:v>1.1500000000012278E-2</c:v>
                </c:pt>
                <c:pt idx="286">
                  <c:v>1.1500000000012278E-2</c:v>
                </c:pt>
                <c:pt idx="287">
                  <c:v>1.1500000000012278E-2</c:v>
                </c:pt>
                <c:pt idx="288">
                  <c:v>1.1500000000012278E-2</c:v>
                </c:pt>
                <c:pt idx="289">
                  <c:v>1.1500000000012278E-2</c:v>
                </c:pt>
                <c:pt idx="290">
                  <c:v>1.1500000000012278E-2</c:v>
                </c:pt>
                <c:pt idx="291">
                  <c:v>1.1500000000012278E-2</c:v>
                </c:pt>
                <c:pt idx="292">
                  <c:v>1.1500000000012278E-2</c:v>
                </c:pt>
                <c:pt idx="293">
                  <c:v>1.1500000000012278E-2</c:v>
                </c:pt>
                <c:pt idx="294">
                  <c:v>1.1500000000012278E-2</c:v>
                </c:pt>
                <c:pt idx="295">
                  <c:v>1.1500000000012278E-2</c:v>
                </c:pt>
                <c:pt idx="296">
                  <c:v>1.1500000000012278E-2</c:v>
                </c:pt>
                <c:pt idx="297">
                  <c:v>1.1500000000012278E-2</c:v>
                </c:pt>
                <c:pt idx="298">
                  <c:v>1.1500000000012278E-2</c:v>
                </c:pt>
                <c:pt idx="299">
                  <c:v>1.1500000000012278E-2</c:v>
                </c:pt>
                <c:pt idx="300">
                  <c:v>1.1500000000012278E-2</c:v>
                </c:pt>
                <c:pt idx="301">
                  <c:v>1.1500000000012278E-2</c:v>
                </c:pt>
                <c:pt idx="302">
                  <c:v>1.1500000000012278E-2</c:v>
                </c:pt>
                <c:pt idx="303">
                  <c:v>1.1500000000012278E-2</c:v>
                </c:pt>
                <c:pt idx="304">
                  <c:v>1.1500000000012278E-2</c:v>
                </c:pt>
                <c:pt idx="305">
                  <c:v>1.1500000000012278E-2</c:v>
                </c:pt>
                <c:pt idx="306">
                  <c:v>1.1500000000012278E-2</c:v>
                </c:pt>
                <c:pt idx="307">
                  <c:v>1.1500000000012278E-2</c:v>
                </c:pt>
                <c:pt idx="308">
                  <c:v>1.1500000000012278E-2</c:v>
                </c:pt>
                <c:pt idx="309">
                  <c:v>1.1500000000012278E-2</c:v>
                </c:pt>
                <c:pt idx="310">
                  <c:v>1.1500000000012278E-2</c:v>
                </c:pt>
                <c:pt idx="311">
                  <c:v>1.1500000000012278E-2</c:v>
                </c:pt>
                <c:pt idx="312">
                  <c:v>1.1500000000012278E-2</c:v>
                </c:pt>
                <c:pt idx="313">
                  <c:v>1.1500000000012278E-2</c:v>
                </c:pt>
                <c:pt idx="314">
                  <c:v>1.1500000000012278E-2</c:v>
                </c:pt>
                <c:pt idx="315">
                  <c:v>1.1599999999987176E-2</c:v>
                </c:pt>
                <c:pt idx="316">
                  <c:v>1.1599999999987176E-2</c:v>
                </c:pt>
                <c:pt idx="317">
                  <c:v>1.1699999999962074E-2</c:v>
                </c:pt>
                <c:pt idx="318">
                  <c:v>1.1799999999993815E-2</c:v>
                </c:pt>
                <c:pt idx="319">
                  <c:v>1.1799999999993815E-2</c:v>
                </c:pt>
                <c:pt idx="320">
                  <c:v>1.1799999999993815E-2</c:v>
                </c:pt>
                <c:pt idx="321">
                  <c:v>1.1799999999993815E-2</c:v>
                </c:pt>
                <c:pt idx="322">
                  <c:v>1.1799999999993815E-2</c:v>
                </c:pt>
                <c:pt idx="323">
                  <c:v>1.1799999999993815E-2</c:v>
                </c:pt>
                <c:pt idx="324">
                  <c:v>1.1799999999993815E-2</c:v>
                </c:pt>
                <c:pt idx="325">
                  <c:v>1.1799999999993815E-2</c:v>
                </c:pt>
                <c:pt idx="326">
                  <c:v>1.1799999999993815E-2</c:v>
                </c:pt>
                <c:pt idx="327">
                  <c:v>1.1899999999968713E-2</c:v>
                </c:pt>
                <c:pt idx="328">
                  <c:v>1.1899999999968713E-2</c:v>
                </c:pt>
                <c:pt idx="329">
                  <c:v>1.1899999999968713E-2</c:v>
                </c:pt>
                <c:pt idx="330">
                  <c:v>1.1899999999968713E-2</c:v>
                </c:pt>
                <c:pt idx="331">
                  <c:v>1.1899999999968713E-2</c:v>
                </c:pt>
                <c:pt idx="332">
                  <c:v>1.1899999999968713E-2</c:v>
                </c:pt>
                <c:pt idx="333">
                  <c:v>1.1899999999968713E-2</c:v>
                </c:pt>
                <c:pt idx="334">
                  <c:v>1.1899999999968713E-2</c:v>
                </c:pt>
                <c:pt idx="335">
                  <c:v>1.1899999999968713E-2</c:v>
                </c:pt>
                <c:pt idx="336">
                  <c:v>1.1899999999968713E-2</c:v>
                </c:pt>
                <c:pt idx="337">
                  <c:v>1.1899999999968713E-2</c:v>
                </c:pt>
                <c:pt idx="338">
                  <c:v>1.1899999999968713E-2</c:v>
                </c:pt>
                <c:pt idx="339">
                  <c:v>1.1899999999968713E-2</c:v>
                </c:pt>
                <c:pt idx="340">
                  <c:v>1.1799999999993815E-2</c:v>
                </c:pt>
                <c:pt idx="341">
                  <c:v>1.1399999999980537E-2</c:v>
                </c:pt>
                <c:pt idx="342">
                  <c:v>1.1099999999999E-2</c:v>
                </c:pt>
                <c:pt idx="343">
                  <c:v>1.089999999999236E-2</c:v>
                </c:pt>
                <c:pt idx="344">
                  <c:v>1.0699999999985721E-2</c:v>
                </c:pt>
                <c:pt idx="345">
                  <c:v>1.0600000000010823E-2</c:v>
                </c:pt>
                <c:pt idx="346">
                  <c:v>1.0499999999979082E-2</c:v>
                </c:pt>
                <c:pt idx="347">
                  <c:v>1.0400000000004184E-2</c:v>
                </c:pt>
                <c:pt idx="348">
                  <c:v>1.0400000000004184E-2</c:v>
                </c:pt>
                <c:pt idx="349">
                  <c:v>1.0299999999972442E-2</c:v>
                </c:pt>
                <c:pt idx="350">
                  <c:v>1.0299999999972442E-2</c:v>
                </c:pt>
                <c:pt idx="351">
                  <c:v>1.0199999999997544E-2</c:v>
                </c:pt>
                <c:pt idx="352">
                  <c:v>1.0199999999997544E-2</c:v>
                </c:pt>
                <c:pt idx="353">
                  <c:v>1.0199999999997544E-2</c:v>
                </c:pt>
                <c:pt idx="354">
                  <c:v>1.0099999999965803E-2</c:v>
                </c:pt>
                <c:pt idx="355">
                  <c:v>1.0099999999965803E-2</c:v>
                </c:pt>
                <c:pt idx="356">
                  <c:v>1.0099999999965803E-2</c:v>
                </c:pt>
                <c:pt idx="357">
                  <c:v>1.0099999999965803E-2</c:v>
                </c:pt>
                <c:pt idx="358">
                  <c:v>1.0099999999965803E-2</c:v>
                </c:pt>
                <c:pt idx="359">
                  <c:v>1.0099999999965803E-2</c:v>
                </c:pt>
                <c:pt idx="360">
                  <c:v>1.0099999999965803E-2</c:v>
                </c:pt>
                <c:pt idx="361">
                  <c:v>1.0099999999965803E-2</c:v>
                </c:pt>
                <c:pt idx="362">
                  <c:v>9.9999999999909051E-3</c:v>
                </c:pt>
                <c:pt idx="363">
                  <c:v>9.9999999999909051E-3</c:v>
                </c:pt>
                <c:pt idx="364">
                  <c:v>9.9999999999909051E-3</c:v>
                </c:pt>
                <c:pt idx="365">
                  <c:v>9.9999999999909051E-3</c:v>
                </c:pt>
                <c:pt idx="366">
                  <c:v>9.9999999999909051E-3</c:v>
                </c:pt>
                <c:pt idx="367">
                  <c:v>9.9999999999909051E-3</c:v>
                </c:pt>
                <c:pt idx="368">
                  <c:v>9.9999999999909051E-3</c:v>
                </c:pt>
                <c:pt idx="369">
                  <c:v>9.9999999999909051E-3</c:v>
                </c:pt>
                <c:pt idx="370">
                  <c:v>9.9999999999909051E-3</c:v>
                </c:pt>
                <c:pt idx="371">
                  <c:v>9.9999999999909051E-3</c:v>
                </c:pt>
                <c:pt idx="372">
                  <c:v>1.0099999999965803E-2</c:v>
                </c:pt>
                <c:pt idx="373">
                  <c:v>1.0199999999997544E-2</c:v>
                </c:pt>
                <c:pt idx="374">
                  <c:v>1.0299999999972442E-2</c:v>
                </c:pt>
                <c:pt idx="375">
                  <c:v>1.0299999999972442E-2</c:v>
                </c:pt>
                <c:pt idx="376">
                  <c:v>1.0400000000004184E-2</c:v>
                </c:pt>
                <c:pt idx="377">
                  <c:v>1.0400000000004184E-2</c:v>
                </c:pt>
                <c:pt idx="378">
                  <c:v>1.0400000000004184E-2</c:v>
                </c:pt>
                <c:pt idx="379">
                  <c:v>1.0499999999979082E-2</c:v>
                </c:pt>
                <c:pt idx="380">
                  <c:v>1.0499999999979082E-2</c:v>
                </c:pt>
                <c:pt idx="381">
                  <c:v>1.0499999999979082E-2</c:v>
                </c:pt>
                <c:pt idx="382">
                  <c:v>1.0499999999979082E-2</c:v>
                </c:pt>
                <c:pt idx="383">
                  <c:v>1.0499999999979082E-2</c:v>
                </c:pt>
                <c:pt idx="384">
                  <c:v>1.0499999999979082E-2</c:v>
                </c:pt>
                <c:pt idx="385">
                  <c:v>1.0499999999979082E-2</c:v>
                </c:pt>
                <c:pt idx="386">
                  <c:v>1.0499999999979082E-2</c:v>
                </c:pt>
                <c:pt idx="387">
                  <c:v>1.0499999999979082E-2</c:v>
                </c:pt>
                <c:pt idx="388">
                  <c:v>1.0499999999979082E-2</c:v>
                </c:pt>
                <c:pt idx="389">
                  <c:v>1.0499999999979082E-2</c:v>
                </c:pt>
                <c:pt idx="390">
                  <c:v>1.0499999999979082E-2</c:v>
                </c:pt>
                <c:pt idx="391">
                  <c:v>1.0600000000010823E-2</c:v>
                </c:pt>
                <c:pt idx="392">
                  <c:v>1.0600000000010823E-2</c:v>
                </c:pt>
                <c:pt idx="393">
                  <c:v>1.0600000000010823E-2</c:v>
                </c:pt>
                <c:pt idx="394">
                  <c:v>1.0600000000010823E-2</c:v>
                </c:pt>
                <c:pt idx="395">
                  <c:v>1.0600000000010823E-2</c:v>
                </c:pt>
                <c:pt idx="396">
                  <c:v>1.0600000000010823E-2</c:v>
                </c:pt>
                <c:pt idx="397">
                  <c:v>1.0600000000010823E-2</c:v>
                </c:pt>
                <c:pt idx="398">
                  <c:v>1.0600000000010823E-2</c:v>
                </c:pt>
                <c:pt idx="399">
                  <c:v>1.0600000000010823E-2</c:v>
                </c:pt>
                <c:pt idx="400">
                  <c:v>1.0600000000010823E-2</c:v>
                </c:pt>
                <c:pt idx="401">
                  <c:v>1.0600000000010823E-2</c:v>
                </c:pt>
                <c:pt idx="402">
                  <c:v>1.0600000000010823E-2</c:v>
                </c:pt>
                <c:pt idx="403">
                  <c:v>1.0600000000010823E-2</c:v>
                </c:pt>
                <c:pt idx="404">
                  <c:v>1.0600000000010823E-2</c:v>
                </c:pt>
                <c:pt idx="405">
                  <c:v>1.0600000000010823E-2</c:v>
                </c:pt>
                <c:pt idx="406">
                  <c:v>1.0600000000010823E-2</c:v>
                </c:pt>
                <c:pt idx="407">
                  <c:v>1.0600000000010823E-2</c:v>
                </c:pt>
                <c:pt idx="408">
                  <c:v>1.0600000000010823E-2</c:v>
                </c:pt>
                <c:pt idx="409">
                  <c:v>1.0600000000010823E-2</c:v>
                </c:pt>
                <c:pt idx="410">
                  <c:v>1.0600000000010823E-2</c:v>
                </c:pt>
                <c:pt idx="411">
                  <c:v>1.0600000000010823E-2</c:v>
                </c:pt>
                <c:pt idx="412">
                  <c:v>1.0600000000010823E-2</c:v>
                </c:pt>
                <c:pt idx="413">
                  <c:v>1.0600000000010823E-2</c:v>
                </c:pt>
                <c:pt idx="414">
                  <c:v>1.0600000000010823E-2</c:v>
                </c:pt>
                <c:pt idx="415">
                  <c:v>1.0600000000010823E-2</c:v>
                </c:pt>
                <c:pt idx="416">
                  <c:v>1.0600000000010823E-2</c:v>
                </c:pt>
                <c:pt idx="417">
                  <c:v>1.0600000000010823E-2</c:v>
                </c:pt>
                <c:pt idx="418">
                  <c:v>1.0600000000010823E-2</c:v>
                </c:pt>
                <c:pt idx="419">
                  <c:v>1.0600000000010823E-2</c:v>
                </c:pt>
                <c:pt idx="420">
                  <c:v>1.0600000000010823E-2</c:v>
                </c:pt>
                <c:pt idx="421">
                  <c:v>1.0600000000010823E-2</c:v>
                </c:pt>
                <c:pt idx="422">
                  <c:v>1.0600000000010823E-2</c:v>
                </c:pt>
                <c:pt idx="423">
                  <c:v>1.0799999999960619E-2</c:v>
                </c:pt>
                <c:pt idx="424">
                  <c:v>1.089999999999236E-2</c:v>
                </c:pt>
                <c:pt idx="425">
                  <c:v>1.0999999999967258E-2</c:v>
                </c:pt>
                <c:pt idx="426">
                  <c:v>1.1099999999999E-2</c:v>
                </c:pt>
                <c:pt idx="427">
                  <c:v>1.1199999999973898E-2</c:v>
                </c:pt>
                <c:pt idx="428">
                  <c:v>1.1199999999973898E-2</c:v>
                </c:pt>
                <c:pt idx="429">
                  <c:v>1.1300000000005639E-2</c:v>
                </c:pt>
                <c:pt idx="430">
                  <c:v>1.1300000000005639E-2</c:v>
                </c:pt>
                <c:pt idx="431">
                  <c:v>1.1300000000005639E-2</c:v>
                </c:pt>
                <c:pt idx="432">
                  <c:v>1.1399999999980537E-2</c:v>
                </c:pt>
                <c:pt idx="433">
                  <c:v>1.1399999999980537E-2</c:v>
                </c:pt>
                <c:pt idx="434">
                  <c:v>1.1399999999980537E-2</c:v>
                </c:pt>
                <c:pt idx="435">
                  <c:v>1.1399999999980537E-2</c:v>
                </c:pt>
                <c:pt idx="436">
                  <c:v>1.1399999999980537E-2</c:v>
                </c:pt>
                <c:pt idx="437">
                  <c:v>1.1399999999980537E-2</c:v>
                </c:pt>
                <c:pt idx="438">
                  <c:v>1.1399999999980537E-2</c:v>
                </c:pt>
                <c:pt idx="439">
                  <c:v>1.1399999999980537E-2</c:v>
                </c:pt>
                <c:pt idx="440">
                  <c:v>1.1500000000012278E-2</c:v>
                </c:pt>
                <c:pt idx="441">
                  <c:v>1.1500000000012278E-2</c:v>
                </c:pt>
                <c:pt idx="442">
                  <c:v>1.1500000000012278E-2</c:v>
                </c:pt>
                <c:pt idx="443">
                  <c:v>1.1500000000012278E-2</c:v>
                </c:pt>
                <c:pt idx="444">
                  <c:v>1.1500000000012278E-2</c:v>
                </c:pt>
                <c:pt idx="445">
                  <c:v>1.1500000000012278E-2</c:v>
                </c:pt>
                <c:pt idx="446">
                  <c:v>1.1500000000012278E-2</c:v>
                </c:pt>
                <c:pt idx="447">
                  <c:v>1.1500000000012278E-2</c:v>
                </c:pt>
                <c:pt idx="448">
                  <c:v>1.1500000000012278E-2</c:v>
                </c:pt>
                <c:pt idx="449">
                  <c:v>1.1500000000012278E-2</c:v>
                </c:pt>
                <c:pt idx="450">
                  <c:v>1.1500000000012278E-2</c:v>
                </c:pt>
                <c:pt idx="451">
                  <c:v>1.1500000000012278E-2</c:v>
                </c:pt>
                <c:pt idx="452">
                  <c:v>1.1500000000012278E-2</c:v>
                </c:pt>
                <c:pt idx="453">
                  <c:v>1.1500000000012278E-2</c:v>
                </c:pt>
                <c:pt idx="454">
                  <c:v>1.1500000000012278E-2</c:v>
                </c:pt>
                <c:pt idx="455">
                  <c:v>1.1500000000012278E-2</c:v>
                </c:pt>
                <c:pt idx="456">
                  <c:v>1.1500000000012278E-2</c:v>
                </c:pt>
                <c:pt idx="457">
                  <c:v>1.1500000000012278E-2</c:v>
                </c:pt>
                <c:pt idx="458">
                  <c:v>1.1500000000012278E-2</c:v>
                </c:pt>
                <c:pt idx="459">
                  <c:v>1.1500000000012278E-2</c:v>
                </c:pt>
                <c:pt idx="460">
                  <c:v>1.1500000000012278E-2</c:v>
                </c:pt>
                <c:pt idx="461">
                  <c:v>1.1500000000012278E-2</c:v>
                </c:pt>
                <c:pt idx="462">
                  <c:v>1.1500000000012278E-2</c:v>
                </c:pt>
                <c:pt idx="463">
                  <c:v>1.1500000000012278E-2</c:v>
                </c:pt>
                <c:pt idx="464">
                  <c:v>1.1500000000012278E-2</c:v>
                </c:pt>
                <c:pt idx="465">
                  <c:v>1.1500000000012278E-2</c:v>
                </c:pt>
                <c:pt idx="466">
                  <c:v>1.1500000000012278E-2</c:v>
                </c:pt>
                <c:pt idx="467">
                  <c:v>1.1500000000012278E-2</c:v>
                </c:pt>
                <c:pt idx="468">
                  <c:v>1.1500000000012278E-2</c:v>
                </c:pt>
                <c:pt idx="469">
                  <c:v>1.1500000000012278E-2</c:v>
                </c:pt>
                <c:pt idx="470">
                  <c:v>1.1500000000012278E-2</c:v>
                </c:pt>
                <c:pt idx="471">
                  <c:v>1.1500000000012278E-2</c:v>
                </c:pt>
                <c:pt idx="472">
                  <c:v>1.1500000000012278E-2</c:v>
                </c:pt>
                <c:pt idx="473">
                  <c:v>1.1500000000012278E-2</c:v>
                </c:pt>
                <c:pt idx="474">
                  <c:v>1.1599999999987176E-2</c:v>
                </c:pt>
                <c:pt idx="475">
                  <c:v>1.1699999999962074E-2</c:v>
                </c:pt>
                <c:pt idx="476">
                  <c:v>1.1699999999962074E-2</c:v>
                </c:pt>
                <c:pt idx="477">
                  <c:v>1.1799999999993815E-2</c:v>
                </c:pt>
                <c:pt idx="478">
                  <c:v>1.1799999999993815E-2</c:v>
                </c:pt>
                <c:pt idx="479">
                  <c:v>1.1799999999993815E-2</c:v>
                </c:pt>
                <c:pt idx="480">
                  <c:v>1.1799999999993815E-2</c:v>
                </c:pt>
                <c:pt idx="481">
                  <c:v>1.1799999999993815E-2</c:v>
                </c:pt>
                <c:pt idx="482">
                  <c:v>1.1799999999993815E-2</c:v>
                </c:pt>
                <c:pt idx="483">
                  <c:v>1.1799999999993815E-2</c:v>
                </c:pt>
                <c:pt idx="484">
                  <c:v>1.1799999999993815E-2</c:v>
                </c:pt>
                <c:pt idx="485">
                  <c:v>1.1799999999993815E-2</c:v>
                </c:pt>
                <c:pt idx="486">
                  <c:v>1.1899999999968713E-2</c:v>
                </c:pt>
                <c:pt idx="487">
                  <c:v>1.1899999999968713E-2</c:v>
                </c:pt>
                <c:pt idx="488">
                  <c:v>1.1899999999968713E-2</c:v>
                </c:pt>
                <c:pt idx="489">
                  <c:v>1.1899999999968713E-2</c:v>
                </c:pt>
                <c:pt idx="490">
                  <c:v>1.1899999999968713E-2</c:v>
                </c:pt>
                <c:pt idx="491">
                  <c:v>1.1899999999968713E-2</c:v>
                </c:pt>
                <c:pt idx="492">
                  <c:v>1.1899999999968713E-2</c:v>
                </c:pt>
                <c:pt idx="493">
                  <c:v>1.1899999999968713E-2</c:v>
                </c:pt>
                <c:pt idx="494">
                  <c:v>1.1899999999968713E-2</c:v>
                </c:pt>
                <c:pt idx="495">
                  <c:v>1.1899999999968713E-2</c:v>
                </c:pt>
                <c:pt idx="496">
                  <c:v>1.1899999999968713E-2</c:v>
                </c:pt>
                <c:pt idx="497">
                  <c:v>1.1899999999968713E-2</c:v>
                </c:pt>
                <c:pt idx="498">
                  <c:v>1.1899999999968713E-2</c:v>
                </c:pt>
                <c:pt idx="499">
                  <c:v>1.1699999999962074E-2</c:v>
                </c:pt>
                <c:pt idx="500">
                  <c:v>1.1399999999980537E-2</c:v>
                </c:pt>
                <c:pt idx="501">
                  <c:v>1.1099999999999E-2</c:v>
                </c:pt>
                <c:pt idx="502">
                  <c:v>1.089999999999236E-2</c:v>
                </c:pt>
                <c:pt idx="503">
                  <c:v>1.0699999999985721E-2</c:v>
                </c:pt>
                <c:pt idx="504">
                  <c:v>1.0600000000010823E-2</c:v>
                </c:pt>
                <c:pt idx="505">
                  <c:v>1.0499999999979082E-2</c:v>
                </c:pt>
                <c:pt idx="506">
                  <c:v>1.0400000000004184E-2</c:v>
                </c:pt>
                <c:pt idx="507">
                  <c:v>1.0299999999972442E-2</c:v>
                </c:pt>
                <c:pt idx="508">
                  <c:v>1.0299999999972442E-2</c:v>
                </c:pt>
                <c:pt idx="509">
                  <c:v>1.0299999999972442E-2</c:v>
                </c:pt>
                <c:pt idx="510">
                  <c:v>1.0199999999997544E-2</c:v>
                </c:pt>
                <c:pt idx="511">
                  <c:v>1.0199999999997544E-2</c:v>
                </c:pt>
                <c:pt idx="512">
                  <c:v>1.0199999999997544E-2</c:v>
                </c:pt>
                <c:pt idx="513">
                  <c:v>1.0099999999965803E-2</c:v>
                </c:pt>
                <c:pt idx="514">
                  <c:v>1.0099999999965803E-2</c:v>
                </c:pt>
                <c:pt idx="515">
                  <c:v>1.0099999999965803E-2</c:v>
                </c:pt>
                <c:pt idx="516">
                  <c:v>1.0099999999965803E-2</c:v>
                </c:pt>
                <c:pt idx="517">
                  <c:v>1.0099999999965803E-2</c:v>
                </c:pt>
                <c:pt idx="518">
                  <c:v>1.0099999999965803E-2</c:v>
                </c:pt>
                <c:pt idx="519">
                  <c:v>1.0099999999965803E-2</c:v>
                </c:pt>
                <c:pt idx="520">
                  <c:v>9.9999999999909051E-3</c:v>
                </c:pt>
                <c:pt idx="521">
                  <c:v>9.9999999999909051E-3</c:v>
                </c:pt>
                <c:pt idx="522">
                  <c:v>9.9999999999909051E-3</c:v>
                </c:pt>
                <c:pt idx="523">
                  <c:v>9.9999999999909051E-3</c:v>
                </c:pt>
                <c:pt idx="524">
                  <c:v>9.9999999999909051E-3</c:v>
                </c:pt>
                <c:pt idx="525">
                  <c:v>9.9999999999909051E-3</c:v>
                </c:pt>
                <c:pt idx="526">
                  <c:v>9.9999999999909051E-3</c:v>
                </c:pt>
                <c:pt idx="527">
                  <c:v>9.9999999999909051E-3</c:v>
                </c:pt>
                <c:pt idx="528">
                  <c:v>9.9999999999909051E-3</c:v>
                </c:pt>
                <c:pt idx="529">
                  <c:v>9.9999999999909051E-3</c:v>
                </c:pt>
                <c:pt idx="530">
                  <c:v>1.0099999999965803E-2</c:v>
                </c:pt>
                <c:pt idx="531">
                  <c:v>1.0199999999997544E-2</c:v>
                </c:pt>
                <c:pt idx="532">
                  <c:v>1.0299999999972442E-2</c:v>
                </c:pt>
              </c:numCache>
            </c:numRef>
          </c:yVal>
          <c:smooth val="1"/>
          <c:extLst>
            <c:ext xmlns:c16="http://schemas.microsoft.com/office/drawing/2014/chart" uri="{C3380CC4-5D6E-409C-BE32-E72D297353CC}">
              <c16:uniqueId val="{00000017-1510-4437-9CAD-7ED8315A59D8}"/>
            </c:ext>
          </c:extLst>
        </c:ser>
        <c:ser>
          <c:idx val="24"/>
          <c:order val="24"/>
          <c:tx>
            <c:strRef>
              <c:f>SM50000_TEMPSoc5l2_50000!$PM$1</c:f>
              <c:strCache>
                <c:ptCount val="1"/>
                <c:pt idx="0">
                  <c:v>TELE_SM_INTERIOR.284</c:v>
                </c:pt>
              </c:strCache>
            </c:strRef>
          </c:tx>
          <c:spPr>
            <a:ln w="19050" cap="rnd">
              <a:solidFill>
                <a:schemeClr val="accent1">
                  <a:lumMod val="60000"/>
                  <a:lumOff val="40000"/>
                </a:schemeClr>
              </a:solidFill>
              <a:round/>
            </a:ln>
            <a:effectLst/>
          </c:spPr>
          <c:marker>
            <c:symbol val="circle"/>
            <c:size val="5"/>
            <c:spPr>
              <a:solidFill>
                <a:schemeClr val="accent1">
                  <a:lumMod val="60000"/>
                  <a:lumOff val="40000"/>
                </a:schemeClr>
              </a:solidFill>
              <a:ln w="9525">
                <a:solidFill>
                  <a:schemeClr val="accent1">
                    <a:lumMod val="60000"/>
                    <a:lumOff val="4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SM50000_TEMPSoc5l2_50000!$PM$2:$PM$536</c:f>
              <c:numCache>
                <c:formatCode>General</c:formatCode>
                <c:ptCount val="533"/>
                <c:pt idx="0">
                  <c:v>0</c:v>
                </c:pt>
                <c:pt idx="1">
                  <c:v>3.3999999999991815E-3</c:v>
                </c:pt>
                <c:pt idx="2">
                  <c:v>4.9999999999954525E-3</c:v>
                </c:pt>
                <c:pt idx="3">
                  <c:v>6.0000000000286491E-3</c:v>
                </c:pt>
                <c:pt idx="4">
                  <c:v>6.7999999999983629E-3</c:v>
                </c:pt>
                <c:pt idx="5">
                  <c:v>7.3000000000433829E-3</c:v>
                </c:pt>
                <c:pt idx="6">
                  <c:v>7.6999999999998181E-3</c:v>
                </c:pt>
                <c:pt idx="7">
                  <c:v>8.0000000000381988E-3</c:v>
                </c:pt>
                <c:pt idx="8">
                  <c:v>8.300000000019736E-3</c:v>
                </c:pt>
                <c:pt idx="9">
                  <c:v>8.6000000000012733E-3</c:v>
                </c:pt>
                <c:pt idx="10">
                  <c:v>8.8000000000079126E-3</c:v>
                </c:pt>
                <c:pt idx="11">
                  <c:v>9.0000000000145519E-3</c:v>
                </c:pt>
                <c:pt idx="12">
                  <c:v>9.2000000000211912E-3</c:v>
                </c:pt>
                <c:pt idx="13">
                  <c:v>9.4000000000278305E-3</c:v>
                </c:pt>
                <c:pt idx="14">
                  <c:v>9.6000000000344698E-3</c:v>
                </c:pt>
                <c:pt idx="15">
                  <c:v>9.7000000000093678E-3</c:v>
                </c:pt>
                <c:pt idx="16">
                  <c:v>9.9000000000160071E-3</c:v>
                </c:pt>
                <c:pt idx="17">
                  <c:v>1.0000000000047748E-2</c:v>
                </c:pt>
                <c:pt idx="18">
                  <c:v>1.0199999999997544E-2</c:v>
                </c:pt>
                <c:pt idx="19">
                  <c:v>1.0300000000029286E-2</c:v>
                </c:pt>
                <c:pt idx="20">
                  <c:v>1.0400000000004184E-2</c:v>
                </c:pt>
                <c:pt idx="21">
                  <c:v>1.0500000000035925E-2</c:v>
                </c:pt>
                <c:pt idx="22">
                  <c:v>1.0600000000010823E-2</c:v>
                </c:pt>
                <c:pt idx="23">
                  <c:v>1.0700000000042564E-2</c:v>
                </c:pt>
                <c:pt idx="24">
                  <c:v>1.0800000000017462E-2</c:v>
                </c:pt>
                <c:pt idx="25">
                  <c:v>1.0900000000049204E-2</c:v>
                </c:pt>
                <c:pt idx="26">
                  <c:v>1.0800000000017462E-2</c:v>
                </c:pt>
                <c:pt idx="27">
                  <c:v>1.0400000000004184E-2</c:v>
                </c:pt>
                <c:pt idx="28">
                  <c:v>1.0100000000022646E-2</c:v>
                </c:pt>
                <c:pt idx="29">
                  <c:v>9.9000000000160071E-3</c:v>
                </c:pt>
                <c:pt idx="30">
                  <c:v>9.7000000000093678E-3</c:v>
                </c:pt>
                <c:pt idx="31">
                  <c:v>9.7000000000093678E-3</c:v>
                </c:pt>
                <c:pt idx="32">
                  <c:v>9.6000000000344698E-3</c:v>
                </c:pt>
                <c:pt idx="33">
                  <c:v>9.6000000000344698E-3</c:v>
                </c:pt>
                <c:pt idx="34">
                  <c:v>9.6000000000344698E-3</c:v>
                </c:pt>
                <c:pt idx="35">
                  <c:v>9.6000000000344698E-3</c:v>
                </c:pt>
                <c:pt idx="36">
                  <c:v>9.6000000000344698E-3</c:v>
                </c:pt>
                <c:pt idx="37">
                  <c:v>9.6000000000344698E-3</c:v>
                </c:pt>
                <c:pt idx="38">
                  <c:v>9.6000000000344698E-3</c:v>
                </c:pt>
                <c:pt idx="39">
                  <c:v>9.6000000000344698E-3</c:v>
                </c:pt>
                <c:pt idx="40">
                  <c:v>9.6000000000344698E-3</c:v>
                </c:pt>
                <c:pt idx="41">
                  <c:v>9.6000000000344698E-3</c:v>
                </c:pt>
                <c:pt idx="42">
                  <c:v>9.6000000000344698E-3</c:v>
                </c:pt>
                <c:pt idx="43">
                  <c:v>9.7000000000093678E-3</c:v>
                </c:pt>
                <c:pt idx="44">
                  <c:v>9.7000000000093678E-3</c:v>
                </c:pt>
                <c:pt idx="45">
                  <c:v>9.7000000000093678E-3</c:v>
                </c:pt>
                <c:pt idx="46">
                  <c:v>9.7000000000093678E-3</c:v>
                </c:pt>
                <c:pt idx="47">
                  <c:v>9.7000000000093678E-3</c:v>
                </c:pt>
                <c:pt idx="48">
                  <c:v>9.7000000000093678E-3</c:v>
                </c:pt>
                <c:pt idx="49">
                  <c:v>9.7000000000093678E-3</c:v>
                </c:pt>
                <c:pt idx="50">
                  <c:v>9.7000000000093678E-3</c:v>
                </c:pt>
                <c:pt idx="51">
                  <c:v>9.7000000000093678E-3</c:v>
                </c:pt>
                <c:pt idx="52">
                  <c:v>9.7000000000093678E-3</c:v>
                </c:pt>
                <c:pt idx="53">
                  <c:v>9.8000000000411092E-3</c:v>
                </c:pt>
                <c:pt idx="54">
                  <c:v>9.8000000000411092E-3</c:v>
                </c:pt>
                <c:pt idx="55">
                  <c:v>9.8000000000411092E-3</c:v>
                </c:pt>
                <c:pt idx="56">
                  <c:v>9.8000000000411092E-3</c:v>
                </c:pt>
                <c:pt idx="57">
                  <c:v>9.9000000000160071E-3</c:v>
                </c:pt>
                <c:pt idx="58">
                  <c:v>1.0100000000022646E-2</c:v>
                </c:pt>
                <c:pt idx="59">
                  <c:v>1.0199999999997544E-2</c:v>
                </c:pt>
                <c:pt idx="60">
                  <c:v>1.0300000000029286E-2</c:v>
                </c:pt>
                <c:pt idx="61">
                  <c:v>1.0300000000029286E-2</c:v>
                </c:pt>
                <c:pt idx="62">
                  <c:v>1.0400000000004184E-2</c:v>
                </c:pt>
                <c:pt idx="63">
                  <c:v>1.0400000000004184E-2</c:v>
                </c:pt>
                <c:pt idx="64">
                  <c:v>1.0400000000004184E-2</c:v>
                </c:pt>
                <c:pt idx="65">
                  <c:v>1.0400000000004184E-2</c:v>
                </c:pt>
                <c:pt idx="66">
                  <c:v>1.0400000000004184E-2</c:v>
                </c:pt>
                <c:pt idx="67">
                  <c:v>1.0500000000035925E-2</c:v>
                </c:pt>
                <c:pt idx="68">
                  <c:v>1.0500000000035925E-2</c:v>
                </c:pt>
                <c:pt idx="69">
                  <c:v>1.0500000000035925E-2</c:v>
                </c:pt>
                <c:pt idx="70">
                  <c:v>1.0500000000035925E-2</c:v>
                </c:pt>
                <c:pt idx="71">
                  <c:v>1.0500000000035925E-2</c:v>
                </c:pt>
                <c:pt idx="72">
                  <c:v>1.0500000000035925E-2</c:v>
                </c:pt>
                <c:pt idx="73">
                  <c:v>1.0500000000035925E-2</c:v>
                </c:pt>
                <c:pt idx="74">
                  <c:v>1.0500000000035925E-2</c:v>
                </c:pt>
                <c:pt idx="75">
                  <c:v>1.0500000000035925E-2</c:v>
                </c:pt>
                <c:pt idx="76">
                  <c:v>1.0500000000035925E-2</c:v>
                </c:pt>
                <c:pt idx="77">
                  <c:v>1.0500000000035925E-2</c:v>
                </c:pt>
                <c:pt idx="78">
                  <c:v>1.0600000000010823E-2</c:v>
                </c:pt>
                <c:pt idx="79">
                  <c:v>1.0600000000010823E-2</c:v>
                </c:pt>
                <c:pt idx="80">
                  <c:v>1.0600000000010823E-2</c:v>
                </c:pt>
                <c:pt idx="81">
                  <c:v>1.0600000000010823E-2</c:v>
                </c:pt>
                <c:pt idx="82">
                  <c:v>1.0600000000010823E-2</c:v>
                </c:pt>
                <c:pt idx="83">
                  <c:v>1.0600000000010823E-2</c:v>
                </c:pt>
                <c:pt idx="84">
                  <c:v>1.0600000000010823E-2</c:v>
                </c:pt>
                <c:pt idx="85">
                  <c:v>1.0600000000010823E-2</c:v>
                </c:pt>
                <c:pt idx="86">
                  <c:v>1.0600000000010823E-2</c:v>
                </c:pt>
                <c:pt idx="87">
                  <c:v>1.0600000000010823E-2</c:v>
                </c:pt>
                <c:pt idx="88">
                  <c:v>1.0600000000010823E-2</c:v>
                </c:pt>
                <c:pt idx="89">
                  <c:v>1.0600000000010823E-2</c:v>
                </c:pt>
                <c:pt idx="90">
                  <c:v>1.0600000000010823E-2</c:v>
                </c:pt>
                <c:pt idx="91">
                  <c:v>1.0600000000010823E-2</c:v>
                </c:pt>
                <c:pt idx="92">
                  <c:v>1.0600000000010823E-2</c:v>
                </c:pt>
                <c:pt idx="93">
                  <c:v>1.0600000000010823E-2</c:v>
                </c:pt>
                <c:pt idx="94">
                  <c:v>1.0600000000010823E-2</c:v>
                </c:pt>
                <c:pt idx="95">
                  <c:v>1.0600000000010823E-2</c:v>
                </c:pt>
                <c:pt idx="96">
                  <c:v>1.0600000000010823E-2</c:v>
                </c:pt>
                <c:pt idx="97">
                  <c:v>1.0600000000010823E-2</c:v>
                </c:pt>
                <c:pt idx="98">
                  <c:v>1.0600000000010823E-2</c:v>
                </c:pt>
                <c:pt idx="99">
                  <c:v>1.0600000000010823E-2</c:v>
                </c:pt>
                <c:pt idx="100">
                  <c:v>1.0600000000010823E-2</c:v>
                </c:pt>
                <c:pt idx="101">
                  <c:v>1.0600000000010823E-2</c:v>
                </c:pt>
                <c:pt idx="102">
                  <c:v>1.0600000000010823E-2</c:v>
                </c:pt>
                <c:pt idx="103">
                  <c:v>1.0600000000010823E-2</c:v>
                </c:pt>
                <c:pt idx="104">
                  <c:v>1.0600000000010823E-2</c:v>
                </c:pt>
                <c:pt idx="105">
                  <c:v>1.0600000000010823E-2</c:v>
                </c:pt>
                <c:pt idx="106">
                  <c:v>1.0600000000010823E-2</c:v>
                </c:pt>
                <c:pt idx="107">
                  <c:v>1.0600000000010823E-2</c:v>
                </c:pt>
                <c:pt idx="108">
                  <c:v>1.0900000000049204E-2</c:v>
                </c:pt>
                <c:pt idx="109">
                  <c:v>1.1000000000024102E-2</c:v>
                </c:pt>
                <c:pt idx="110">
                  <c:v>1.1200000000030741E-2</c:v>
                </c:pt>
                <c:pt idx="111">
                  <c:v>1.1300000000005639E-2</c:v>
                </c:pt>
                <c:pt idx="112">
                  <c:v>1.1300000000005639E-2</c:v>
                </c:pt>
                <c:pt idx="113">
                  <c:v>1.140000000003738E-2</c:v>
                </c:pt>
                <c:pt idx="114">
                  <c:v>1.140000000003738E-2</c:v>
                </c:pt>
                <c:pt idx="115">
                  <c:v>1.1500000000012278E-2</c:v>
                </c:pt>
                <c:pt idx="116">
                  <c:v>1.1500000000012278E-2</c:v>
                </c:pt>
                <c:pt idx="117">
                  <c:v>1.1500000000012278E-2</c:v>
                </c:pt>
                <c:pt idx="118">
                  <c:v>1.160000000004402E-2</c:v>
                </c:pt>
                <c:pt idx="119">
                  <c:v>1.160000000004402E-2</c:v>
                </c:pt>
                <c:pt idx="120">
                  <c:v>1.160000000004402E-2</c:v>
                </c:pt>
                <c:pt idx="121">
                  <c:v>1.160000000004402E-2</c:v>
                </c:pt>
                <c:pt idx="122">
                  <c:v>1.160000000004402E-2</c:v>
                </c:pt>
                <c:pt idx="123">
                  <c:v>1.160000000004402E-2</c:v>
                </c:pt>
                <c:pt idx="124">
                  <c:v>1.160000000004402E-2</c:v>
                </c:pt>
                <c:pt idx="125">
                  <c:v>1.160000000004402E-2</c:v>
                </c:pt>
                <c:pt idx="126">
                  <c:v>1.160000000004402E-2</c:v>
                </c:pt>
                <c:pt idx="127">
                  <c:v>1.160000000004402E-2</c:v>
                </c:pt>
                <c:pt idx="128">
                  <c:v>1.1700000000018917E-2</c:v>
                </c:pt>
                <c:pt idx="129">
                  <c:v>1.1700000000018917E-2</c:v>
                </c:pt>
                <c:pt idx="130">
                  <c:v>1.1700000000018917E-2</c:v>
                </c:pt>
                <c:pt idx="131">
                  <c:v>1.1700000000018917E-2</c:v>
                </c:pt>
                <c:pt idx="132">
                  <c:v>1.1700000000018917E-2</c:v>
                </c:pt>
                <c:pt idx="133">
                  <c:v>1.1700000000018917E-2</c:v>
                </c:pt>
                <c:pt idx="134">
                  <c:v>1.1700000000018917E-2</c:v>
                </c:pt>
                <c:pt idx="135">
                  <c:v>1.1700000000018917E-2</c:v>
                </c:pt>
                <c:pt idx="136">
                  <c:v>1.1700000000018917E-2</c:v>
                </c:pt>
                <c:pt idx="137">
                  <c:v>1.1700000000018917E-2</c:v>
                </c:pt>
                <c:pt idx="138">
                  <c:v>1.1700000000018917E-2</c:v>
                </c:pt>
                <c:pt idx="139">
                  <c:v>1.1700000000018917E-2</c:v>
                </c:pt>
                <c:pt idx="140">
                  <c:v>1.1700000000018917E-2</c:v>
                </c:pt>
                <c:pt idx="141">
                  <c:v>1.1700000000018917E-2</c:v>
                </c:pt>
                <c:pt idx="142">
                  <c:v>1.1700000000018917E-2</c:v>
                </c:pt>
                <c:pt idx="143">
                  <c:v>1.1700000000018917E-2</c:v>
                </c:pt>
                <c:pt idx="144">
                  <c:v>1.1700000000018917E-2</c:v>
                </c:pt>
                <c:pt idx="145">
                  <c:v>1.1700000000018917E-2</c:v>
                </c:pt>
                <c:pt idx="146">
                  <c:v>1.1700000000018917E-2</c:v>
                </c:pt>
                <c:pt idx="147">
                  <c:v>1.1700000000018917E-2</c:v>
                </c:pt>
                <c:pt idx="148">
                  <c:v>1.1700000000018917E-2</c:v>
                </c:pt>
                <c:pt idx="149">
                  <c:v>1.1700000000018917E-2</c:v>
                </c:pt>
                <c:pt idx="150">
                  <c:v>1.1700000000018917E-2</c:v>
                </c:pt>
                <c:pt idx="151">
                  <c:v>1.1700000000018917E-2</c:v>
                </c:pt>
                <c:pt idx="152">
                  <c:v>1.1700000000018917E-2</c:v>
                </c:pt>
                <c:pt idx="153">
                  <c:v>1.1700000000018917E-2</c:v>
                </c:pt>
                <c:pt idx="154">
                  <c:v>1.1700000000018917E-2</c:v>
                </c:pt>
                <c:pt idx="155">
                  <c:v>1.1700000000018917E-2</c:v>
                </c:pt>
                <c:pt idx="156">
                  <c:v>1.1700000000018917E-2</c:v>
                </c:pt>
                <c:pt idx="157">
                  <c:v>1.1700000000018917E-2</c:v>
                </c:pt>
                <c:pt idx="158">
                  <c:v>1.1799999999993815E-2</c:v>
                </c:pt>
                <c:pt idx="159">
                  <c:v>1.1900000000025557E-2</c:v>
                </c:pt>
                <c:pt idx="160">
                  <c:v>1.2000000000000455E-2</c:v>
                </c:pt>
                <c:pt idx="161">
                  <c:v>1.2000000000000455E-2</c:v>
                </c:pt>
                <c:pt idx="162">
                  <c:v>1.2000000000000455E-2</c:v>
                </c:pt>
                <c:pt idx="163">
                  <c:v>1.2100000000032196E-2</c:v>
                </c:pt>
                <c:pt idx="164">
                  <c:v>1.2100000000032196E-2</c:v>
                </c:pt>
                <c:pt idx="165">
                  <c:v>1.2100000000032196E-2</c:v>
                </c:pt>
                <c:pt idx="166">
                  <c:v>1.2100000000032196E-2</c:v>
                </c:pt>
                <c:pt idx="167">
                  <c:v>1.2100000000032196E-2</c:v>
                </c:pt>
                <c:pt idx="168">
                  <c:v>1.2100000000032196E-2</c:v>
                </c:pt>
                <c:pt idx="169">
                  <c:v>1.2100000000032196E-2</c:v>
                </c:pt>
                <c:pt idx="170">
                  <c:v>1.2100000000032196E-2</c:v>
                </c:pt>
                <c:pt idx="171">
                  <c:v>1.2100000000032196E-2</c:v>
                </c:pt>
                <c:pt idx="172">
                  <c:v>1.2100000000032196E-2</c:v>
                </c:pt>
                <c:pt idx="173">
                  <c:v>1.2100000000032196E-2</c:v>
                </c:pt>
                <c:pt idx="174">
                  <c:v>1.2100000000032196E-2</c:v>
                </c:pt>
                <c:pt idx="175">
                  <c:v>1.2100000000032196E-2</c:v>
                </c:pt>
                <c:pt idx="176">
                  <c:v>1.2100000000032196E-2</c:v>
                </c:pt>
                <c:pt idx="177">
                  <c:v>1.2100000000032196E-2</c:v>
                </c:pt>
                <c:pt idx="178">
                  <c:v>1.2100000000032196E-2</c:v>
                </c:pt>
                <c:pt idx="179">
                  <c:v>1.2100000000032196E-2</c:v>
                </c:pt>
                <c:pt idx="180">
                  <c:v>1.2100000000032196E-2</c:v>
                </c:pt>
                <c:pt idx="181">
                  <c:v>1.2100000000032196E-2</c:v>
                </c:pt>
                <c:pt idx="182">
                  <c:v>1.2100000000032196E-2</c:v>
                </c:pt>
                <c:pt idx="183">
                  <c:v>1.1900000000025557E-2</c:v>
                </c:pt>
                <c:pt idx="184">
                  <c:v>1.140000000003738E-2</c:v>
                </c:pt>
                <c:pt idx="185">
                  <c:v>1.1000000000024102E-2</c:v>
                </c:pt>
                <c:pt idx="186">
                  <c:v>1.0800000000017462E-2</c:v>
                </c:pt>
                <c:pt idx="187">
                  <c:v>1.0600000000010823E-2</c:v>
                </c:pt>
                <c:pt idx="188">
                  <c:v>1.0500000000035925E-2</c:v>
                </c:pt>
                <c:pt idx="189">
                  <c:v>1.0400000000004184E-2</c:v>
                </c:pt>
                <c:pt idx="190">
                  <c:v>1.0300000000029286E-2</c:v>
                </c:pt>
                <c:pt idx="191">
                  <c:v>1.0300000000029286E-2</c:v>
                </c:pt>
                <c:pt idx="192">
                  <c:v>1.0199999999997544E-2</c:v>
                </c:pt>
                <c:pt idx="193">
                  <c:v>1.0199999999997544E-2</c:v>
                </c:pt>
                <c:pt idx="194">
                  <c:v>1.0199999999997544E-2</c:v>
                </c:pt>
                <c:pt idx="195">
                  <c:v>1.0100000000022646E-2</c:v>
                </c:pt>
                <c:pt idx="196">
                  <c:v>1.0100000000022646E-2</c:v>
                </c:pt>
                <c:pt idx="197">
                  <c:v>1.0100000000022646E-2</c:v>
                </c:pt>
                <c:pt idx="198">
                  <c:v>1.0100000000022646E-2</c:v>
                </c:pt>
                <c:pt idx="199">
                  <c:v>1.0000000000047748E-2</c:v>
                </c:pt>
                <c:pt idx="200">
                  <c:v>1.0000000000047748E-2</c:v>
                </c:pt>
                <c:pt idx="201">
                  <c:v>1.0000000000047748E-2</c:v>
                </c:pt>
                <c:pt idx="202">
                  <c:v>1.0000000000047748E-2</c:v>
                </c:pt>
                <c:pt idx="203">
                  <c:v>1.0000000000047748E-2</c:v>
                </c:pt>
                <c:pt idx="204">
                  <c:v>1.0000000000047748E-2</c:v>
                </c:pt>
                <c:pt idx="205">
                  <c:v>1.0000000000047748E-2</c:v>
                </c:pt>
                <c:pt idx="206">
                  <c:v>1.0000000000047748E-2</c:v>
                </c:pt>
                <c:pt idx="207">
                  <c:v>1.0000000000047748E-2</c:v>
                </c:pt>
                <c:pt idx="208">
                  <c:v>1.0000000000047748E-2</c:v>
                </c:pt>
                <c:pt idx="209">
                  <c:v>1.0000000000047748E-2</c:v>
                </c:pt>
                <c:pt idx="210">
                  <c:v>1.0000000000047748E-2</c:v>
                </c:pt>
                <c:pt idx="211">
                  <c:v>1.0000000000047748E-2</c:v>
                </c:pt>
                <c:pt idx="212">
                  <c:v>9.9000000000160071E-3</c:v>
                </c:pt>
                <c:pt idx="213">
                  <c:v>1.0000000000047748E-2</c:v>
                </c:pt>
                <c:pt idx="214">
                  <c:v>1.0100000000022646E-2</c:v>
                </c:pt>
                <c:pt idx="215">
                  <c:v>1.0199999999997544E-2</c:v>
                </c:pt>
                <c:pt idx="216">
                  <c:v>1.0300000000029286E-2</c:v>
                </c:pt>
                <c:pt idx="217">
                  <c:v>1.0400000000004184E-2</c:v>
                </c:pt>
                <c:pt idx="218">
                  <c:v>1.0400000000004184E-2</c:v>
                </c:pt>
                <c:pt idx="219">
                  <c:v>1.0500000000035925E-2</c:v>
                </c:pt>
                <c:pt idx="220">
                  <c:v>1.0500000000035925E-2</c:v>
                </c:pt>
                <c:pt idx="221">
                  <c:v>1.0500000000035925E-2</c:v>
                </c:pt>
                <c:pt idx="222">
                  <c:v>1.0500000000035925E-2</c:v>
                </c:pt>
                <c:pt idx="223">
                  <c:v>1.0500000000035925E-2</c:v>
                </c:pt>
                <c:pt idx="224">
                  <c:v>1.0500000000035925E-2</c:v>
                </c:pt>
                <c:pt idx="225">
                  <c:v>1.0600000000010823E-2</c:v>
                </c:pt>
                <c:pt idx="226">
                  <c:v>1.0600000000010823E-2</c:v>
                </c:pt>
                <c:pt idx="227">
                  <c:v>1.0600000000010823E-2</c:v>
                </c:pt>
                <c:pt idx="228">
                  <c:v>1.0600000000010823E-2</c:v>
                </c:pt>
                <c:pt idx="229">
                  <c:v>1.0600000000010823E-2</c:v>
                </c:pt>
                <c:pt idx="230">
                  <c:v>1.0600000000010823E-2</c:v>
                </c:pt>
                <c:pt idx="231">
                  <c:v>1.0600000000010823E-2</c:v>
                </c:pt>
                <c:pt idx="232">
                  <c:v>1.0600000000010823E-2</c:v>
                </c:pt>
                <c:pt idx="233">
                  <c:v>1.0600000000010823E-2</c:v>
                </c:pt>
                <c:pt idx="234">
                  <c:v>1.0600000000010823E-2</c:v>
                </c:pt>
                <c:pt idx="235">
                  <c:v>1.0600000000010823E-2</c:v>
                </c:pt>
                <c:pt idx="236">
                  <c:v>1.0600000000010823E-2</c:v>
                </c:pt>
                <c:pt idx="237">
                  <c:v>1.0600000000010823E-2</c:v>
                </c:pt>
                <c:pt idx="238">
                  <c:v>1.0600000000010823E-2</c:v>
                </c:pt>
                <c:pt idx="239">
                  <c:v>1.0600000000010823E-2</c:v>
                </c:pt>
                <c:pt idx="240">
                  <c:v>1.0600000000010823E-2</c:v>
                </c:pt>
                <c:pt idx="241">
                  <c:v>1.0600000000010823E-2</c:v>
                </c:pt>
                <c:pt idx="242">
                  <c:v>1.0600000000010823E-2</c:v>
                </c:pt>
                <c:pt idx="243">
                  <c:v>1.0600000000010823E-2</c:v>
                </c:pt>
                <c:pt idx="244">
                  <c:v>1.0600000000010823E-2</c:v>
                </c:pt>
                <c:pt idx="245">
                  <c:v>1.0600000000010823E-2</c:v>
                </c:pt>
                <c:pt idx="246">
                  <c:v>1.0600000000010823E-2</c:v>
                </c:pt>
                <c:pt idx="247">
                  <c:v>1.0600000000010823E-2</c:v>
                </c:pt>
                <c:pt idx="248">
                  <c:v>1.0600000000010823E-2</c:v>
                </c:pt>
                <c:pt idx="249">
                  <c:v>1.0600000000010823E-2</c:v>
                </c:pt>
                <c:pt idx="250">
                  <c:v>1.0600000000010823E-2</c:v>
                </c:pt>
                <c:pt idx="251">
                  <c:v>1.0600000000010823E-2</c:v>
                </c:pt>
                <c:pt idx="252">
                  <c:v>1.0600000000010823E-2</c:v>
                </c:pt>
                <c:pt idx="253">
                  <c:v>1.0600000000010823E-2</c:v>
                </c:pt>
                <c:pt idx="254">
                  <c:v>1.0600000000010823E-2</c:v>
                </c:pt>
                <c:pt idx="255">
                  <c:v>1.0600000000010823E-2</c:v>
                </c:pt>
                <c:pt idx="256">
                  <c:v>1.0600000000010823E-2</c:v>
                </c:pt>
                <c:pt idx="257">
                  <c:v>1.0600000000010823E-2</c:v>
                </c:pt>
                <c:pt idx="258">
                  <c:v>1.0600000000010823E-2</c:v>
                </c:pt>
                <c:pt idx="259">
                  <c:v>1.0600000000010823E-2</c:v>
                </c:pt>
                <c:pt idx="260">
                  <c:v>1.0600000000010823E-2</c:v>
                </c:pt>
                <c:pt idx="261">
                  <c:v>1.0600000000010823E-2</c:v>
                </c:pt>
                <c:pt idx="262">
                  <c:v>1.0600000000010823E-2</c:v>
                </c:pt>
                <c:pt idx="263">
                  <c:v>1.0600000000010823E-2</c:v>
                </c:pt>
                <c:pt idx="264">
                  <c:v>1.0700000000042564E-2</c:v>
                </c:pt>
                <c:pt idx="265">
                  <c:v>1.0900000000049204E-2</c:v>
                </c:pt>
                <c:pt idx="266">
                  <c:v>1.1099999999999E-2</c:v>
                </c:pt>
                <c:pt idx="267">
                  <c:v>1.1200000000030741E-2</c:v>
                </c:pt>
                <c:pt idx="268">
                  <c:v>1.1300000000005639E-2</c:v>
                </c:pt>
                <c:pt idx="269">
                  <c:v>1.140000000003738E-2</c:v>
                </c:pt>
                <c:pt idx="270">
                  <c:v>1.140000000003738E-2</c:v>
                </c:pt>
                <c:pt idx="271">
                  <c:v>1.1500000000012278E-2</c:v>
                </c:pt>
                <c:pt idx="272">
                  <c:v>1.1500000000012278E-2</c:v>
                </c:pt>
                <c:pt idx="273">
                  <c:v>1.1500000000012278E-2</c:v>
                </c:pt>
                <c:pt idx="274">
                  <c:v>1.1500000000012278E-2</c:v>
                </c:pt>
                <c:pt idx="275">
                  <c:v>1.160000000004402E-2</c:v>
                </c:pt>
                <c:pt idx="276">
                  <c:v>1.160000000004402E-2</c:v>
                </c:pt>
                <c:pt idx="277">
                  <c:v>1.160000000004402E-2</c:v>
                </c:pt>
                <c:pt idx="278">
                  <c:v>1.160000000004402E-2</c:v>
                </c:pt>
                <c:pt idx="279">
                  <c:v>1.160000000004402E-2</c:v>
                </c:pt>
                <c:pt idx="280">
                  <c:v>1.160000000004402E-2</c:v>
                </c:pt>
                <c:pt idx="281">
                  <c:v>1.160000000004402E-2</c:v>
                </c:pt>
                <c:pt idx="282">
                  <c:v>1.160000000004402E-2</c:v>
                </c:pt>
                <c:pt idx="283">
                  <c:v>1.160000000004402E-2</c:v>
                </c:pt>
                <c:pt idx="284">
                  <c:v>1.1700000000018917E-2</c:v>
                </c:pt>
                <c:pt idx="285">
                  <c:v>1.1700000000018917E-2</c:v>
                </c:pt>
                <c:pt idx="286">
                  <c:v>1.1700000000018917E-2</c:v>
                </c:pt>
                <c:pt idx="287">
                  <c:v>1.1700000000018917E-2</c:v>
                </c:pt>
                <c:pt idx="288">
                  <c:v>1.1700000000018917E-2</c:v>
                </c:pt>
                <c:pt idx="289">
                  <c:v>1.1700000000018917E-2</c:v>
                </c:pt>
                <c:pt idx="290">
                  <c:v>1.1700000000018917E-2</c:v>
                </c:pt>
                <c:pt idx="291">
                  <c:v>1.1700000000018917E-2</c:v>
                </c:pt>
                <c:pt idx="292">
                  <c:v>1.1700000000018917E-2</c:v>
                </c:pt>
                <c:pt idx="293">
                  <c:v>1.1700000000018917E-2</c:v>
                </c:pt>
                <c:pt idx="294">
                  <c:v>1.1700000000018917E-2</c:v>
                </c:pt>
                <c:pt idx="295">
                  <c:v>1.1700000000018917E-2</c:v>
                </c:pt>
                <c:pt idx="296">
                  <c:v>1.1700000000018917E-2</c:v>
                </c:pt>
                <c:pt idx="297">
                  <c:v>1.1700000000018917E-2</c:v>
                </c:pt>
                <c:pt idx="298">
                  <c:v>1.1700000000018917E-2</c:v>
                </c:pt>
                <c:pt idx="299">
                  <c:v>1.1700000000018917E-2</c:v>
                </c:pt>
                <c:pt idx="300">
                  <c:v>1.1700000000018917E-2</c:v>
                </c:pt>
                <c:pt idx="301">
                  <c:v>1.1700000000018917E-2</c:v>
                </c:pt>
                <c:pt idx="302">
                  <c:v>1.1700000000018917E-2</c:v>
                </c:pt>
                <c:pt idx="303">
                  <c:v>1.1700000000018917E-2</c:v>
                </c:pt>
                <c:pt idx="304">
                  <c:v>1.1700000000018917E-2</c:v>
                </c:pt>
                <c:pt idx="305">
                  <c:v>1.1700000000018917E-2</c:v>
                </c:pt>
                <c:pt idx="306">
                  <c:v>1.1700000000018917E-2</c:v>
                </c:pt>
                <c:pt idx="307">
                  <c:v>1.1700000000018917E-2</c:v>
                </c:pt>
                <c:pt idx="308">
                  <c:v>1.1700000000018917E-2</c:v>
                </c:pt>
                <c:pt idx="309">
                  <c:v>1.1700000000018917E-2</c:v>
                </c:pt>
                <c:pt idx="310">
                  <c:v>1.1700000000018917E-2</c:v>
                </c:pt>
                <c:pt idx="311">
                  <c:v>1.1700000000018917E-2</c:v>
                </c:pt>
                <c:pt idx="312">
                  <c:v>1.1700000000018917E-2</c:v>
                </c:pt>
                <c:pt idx="313">
                  <c:v>1.1700000000018917E-2</c:v>
                </c:pt>
                <c:pt idx="314">
                  <c:v>1.1700000000018917E-2</c:v>
                </c:pt>
                <c:pt idx="315">
                  <c:v>1.1799999999993815E-2</c:v>
                </c:pt>
                <c:pt idx="316">
                  <c:v>1.1900000000025557E-2</c:v>
                </c:pt>
                <c:pt idx="317">
                  <c:v>1.2000000000000455E-2</c:v>
                </c:pt>
                <c:pt idx="318">
                  <c:v>1.2000000000000455E-2</c:v>
                </c:pt>
                <c:pt idx="319">
                  <c:v>1.2100000000032196E-2</c:v>
                </c:pt>
                <c:pt idx="320">
                  <c:v>1.2100000000032196E-2</c:v>
                </c:pt>
                <c:pt idx="321">
                  <c:v>1.2100000000032196E-2</c:v>
                </c:pt>
                <c:pt idx="322">
                  <c:v>1.2100000000032196E-2</c:v>
                </c:pt>
                <c:pt idx="323">
                  <c:v>1.2100000000032196E-2</c:v>
                </c:pt>
                <c:pt idx="324">
                  <c:v>1.2100000000032196E-2</c:v>
                </c:pt>
                <c:pt idx="325">
                  <c:v>1.2100000000032196E-2</c:v>
                </c:pt>
                <c:pt idx="326">
                  <c:v>1.2100000000032196E-2</c:v>
                </c:pt>
                <c:pt idx="327">
                  <c:v>1.2100000000032196E-2</c:v>
                </c:pt>
                <c:pt idx="328">
                  <c:v>1.2100000000032196E-2</c:v>
                </c:pt>
                <c:pt idx="329">
                  <c:v>1.2100000000032196E-2</c:v>
                </c:pt>
                <c:pt idx="330">
                  <c:v>1.2100000000032196E-2</c:v>
                </c:pt>
                <c:pt idx="331">
                  <c:v>1.2100000000032196E-2</c:v>
                </c:pt>
                <c:pt idx="332">
                  <c:v>1.2100000000032196E-2</c:v>
                </c:pt>
                <c:pt idx="333">
                  <c:v>1.2100000000032196E-2</c:v>
                </c:pt>
                <c:pt idx="334">
                  <c:v>1.2100000000032196E-2</c:v>
                </c:pt>
                <c:pt idx="335">
                  <c:v>1.2100000000032196E-2</c:v>
                </c:pt>
                <c:pt idx="336">
                  <c:v>1.2100000000032196E-2</c:v>
                </c:pt>
                <c:pt idx="337">
                  <c:v>1.2100000000032196E-2</c:v>
                </c:pt>
                <c:pt idx="338">
                  <c:v>1.2100000000032196E-2</c:v>
                </c:pt>
                <c:pt idx="339">
                  <c:v>1.2100000000032196E-2</c:v>
                </c:pt>
                <c:pt idx="340">
                  <c:v>1.1799999999993815E-2</c:v>
                </c:pt>
                <c:pt idx="341">
                  <c:v>1.1300000000005639E-2</c:v>
                </c:pt>
                <c:pt idx="342">
                  <c:v>1.1000000000024102E-2</c:v>
                </c:pt>
                <c:pt idx="343">
                  <c:v>1.0700000000042564E-2</c:v>
                </c:pt>
                <c:pt idx="344">
                  <c:v>1.0600000000010823E-2</c:v>
                </c:pt>
                <c:pt idx="345">
                  <c:v>1.0500000000035925E-2</c:v>
                </c:pt>
                <c:pt idx="346">
                  <c:v>1.0400000000004184E-2</c:v>
                </c:pt>
                <c:pt idx="347">
                  <c:v>1.0300000000029286E-2</c:v>
                </c:pt>
                <c:pt idx="348">
                  <c:v>1.0300000000029286E-2</c:v>
                </c:pt>
                <c:pt idx="349">
                  <c:v>1.0199999999997544E-2</c:v>
                </c:pt>
                <c:pt idx="350">
                  <c:v>1.0199999999997544E-2</c:v>
                </c:pt>
                <c:pt idx="351">
                  <c:v>1.0199999999997544E-2</c:v>
                </c:pt>
                <c:pt idx="352">
                  <c:v>1.0100000000022646E-2</c:v>
                </c:pt>
                <c:pt idx="353">
                  <c:v>1.0100000000022646E-2</c:v>
                </c:pt>
                <c:pt idx="354">
                  <c:v>1.0100000000022646E-2</c:v>
                </c:pt>
                <c:pt idx="355">
                  <c:v>1.0100000000022646E-2</c:v>
                </c:pt>
                <c:pt idx="356">
                  <c:v>1.0000000000047748E-2</c:v>
                </c:pt>
                <c:pt idx="357">
                  <c:v>1.0000000000047748E-2</c:v>
                </c:pt>
                <c:pt idx="358">
                  <c:v>1.0000000000047748E-2</c:v>
                </c:pt>
                <c:pt idx="359">
                  <c:v>1.0000000000047748E-2</c:v>
                </c:pt>
                <c:pt idx="360">
                  <c:v>1.0000000000047748E-2</c:v>
                </c:pt>
                <c:pt idx="361">
                  <c:v>1.0000000000047748E-2</c:v>
                </c:pt>
                <c:pt idx="362">
                  <c:v>1.0000000000047748E-2</c:v>
                </c:pt>
                <c:pt idx="363">
                  <c:v>1.0000000000047748E-2</c:v>
                </c:pt>
                <c:pt idx="364">
                  <c:v>1.0000000000047748E-2</c:v>
                </c:pt>
                <c:pt idx="365">
                  <c:v>1.0000000000047748E-2</c:v>
                </c:pt>
                <c:pt idx="366">
                  <c:v>1.0000000000047748E-2</c:v>
                </c:pt>
                <c:pt idx="367">
                  <c:v>1.0000000000047748E-2</c:v>
                </c:pt>
                <c:pt idx="368">
                  <c:v>1.0000000000047748E-2</c:v>
                </c:pt>
                <c:pt idx="369">
                  <c:v>1.0000000000047748E-2</c:v>
                </c:pt>
                <c:pt idx="370">
                  <c:v>1.0000000000047748E-2</c:v>
                </c:pt>
                <c:pt idx="371">
                  <c:v>1.0000000000047748E-2</c:v>
                </c:pt>
                <c:pt idx="372">
                  <c:v>1.0100000000022646E-2</c:v>
                </c:pt>
                <c:pt idx="373">
                  <c:v>1.0199999999997544E-2</c:v>
                </c:pt>
                <c:pt idx="374">
                  <c:v>1.0300000000029286E-2</c:v>
                </c:pt>
                <c:pt idx="375">
                  <c:v>1.0400000000004184E-2</c:v>
                </c:pt>
                <c:pt idx="376">
                  <c:v>1.0500000000035925E-2</c:v>
                </c:pt>
                <c:pt idx="377">
                  <c:v>1.0500000000035925E-2</c:v>
                </c:pt>
                <c:pt idx="378">
                  <c:v>1.0500000000035925E-2</c:v>
                </c:pt>
                <c:pt idx="379">
                  <c:v>1.0500000000035925E-2</c:v>
                </c:pt>
                <c:pt idx="380">
                  <c:v>1.0500000000035925E-2</c:v>
                </c:pt>
                <c:pt idx="381">
                  <c:v>1.0500000000035925E-2</c:v>
                </c:pt>
                <c:pt idx="382">
                  <c:v>1.0500000000035925E-2</c:v>
                </c:pt>
                <c:pt idx="383">
                  <c:v>1.0600000000010823E-2</c:v>
                </c:pt>
                <c:pt idx="384">
                  <c:v>1.0600000000010823E-2</c:v>
                </c:pt>
                <c:pt idx="385">
                  <c:v>1.0600000000010823E-2</c:v>
                </c:pt>
                <c:pt idx="386">
                  <c:v>1.0600000000010823E-2</c:v>
                </c:pt>
                <c:pt idx="387">
                  <c:v>1.0600000000010823E-2</c:v>
                </c:pt>
                <c:pt idx="388">
                  <c:v>1.0600000000010823E-2</c:v>
                </c:pt>
                <c:pt idx="389">
                  <c:v>1.0600000000010823E-2</c:v>
                </c:pt>
                <c:pt idx="390">
                  <c:v>1.0600000000010823E-2</c:v>
                </c:pt>
                <c:pt idx="391">
                  <c:v>1.0600000000010823E-2</c:v>
                </c:pt>
                <c:pt idx="392">
                  <c:v>1.0600000000010823E-2</c:v>
                </c:pt>
                <c:pt idx="393">
                  <c:v>1.0600000000010823E-2</c:v>
                </c:pt>
                <c:pt idx="394">
                  <c:v>1.0600000000010823E-2</c:v>
                </c:pt>
                <c:pt idx="395">
                  <c:v>1.0600000000010823E-2</c:v>
                </c:pt>
                <c:pt idx="396">
                  <c:v>1.0600000000010823E-2</c:v>
                </c:pt>
                <c:pt idx="397">
                  <c:v>1.0600000000010823E-2</c:v>
                </c:pt>
                <c:pt idx="398">
                  <c:v>1.0600000000010823E-2</c:v>
                </c:pt>
                <c:pt idx="399">
                  <c:v>1.0600000000010823E-2</c:v>
                </c:pt>
                <c:pt idx="400">
                  <c:v>1.0600000000010823E-2</c:v>
                </c:pt>
                <c:pt idx="401">
                  <c:v>1.0600000000010823E-2</c:v>
                </c:pt>
                <c:pt idx="402">
                  <c:v>1.0600000000010823E-2</c:v>
                </c:pt>
                <c:pt idx="403">
                  <c:v>1.0600000000010823E-2</c:v>
                </c:pt>
                <c:pt idx="404">
                  <c:v>1.0600000000010823E-2</c:v>
                </c:pt>
                <c:pt idx="405">
                  <c:v>1.0600000000010823E-2</c:v>
                </c:pt>
                <c:pt idx="406">
                  <c:v>1.0600000000010823E-2</c:v>
                </c:pt>
                <c:pt idx="407">
                  <c:v>1.0600000000010823E-2</c:v>
                </c:pt>
                <c:pt idx="408">
                  <c:v>1.0600000000010823E-2</c:v>
                </c:pt>
                <c:pt idx="409">
                  <c:v>1.0600000000010823E-2</c:v>
                </c:pt>
                <c:pt idx="410">
                  <c:v>1.0600000000010823E-2</c:v>
                </c:pt>
                <c:pt idx="411">
                  <c:v>1.0600000000010823E-2</c:v>
                </c:pt>
                <c:pt idx="412">
                  <c:v>1.0600000000010823E-2</c:v>
                </c:pt>
                <c:pt idx="413">
                  <c:v>1.0600000000010823E-2</c:v>
                </c:pt>
                <c:pt idx="414">
                  <c:v>1.0600000000010823E-2</c:v>
                </c:pt>
                <c:pt idx="415">
                  <c:v>1.0600000000010823E-2</c:v>
                </c:pt>
                <c:pt idx="416">
                  <c:v>1.0600000000010823E-2</c:v>
                </c:pt>
                <c:pt idx="417">
                  <c:v>1.0600000000010823E-2</c:v>
                </c:pt>
                <c:pt idx="418">
                  <c:v>1.0600000000010823E-2</c:v>
                </c:pt>
                <c:pt idx="419">
                  <c:v>1.0600000000010823E-2</c:v>
                </c:pt>
                <c:pt idx="420">
                  <c:v>1.0600000000010823E-2</c:v>
                </c:pt>
                <c:pt idx="421">
                  <c:v>1.0600000000010823E-2</c:v>
                </c:pt>
                <c:pt idx="422">
                  <c:v>1.0700000000042564E-2</c:v>
                </c:pt>
                <c:pt idx="423">
                  <c:v>1.0900000000049204E-2</c:v>
                </c:pt>
                <c:pt idx="424">
                  <c:v>1.1099999999999E-2</c:v>
                </c:pt>
                <c:pt idx="425">
                  <c:v>1.1200000000030741E-2</c:v>
                </c:pt>
                <c:pt idx="426">
                  <c:v>1.1300000000005639E-2</c:v>
                </c:pt>
                <c:pt idx="427">
                  <c:v>1.140000000003738E-2</c:v>
                </c:pt>
                <c:pt idx="428">
                  <c:v>1.140000000003738E-2</c:v>
                </c:pt>
                <c:pt idx="429">
                  <c:v>1.1500000000012278E-2</c:v>
                </c:pt>
                <c:pt idx="430">
                  <c:v>1.1500000000012278E-2</c:v>
                </c:pt>
                <c:pt idx="431">
                  <c:v>1.1500000000012278E-2</c:v>
                </c:pt>
                <c:pt idx="432">
                  <c:v>1.1500000000012278E-2</c:v>
                </c:pt>
                <c:pt idx="433">
                  <c:v>1.160000000004402E-2</c:v>
                </c:pt>
                <c:pt idx="434">
                  <c:v>1.160000000004402E-2</c:v>
                </c:pt>
                <c:pt idx="435">
                  <c:v>1.160000000004402E-2</c:v>
                </c:pt>
                <c:pt idx="436">
                  <c:v>1.160000000004402E-2</c:v>
                </c:pt>
                <c:pt idx="437">
                  <c:v>1.160000000004402E-2</c:v>
                </c:pt>
                <c:pt idx="438">
                  <c:v>1.160000000004402E-2</c:v>
                </c:pt>
                <c:pt idx="439">
                  <c:v>1.160000000004402E-2</c:v>
                </c:pt>
                <c:pt idx="440">
                  <c:v>1.160000000004402E-2</c:v>
                </c:pt>
                <c:pt idx="441">
                  <c:v>1.1700000000018917E-2</c:v>
                </c:pt>
                <c:pt idx="442">
                  <c:v>1.1700000000018917E-2</c:v>
                </c:pt>
                <c:pt idx="443">
                  <c:v>1.1700000000018917E-2</c:v>
                </c:pt>
                <c:pt idx="444">
                  <c:v>1.1700000000018917E-2</c:v>
                </c:pt>
                <c:pt idx="445">
                  <c:v>1.1700000000018917E-2</c:v>
                </c:pt>
                <c:pt idx="446">
                  <c:v>1.1700000000018917E-2</c:v>
                </c:pt>
                <c:pt idx="447">
                  <c:v>1.1700000000018917E-2</c:v>
                </c:pt>
                <c:pt idx="448">
                  <c:v>1.1700000000018917E-2</c:v>
                </c:pt>
                <c:pt idx="449">
                  <c:v>1.1700000000018917E-2</c:v>
                </c:pt>
                <c:pt idx="450">
                  <c:v>1.1700000000018917E-2</c:v>
                </c:pt>
                <c:pt idx="451">
                  <c:v>1.1700000000018917E-2</c:v>
                </c:pt>
                <c:pt idx="452">
                  <c:v>1.1700000000018917E-2</c:v>
                </c:pt>
                <c:pt idx="453">
                  <c:v>1.1700000000018917E-2</c:v>
                </c:pt>
                <c:pt idx="454">
                  <c:v>1.1700000000018917E-2</c:v>
                </c:pt>
                <c:pt idx="455">
                  <c:v>1.1700000000018917E-2</c:v>
                </c:pt>
                <c:pt idx="456">
                  <c:v>1.1700000000018917E-2</c:v>
                </c:pt>
                <c:pt idx="457">
                  <c:v>1.1700000000018917E-2</c:v>
                </c:pt>
                <c:pt idx="458">
                  <c:v>1.1700000000018917E-2</c:v>
                </c:pt>
                <c:pt idx="459">
                  <c:v>1.1700000000018917E-2</c:v>
                </c:pt>
                <c:pt idx="460">
                  <c:v>1.1700000000018917E-2</c:v>
                </c:pt>
                <c:pt idx="461">
                  <c:v>1.1700000000018917E-2</c:v>
                </c:pt>
                <c:pt idx="462">
                  <c:v>1.1700000000018917E-2</c:v>
                </c:pt>
                <c:pt idx="463">
                  <c:v>1.1700000000018917E-2</c:v>
                </c:pt>
                <c:pt idx="464">
                  <c:v>1.1700000000018917E-2</c:v>
                </c:pt>
                <c:pt idx="465">
                  <c:v>1.1700000000018917E-2</c:v>
                </c:pt>
                <c:pt idx="466">
                  <c:v>1.1700000000018917E-2</c:v>
                </c:pt>
                <c:pt idx="467">
                  <c:v>1.1700000000018917E-2</c:v>
                </c:pt>
                <c:pt idx="468">
                  <c:v>1.1700000000018917E-2</c:v>
                </c:pt>
                <c:pt idx="469">
                  <c:v>1.1700000000018917E-2</c:v>
                </c:pt>
                <c:pt idx="470">
                  <c:v>1.1700000000018917E-2</c:v>
                </c:pt>
                <c:pt idx="471">
                  <c:v>1.1700000000018917E-2</c:v>
                </c:pt>
                <c:pt idx="472">
                  <c:v>1.1700000000018917E-2</c:v>
                </c:pt>
                <c:pt idx="473">
                  <c:v>1.1700000000018917E-2</c:v>
                </c:pt>
                <c:pt idx="474">
                  <c:v>1.1799999999993815E-2</c:v>
                </c:pt>
                <c:pt idx="475">
                  <c:v>1.1900000000025557E-2</c:v>
                </c:pt>
                <c:pt idx="476">
                  <c:v>1.2000000000000455E-2</c:v>
                </c:pt>
                <c:pt idx="477">
                  <c:v>1.2000000000000455E-2</c:v>
                </c:pt>
                <c:pt idx="478">
                  <c:v>1.2100000000032196E-2</c:v>
                </c:pt>
                <c:pt idx="479">
                  <c:v>1.2100000000032196E-2</c:v>
                </c:pt>
                <c:pt idx="480">
                  <c:v>1.2100000000032196E-2</c:v>
                </c:pt>
                <c:pt idx="481">
                  <c:v>1.2100000000032196E-2</c:v>
                </c:pt>
                <c:pt idx="482">
                  <c:v>1.2100000000032196E-2</c:v>
                </c:pt>
                <c:pt idx="483">
                  <c:v>1.2100000000032196E-2</c:v>
                </c:pt>
                <c:pt idx="484">
                  <c:v>1.2100000000032196E-2</c:v>
                </c:pt>
                <c:pt idx="485">
                  <c:v>1.2100000000032196E-2</c:v>
                </c:pt>
                <c:pt idx="486">
                  <c:v>1.2100000000032196E-2</c:v>
                </c:pt>
                <c:pt idx="487">
                  <c:v>1.2100000000032196E-2</c:v>
                </c:pt>
                <c:pt idx="488">
                  <c:v>1.2100000000032196E-2</c:v>
                </c:pt>
                <c:pt idx="489">
                  <c:v>1.2100000000032196E-2</c:v>
                </c:pt>
                <c:pt idx="490">
                  <c:v>1.2100000000032196E-2</c:v>
                </c:pt>
                <c:pt idx="491">
                  <c:v>1.2100000000032196E-2</c:v>
                </c:pt>
                <c:pt idx="492">
                  <c:v>1.2100000000032196E-2</c:v>
                </c:pt>
                <c:pt idx="493">
                  <c:v>1.2100000000032196E-2</c:v>
                </c:pt>
                <c:pt idx="494">
                  <c:v>1.2100000000032196E-2</c:v>
                </c:pt>
                <c:pt idx="495">
                  <c:v>1.2100000000032196E-2</c:v>
                </c:pt>
                <c:pt idx="496">
                  <c:v>1.2100000000032196E-2</c:v>
                </c:pt>
                <c:pt idx="497">
                  <c:v>1.2100000000032196E-2</c:v>
                </c:pt>
                <c:pt idx="498">
                  <c:v>1.2100000000032196E-2</c:v>
                </c:pt>
                <c:pt idx="499">
                  <c:v>1.1700000000018917E-2</c:v>
                </c:pt>
                <c:pt idx="500">
                  <c:v>1.1300000000005639E-2</c:v>
                </c:pt>
                <c:pt idx="501">
                  <c:v>1.0900000000049204E-2</c:v>
                </c:pt>
                <c:pt idx="502">
                  <c:v>1.0700000000042564E-2</c:v>
                </c:pt>
                <c:pt idx="503">
                  <c:v>1.0600000000010823E-2</c:v>
                </c:pt>
                <c:pt idx="504">
                  <c:v>1.0400000000004184E-2</c:v>
                </c:pt>
                <c:pt idx="505">
                  <c:v>1.0400000000004184E-2</c:v>
                </c:pt>
                <c:pt idx="506">
                  <c:v>1.0300000000029286E-2</c:v>
                </c:pt>
                <c:pt idx="507">
                  <c:v>1.0300000000029286E-2</c:v>
                </c:pt>
                <c:pt idx="508">
                  <c:v>1.0199999999997544E-2</c:v>
                </c:pt>
                <c:pt idx="509">
                  <c:v>1.0199999999997544E-2</c:v>
                </c:pt>
                <c:pt idx="510">
                  <c:v>1.0100000000022646E-2</c:v>
                </c:pt>
                <c:pt idx="511">
                  <c:v>1.0100000000022646E-2</c:v>
                </c:pt>
                <c:pt idx="512">
                  <c:v>1.0100000000022646E-2</c:v>
                </c:pt>
                <c:pt idx="513">
                  <c:v>1.0100000000022646E-2</c:v>
                </c:pt>
                <c:pt idx="514">
                  <c:v>1.0100000000022646E-2</c:v>
                </c:pt>
                <c:pt idx="515">
                  <c:v>1.0000000000047748E-2</c:v>
                </c:pt>
                <c:pt idx="516">
                  <c:v>1.0000000000047748E-2</c:v>
                </c:pt>
                <c:pt idx="517">
                  <c:v>1.0000000000047748E-2</c:v>
                </c:pt>
                <c:pt idx="518">
                  <c:v>1.0000000000047748E-2</c:v>
                </c:pt>
                <c:pt idx="519">
                  <c:v>1.0000000000047748E-2</c:v>
                </c:pt>
                <c:pt idx="520">
                  <c:v>1.0000000000047748E-2</c:v>
                </c:pt>
                <c:pt idx="521">
                  <c:v>1.0000000000047748E-2</c:v>
                </c:pt>
                <c:pt idx="522">
                  <c:v>1.0000000000047748E-2</c:v>
                </c:pt>
                <c:pt idx="523">
                  <c:v>1.0000000000047748E-2</c:v>
                </c:pt>
                <c:pt idx="524">
                  <c:v>1.0000000000047748E-2</c:v>
                </c:pt>
                <c:pt idx="525">
                  <c:v>1.0000000000047748E-2</c:v>
                </c:pt>
                <c:pt idx="526">
                  <c:v>1.0000000000047748E-2</c:v>
                </c:pt>
                <c:pt idx="527">
                  <c:v>1.0000000000047748E-2</c:v>
                </c:pt>
                <c:pt idx="528">
                  <c:v>1.0000000000047748E-2</c:v>
                </c:pt>
                <c:pt idx="529">
                  <c:v>1.0000000000047748E-2</c:v>
                </c:pt>
                <c:pt idx="530">
                  <c:v>1.0100000000022646E-2</c:v>
                </c:pt>
                <c:pt idx="531">
                  <c:v>1.0300000000029286E-2</c:v>
                </c:pt>
                <c:pt idx="532">
                  <c:v>1.0400000000004184E-2</c:v>
                </c:pt>
              </c:numCache>
            </c:numRef>
          </c:yVal>
          <c:smooth val="1"/>
          <c:extLst>
            <c:ext xmlns:c16="http://schemas.microsoft.com/office/drawing/2014/chart" uri="{C3380CC4-5D6E-409C-BE32-E72D297353CC}">
              <c16:uniqueId val="{00000018-1510-4437-9CAD-7ED8315A59D8}"/>
            </c:ext>
          </c:extLst>
        </c:ser>
        <c:ser>
          <c:idx val="25"/>
          <c:order val="25"/>
          <c:tx>
            <c:strRef>
              <c:f>SM50000_TEMPSoc5l2_50000!$PN$1</c:f>
              <c:strCache>
                <c:ptCount val="1"/>
                <c:pt idx="0">
                  <c:v>TELE_SM_INTERIOR.285</c:v>
                </c:pt>
              </c:strCache>
            </c:strRef>
          </c:tx>
          <c:spPr>
            <a:ln w="19050" cap="rnd">
              <a:solidFill>
                <a:schemeClr val="accent2">
                  <a:lumMod val="60000"/>
                  <a:lumOff val="40000"/>
                </a:schemeClr>
              </a:solidFill>
              <a:round/>
            </a:ln>
            <a:effectLst/>
          </c:spPr>
          <c:marker>
            <c:symbol val="circle"/>
            <c:size val="5"/>
            <c:spPr>
              <a:solidFill>
                <a:schemeClr val="accent2">
                  <a:lumMod val="60000"/>
                  <a:lumOff val="40000"/>
                </a:schemeClr>
              </a:solidFill>
              <a:ln w="9525">
                <a:solidFill>
                  <a:schemeClr val="accent2">
                    <a:lumMod val="60000"/>
                    <a:lumOff val="4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SM50000_TEMPSoc5l2_50000!$PN$2:$PN$536</c:f>
              <c:numCache>
                <c:formatCode>General</c:formatCode>
                <c:ptCount val="533"/>
                <c:pt idx="0">
                  <c:v>0</c:v>
                </c:pt>
                <c:pt idx="1">
                  <c:v>7.2000000000116415E-3</c:v>
                </c:pt>
                <c:pt idx="2">
                  <c:v>8.1999999999879947E-3</c:v>
                </c:pt>
                <c:pt idx="3">
                  <c:v>8.6000000000012733E-3</c:v>
                </c:pt>
                <c:pt idx="4">
                  <c:v>8.900000000039654E-3</c:v>
                </c:pt>
                <c:pt idx="5">
                  <c:v>9.0000000000145519E-3</c:v>
                </c:pt>
                <c:pt idx="6">
                  <c:v>9.0999999999894499E-3</c:v>
                </c:pt>
                <c:pt idx="7">
                  <c:v>9.2999999999960892E-3</c:v>
                </c:pt>
                <c:pt idx="8">
                  <c:v>9.4000000000278305E-3</c:v>
                </c:pt>
                <c:pt idx="9">
                  <c:v>9.5000000000027285E-3</c:v>
                </c:pt>
                <c:pt idx="10">
                  <c:v>9.6000000000344698E-3</c:v>
                </c:pt>
                <c:pt idx="11">
                  <c:v>9.7000000000093678E-3</c:v>
                </c:pt>
                <c:pt idx="12">
                  <c:v>9.7999999999842657E-3</c:v>
                </c:pt>
                <c:pt idx="13">
                  <c:v>9.9000000000160071E-3</c:v>
                </c:pt>
                <c:pt idx="14">
                  <c:v>9.9999999999909051E-3</c:v>
                </c:pt>
                <c:pt idx="15">
                  <c:v>1.0100000000022646E-2</c:v>
                </c:pt>
                <c:pt idx="16">
                  <c:v>1.0199999999997544E-2</c:v>
                </c:pt>
                <c:pt idx="17">
                  <c:v>1.0300000000029286E-2</c:v>
                </c:pt>
                <c:pt idx="18">
                  <c:v>1.0300000000029286E-2</c:v>
                </c:pt>
                <c:pt idx="19">
                  <c:v>1.0400000000004184E-2</c:v>
                </c:pt>
                <c:pt idx="20">
                  <c:v>1.0500000000035925E-2</c:v>
                </c:pt>
                <c:pt idx="21">
                  <c:v>1.0600000000010823E-2</c:v>
                </c:pt>
                <c:pt idx="22">
                  <c:v>1.0600000000010823E-2</c:v>
                </c:pt>
                <c:pt idx="23">
                  <c:v>1.0699999999985721E-2</c:v>
                </c:pt>
                <c:pt idx="24">
                  <c:v>1.0800000000017462E-2</c:v>
                </c:pt>
                <c:pt idx="25">
                  <c:v>1.0800000000017462E-2</c:v>
                </c:pt>
                <c:pt idx="26">
                  <c:v>1.0600000000010823E-2</c:v>
                </c:pt>
                <c:pt idx="27">
                  <c:v>9.9999999999909051E-3</c:v>
                </c:pt>
                <c:pt idx="28">
                  <c:v>9.7000000000093678E-3</c:v>
                </c:pt>
                <c:pt idx="29">
                  <c:v>9.6000000000344698E-3</c:v>
                </c:pt>
                <c:pt idx="30">
                  <c:v>9.6000000000344698E-3</c:v>
                </c:pt>
                <c:pt idx="31">
                  <c:v>9.6000000000344698E-3</c:v>
                </c:pt>
                <c:pt idx="32">
                  <c:v>9.6000000000344698E-3</c:v>
                </c:pt>
                <c:pt idx="33">
                  <c:v>9.6000000000344698E-3</c:v>
                </c:pt>
                <c:pt idx="34">
                  <c:v>9.6000000000344698E-3</c:v>
                </c:pt>
                <c:pt idx="35">
                  <c:v>9.6000000000344698E-3</c:v>
                </c:pt>
                <c:pt idx="36">
                  <c:v>9.6000000000344698E-3</c:v>
                </c:pt>
                <c:pt idx="37">
                  <c:v>9.6000000000344698E-3</c:v>
                </c:pt>
                <c:pt idx="38">
                  <c:v>9.7000000000093678E-3</c:v>
                </c:pt>
                <c:pt idx="39">
                  <c:v>9.7000000000093678E-3</c:v>
                </c:pt>
                <c:pt idx="40">
                  <c:v>9.7000000000093678E-3</c:v>
                </c:pt>
                <c:pt idx="41">
                  <c:v>9.7000000000093678E-3</c:v>
                </c:pt>
                <c:pt idx="42">
                  <c:v>9.7000000000093678E-3</c:v>
                </c:pt>
                <c:pt idx="43">
                  <c:v>9.7000000000093678E-3</c:v>
                </c:pt>
                <c:pt idx="44">
                  <c:v>9.7000000000093678E-3</c:v>
                </c:pt>
                <c:pt idx="45">
                  <c:v>9.7000000000093678E-3</c:v>
                </c:pt>
                <c:pt idx="46">
                  <c:v>9.7000000000093678E-3</c:v>
                </c:pt>
                <c:pt idx="47">
                  <c:v>9.7000000000093678E-3</c:v>
                </c:pt>
                <c:pt idx="48">
                  <c:v>9.7000000000093678E-3</c:v>
                </c:pt>
                <c:pt idx="49">
                  <c:v>9.7999999999842657E-3</c:v>
                </c:pt>
                <c:pt idx="50">
                  <c:v>9.7999999999842657E-3</c:v>
                </c:pt>
                <c:pt idx="51">
                  <c:v>9.7999999999842657E-3</c:v>
                </c:pt>
                <c:pt idx="52">
                  <c:v>9.7999999999842657E-3</c:v>
                </c:pt>
                <c:pt idx="53">
                  <c:v>9.7999999999842657E-3</c:v>
                </c:pt>
                <c:pt idx="54">
                  <c:v>9.7999999999842657E-3</c:v>
                </c:pt>
                <c:pt idx="55">
                  <c:v>9.7999999999842657E-3</c:v>
                </c:pt>
                <c:pt idx="56">
                  <c:v>9.7999999999842657E-3</c:v>
                </c:pt>
                <c:pt idx="57">
                  <c:v>9.9999999999909051E-3</c:v>
                </c:pt>
                <c:pt idx="58">
                  <c:v>1.0100000000022646E-2</c:v>
                </c:pt>
                <c:pt idx="59">
                  <c:v>1.0199999999997544E-2</c:v>
                </c:pt>
                <c:pt idx="60">
                  <c:v>1.0300000000029286E-2</c:v>
                </c:pt>
                <c:pt idx="61">
                  <c:v>1.0300000000029286E-2</c:v>
                </c:pt>
                <c:pt idx="62">
                  <c:v>1.0300000000029286E-2</c:v>
                </c:pt>
                <c:pt idx="63">
                  <c:v>1.0300000000029286E-2</c:v>
                </c:pt>
                <c:pt idx="64">
                  <c:v>1.0300000000029286E-2</c:v>
                </c:pt>
                <c:pt idx="65">
                  <c:v>1.0300000000029286E-2</c:v>
                </c:pt>
                <c:pt idx="66">
                  <c:v>1.0300000000029286E-2</c:v>
                </c:pt>
                <c:pt idx="67">
                  <c:v>1.0300000000029286E-2</c:v>
                </c:pt>
                <c:pt idx="68">
                  <c:v>1.0300000000029286E-2</c:v>
                </c:pt>
                <c:pt idx="69">
                  <c:v>1.0300000000029286E-2</c:v>
                </c:pt>
                <c:pt idx="70">
                  <c:v>1.0300000000029286E-2</c:v>
                </c:pt>
                <c:pt idx="71">
                  <c:v>1.0300000000029286E-2</c:v>
                </c:pt>
                <c:pt idx="72">
                  <c:v>1.0300000000029286E-2</c:v>
                </c:pt>
                <c:pt idx="73">
                  <c:v>1.0300000000029286E-2</c:v>
                </c:pt>
                <c:pt idx="74">
                  <c:v>1.0300000000029286E-2</c:v>
                </c:pt>
                <c:pt idx="75">
                  <c:v>1.0300000000029286E-2</c:v>
                </c:pt>
                <c:pt idx="76">
                  <c:v>1.0300000000029286E-2</c:v>
                </c:pt>
                <c:pt idx="77">
                  <c:v>1.0300000000029286E-2</c:v>
                </c:pt>
                <c:pt idx="78">
                  <c:v>1.0300000000029286E-2</c:v>
                </c:pt>
                <c:pt idx="79">
                  <c:v>1.0400000000004184E-2</c:v>
                </c:pt>
                <c:pt idx="80">
                  <c:v>1.0400000000004184E-2</c:v>
                </c:pt>
                <c:pt idx="81">
                  <c:v>1.0400000000004184E-2</c:v>
                </c:pt>
                <c:pt idx="82">
                  <c:v>1.0400000000004184E-2</c:v>
                </c:pt>
                <c:pt idx="83">
                  <c:v>1.0400000000004184E-2</c:v>
                </c:pt>
                <c:pt idx="84">
                  <c:v>1.0400000000004184E-2</c:v>
                </c:pt>
                <c:pt idx="85">
                  <c:v>1.0400000000004184E-2</c:v>
                </c:pt>
                <c:pt idx="86">
                  <c:v>1.0400000000004184E-2</c:v>
                </c:pt>
                <c:pt idx="87">
                  <c:v>1.0400000000004184E-2</c:v>
                </c:pt>
                <c:pt idx="88">
                  <c:v>1.0400000000004184E-2</c:v>
                </c:pt>
                <c:pt idx="89">
                  <c:v>1.0400000000004184E-2</c:v>
                </c:pt>
                <c:pt idx="90">
                  <c:v>1.0400000000004184E-2</c:v>
                </c:pt>
                <c:pt idx="91">
                  <c:v>1.0400000000004184E-2</c:v>
                </c:pt>
                <c:pt idx="92">
                  <c:v>1.0400000000004184E-2</c:v>
                </c:pt>
                <c:pt idx="93">
                  <c:v>1.0400000000004184E-2</c:v>
                </c:pt>
                <c:pt idx="94">
                  <c:v>1.0400000000004184E-2</c:v>
                </c:pt>
                <c:pt idx="95">
                  <c:v>1.0400000000004184E-2</c:v>
                </c:pt>
                <c:pt idx="96">
                  <c:v>1.0400000000004184E-2</c:v>
                </c:pt>
                <c:pt idx="97">
                  <c:v>1.0400000000004184E-2</c:v>
                </c:pt>
                <c:pt idx="98">
                  <c:v>1.0400000000004184E-2</c:v>
                </c:pt>
                <c:pt idx="99">
                  <c:v>1.0400000000004184E-2</c:v>
                </c:pt>
                <c:pt idx="100">
                  <c:v>1.0400000000004184E-2</c:v>
                </c:pt>
                <c:pt idx="101">
                  <c:v>1.0400000000004184E-2</c:v>
                </c:pt>
                <c:pt idx="102">
                  <c:v>1.0400000000004184E-2</c:v>
                </c:pt>
                <c:pt idx="103">
                  <c:v>1.0400000000004184E-2</c:v>
                </c:pt>
                <c:pt idx="104">
                  <c:v>1.0400000000004184E-2</c:v>
                </c:pt>
                <c:pt idx="105">
                  <c:v>1.0400000000004184E-2</c:v>
                </c:pt>
                <c:pt idx="106">
                  <c:v>1.0400000000004184E-2</c:v>
                </c:pt>
                <c:pt idx="107">
                  <c:v>1.0400000000004184E-2</c:v>
                </c:pt>
                <c:pt idx="108">
                  <c:v>1.0800000000017462E-2</c:v>
                </c:pt>
                <c:pt idx="109">
                  <c:v>1.1000000000024102E-2</c:v>
                </c:pt>
                <c:pt idx="110">
                  <c:v>1.1099999999999E-2</c:v>
                </c:pt>
                <c:pt idx="111">
                  <c:v>1.1200000000030741E-2</c:v>
                </c:pt>
                <c:pt idx="112">
                  <c:v>1.1200000000030741E-2</c:v>
                </c:pt>
                <c:pt idx="113">
                  <c:v>1.1300000000005639E-2</c:v>
                </c:pt>
                <c:pt idx="114">
                  <c:v>1.1300000000005639E-2</c:v>
                </c:pt>
                <c:pt idx="115">
                  <c:v>1.140000000003738E-2</c:v>
                </c:pt>
                <c:pt idx="116">
                  <c:v>1.140000000003738E-2</c:v>
                </c:pt>
                <c:pt idx="117">
                  <c:v>1.140000000003738E-2</c:v>
                </c:pt>
                <c:pt idx="118">
                  <c:v>1.140000000003738E-2</c:v>
                </c:pt>
                <c:pt idx="119">
                  <c:v>1.140000000003738E-2</c:v>
                </c:pt>
                <c:pt idx="120">
                  <c:v>1.140000000003738E-2</c:v>
                </c:pt>
                <c:pt idx="121">
                  <c:v>1.1500000000012278E-2</c:v>
                </c:pt>
                <c:pt idx="122">
                  <c:v>1.1500000000012278E-2</c:v>
                </c:pt>
                <c:pt idx="123">
                  <c:v>1.1500000000012278E-2</c:v>
                </c:pt>
                <c:pt idx="124">
                  <c:v>1.1500000000012278E-2</c:v>
                </c:pt>
                <c:pt idx="125">
                  <c:v>1.1500000000012278E-2</c:v>
                </c:pt>
                <c:pt idx="126">
                  <c:v>1.1500000000012278E-2</c:v>
                </c:pt>
                <c:pt idx="127">
                  <c:v>1.1500000000012278E-2</c:v>
                </c:pt>
                <c:pt idx="128">
                  <c:v>1.1500000000012278E-2</c:v>
                </c:pt>
                <c:pt idx="129">
                  <c:v>1.1500000000012278E-2</c:v>
                </c:pt>
                <c:pt idx="130">
                  <c:v>1.1500000000012278E-2</c:v>
                </c:pt>
                <c:pt idx="131">
                  <c:v>1.1500000000012278E-2</c:v>
                </c:pt>
                <c:pt idx="132">
                  <c:v>1.1500000000012278E-2</c:v>
                </c:pt>
                <c:pt idx="133">
                  <c:v>1.1500000000012278E-2</c:v>
                </c:pt>
                <c:pt idx="134">
                  <c:v>1.1500000000012278E-2</c:v>
                </c:pt>
                <c:pt idx="135">
                  <c:v>1.1500000000012278E-2</c:v>
                </c:pt>
                <c:pt idx="136">
                  <c:v>1.1500000000012278E-2</c:v>
                </c:pt>
                <c:pt idx="137">
                  <c:v>1.1500000000012278E-2</c:v>
                </c:pt>
                <c:pt idx="138">
                  <c:v>1.1500000000012278E-2</c:v>
                </c:pt>
                <c:pt idx="139">
                  <c:v>1.1500000000012278E-2</c:v>
                </c:pt>
                <c:pt idx="140">
                  <c:v>1.1500000000012278E-2</c:v>
                </c:pt>
                <c:pt idx="141">
                  <c:v>1.1500000000012278E-2</c:v>
                </c:pt>
                <c:pt idx="142">
                  <c:v>1.1500000000012278E-2</c:v>
                </c:pt>
                <c:pt idx="143">
                  <c:v>1.1500000000012278E-2</c:v>
                </c:pt>
                <c:pt idx="144">
                  <c:v>1.1500000000012278E-2</c:v>
                </c:pt>
                <c:pt idx="145">
                  <c:v>1.1500000000012278E-2</c:v>
                </c:pt>
                <c:pt idx="146">
                  <c:v>1.1500000000012278E-2</c:v>
                </c:pt>
                <c:pt idx="147">
                  <c:v>1.1500000000012278E-2</c:v>
                </c:pt>
                <c:pt idx="148">
                  <c:v>1.1500000000012278E-2</c:v>
                </c:pt>
                <c:pt idx="149">
                  <c:v>1.1500000000012278E-2</c:v>
                </c:pt>
                <c:pt idx="150">
                  <c:v>1.1500000000012278E-2</c:v>
                </c:pt>
                <c:pt idx="151">
                  <c:v>1.1500000000012278E-2</c:v>
                </c:pt>
                <c:pt idx="152">
                  <c:v>1.1500000000012278E-2</c:v>
                </c:pt>
                <c:pt idx="153">
                  <c:v>1.1500000000012278E-2</c:v>
                </c:pt>
                <c:pt idx="154">
                  <c:v>1.1500000000012278E-2</c:v>
                </c:pt>
                <c:pt idx="155">
                  <c:v>1.1500000000012278E-2</c:v>
                </c:pt>
                <c:pt idx="156">
                  <c:v>1.1500000000012278E-2</c:v>
                </c:pt>
                <c:pt idx="157">
                  <c:v>1.1500000000012278E-2</c:v>
                </c:pt>
                <c:pt idx="158">
                  <c:v>1.1700000000018917E-2</c:v>
                </c:pt>
                <c:pt idx="159">
                  <c:v>1.1700000000018917E-2</c:v>
                </c:pt>
                <c:pt idx="160">
                  <c:v>1.1799999999993815E-2</c:v>
                </c:pt>
                <c:pt idx="161">
                  <c:v>1.1799999999993815E-2</c:v>
                </c:pt>
                <c:pt idx="162">
                  <c:v>1.1700000000018917E-2</c:v>
                </c:pt>
                <c:pt idx="163">
                  <c:v>1.1700000000018917E-2</c:v>
                </c:pt>
                <c:pt idx="164">
                  <c:v>1.1700000000018917E-2</c:v>
                </c:pt>
                <c:pt idx="165">
                  <c:v>1.1700000000018917E-2</c:v>
                </c:pt>
                <c:pt idx="166">
                  <c:v>1.1700000000018917E-2</c:v>
                </c:pt>
                <c:pt idx="167">
                  <c:v>1.1700000000018917E-2</c:v>
                </c:pt>
                <c:pt idx="168">
                  <c:v>1.1700000000018917E-2</c:v>
                </c:pt>
                <c:pt idx="169">
                  <c:v>1.1700000000018917E-2</c:v>
                </c:pt>
                <c:pt idx="170">
                  <c:v>1.1700000000018917E-2</c:v>
                </c:pt>
                <c:pt idx="171">
                  <c:v>1.1700000000018917E-2</c:v>
                </c:pt>
                <c:pt idx="172">
                  <c:v>1.1700000000018917E-2</c:v>
                </c:pt>
                <c:pt idx="173">
                  <c:v>1.1700000000018917E-2</c:v>
                </c:pt>
                <c:pt idx="174">
                  <c:v>1.1700000000018917E-2</c:v>
                </c:pt>
                <c:pt idx="175">
                  <c:v>1.1700000000018917E-2</c:v>
                </c:pt>
                <c:pt idx="176">
                  <c:v>1.1700000000018917E-2</c:v>
                </c:pt>
                <c:pt idx="177">
                  <c:v>1.1700000000018917E-2</c:v>
                </c:pt>
                <c:pt idx="178">
                  <c:v>1.1700000000018917E-2</c:v>
                </c:pt>
                <c:pt idx="179">
                  <c:v>1.1700000000018917E-2</c:v>
                </c:pt>
                <c:pt idx="180">
                  <c:v>1.1700000000018917E-2</c:v>
                </c:pt>
                <c:pt idx="181">
                  <c:v>1.1700000000018917E-2</c:v>
                </c:pt>
                <c:pt idx="182">
                  <c:v>1.1700000000018917E-2</c:v>
                </c:pt>
                <c:pt idx="183">
                  <c:v>1.1300000000005639E-2</c:v>
                </c:pt>
                <c:pt idx="184">
                  <c:v>1.0699999999985721E-2</c:v>
                </c:pt>
                <c:pt idx="185">
                  <c:v>1.0400000000004184E-2</c:v>
                </c:pt>
                <c:pt idx="186">
                  <c:v>1.0300000000029286E-2</c:v>
                </c:pt>
                <c:pt idx="187">
                  <c:v>1.0199999999997544E-2</c:v>
                </c:pt>
                <c:pt idx="188">
                  <c:v>1.0100000000022646E-2</c:v>
                </c:pt>
                <c:pt idx="189">
                  <c:v>1.0100000000022646E-2</c:v>
                </c:pt>
                <c:pt idx="190">
                  <c:v>1.0100000000022646E-2</c:v>
                </c:pt>
                <c:pt idx="191">
                  <c:v>1.0100000000022646E-2</c:v>
                </c:pt>
                <c:pt idx="192">
                  <c:v>1.0100000000022646E-2</c:v>
                </c:pt>
                <c:pt idx="193">
                  <c:v>9.9999999999909051E-3</c:v>
                </c:pt>
                <c:pt idx="194">
                  <c:v>9.9999999999909051E-3</c:v>
                </c:pt>
                <c:pt idx="195">
                  <c:v>9.9999999999909051E-3</c:v>
                </c:pt>
                <c:pt idx="196">
                  <c:v>9.9999999999909051E-3</c:v>
                </c:pt>
                <c:pt idx="197">
                  <c:v>9.9999999999909051E-3</c:v>
                </c:pt>
                <c:pt idx="198">
                  <c:v>9.9999999999909051E-3</c:v>
                </c:pt>
                <c:pt idx="199">
                  <c:v>9.9999999999909051E-3</c:v>
                </c:pt>
                <c:pt idx="200">
                  <c:v>9.9999999999909051E-3</c:v>
                </c:pt>
                <c:pt idx="201">
                  <c:v>9.9999999999909051E-3</c:v>
                </c:pt>
                <c:pt idx="202">
                  <c:v>9.9999999999909051E-3</c:v>
                </c:pt>
                <c:pt idx="203">
                  <c:v>9.9000000000160071E-3</c:v>
                </c:pt>
                <c:pt idx="204">
                  <c:v>9.9000000000160071E-3</c:v>
                </c:pt>
                <c:pt idx="205">
                  <c:v>9.9000000000160071E-3</c:v>
                </c:pt>
                <c:pt idx="206">
                  <c:v>9.9000000000160071E-3</c:v>
                </c:pt>
                <c:pt idx="207">
                  <c:v>9.9000000000160071E-3</c:v>
                </c:pt>
                <c:pt idx="208">
                  <c:v>9.9000000000160071E-3</c:v>
                </c:pt>
                <c:pt idx="209">
                  <c:v>9.9000000000160071E-3</c:v>
                </c:pt>
                <c:pt idx="210">
                  <c:v>9.9000000000160071E-3</c:v>
                </c:pt>
                <c:pt idx="211">
                  <c:v>9.9000000000160071E-3</c:v>
                </c:pt>
                <c:pt idx="212">
                  <c:v>9.9000000000160071E-3</c:v>
                </c:pt>
                <c:pt idx="213">
                  <c:v>9.9000000000160071E-3</c:v>
                </c:pt>
                <c:pt idx="214">
                  <c:v>1.0100000000022646E-2</c:v>
                </c:pt>
                <c:pt idx="215">
                  <c:v>1.0300000000029286E-2</c:v>
                </c:pt>
                <c:pt idx="216">
                  <c:v>1.0300000000029286E-2</c:v>
                </c:pt>
                <c:pt idx="217">
                  <c:v>1.0300000000029286E-2</c:v>
                </c:pt>
                <c:pt idx="218">
                  <c:v>1.0400000000004184E-2</c:v>
                </c:pt>
                <c:pt idx="219">
                  <c:v>1.0400000000004184E-2</c:v>
                </c:pt>
                <c:pt idx="220">
                  <c:v>1.0400000000004184E-2</c:v>
                </c:pt>
                <c:pt idx="221">
                  <c:v>1.0400000000004184E-2</c:v>
                </c:pt>
                <c:pt idx="222">
                  <c:v>1.0400000000004184E-2</c:v>
                </c:pt>
                <c:pt idx="223">
                  <c:v>1.0400000000004184E-2</c:v>
                </c:pt>
                <c:pt idx="224">
                  <c:v>1.0400000000004184E-2</c:v>
                </c:pt>
                <c:pt idx="225">
                  <c:v>1.0400000000004184E-2</c:v>
                </c:pt>
                <c:pt idx="226">
                  <c:v>1.0400000000004184E-2</c:v>
                </c:pt>
                <c:pt idx="227">
                  <c:v>1.0400000000004184E-2</c:v>
                </c:pt>
                <c:pt idx="228">
                  <c:v>1.0400000000004184E-2</c:v>
                </c:pt>
                <c:pt idx="229">
                  <c:v>1.0400000000004184E-2</c:v>
                </c:pt>
                <c:pt idx="230">
                  <c:v>1.0400000000004184E-2</c:v>
                </c:pt>
                <c:pt idx="231">
                  <c:v>1.0400000000004184E-2</c:v>
                </c:pt>
                <c:pt idx="232">
                  <c:v>1.0400000000004184E-2</c:v>
                </c:pt>
                <c:pt idx="233">
                  <c:v>1.0400000000004184E-2</c:v>
                </c:pt>
                <c:pt idx="234">
                  <c:v>1.0400000000004184E-2</c:v>
                </c:pt>
                <c:pt idx="235">
                  <c:v>1.0400000000004184E-2</c:v>
                </c:pt>
                <c:pt idx="236">
                  <c:v>1.0400000000004184E-2</c:v>
                </c:pt>
                <c:pt idx="237">
                  <c:v>1.0400000000004184E-2</c:v>
                </c:pt>
                <c:pt idx="238">
                  <c:v>1.0400000000004184E-2</c:v>
                </c:pt>
                <c:pt idx="239">
                  <c:v>1.0400000000004184E-2</c:v>
                </c:pt>
                <c:pt idx="240">
                  <c:v>1.0400000000004184E-2</c:v>
                </c:pt>
                <c:pt idx="241">
                  <c:v>1.0400000000004184E-2</c:v>
                </c:pt>
                <c:pt idx="242">
                  <c:v>1.0400000000004184E-2</c:v>
                </c:pt>
                <c:pt idx="243">
                  <c:v>1.0400000000004184E-2</c:v>
                </c:pt>
                <c:pt idx="244">
                  <c:v>1.0400000000004184E-2</c:v>
                </c:pt>
                <c:pt idx="245">
                  <c:v>1.0400000000004184E-2</c:v>
                </c:pt>
                <c:pt idx="246">
                  <c:v>1.0400000000004184E-2</c:v>
                </c:pt>
                <c:pt idx="247">
                  <c:v>1.0400000000004184E-2</c:v>
                </c:pt>
                <c:pt idx="248">
                  <c:v>1.0400000000004184E-2</c:v>
                </c:pt>
                <c:pt idx="249">
                  <c:v>1.0400000000004184E-2</c:v>
                </c:pt>
                <c:pt idx="250">
                  <c:v>1.0400000000004184E-2</c:v>
                </c:pt>
                <c:pt idx="251">
                  <c:v>1.0400000000004184E-2</c:v>
                </c:pt>
                <c:pt idx="252">
                  <c:v>1.0400000000004184E-2</c:v>
                </c:pt>
                <c:pt idx="253">
                  <c:v>1.0400000000004184E-2</c:v>
                </c:pt>
                <c:pt idx="254">
                  <c:v>1.0400000000004184E-2</c:v>
                </c:pt>
                <c:pt idx="255">
                  <c:v>1.0400000000004184E-2</c:v>
                </c:pt>
                <c:pt idx="256">
                  <c:v>1.0400000000004184E-2</c:v>
                </c:pt>
                <c:pt idx="257">
                  <c:v>1.0400000000004184E-2</c:v>
                </c:pt>
                <c:pt idx="258">
                  <c:v>1.0400000000004184E-2</c:v>
                </c:pt>
                <c:pt idx="259">
                  <c:v>1.0400000000004184E-2</c:v>
                </c:pt>
                <c:pt idx="260">
                  <c:v>1.0400000000004184E-2</c:v>
                </c:pt>
                <c:pt idx="261">
                  <c:v>1.0400000000004184E-2</c:v>
                </c:pt>
                <c:pt idx="262">
                  <c:v>1.0400000000004184E-2</c:v>
                </c:pt>
                <c:pt idx="263">
                  <c:v>1.0400000000004184E-2</c:v>
                </c:pt>
                <c:pt idx="264">
                  <c:v>1.0500000000035925E-2</c:v>
                </c:pt>
                <c:pt idx="265">
                  <c:v>1.0800000000017462E-2</c:v>
                </c:pt>
                <c:pt idx="266">
                  <c:v>1.1000000000024102E-2</c:v>
                </c:pt>
                <c:pt idx="267">
                  <c:v>1.1099999999999E-2</c:v>
                </c:pt>
                <c:pt idx="268">
                  <c:v>1.1200000000030741E-2</c:v>
                </c:pt>
                <c:pt idx="269">
                  <c:v>1.1300000000005639E-2</c:v>
                </c:pt>
                <c:pt idx="270">
                  <c:v>1.1300000000005639E-2</c:v>
                </c:pt>
                <c:pt idx="271">
                  <c:v>1.1300000000005639E-2</c:v>
                </c:pt>
                <c:pt idx="272">
                  <c:v>1.140000000003738E-2</c:v>
                </c:pt>
                <c:pt idx="273">
                  <c:v>1.140000000003738E-2</c:v>
                </c:pt>
                <c:pt idx="274">
                  <c:v>1.140000000003738E-2</c:v>
                </c:pt>
                <c:pt idx="275">
                  <c:v>1.140000000003738E-2</c:v>
                </c:pt>
                <c:pt idx="276">
                  <c:v>1.140000000003738E-2</c:v>
                </c:pt>
                <c:pt idx="277">
                  <c:v>1.140000000003738E-2</c:v>
                </c:pt>
                <c:pt idx="278">
                  <c:v>1.1500000000012278E-2</c:v>
                </c:pt>
                <c:pt idx="279">
                  <c:v>1.1500000000012278E-2</c:v>
                </c:pt>
                <c:pt idx="280">
                  <c:v>1.1500000000012278E-2</c:v>
                </c:pt>
                <c:pt idx="281">
                  <c:v>1.1500000000012278E-2</c:v>
                </c:pt>
                <c:pt idx="282">
                  <c:v>1.1500000000012278E-2</c:v>
                </c:pt>
                <c:pt idx="283">
                  <c:v>1.1500000000012278E-2</c:v>
                </c:pt>
                <c:pt idx="284">
                  <c:v>1.1500000000012278E-2</c:v>
                </c:pt>
                <c:pt idx="285">
                  <c:v>1.1500000000012278E-2</c:v>
                </c:pt>
                <c:pt idx="286">
                  <c:v>1.1500000000012278E-2</c:v>
                </c:pt>
                <c:pt idx="287">
                  <c:v>1.1500000000012278E-2</c:v>
                </c:pt>
                <c:pt idx="288">
                  <c:v>1.1500000000012278E-2</c:v>
                </c:pt>
                <c:pt idx="289">
                  <c:v>1.1500000000012278E-2</c:v>
                </c:pt>
                <c:pt idx="290">
                  <c:v>1.1500000000012278E-2</c:v>
                </c:pt>
                <c:pt idx="291">
                  <c:v>1.1500000000012278E-2</c:v>
                </c:pt>
                <c:pt idx="292">
                  <c:v>1.1500000000012278E-2</c:v>
                </c:pt>
                <c:pt idx="293">
                  <c:v>1.1500000000012278E-2</c:v>
                </c:pt>
                <c:pt idx="294">
                  <c:v>1.1500000000012278E-2</c:v>
                </c:pt>
                <c:pt idx="295">
                  <c:v>1.1500000000012278E-2</c:v>
                </c:pt>
                <c:pt idx="296">
                  <c:v>1.1500000000012278E-2</c:v>
                </c:pt>
                <c:pt idx="297">
                  <c:v>1.1500000000012278E-2</c:v>
                </c:pt>
                <c:pt idx="298">
                  <c:v>1.1500000000012278E-2</c:v>
                </c:pt>
                <c:pt idx="299">
                  <c:v>1.1500000000012278E-2</c:v>
                </c:pt>
                <c:pt idx="300">
                  <c:v>1.1500000000012278E-2</c:v>
                </c:pt>
                <c:pt idx="301">
                  <c:v>1.1500000000012278E-2</c:v>
                </c:pt>
                <c:pt idx="302">
                  <c:v>1.1500000000012278E-2</c:v>
                </c:pt>
                <c:pt idx="303">
                  <c:v>1.1500000000012278E-2</c:v>
                </c:pt>
                <c:pt idx="304">
                  <c:v>1.1500000000012278E-2</c:v>
                </c:pt>
                <c:pt idx="305">
                  <c:v>1.1500000000012278E-2</c:v>
                </c:pt>
                <c:pt idx="306">
                  <c:v>1.1500000000012278E-2</c:v>
                </c:pt>
                <c:pt idx="307">
                  <c:v>1.1500000000012278E-2</c:v>
                </c:pt>
                <c:pt idx="308">
                  <c:v>1.1500000000012278E-2</c:v>
                </c:pt>
                <c:pt idx="309">
                  <c:v>1.1500000000012278E-2</c:v>
                </c:pt>
                <c:pt idx="310">
                  <c:v>1.1500000000012278E-2</c:v>
                </c:pt>
                <c:pt idx="311">
                  <c:v>1.1500000000012278E-2</c:v>
                </c:pt>
                <c:pt idx="312">
                  <c:v>1.1500000000012278E-2</c:v>
                </c:pt>
                <c:pt idx="313">
                  <c:v>1.1500000000012278E-2</c:v>
                </c:pt>
                <c:pt idx="314">
                  <c:v>1.1599999999987176E-2</c:v>
                </c:pt>
                <c:pt idx="315">
                  <c:v>1.1700000000018917E-2</c:v>
                </c:pt>
                <c:pt idx="316">
                  <c:v>1.1700000000018917E-2</c:v>
                </c:pt>
                <c:pt idx="317">
                  <c:v>1.1799999999993815E-2</c:v>
                </c:pt>
                <c:pt idx="318">
                  <c:v>1.1799999999993815E-2</c:v>
                </c:pt>
                <c:pt idx="319">
                  <c:v>1.1700000000018917E-2</c:v>
                </c:pt>
                <c:pt idx="320">
                  <c:v>1.1700000000018917E-2</c:v>
                </c:pt>
                <c:pt idx="321">
                  <c:v>1.1700000000018917E-2</c:v>
                </c:pt>
                <c:pt idx="322">
                  <c:v>1.1700000000018917E-2</c:v>
                </c:pt>
                <c:pt idx="323">
                  <c:v>1.1700000000018917E-2</c:v>
                </c:pt>
                <c:pt idx="324">
                  <c:v>1.1700000000018917E-2</c:v>
                </c:pt>
                <c:pt idx="325">
                  <c:v>1.1700000000018917E-2</c:v>
                </c:pt>
                <c:pt idx="326">
                  <c:v>1.1700000000018917E-2</c:v>
                </c:pt>
                <c:pt idx="327">
                  <c:v>1.1700000000018917E-2</c:v>
                </c:pt>
                <c:pt idx="328">
                  <c:v>1.1700000000018917E-2</c:v>
                </c:pt>
                <c:pt idx="329">
                  <c:v>1.1700000000018917E-2</c:v>
                </c:pt>
                <c:pt idx="330">
                  <c:v>1.1700000000018917E-2</c:v>
                </c:pt>
                <c:pt idx="331">
                  <c:v>1.1700000000018917E-2</c:v>
                </c:pt>
                <c:pt idx="332">
                  <c:v>1.1700000000018917E-2</c:v>
                </c:pt>
                <c:pt idx="333">
                  <c:v>1.1700000000018917E-2</c:v>
                </c:pt>
                <c:pt idx="334">
                  <c:v>1.1700000000018917E-2</c:v>
                </c:pt>
                <c:pt idx="335">
                  <c:v>1.1700000000018917E-2</c:v>
                </c:pt>
                <c:pt idx="336">
                  <c:v>1.1700000000018917E-2</c:v>
                </c:pt>
                <c:pt idx="337">
                  <c:v>1.1700000000018917E-2</c:v>
                </c:pt>
                <c:pt idx="338">
                  <c:v>1.1700000000018917E-2</c:v>
                </c:pt>
                <c:pt idx="339">
                  <c:v>1.1700000000018917E-2</c:v>
                </c:pt>
                <c:pt idx="340">
                  <c:v>1.1200000000030741E-2</c:v>
                </c:pt>
                <c:pt idx="341">
                  <c:v>1.0699999999985721E-2</c:v>
                </c:pt>
                <c:pt idx="342">
                  <c:v>1.0400000000004184E-2</c:v>
                </c:pt>
                <c:pt idx="343">
                  <c:v>1.0300000000029286E-2</c:v>
                </c:pt>
                <c:pt idx="344">
                  <c:v>1.0199999999997544E-2</c:v>
                </c:pt>
                <c:pt idx="345">
                  <c:v>1.0100000000022646E-2</c:v>
                </c:pt>
                <c:pt idx="346">
                  <c:v>1.0100000000022646E-2</c:v>
                </c:pt>
                <c:pt idx="347">
                  <c:v>1.0100000000022646E-2</c:v>
                </c:pt>
                <c:pt idx="348">
                  <c:v>1.0100000000022646E-2</c:v>
                </c:pt>
                <c:pt idx="349">
                  <c:v>1.0100000000022646E-2</c:v>
                </c:pt>
                <c:pt idx="350">
                  <c:v>9.9999999999909051E-3</c:v>
                </c:pt>
                <c:pt idx="351">
                  <c:v>9.9999999999909051E-3</c:v>
                </c:pt>
                <c:pt idx="352">
                  <c:v>9.9999999999909051E-3</c:v>
                </c:pt>
                <c:pt idx="353">
                  <c:v>9.9999999999909051E-3</c:v>
                </c:pt>
                <c:pt idx="354">
                  <c:v>9.9999999999909051E-3</c:v>
                </c:pt>
                <c:pt idx="355">
                  <c:v>9.9999999999909051E-3</c:v>
                </c:pt>
                <c:pt idx="356">
                  <c:v>9.9999999999909051E-3</c:v>
                </c:pt>
                <c:pt idx="357">
                  <c:v>9.9999999999909051E-3</c:v>
                </c:pt>
                <c:pt idx="358">
                  <c:v>9.9999999999909051E-3</c:v>
                </c:pt>
                <c:pt idx="359">
                  <c:v>9.9999999999909051E-3</c:v>
                </c:pt>
                <c:pt idx="360">
                  <c:v>9.9000000000160071E-3</c:v>
                </c:pt>
                <c:pt idx="361">
                  <c:v>9.9000000000160071E-3</c:v>
                </c:pt>
                <c:pt idx="362">
                  <c:v>9.9000000000160071E-3</c:v>
                </c:pt>
                <c:pt idx="363">
                  <c:v>9.9000000000160071E-3</c:v>
                </c:pt>
                <c:pt idx="364">
                  <c:v>9.9000000000160071E-3</c:v>
                </c:pt>
                <c:pt idx="365">
                  <c:v>9.9000000000160071E-3</c:v>
                </c:pt>
                <c:pt idx="366">
                  <c:v>9.9000000000160071E-3</c:v>
                </c:pt>
                <c:pt idx="367">
                  <c:v>9.9000000000160071E-3</c:v>
                </c:pt>
                <c:pt idx="368">
                  <c:v>9.9000000000160071E-3</c:v>
                </c:pt>
                <c:pt idx="369">
                  <c:v>9.9000000000160071E-3</c:v>
                </c:pt>
                <c:pt idx="370">
                  <c:v>9.9000000000160071E-3</c:v>
                </c:pt>
                <c:pt idx="371">
                  <c:v>9.9000000000160071E-3</c:v>
                </c:pt>
                <c:pt idx="372">
                  <c:v>1.0199999999997544E-2</c:v>
                </c:pt>
                <c:pt idx="373">
                  <c:v>1.0300000000029286E-2</c:v>
                </c:pt>
                <c:pt idx="374">
                  <c:v>1.0300000000029286E-2</c:v>
                </c:pt>
                <c:pt idx="375">
                  <c:v>1.0400000000004184E-2</c:v>
                </c:pt>
                <c:pt idx="376">
                  <c:v>1.0400000000004184E-2</c:v>
                </c:pt>
                <c:pt idx="377">
                  <c:v>1.0400000000004184E-2</c:v>
                </c:pt>
                <c:pt idx="378">
                  <c:v>1.0400000000004184E-2</c:v>
                </c:pt>
                <c:pt idx="379">
                  <c:v>1.0400000000004184E-2</c:v>
                </c:pt>
                <c:pt idx="380">
                  <c:v>1.0400000000004184E-2</c:v>
                </c:pt>
                <c:pt idx="381">
                  <c:v>1.0400000000004184E-2</c:v>
                </c:pt>
                <c:pt idx="382">
                  <c:v>1.0400000000004184E-2</c:v>
                </c:pt>
                <c:pt idx="383">
                  <c:v>1.0400000000004184E-2</c:v>
                </c:pt>
                <c:pt idx="384">
                  <c:v>1.0400000000004184E-2</c:v>
                </c:pt>
                <c:pt idx="385">
                  <c:v>1.0400000000004184E-2</c:v>
                </c:pt>
                <c:pt idx="386">
                  <c:v>1.0400000000004184E-2</c:v>
                </c:pt>
                <c:pt idx="387">
                  <c:v>1.0400000000004184E-2</c:v>
                </c:pt>
                <c:pt idx="388">
                  <c:v>1.0400000000004184E-2</c:v>
                </c:pt>
                <c:pt idx="389">
                  <c:v>1.0400000000004184E-2</c:v>
                </c:pt>
                <c:pt idx="390">
                  <c:v>1.0400000000004184E-2</c:v>
                </c:pt>
                <c:pt idx="391">
                  <c:v>1.0400000000004184E-2</c:v>
                </c:pt>
                <c:pt idx="392">
                  <c:v>1.0400000000004184E-2</c:v>
                </c:pt>
                <c:pt idx="393">
                  <c:v>1.0400000000004184E-2</c:v>
                </c:pt>
                <c:pt idx="394">
                  <c:v>1.0400000000004184E-2</c:v>
                </c:pt>
                <c:pt idx="395">
                  <c:v>1.0400000000004184E-2</c:v>
                </c:pt>
                <c:pt idx="396">
                  <c:v>1.0400000000004184E-2</c:v>
                </c:pt>
                <c:pt idx="397">
                  <c:v>1.0400000000004184E-2</c:v>
                </c:pt>
                <c:pt idx="398">
                  <c:v>1.0400000000004184E-2</c:v>
                </c:pt>
                <c:pt idx="399">
                  <c:v>1.0400000000004184E-2</c:v>
                </c:pt>
                <c:pt idx="400">
                  <c:v>1.0400000000004184E-2</c:v>
                </c:pt>
                <c:pt idx="401">
                  <c:v>1.0400000000004184E-2</c:v>
                </c:pt>
                <c:pt idx="402">
                  <c:v>1.0400000000004184E-2</c:v>
                </c:pt>
                <c:pt idx="403">
                  <c:v>1.0400000000004184E-2</c:v>
                </c:pt>
                <c:pt idx="404">
                  <c:v>1.0400000000004184E-2</c:v>
                </c:pt>
                <c:pt idx="405">
                  <c:v>1.0400000000004184E-2</c:v>
                </c:pt>
                <c:pt idx="406">
                  <c:v>1.0400000000004184E-2</c:v>
                </c:pt>
                <c:pt idx="407">
                  <c:v>1.0400000000004184E-2</c:v>
                </c:pt>
                <c:pt idx="408">
                  <c:v>1.0400000000004184E-2</c:v>
                </c:pt>
                <c:pt idx="409">
                  <c:v>1.0400000000004184E-2</c:v>
                </c:pt>
                <c:pt idx="410">
                  <c:v>1.0400000000004184E-2</c:v>
                </c:pt>
                <c:pt idx="411">
                  <c:v>1.0400000000004184E-2</c:v>
                </c:pt>
                <c:pt idx="412">
                  <c:v>1.0400000000004184E-2</c:v>
                </c:pt>
                <c:pt idx="413">
                  <c:v>1.0400000000004184E-2</c:v>
                </c:pt>
                <c:pt idx="414">
                  <c:v>1.0400000000004184E-2</c:v>
                </c:pt>
                <c:pt idx="415">
                  <c:v>1.0400000000004184E-2</c:v>
                </c:pt>
                <c:pt idx="416">
                  <c:v>1.0400000000004184E-2</c:v>
                </c:pt>
                <c:pt idx="417">
                  <c:v>1.0400000000004184E-2</c:v>
                </c:pt>
                <c:pt idx="418">
                  <c:v>1.0400000000004184E-2</c:v>
                </c:pt>
                <c:pt idx="419">
                  <c:v>1.0400000000004184E-2</c:v>
                </c:pt>
                <c:pt idx="420">
                  <c:v>1.0400000000004184E-2</c:v>
                </c:pt>
                <c:pt idx="421">
                  <c:v>1.0400000000004184E-2</c:v>
                </c:pt>
                <c:pt idx="422">
                  <c:v>1.0500000000035925E-2</c:v>
                </c:pt>
                <c:pt idx="423">
                  <c:v>1.089999999999236E-2</c:v>
                </c:pt>
                <c:pt idx="424">
                  <c:v>1.1000000000024102E-2</c:v>
                </c:pt>
                <c:pt idx="425">
                  <c:v>1.1099999999999E-2</c:v>
                </c:pt>
                <c:pt idx="426">
                  <c:v>1.1200000000030741E-2</c:v>
                </c:pt>
                <c:pt idx="427">
                  <c:v>1.1300000000005639E-2</c:v>
                </c:pt>
                <c:pt idx="428">
                  <c:v>1.1300000000005639E-2</c:v>
                </c:pt>
                <c:pt idx="429">
                  <c:v>1.1300000000005639E-2</c:v>
                </c:pt>
                <c:pt idx="430">
                  <c:v>1.140000000003738E-2</c:v>
                </c:pt>
                <c:pt idx="431">
                  <c:v>1.140000000003738E-2</c:v>
                </c:pt>
                <c:pt idx="432">
                  <c:v>1.140000000003738E-2</c:v>
                </c:pt>
                <c:pt idx="433">
                  <c:v>1.140000000003738E-2</c:v>
                </c:pt>
                <c:pt idx="434">
                  <c:v>1.140000000003738E-2</c:v>
                </c:pt>
                <c:pt idx="435">
                  <c:v>1.1500000000012278E-2</c:v>
                </c:pt>
                <c:pt idx="436">
                  <c:v>1.1500000000012278E-2</c:v>
                </c:pt>
                <c:pt idx="437">
                  <c:v>1.1500000000012278E-2</c:v>
                </c:pt>
                <c:pt idx="438">
                  <c:v>1.1500000000012278E-2</c:v>
                </c:pt>
                <c:pt idx="439">
                  <c:v>1.1500000000012278E-2</c:v>
                </c:pt>
                <c:pt idx="440">
                  <c:v>1.1500000000012278E-2</c:v>
                </c:pt>
                <c:pt idx="441">
                  <c:v>1.1500000000012278E-2</c:v>
                </c:pt>
                <c:pt idx="442">
                  <c:v>1.1500000000012278E-2</c:v>
                </c:pt>
                <c:pt idx="443">
                  <c:v>1.1500000000012278E-2</c:v>
                </c:pt>
                <c:pt idx="444">
                  <c:v>1.1500000000012278E-2</c:v>
                </c:pt>
                <c:pt idx="445">
                  <c:v>1.1500000000012278E-2</c:v>
                </c:pt>
                <c:pt idx="446">
                  <c:v>1.1500000000012278E-2</c:v>
                </c:pt>
                <c:pt idx="447">
                  <c:v>1.1500000000012278E-2</c:v>
                </c:pt>
                <c:pt idx="448">
                  <c:v>1.1500000000012278E-2</c:v>
                </c:pt>
                <c:pt idx="449">
                  <c:v>1.1500000000012278E-2</c:v>
                </c:pt>
                <c:pt idx="450">
                  <c:v>1.1500000000012278E-2</c:v>
                </c:pt>
                <c:pt idx="451">
                  <c:v>1.1500000000012278E-2</c:v>
                </c:pt>
                <c:pt idx="452">
                  <c:v>1.1500000000012278E-2</c:v>
                </c:pt>
                <c:pt idx="453">
                  <c:v>1.1500000000012278E-2</c:v>
                </c:pt>
                <c:pt idx="454">
                  <c:v>1.1500000000012278E-2</c:v>
                </c:pt>
                <c:pt idx="455">
                  <c:v>1.1500000000012278E-2</c:v>
                </c:pt>
                <c:pt idx="456">
                  <c:v>1.1500000000012278E-2</c:v>
                </c:pt>
                <c:pt idx="457">
                  <c:v>1.1500000000012278E-2</c:v>
                </c:pt>
                <c:pt idx="458">
                  <c:v>1.1500000000012278E-2</c:v>
                </c:pt>
                <c:pt idx="459">
                  <c:v>1.1500000000012278E-2</c:v>
                </c:pt>
                <c:pt idx="460">
                  <c:v>1.1500000000012278E-2</c:v>
                </c:pt>
                <c:pt idx="461">
                  <c:v>1.1500000000012278E-2</c:v>
                </c:pt>
                <c:pt idx="462">
                  <c:v>1.1500000000012278E-2</c:v>
                </c:pt>
                <c:pt idx="463">
                  <c:v>1.1500000000012278E-2</c:v>
                </c:pt>
                <c:pt idx="464">
                  <c:v>1.1500000000012278E-2</c:v>
                </c:pt>
                <c:pt idx="465">
                  <c:v>1.1500000000012278E-2</c:v>
                </c:pt>
                <c:pt idx="466">
                  <c:v>1.1500000000012278E-2</c:v>
                </c:pt>
                <c:pt idx="467">
                  <c:v>1.1500000000012278E-2</c:v>
                </c:pt>
                <c:pt idx="468">
                  <c:v>1.1500000000012278E-2</c:v>
                </c:pt>
                <c:pt idx="469">
                  <c:v>1.1500000000012278E-2</c:v>
                </c:pt>
                <c:pt idx="470">
                  <c:v>1.1500000000012278E-2</c:v>
                </c:pt>
                <c:pt idx="471">
                  <c:v>1.1500000000012278E-2</c:v>
                </c:pt>
                <c:pt idx="472">
                  <c:v>1.1500000000012278E-2</c:v>
                </c:pt>
                <c:pt idx="473">
                  <c:v>1.1599999999987176E-2</c:v>
                </c:pt>
                <c:pt idx="474">
                  <c:v>1.1700000000018917E-2</c:v>
                </c:pt>
                <c:pt idx="475">
                  <c:v>1.1799999999993815E-2</c:v>
                </c:pt>
                <c:pt idx="476">
                  <c:v>1.1799999999993815E-2</c:v>
                </c:pt>
                <c:pt idx="477">
                  <c:v>1.1799999999993815E-2</c:v>
                </c:pt>
                <c:pt idx="478">
                  <c:v>1.1700000000018917E-2</c:v>
                </c:pt>
                <c:pt idx="479">
                  <c:v>1.1700000000018917E-2</c:v>
                </c:pt>
                <c:pt idx="480">
                  <c:v>1.1700000000018917E-2</c:v>
                </c:pt>
                <c:pt idx="481">
                  <c:v>1.1700000000018917E-2</c:v>
                </c:pt>
                <c:pt idx="482">
                  <c:v>1.1700000000018917E-2</c:v>
                </c:pt>
                <c:pt idx="483">
                  <c:v>1.1700000000018917E-2</c:v>
                </c:pt>
                <c:pt idx="484">
                  <c:v>1.1700000000018917E-2</c:v>
                </c:pt>
                <c:pt idx="485">
                  <c:v>1.1700000000018917E-2</c:v>
                </c:pt>
                <c:pt idx="486">
                  <c:v>1.1700000000018917E-2</c:v>
                </c:pt>
                <c:pt idx="487">
                  <c:v>1.1700000000018917E-2</c:v>
                </c:pt>
                <c:pt idx="488">
                  <c:v>1.1700000000018917E-2</c:v>
                </c:pt>
                <c:pt idx="489">
                  <c:v>1.1700000000018917E-2</c:v>
                </c:pt>
                <c:pt idx="490">
                  <c:v>1.1700000000018917E-2</c:v>
                </c:pt>
                <c:pt idx="491">
                  <c:v>1.1700000000018917E-2</c:v>
                </c:pt>
                <c:pt idx="492">
                  <c:v>1.1700000000018917E-2</c:v>
                </c:pt>
                <c:pt idx="493">
                  <c:v>1.1700000000018917E-2</c:v>
                </c:pt>
                <c:pt idx="494">
                  <c:v>1.1700000000018917E-2</c:v>
                </c:pt>
                <c:pt idx="495">
                  <c:v>1.1700000000018917E-2</c:v>
                </c:pt>
                <c:pt idx="496">
                  <c:v>1.1700000000018917E-2</c:v>
                </c:pt>
                <c:pt idx="497">
                  <c:v>1.1700000000018917E-2</c:v>
                </c:pt>
                <c:pt idx="498">
                  <c:v>1.1599999999987176E-2</c:v>
                </c:pt>
                <c:pt idx="499">
                  <c:v>1.1099999999999E-2</c:v>
                </c:pt>
                <c:pt idx="500">
                  <c:v>1.0600000000010823E-2</c:v>
                </c:pt>
                <c:pt idx="501">
                  <c:v>1.0400000000004184E-2</c:v>
                </c:pt>
                <c:pt idx="502">
                  <c:v>1.0199999999997544E-2</c:v>
                </c:pt>
                <c:pt idx="503">
                  <c:v>1.0199999999997544E-2</c:v>
                </c:pt>
                <c:pt idx="504">
                  <c:v>1.0100000000022646E-2</c:v>
                </c:pt>
                <c:pt idx="505">
                  <c:v>1.0100000000022646E-2</c:v>
                </c:pt>
                <c:pt idx="506">
                  <c:v>1.0100000000022646E-2</c:v>
                </c:pt>
                <c:pt idx="507">
                  <c:v>1.0100000000022646E-2</c:v>
                </c:pt>
                <c:pt idx="508">
                  <c:v>1.0100000000022646E-2</c:v>
                </c:pt>
                <c:pt idx="509">
                  <c:v>9.9999999999909051E-3</c:v>
                </c:pt>
                <c:pt idx="510">
                  <c:v>9.9999999999909051E-3</c:v>
                </c:pt>
                <c:pt idx="511">
                  <c:v>9.9999999999909051E-3</c:v>
                </c:pt>
                <c:pt idx="512">
                  <c:v>9.9999999999909051E-3</c:v>
                </c:pt>
                <c:pt idx="513">
                  <c:v>9.9999999999909051E-3</c:v>
                </c:pt>
                <c:pt idx="514">
                  <c:v>9.9999999999909051E-3</c:v>
                </c:pt>
                <c:pt idx="515">
                  <c:v>9.9999999999909051E-3</c:v>
                </c:pt>
                <c:pt idx="516">
                  <c:v>9.9999999999909051E-3</c:v>
                </c:pt>
                <c:pt idx="517">
                  <c:v>9.9999999999909051E-3</c:v>
                </c:pt>
                <c:pt idx="518">
                  <c:v>9.9999999999909051E-3</c:v>
                </c:pt>
                <c:pt idx="519">
                  <c:v>9.9000000000160071E-3</c:v>
                </c:pt>
                <c:pt idx="520">
                  <c:v>9.9000000000160071E-3</c:v>
                </c:pt>
                <c:pt idx="521">
                  <c:v>9.9000000000160071E-3</c:v>
                </c:pt>
                <c:pt idx="522">
                  <c:v>9.9000000000160071E-3</c:v>
                </c:pt>
                <c:pt idx="523">
                  <c:v>9.9000000000160071E-3</c:v>
                </c:pt>
                <c:pt idx="524">
                  <c:v>9.9000000000160071E-3</c:v>
                </c:pt>
                <c:pt idx="525">
                  <c:v>9.9000000000160071E-3</c:v>
                </c:pt>
                <c:pt idx="526">
                  <c:v>9.9000000000160071E-3</c:v>
                </c:pt>
                <c:pt idx="527">
                  <c:v>9.9000000000160071E-3</c:v>
                </c:pt>
                <c:pt idx="528">
                  <c:v>9.9000000000160071E-3</c:v>
                </c:pt>
                <c:pt idx="529">
                  <c:v>9.9999999999909051E-3</c:v>
                </c:pt>
                <c:pt idx="530">
                  <c:v>1.0199999999997544E-2</c:v>
                </c:pt>
                <c:pt idx="531">
                  <c:v>1.0300000000029286E-2</c:v>
                </c:pt>
                <c:pt idx="532">
                  <c:v>1.0300000000029286E-2</c:v>
                </c:pt>
              </c:numCache>
            </c:numRef>
          </c:yVal>
          <c:smooth val="1"/>
          <c:extLst>
            <c:ext xmlns:c16="http://schemas.microsoft.com/office/drawing/2014/chart" uri="{C3380CC4-5D6E-409C-BE32-E72D297353CC}">
              <c16:uniqueId val="{00000019-1510-4437-9CAD-7ED8315A59D8}"/>
            </c:ext>
          </c:extLst>
        </c:ser>
        <c:ser>
          <c:idx val="26"/>
          <c:order val="26"/>
          <c:tx>
            <c:strRef>
              <c:f>SM50000_TEMPSoc5l2_50000!$PO$1</c:f>
              <c:strCache>
                <c:ptCount val="1"/>
                <c:pt idx="0">
                  <c:v>TELE_SM_INTERIOR.286</c:v>
                </c:pt>
              </c:strCache>
            </c:strRef>
          </c:tx>
          <c:spPr>
            <a:ln w="19050" cap="rnd">
              <a:solidFill>
                <a:schemeClr val="accent3">
                  <a:lumMod val="60000"/>
                  <a:lumOff val="40000"/>
                </a:schemeClr>
              </a:solidFill>
              <a:round/>
            </a:ln>
            <a:effectLst/>
          </c:spPr>
          <c:marker>
            <c:symbol val="circle"/>
            <c:size val="5"/>
            <c:spPr>
              <a:solidFill>
                <a:schemeClr val="accent3">
                  <a:lumMod val="60000"/>
                  <a:lumOff val="40000"/>
                </a:schemeClr>
              </a:solidFill>
              <a:ln w="9525">
                <a:solidFill>
                  <a:schemeClr val="accent3">
                    <a:lumMod val="60000"/>
                    <a:lumOff val="4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SM50000_TEMPSoc5l2_50000!$PO$2:$PO$536</c:f>
              <c:numCache>
                <c:formatCode>General</c:formatCode>
                <c:ptCount val="533"/>
                <c:pt idx="0">
                  <c:v>0</c:v>
                </c:pt>
                <c:pt idx="1">
                  <c:v>5.4000000000087311E-3</c:v>
                </c:pt>
                <c:pt idx="2">
                  <c:v>6.700000000023465E-3</c:v>
                </c:pt>
                <c:pt idx="3">
                  <c:v>7.3000000000433829E-3</c:v>
                </c:pt>
                <c:pt idx="4">
                  <c:v>7.6999999999998181E-3</c:v>
                </c:pt>
                <c:pt idx="5">
                  <c:v>8.1000000000130967E-3</c:v>
                </c:pt>
                <c:pt idx="6">
                  <c:v>8.300000000019736E-3</c:v>
                </c:pt>
                <c:pt idx="7">
                  <c:v>8.5000000000263753E-3</c:v>
                </c:pt>
                <c:pt idx="8">
                  <c:v>8.7000000000330147E-3</c:v>
                </c:pt>
                <c:pt idx="9">
                  <c:v>8.8000000000079126E-3</c:v>
                </c:pt>
                <c:pt idx="10">
                  <c:v>9.0000000000145519E-3</c:v>
                </c:pt>
                <c:pt idx="11">
                  <c:v>9.2000000000211912E-3</c:v>
                </c:pt>
                <c:pt idx="12">
                  <c:v>9.2999999999960892E-3</c:v>
                </c:pt>
                <c:pt idx="13">
                  <c:v>9.4000000000278305E-3</c:v>
                </c:pt>
                <c:pt idx="14">
                  <c:v>9.6000000000344698E-3</c:v>
                </c:pt>
                <c:pt idx="15">
                  <c:v>9.7000000000093678E-3</c:v>
                </c:pt>
                <c:pt idx="16">
                  <c:v>9.8000000000411092E-3</c:v>
                </c:pt>
                <c:pt idx="17">
                  <c:v>9.9000000000160071E-3</c:v>
                </c:pt>
                <c:pt idx="18">
                  <c:v>1.0000000000047748E-2</c:v>
                </c:pt>
                <c:pt idx="19">
                  <c:v>1.0100000000022646E-2</c:v>
                </c:pt>
                <c:pt idx="20">
                  <c:v>1.0199999999997544E-2</c:v>
                </c:pt>
                <c:pt idx="21">
                  <c:v>1.0300000000029286E-2</c:v>
                </c:pt>
                <c:pt idx="22">
                  <c:v>1.0400000000004184E-2</c:v>
                </c:pt>
                <c:pt idx="23">
                  <c:v>1.0500000000035925E-2</c:v>
                </c:pt>
                <c:pt idx="24">
                  <c:v>1.0600000000010823E-2</c:v>
                </c:pt>
                <c:pt idx="25">
                  <c:v>1.0600000000010823E-2</c:v>
                </c:pt>
                <c:pt idx="26">
                  <c:v>1.0500000000035925E-2</c:v>
                </c:pt>
                <c:pt idx="27">
                  <c:v>1.0100000000022646E-2</c:v>
                </c:pt>
                <c:pt idx="28">
                  <c:v>9.8000000000411092E-3</c:v>
                </c:pt>
                <c:pt idx="29">
                  <c:v>9.6000000000344698E-3</c:v>
                </c:pt>
                <c:pt idx="30">
                  <c:v>9.6000000000344698E-3</c:v>
                </c:pt>
                <c:pt idx="31">
                  <c:v>9.5000000000027285E-3</c:v>
                </c:pt>
                <c:pt idx="32">
                  <c:v>9.5000000000027285E-3</c:v>
                </c:pt>
                <c:pt idx="33">
                  <c:v>9.5000000000027285E-3</c:v>
                </c:pt>
                <c:pt idx="34">
                  <c:v>9.5000000000027285E-3</c:v>
                </c:pt>
                <c:pt idx="35">
                  <c:v>9.5000000000027285E-3</c:v>
                </c:pt>
                <c:pt idx="36">
                  <c:v>9.5000000000027285E-3</c:v>
                </c:pt>
                <c:pt idx="37">
                  <c:v>9.5000000000027285E-3</c:v>
                </c:pt>
                <c:pt idx="38">
                  <c:v>9.5000000000027285E-3</c:v>
                </c:pt>
                <c:pt idx="39">
                  <c:v>9.5000000000027285E-3</c:v>
                </c:pt>
                <c:pt idx="40">
                  <c:v>9.6000000000344698E-3</c:v>
                </c:pt>
                <c:pt idx="41">
                  <c:v>9.6000000000344698E-3</c:v>
                </c:pt>
                <c:pt idx="42">
                  <c:v>9.6000000000344698E-3</c:v>
                </c:pt>
                <c:pt idx="43">
                  <c:v>9.6000000000344698E-3</c:v>
                </c:pt>
                <c:pt idx="44">
                  <c:v>9.6000000000344698E-3</c:v>
                </c:pt>
                <c:pt idx="45">
                  <c:v>9.6000000000344698E-3</c:v>
                </c:pt>
                <c:pt idx="46">
                  <c:v>9.6000000000344698E-3</c:v>
                </c:pt>
                <c:pt idx="47">
                  <c:v>9.6000000000344698E-3</c:v>
                </c:pt>
                <c:pt idx="48">
                  <c:v>9.6000000000344698E-3</c:v>
                </c:pt>
                <c:pt idx="49">
                  <c:v>9.6000000000344698E-3</c:v>
                </c:pt>
                <c:pt idx="50">
                  <c:v>9.6000000000344698E-3</c:v>
                </c:pt>
                <c:pt idx="51">
                  <c:v>9.7000000000093678E-3</c:v>
                </c:pt>
                <c:pt idx="52">
                  <c:v>9.7000000000093678E-3</c:v>
                </c:pt>
                <c:pt idx="53">
                  <c:v>9.7000000000093678E-3</c:v>
                </c:pt>
                <c:pt idx="54">
                  <c:v>9.7000000000093678E-3</c:v>
                </c:pt>
                <c:pt idx="55">
                  <c:v>9.7000000000093678E-3</c:v>
                </c:pt>
                <c:pt idx="56">
                  <c:v>9.7000000000093678E-3</c:v>
                </c:pt>
                <c:pt idx="57">
                  <c:v>9.8000000000411092E-3</c:v>
                </c:pt>
                <c:pt idx="58">
                  <c:v>1.0000000000047748E-2</c:v>
                </c:pt>
                <c:pt idx="59">
                  <c:v>1.0100000000022646E-2</c:v>
                </c:pt>
                <c:pt idx="60">
                  <c:v>1.0100000000022646E-2</c:v>
                </c:pt>
                <c:pt idx="61">
                  <c:v>1.0100000000022646E-2</c:v>
                </c:pt>
                <c:pt idx="62">
                  <c:v>1.0199999999997544E-2</c:v>
                </c:pt>
                <c:pt idx="63">
                  <c:v>1.0199999999997544E-2</c:v>
                </c:pt>
                <c:pt idx="64">
                  <c:v>1.0199999999997544E-2</c:v>
                </c:pt>
                <c:pt idx="65">
                  <c:v>1.0199999999997544E-2</c:v>
                </c:pt>
                <c:pt idx="66">
                  <c:v>1.0199999999997544E-2</c:v>
                </c:pt>
                <c:pt idx="67">
                  <c:v>1.0199999999997544E-2</c:v>
                </c:pt>
                <c:pt idx="68">
                  <c:v>1.0199999999997544E-2</c:v>
                </c:pt>
                <c:pt idx="69">
                  <c:v>1.0199999999997544E-2</c:v>
                </c:pt>
                <c:pt idx="70">
                  <c:v>1.0199999999997544E-2</c:v>
                </c:pt>
                <c:pt idx="71">
                  <c:v>1.0199999999997544E-2</c:v>
                </c:pt>
                <c:pt idx="72">
                  <c:v>1.0300000000029286E-2</c:v>
                </c:pt>
                <c:pt idx="73">
                  <c:v>1.0300000000029286E-2</c:v>
                </c:pt>
                <c:pt idx="74">
                  <c:v>1.0300000000029286E-2</c:v>
                </c:pt>
                <c:pt idx="75">
                  <c:v>1.0300000000029286E-2</c:v>
                </c:pt>
                <c:pt idx="76">
                  <c:v>1.0300000000029286E-2</c:v>
                </c:pt>
                <c:pt idx="77">
                  <c:v>1.0300000000029286E-2</c:v>
                </c:pt>
                <c:pt idx="78">
                  <c:v>1.0300000000029286E-2</c:v>
                </c:pt>
                <c:pt idx="79">
                  <c:v>1.0300000000029286E-2</c:v>
                </c:pt>
                <c:pt idx="80">
                  <c:v>1.0300000000029286E-2</c:v>
                </c:pt>
                <c:pt idx="81">
                  <c:v>1.0300000000029286E-2</c:v>
                </c:pt>
                <c:pt idx="82">
                  <c:v>1.0300000000029286E-2</c:v>
                </c:pt>
                <c:pt idx="83">
                  <c:v>1.0300000000029286E-2</c:v>
                </c:pt>
                <c:pt idx="84">
                  <c:v>1.0300000000029286E-2</c:v>
                </c:pt>
                <c:pt idx="85">
                  <c:v>1.0300000000029286E-2</c:v>
                </c:pt>
                <c:pt idx="86">
                  <c:v>1.0300000000029286E-2</c:v>
                </c:pt>
                <c:pt idx="87">
                  <c:v>1.0300000000029286E-2</c:v>
                </c:pt>
                <c:pt idx="88">
                  <c:v>1.0300000000029286E-2</c:v>
                </c:pt>
                <c:pt idx="89">
                  <c:v>1.0300000000029286E-2</c:v>
                </c:pt>
                <c:pt idx="90">
                  <c:v>1.0300000000029286E-2</c:v>
                </c:pt>
                <c:pt idx="91">
                  <c:v>1.0300000000029286E-2</c:v>
                </c:pt>
                <c:pt idx="92">
                  <c:v>1.0300000000029286E-2</c:v>
                </c:pt>
                <c:pt idx="93">
                  <c:v>1.0300000000029286E-2</c:v>
                </c:pt>
                <c:pt idx="94">
                  <c:v>1.0300000000029286E-2</c:v>
                </c:pt>
                <c:pt idx="95">
                  <c:v>1.0300000000029286E-2</c:v>
                </c:pt>
                <c:pt idx="96">
                  <c:v>1.0300000000029286E-2</c:v>
                </c:pt>
                <c:pt idx="97">
                  <c:v>1.0300000000029286E-2</c:v>
                </c:pt>
                <c:pt idx="98">
                  <c:v>1.0300000000029286E-2</c:v>
                </c:pt>
                <c:pt idx="99">
                  <c:v>1.0300000000029286E-2</c:v>
                </c:pt>
                <c:pt idx="100">
                  <c:v>1.0300000000029286E-2</c:v>
                </c:pt>
                <c:pt idx="101">
                  <c:v>1.0300000000029286E-2</c:v>
                </c:pt>
                <c:pt idx="102">
                  <c:v>1.0300000000029286E-2</c:v>
                </c:pt>
                <c:pt idx="103">
                  <c:v>1.0300000000029286E-2</c:v>
                </c:pt>
                <c:pt idx="104">
                  <c:v>1.0300000000029286E-2</c:v>
                </c:pt>
                <c:pt idx="105">
                  <c:v>1.0300000000029286E-2</c:v>
                </c:pt>
                <c:pt idx="106">
                  <c:v>1.0300000000029286E-2</c:v>
                </c:pt>
                <c:pt idx="107">
                  <c:v>1.0400000000004184E-2</c:v>
                </c:pt>
                <c:pt idx="108">
                  <c:v>1.0600000000010823E-2</c:v>
                </c:pt>
                <c:pt idx="109">
                  <c:v>1.0800000000017462E-2</c:v>
                </c:pt>
                <c:pt idx="110">
                  <c:v>1.1000000000024102E-2</c:v>
                </c:pt>
                <c:pt idx="111">
                  <c:v>1.1099999999999E-2</c:v>
                </c:pt>
                <c:pt idx="112">
                  <c:v>1.1099999999999E-2</c:v>
                </c:pt>
                <c:pt idx="113">
                  <c:v>1.1200000000030741E-2</c:v>
                </c:pt>
                <c:pt idx="114">
                  <c:v>1.1200000000030741E-2</c:v>
                </c:pt>
                <c:pt idx="115">
                  <c:v>1.1300000000005639E-2</c:v>
                </c:pt>
                <c:pt idx="116">
                  <c:v>1.1300000000005639E-2</c:v>
                </c:pt>
                <c:pt idx="117">
                  <c:v>1.1300000000005639E-2</c:v>
                </c:pt>
                <c:pt idx="118">
                  <c:v>1.1300000000005639E-2</c:v>
                </c:pt>
                <c:pt idx="119">
                  <c:v>1.1300000000005639E-2</c:v>
                </c:pt>
                <c:pt idx="120">
                  <c:v>1.140000000003738E-2</c:v>
                </c:pt>
                <c:pt idx="121">
                  <c:v>1.140000000003738E-2</c:v>
                </c:pt>
                <c:pt idx="122">
                  <c:v>1.140000000003738E-2</c:v>
                </c:pt>
                <c:pt idx="123">
                  <c:v>1.140000000003738E-2</c:v>
                </c:pt>
                <c:pt idx="124">
                  <c:v>1.140000000003738E-2</c:v>
                </c:pt>
                <c:pt idx="125">
                  <c:v>1.140000000003738E-2</c:v>
                </c:pt>
                <c:pt idx="126">
                  <c:v>1.140000000003738E-2</c:v>
                </c:pt>
                <c:pt idx="127">
                  <c:v>1.140000000003738E-2</c:v>
                </c:pt>
                <c:pt idx="128">
                  <c:v>1.140000000003738E-2</c:v>
                </c:pt>
                <c:pt idx="129">
                  <c:v>1.140000000003738E-2</c:v>
                </c:pt>
                <c:pt idx="130">
                  <c:v>1.140000000003738E-2</c:v>
                </c:pt>
                <c:pt idx="131">
                  <c:v>1.140000000003738E-2</c:v>
                </c:pt>
                <c:pt idx="132">
                  <c:v>1.140000000003738E-2</c:v>
                </c:pt>
                <c:pt idx="133">
                  <c:v>1.140000000003738E-2</c:v>
                </c:pt>
                <c:pt idx="134">
                  <c:v>1.140000000003738E-2</c:v>
                </c:pt>
                <c:pt idx="135">
                  <c:v>1.140000000003738E-2</c:v>
                </c:pt>
                <c:pt idx="136">
                  <c:v>1.140000000003738E-2</c:v>
                </c:pt>
                <c:pt idx="137">
                  <c:v>1.140000000003738E-2</c:v>
                </c:pt>
                <c:pt idx="138">
                  <c:v>1.140000000003738E-2</c:v>
                </c:pt>
                <c:pt idx="139">
                  <c:v>1.140000000003738E-2</c:v>
                </c:pt>
                <c:pt idx="140">
                  <c:v>1.140000000003738E-2</c:v>
                </c:pt>
                <c:pt idx="141">
                  <c:v>1.140000000003738E-2</c:v>
                </c:pt>
                <c:pt idx="142">
                  <c:v>1.140000000003738E-2</c:v>
                </c:pt>
                <c:pt idx="143">
                  <c:v>1.140000000003738E-2</c:v>
                </c:pt>
                <c:pt idx="144">
                  <c:v>1.140000000003738E-2</c:v>
                </c:pt>
                <c:pt idx="145">
                  <c:v>1.140000000003738E-2</c:v>
                </c:pt>
                <c:pt idx="146">
                  <c:v>1.140000000003738E-2</c:v>
                </c:pt>
                <c:pt idx="147">
                  <c:v>1.1500000000012278E-2</c:v>
                </c:pt>
                <c:pt idx="148">
                  <c:v>1.1500000000012278E-2</c:v>
                </c:pt>
                <c:pt idx="149">
                  <c:v>1.1500000000012278E-2</c:v>
                </c:pt>
                <c:pt idx="150">
                  <c:v>1.1500000000012278E-2</c:v>
                </c:pt>
                <c:pt idx="151">
                  <c:v>1.1500000000012278E-2</c:v>
                </c:pt>
                <c:pt idx="152">
                  <c:v>1.1500000000012278E-2</c:v>
                </c:pt>
                <c:pt idx="153">
                  <c:v>1.1500000000012278E-2</c:v>
                </c:pt>
                <c:pt idx="154">
                  <c:v>1.1500000000012278E-2</c:v>
                </c:pt>
                <c:pt idx="155">
                  <c:v>1.1500000000012278E-2</c:v>
                </c:pt>
                <c:pt idx="156">
                  <c:v>1.1500000000012278E-2</c:v>
                </c:pt>
                <c:pt idx="157">
                  <c:v>1.1500000000012278E-2</c:v>
                </c:pt>
                <c:pt idx="158">
                  <c:v>1.160000000004402E-2</c:v>
                </c:pt>
                <c:pt idx="159">
                  <c:v>1.160000000004402E-2</c:v>
                </c:pt>
                <c:pt idx="160">
                  <c:v>1.1700000000018917E-2</c:v>
                </c:pt>
                <c:pt idx="161">
                  <c:v>1.1700000000018917E-2</c:v>
                </c:pt>
                <c:pt idx="162">
                  <c:v>1.1700000000018917E-2</c:v>
                </c:pt>
                <c:pt idx="163">
                  <c:v>1.1700000000018917E-2</c:v>
                </c:pt>
                <c:pt idx="164">
                  <c:v>1.1700000000018917E-2</c:v>
                </c:pt>
                <c:pt idx="165">
                  <c:v>1.160000000004402E-2</c:v>
                </c:pt>
                <c:pt idx="166">
                  <c:v>1.160000000004402E-2</c:v>
                </c:pt>
                <c:pt idx="167">
                  <c:v>1.160000000004402E-2</c:v>
                </c:pt>
                <c:pt idx="168">
                  <c:v>1.160000000004402E-2</c:v>
                </c:pt>
                <c:pt idx="169">
                  <c:v>1.160000000004402E-2</c:v>
                </c:pt>
                <c:pt idx="170">
                  <c:v>1.160000000004402E-2</c:v>
                </c:pt>
                <c:pt idx="171">
                  <c:v>1.160000000004402E-2</c:v>
                </c:pt>
                <c:pt idx="172">
                  <c:v>1.160000000004402E-2</c:v>
                </c:pt>
                <c:pt idx="173">
                  <c:v>1.160000000004402E-2</c:v>
                </c:pt>
                <c:pt idx="174">
                  <c:v>1.160000000004402E-2</c:v>
                </c:pt>
                <c:pt idx="175">
                  <c:v>1.160000000004402E-2</c:v>
                </c:pt>
                <c:pt idx="176">
                  <c:v>1.160000000004402E-2</c:v>
                </c:pt>
                <c:pt idx="177">
                  <c:v>1.160000000004402E-2</c:v>
                </c:pt>
                <c:pt idx="178">
                  <c:v>1.160000000004402E-2</c:v>
                </c:pt>
                <c:pt idx="179">
                  <c:v>1.160000000004402E-2</c:v>
                </c:pt>
                <c:pt idx="180">
                  <c:v>1.160000000004402E-2</c:v>
                </c:pt>
                <c:pt idx="181">
                  <c:v>1.160000000004402E-2</c:v>
                </c:pt>
                <c:pt idx="182">
                  <c:v>1.160000000004402E-2</c:v>
                </c:pt>
                <c:pt idx="183">
                  <c:v>1.140000000003738E-2</c:v>
                </c:pt>
                <c:pt idx="184">
                  <c:v>1.089999999999236E-2</c:v>
                </c:pt>
                <c:pt idx="185">
                  <c:v>1.0600000000010823E-2</c:v>
                </c:pt>
                <c:pt idx="186">
                  <c:v>1.0400000000004184E-2</c:v>
                </c:pt>
                <c:pt idx="187">
                  <c:v>1.0300000000029286E-2</c:v>
                </c:pt>
                <c:pt idx="188">
                  <c:v>1.0199999999997544E-2</c:v>
                </c:pt>
                <c:pt idx="189">
                  <c:v>1.0199999999997544E-2</c:v>
                </c:pt>
                <c:pt idx="190">
                  <c:v>1.0100000000022646E-2</c:v>
                </c:pt>
                <c:pt idx="191">
                  <c:v>1.0100000000022646E-2</c:v>
                </c:pt>
                <c:pt idx="192">
                  <c:v>1.0000000000047748E-2</c:v>
                </c:pt>
                <c:pt idx="193">
                  <c:v>1.0000000000047748E-2</c:v>
                </c:pt>
                <c:pt idx="194">
                  <c:v>1.0000000000047748E-2</c:v>
                </c:pt>
                <c:pt idx="195">
                  <c:v>1.0000000000047748E-2</c:v>
                </c:pt>
                <c:pt idx="196">
                  <c:v>1.0000000000047748E-2</c:v>
                </c:pt>
                <c:pt idx="197">
                  <c:v>9.9000000000160071E-3</c:v>
                </c:pt>
                <c:pt idx="198">
                  <c:v>9.9000000000160071E-3</c:v>
                </c:pt>
                <c:pt idx="199">
                  <c:v>9.9000000000160071E-3</c:v>
                </c:pt>
                <c:pt idx="200">
                  <c:v>9.9000000000160071E-3</c:v>
                </c:pt>
                <c:pt idx="201">
                  <c:v>9.9000000000160071E-3</c:v>
                </c:pt>
                <c:pt idx="202">
                  <c:v>9.9000000000160071E-3</c:v>
                </c:pt>
                <c:pt idx="203">
                  <c:v>9.9000000000160071E-3</c:v>
                </c:pt>
                <c:pt idx="204">
                  <c:v>9.9000000000160071E-3</c:v>
                </c:pt>
                <c:pt idx="205">
                  <c:v>9.9000000000160071E-3</c:v>
                </c:pt>
                <c:pt idx="206">
                  <c:v>9.9000000000160071E-3</c:v>
                </c:pt>
                <c:pt idx="207">
                  <c:v>9.9000000000160071E-3</c:v>
                </c:pt>
                <c:pt idx="208">
                  <c:v>9.8000000000411092E-3</c:v>
                </c:pt>
                <c:pt idx="209">
                  <c:v>9.8000000000411092E-3</c:v>
                </c:pt>
                <c:pt idx="210">
                  <c:v>9.8000000000411092E-3</c:v>
                </c:pt>
                <c:pt idx="211">
                  <c:v>9.8000000000411092E-3</c:v>
                </c:pt>
                <c:pt idx="212">
                  <c:v>9.8000000000411092E-3</c:v>
                </c:pt>
                <c:pt idx="213">
                  <c:v>9.8000000000411092E-3</c:v>
                </c:pt>
                <c:pt idx="214">
                  <c:v>1.0000000000047748E-2</c:v>
                </c:pt>
                <c:pt idx="215">
                  <c:v>1.0100000000022646E-2</c:v>
                </c:pt>
                <c:pt idx="216">
                  <c:v>1.0199999999997544E-2</c:v>
                </c:pt>
                <c:pt idx="217">
                  <c:v>1.0199999999997544E-2</c:v>
                </c:pt>
                <c:pt idx="218">
                  <c:v>1.0199999999997544E-2</c:v>
                </c:pt>
                <c:pt idx="219">
                  <c:v>1.0300000000029286E-2</c:v>
                </c:pt>
                <c:pt idx="220">
                  <c:v>1.0300000000029286E-2</c:v>
                </c:pt>
                <c:pt idx="221">
                  <c:v>1.0300000000029286E-2</c:v>
                </c:pt>
                <c:pt idx="222">
                  <c:v>1.0300000000029286E-2</c:v>
                </c:pt>
                <c:pt idx="223">
                  <c:v>1.0300000000029286E-2</c:v>
                </c:pt>
                <c:pt idx="224">
                  <c:v>1.0300000000029286E-2</c:v>
                </c:pt>
                <c:pt idx="225">
                  <c:v>1.0300000000029286E-2</c:v>
                </c:pt>
                <c:pt idx="226">
                  <c:v>1.0300000000029286E-2</c:v>
                </c:pt>
                <c:pt idx="227">
                  <c:v>1.0300000000029286E-2</c:v>
                </c:pt>
                <c:pt idx="228">
                  <c:v>1.0300000000029286E-2</c:v>
                </c:pt>
                <c:pt idx="229">
                  <c:v>1.0300000000029286E-2</c:v>
                </c:pt>
                <c:pt idx="230">
                  <c:v>1.0300000000029286E-2</c:v>
                </c:pt>
                <c:pt idx="231">
                  <c:v>1.0300000000029286E-2</c:v>
                </c:pt>
                <c:pt idx="232">
                  <c:v>1.0300000000029286E-2</c:v>
                </c:pt>
                <c:pt idx="233">
                  <c:v>1.0300000000029286E-2</c:v>
                </c:pt>
                <c:pt idx="234">
                  <c:v>1.0300000000029286E-2</c:v>
                </c:pt>
                <c:pt idx="235">
                  <c:v>1.0300000000029286E-2</c:v>
                </c:pt>
                <c:pt idx="236">
                  <c:v>1.0300000000029286E-2</c:v>
                </c:pt>
                <c:pt idx="237">
                  <c:v>1.0300000000029286E-2</c:v>
                </c:pt>
                <c:pt idx="238">
                  <c:v>1.0300000000029286E-2</c:v>
                </c:pt>
                <c:pt idx="239">
                  <c:v>1.0300000000029286E-2</c:v>
                </c:pt>
                <c:pt idx="240">
                  <c:v>1.0300000000029286E-2</c:v>
                </c:pt>
                <c:pt idx="241">
                  <c:v>1.0300000000029286E-2</c:v>
                </c:pt>
                <c:pt idx="242">
                  <c:v>1.0300000000029286E-2</c:v>
                </c:pt>
                <c:pt idx="243">
                  <c:v>1.0300000000029286E-2</c:v>
                </c:pt>
                <c:pt idx="244">
                  <c:v>1.0300000000029286E-2</c:v>
                </c:pt>
                <c:pt idx="245">
                  <c:v>1.0300000000029286E-2</c:v>
                </c:pt>
                <c:pt idx="246">
                  <c:v>1.0300000000029286E-2</c:v>
                </c:pt>
                <c:pt idx="247">
                  <c:v>1.0300000000029286E-2</c:v>
                </c:pt>
                <c:pt idx="248">
                  <c:v>1.0300000000029286E-2</c:v>
                </c:pt>
                <c:pt idx="249">
                  <c:v>1.0300000000029286E-2</c:v>
                </c:pt>
                <c:pt idx="250">
                  <c:v>1.0300000000029286E-2</c:v>
                </c:pt>
                <c:pt idx="251">
                  <c:v>1.0300000000029286E-2</c:v>
                </c:pt>
                <c:pt idx="252">
                  <c:v>1.0300000000029286E-2</c:v>
                </c:pt>
                <c:pt idx="253">
                  <c:v>1.0300000000029286E-2</c:v>
                </c:pt>
                <c:pt idx="254">
                  <c:v>1.0300000000029286E-2</c:v>
                </c:pt>
                <c:pt idx="255">
                  <c:v>1.0300000000029286E-2</c:v>
                </c:pt>
                <c:pt idx="256">
                  <c:v>1.0300000000029286E-2</c:v>
                </c:pt>
                <c:pt idx="257">
                  <c:v>1.0300000000029286E-2</c:v>
                </c:pt>
                <c:pt idx="258">
                  <c:v>1.0300000000029286E-2</c:v>
                </c:pt>
                <c:pt idx="259">
                  <c:v>1.0300000000029286E-2</c:v>
                </c:pt>
                <c:pt idx="260">
                  <c:v>1.0300000000029286E-2</c:v>
                </c:pt>
                <c:pt idx="261">
                  <c:v>1.0300000000029286E-2</c:v>
                </c:pt>
                <c:pt idx="262">
                  <c:v>1.0300000000029286E-2</c:v>
                </c:pt>
                <c:pt idx="263">
                  <c:v>1.0300000000029286E-2</c:v>
                </c:pt>
                <c:pt idx="264">
                  <c:v>1.0400000000004184E-2</c:v>
                </c:pt>
                <c:pt idx="265">
                  <c:v>1.0700000000042564E-2</c:v>
                </c:pt>
                <c:pt idx="266">
                  <c:v>1.089999999999236E-2</c:v>
                </c:pt>
                <c:pt idx="267">
                  <c:v>1.1000000000024102E-2</c:v>
                </c:pt>
                <c:pt idx="268">
                  <c:v>1.1099999999999E-2</c:v>
                </c:pt>
                <c:pt idx="269">
                  <c:v>1.1099999999999E-2</c:v>
                </c:pt>
                <c:pt idx="270">
                  <c:v>1.1200000000030741E-2</c:v>
                </c:pt>
                <c:pt idx="271">
                  <c:v>1.1200000000030741E-2</c:v>
                </c:pt>
                <c:pt idx="272">
                  <c:v>1.1300000000005639E-2</c:v>
                </c:pt>
                <c:pt idx="273">
                  <c:v>1.1300000000005639E-2</c:v>
                </c:pt>
                <c:pt idx="274">
                  <c:v>1.1300000000005639E-2</c:v>
                </c:pt>
                <c:pt idx="275">
                  <c:v>1.1300000000005639E-2</c:v>
                </c:pt>
                <c:pt idx="276">
                  <c:v>1.140000000003738E-2</c:v>
                </c:pt>
                <c:pt idx="277">
                  <c:v>1.140000000003738E-2</c:v>
                </c:pt>
                <c:pt idx="278">
                  <c:v>1.140000000003738E-2</c:v>
                </c:pt>
                <c:pt idx="279">
                  <c:v>1.140000000003738E-2</c:v>
                </c:pt>
                <c:pt idx="280">
                  <c:v>1.140000000003738E-2</c:v>
                </c:pt>
                <c:pt idx="281">
                  <c:v>1.140000000003738E-2</c:v>
                </c:pt>
                <c:pt idx="282">
                  <c:v>1.140000000003738E-2</c:v>
                </c:pt>
                <c:pt idx="283">
                  <c:v>1.140000000003738E-2</c:v>
                </c:pt>
                <c:pt idx="284">
                  <c:v>1.140000000003738E-2</c:v>
                </c:pt>
                <c:pt idx="285">
                  <c:v>1.140000000003738E-2</c:v>
                </c:pt>
                <c:pt idx="286">
                  <c:v>1.140000000003738E-2</c:v>
                </c:pt>
                <c:pt idx="287">
                  <c:v>1.140000000003738E-2</c:v>
                </c:pt>
                <c:pt idx="288">
                  <c:v>1.140000000003738E-2</c:v>
                </c:pt>
                <c:pt idx="289">
                  <c:v>1.140000000003738E-2</c:v>
                </c:pt>
                <c:pt idx="290">
                  <c:v>1.140000000003738E-2</c:v>
                </c:pt>
                <c:pt idx="291">
                  <c:v>1.140000000003738E-2</c:v>
                </c:pt>
                <c:pt idx="292">
                  <c:v>1.140000000003738E-2</c:v>
                </c:pt>
                <c:pt idx="293">
                  <c:v>1.140000000003738E-2</c:v>
                </c:pt>
                <c:pt idx="294">
                  <c:v>1.140000000003738E-2</c:v>
                </c:pt>
                <c:pt idx="295">
                  <c:v>1.140000000003738E-2</c:v>
                </c:pt>
                <c:pt idx="296">
                  <c:v>1.140000000003738E-2</c:v>
                </c:pt>
                <c:pt idx="297">
                  <c:v>1.140000000003738E-2</c:v>
                </c:pt>
                <c:pt idx="298">
                  <c:v>1.140000000003738E-2</c:v>
                </c:pt>
                <c:pt idx="299">
                  <c:v>1.140000000003738E-2</c:v>
                </c:pt>
                <c:pt idx="300">
                  <c:v>1.140000000003738E-2</c:v>
                </c:pt>
                <c:pt idx="301">
                  <c:v>1.1500000000012278E-2</c:v>
                </c:pt>
                <c:pt idx="302">
                  <c:v>1.1500000000012278E-2</c:v>
                </c:pt>
                <c:pt idx="303">
                  <c:v>1.1500000000012278E-2</c:v>
                </c:pt>
                <c:pt idx="304">
                  <c:v>1.1500000000012278E-2</c:v>
                </c:pt>
                <c:pt idx="305">
                  <c:v>1.1500000000012278E-2</c:v>
                </c:pt>
                <c:pt idx="306">
                  <c:v>1.1500000000012278E-2</c:v>
                </c:pt>
                <c:pt idx="307">
                  <c:v>1.1500000000012278E-2</c:v>
                </c:pt>
                <c:pt idx="308">
                  <c:v>1.1500000000012278E-2</c:v>
                </c:pt>
                <c:pt idx="309">
                  <c:v>1.1500000000012278E-2</c:v>
                </c:pt>
                <c:pt idx="310">
                  <c:v>1.1500000000012278E-2</c:v>
                </c:pt>
                <c:pt idx="311">
                  <c:v>1.1500000000012278E-2</c:v>
                </c:pt>
                <c:pt idx="312">
                  <c:v>1.1500000000012278E-2</c:v>
                </c:pt>
                <c:pt idx="313">
                  <c:v>1.1500000000012278E-2</c:v>
                </c:pt>
                <c:pt idx="314">
                  <c:v>1.1500000000012278E-2</c:v>
                </c:pt>
                <c:pt idx="315">
                  <c:v>1.160000000004402E-2</c:v>
                </c:pt>
                <c:pt idx="316">
                  <c:v>1.160000000004402E-2</c:v>
                </c:pt>
                <c:pt idx="317">
                  <c:v>1.1700000000018917E-2</c:v>
                </c:pt>
                <c:pt idx="318">
                  <c:v>1.1700000000018917E-2</c:v>
                </c:pt>
                <c:pt idx="319">
                  <c:v>1.1700000000018917E-2</c:v>
                </c:pt>
                <c:pt idx="320">
                  <c:v>1.1700000000018917E-2</c:v>
                </c:pt>
                <c:pt idx="321">
                  <c:v>1.1700000000018917E-2</c:v>
                </c:pt>
                <c:pt idx="322">
                  <c:v>1.1700000000018917E-2</c:v>
                </c:pt>
                <c:pt idx="323">
                  <c:v>1.160000000004402E-2</c:v>
                </c:pt>
                <c:pt idx="324">
                  <c:v>1.160000000004402E-2</c:v>
                </c:pt>
                <c:pt idx="325">
                  <c:v>1.160000000004402E-2</c:v>
                </c:pt>
                <c:pt idx="326">
                  <c:v>1.160000000004402E-2</c:v>
                </c:pt>
                <c:pt idx="327">
                  <c:v>1.160000000004402E-2</c:v>
                </c:pt>
                <c:pt idx="328">
                  <c:v>1.160000000004402E-2</c:v>
                </c:pt>
                <c:pt idx="329">
                  <c:v>1.160000000004402E-2</c:v>
                </c:pt>
                <c:pt idx="330">
                  <c:v>1.160000000004402E-2</c:v>
                </c:pt>
                <c:pt idx="331">
                  <c:v>1.160000000004402E-2</c:v>
                </c:pt>
                <c:pt idx="332">
                  <c:v>1.160000000004402E-2</c:v>
                </c:pt>
                <c:pt idx="333">
                  <c:v>1.160000000004402E-2</c:v>
                </c:pt>
                <c:pt idx="334">
                  <c:v>1.160000000004402E-2</c:v>
                </c:pt>
                <c:pt idx="335">
                  <c:v>1.160000000004402E-2</c:v>
                </c:pt>
                <c:pt idx="336">
                  <c:v>1.160000000004402E-2</c:v>
                </c:pt>
                <c:pt idx="337">
                  <c:v>1.160000000004402E-2</c:v>
                </c:pt>
                <c:pt idx="338">
                  <c:v>1.160000000004402E-2</c:v>
                </c:pt>
                <c:pt idx="339">
                  <c:v>1.160000000004402E-2</c:v>
                </c:pt>
                <c:pt idx="340">
                  <c:v>1.1300000000005639E-2</c:v>
                </c:pt>
                <c:pt idx="341">
                  <c:v>1.0800000000017462E-2</c:v>
                </c:pt>
                <c:pt idx="342">
                  <c:v>1.0600000000010823E-2</c:v>
                </c:pt>
                <c:pt idx="343">
                  <c:v>1.0400000000004184E-2</c:v>
                </c:pt>
                <c:pt idx="344">
                  <c:v>1.0300000000029286E-2</c:v>
                </c:pt>
                <c:pt idx="345">
                  <c:v>1.0199999999997544E-2</c:v>
                </c:pt>
                <c:pt idx="346">
                  <c:v>1.0100000000022646E-2</c:v>
                </c:pt>
                <c:pt idx="347">
                  <c:v>1.0100000000022646E-2</c:v>
                </c:pt>
                <c:pt idx="348">
                  <c:v>1.0100000000022646E-2</c:v>
                </c:pt>
                <c:pt idx="349">
                  <c:v>1.0000000000047748E-2</c:v>
                </c:pt>
                <c:pt idx="350">
                  <c:v>1.0000000000047748E-2</c:v>
                </c:pt>
                <c:pt idx="351">
                  <c:v>1.0000000000047748E-2</c:v>
                </c:pt>
                <c:pt idx="352">
                  <c:v>1.0000000000047748E-2</c:v>
                </c:pt>
                <c:pt idx="353">
                  <c:v>1.0000000000047748E-2</c:v>
                </c:pt>
                <c:pt idx="354">
                  <c:v>9.9000000000160071E-3</c:v>
                </c:pt>
                <c:pt idx="355">
                  <c:v>9.9000000000160071E-3</c:v>
                </c:pt>
                <c:pt idx="356">
                  <c:v>9.9000000000160071E-3</c:v>
                </c:pt>
                <c:pt idx="357">
                  <c:v>9.9000000000160071E-3</c:v>
                </c:pt>
                <c:pt idx="358">
                  <c:v>9.9000000000160071E-3</c:v>
                </c:pt>
                <c:pt idx="359">
                  <c:v>9.9000000000160071E-3</c:v>
                </c:pt>
                <c:pt idx="360">
                  <c:v>9.9000000000160071E-3</c:v>
                </c:pt>
                <c:pt idx="361">
                  <c:v>9.9000000000160071E-3</c:v>
                </c:pt>
                <c:pt idx="362">
                  <c:v>9.9000000000160071E-3</c:v>
                </c:pt>
                <c:pt idx="363">
                  <c:v>9.9000000000160071E-3</c:v>
                </c:pt>
                <c:pt idx="364">
                  <c:v>9.9000000000160071E-3</c:v>
                </c:pt>
                <c:pt idx="365">
                  <c:v>9.9000000000160071E-3</c:v>
                </c:pt>
                <c:pt idx="366">
                  <c:v>9.8000000000411092E-3</c:v>
                </c:pt>
                <c:pt idx="367">
                  <c:v>9.8000000000411092E-3</c:v>
                </c:pt>
                <c:pt idx="368">
                  <c:v>9.8000000000411092E-3</c:v>
                </c:pt>
                <c:pt idx="369">
                  <c:v>9.8000000000411092E-3</c:v>
                </c:pt>
                <c:pt idx="370">
                  <c:v>9.8000000000411092E-3</c:v>
                </c:pt>
                <c:pt idx="371">
                  <c:v>9.8000000000411092E-3</c:v>
                </c:pt>
                <c:pt idx="372">
                  <c:v>1.0000000000047748E-2</c:v>
                </c:pt>
                <c:pt idx="373">
                  <c:v>1.0100000000022646E-2</c:v>
                </c:pt>
                <c:pt idx="374">
                  <c:v>1.0199999999997544E-2</c:v>
                </c:pt>
                <c:pt idx="375">
                  <c:v>1.0199999999997544E-2</c:v>
                </c:pt>
                <c:pt idx="376">
                  <c:v>1.0199999999997544E-2</c:v>
                </c:pt>
                <c:pt idx="377">
                  <c:v>1.0300000000029286E-2</c:v>
                </c:pt>
                <c:pt idx="378">
                  <c:v>1.0300000000029286E-2</c:v>
                </c:pt>
                <c:pt idx="379">
                  <c:v>1.0300000000029286E-2</c:v>
                </c:pt>
                <c:pt idx="380">
                  <c:v>1.0300000000029286E-2</c:v>
                </c:pt>
                <c:pt idx="381">
                  <c:v>1.0300000000029286E-2</c:v>
                </c:pt>
                <c:pt idx="382">
                  <c:v>1.0300000000029286E-2</c:v>
                </c:pt>
                <c:pt idx="383">
                  <c:v>1.0300000000029286E-2</c:v>
                </c:pt>
                <c:pt idx="384">
                  <c:v>1.0300000000029286E-2</c:v>
                </c:pt>
                <c:pt idx="385">
                  <c:v>1.0300000000029286E-2</c:v>
                </c:pt>
                <c:pt idx="386">
                  <c:v>1.0300000000029286E-2</c:v>
                </c:pt>
                <c:pt idx="387">
                  <c:v>1.0300000000029286E-2</c:v>
                </c:pt>
                <c:pt idx="388">
                  <c:v>1.0300000000029286E-2</c:v>
                </c:pt>
                <c:pt idx="389">
                  <c:v>1.0300000000029286E-2</c:v>
                </c:pt>
                <c:pt idx="390">
                  <c:v>1.0300000000029286E-2</c:v>
                </c:pt>
                <c:pt idx="391">
                  <c:v>1.0300000000029286E-2</c:v>
                </c:pt>
                <c:pt idx="392">
                  <c:v>1.0300000000029286E-2</c:v>
                </c:pt>
                <c:pt idx="393">
                  <c:v>1.0300000000029286E-2</c:v>
                </c:pt>
                <c:pt idx="394">
                  <c:v>1.0300000000029286E-2</c:v>
                </c:pt>
                <c:pt idx="395">
                  <c:v>1.0300000000029286E-2</c:v>
                </c:pt>
                <c:pt idx="396">
                  <c:v>1.0300000000029286E-2</c:v>
                </c:pt>
                <c:pt idx="397">
                  <c:v>1.0300000000029286E-2</c:v>
                </c:pt>
                <c:pt idx="398">
                  <c:v>1.0300000000029286E-2</c:v>
                </c:pt>
                <c:pt idx="399">
                  <c:v>1.0300000000029286E-2</c:v>
                </c:pt>
                <c:pt idx="400">
                  <c:v>1.0300000000029286E-2</c:v>
                </c:pt>
                <c:pt idx="401">
                  <c:v>1.0300000000029286E-2</c:v>
                </c:pt>
                <c:pt idx="402">
                  <c:v>1.0300000000029286E-2</c:v>
                </c:pt>
                <c:pt idx="403">
                  <c:v>1.0300000000029286E-2</c:v>
                </c:pt>
                <c:pt idx="404">
                  <c:v>1.0300000000029286E-2</c:v>
                </c:pt>
                <c:pt idx="405">
                  <c:v>1.0300000000029286E-2</c:v>
                </c:pt>
                <c:pt idx="406">
                  <c:v>1.0300000000029286E-2</c:v>
                </c:pt>
                <c:pt idx="407">
                  <c:v>1.0300000000029286E-2</c:v>
                </c:pt>
                <c:pt idx="408">
                  <c:v>1.0300000000029286E-2</c:v>
                </c:pt>
                <c:pt idx="409">
                  <c:v>1.0300000000029286E-2</c:v>
                </c:pt>
                <c:pt idx="410">
                  <c:v>1.0300000000029286E-2</c:v>
                </c:pt>
                <c:pt idx="411">
                  <c:v>1.0300000000029286E-2</c:v>
                </c:pt>
                <c:pt idx="412">
                  <c:v>1.0300000000029286E-2</c:v>
                </c:pt>
                <c:pt idx="413">
                  <c:v>1.0300000000029286E-2</c:v>
                </c:pt>
                <c:pt idx="414">
                  <c:v>1.0300000000029286E-2</c:v>
                </c:pt>
                <c:pt idx="415">
                  <c:v>1.0300000000029286E-2</c:v>
                </c:pt>
                <c:pt idx="416">
                  <c:v>1.0300000000029286E-2</c:v>
                </c:pt>
                <c:pt idx="417">
                  <c:v>1.0300000000029286E-2</c:v>
                </c:pt>
                <c:pt idx="418">
                  <c:v>1.0300000000029286E-2</c:v>
                </c:pt>
                <c:pt idx="419">
                  <c:v>1.0300000000029286E-2</c:v>
                </c:pt>
                <c:pt idx="420">
                  <c:v>1.0300000000029286E-2</c:v>
                </c:pt>
                <c:pt idx="421">
                  <c:v>1.0300000000029286E-2</c:v>
                </c:pt>
                <c:pt idx="422">
                  <c:v>1.0400000000004184E-2</c:v>
                </c:pt>
                <c:pt idx="423">
                  <c:v>1.0700000000042564E-2</c:v>
                </c:pt>
                <c:pt idx="424">
                  <c:v>1.089999999999236E-2</c:v>
                </c:pt>
                <c:pt idx="425">
                  <c:v>1.1000000000024102E-2</c:v>
                </c:pt>
                <c:pt idx="426">
                  <c:v>1.1099999999999E-2</c:v>
                </c:pt>
                <c:pt idx="427">
                  <c:v>1.1099999999999E-2</c:v>
                </c:pt>
                <c:pt idx="428">
                  <c:v>1.1200000000030741E-2</c:v>
                </c:pt>
                <c:pt idx="429">
                  <c:v>1.1200000000030741E-2</c:v>
                </c:pt>
                <c:pt idx="430">
                  <c:v>1.1300000000005639E-2</c:v>
                </c:pt>
                <c:pt idx="431">
                  <c:v>1.1300000000005639E-2</c:v>
                </c:pt>
                <c:pt idx="432">
                  <c:v>1.1300000000005639E-2</c:v>
                </c:pt>
                <c:pt idx="433">
                  <c:v>1.1300000000005639E-2</c:v>
                </c:pt>
                <c:pt idx="434">
                  <c:v>1.140000000003738E-2</c:v>
                </c:pt>
                <c:pt idx="435">
                  <c:v>1.140000000003738E-2</c:v>
                </c:pt>
                <c:pt idx="436">
                  <c:v>1.140000000003738E-2</c:v>
                </c:pt>
                <c:pt idx="437">
                  <c:v>1.140000000003738E-2</c:v>
                </c:pt>
                <c:pt idx="438">
                  <c:v>1.140000000003738E-2</c:v>
                </c:pt>
                <c:pt idx="439">
                  <c:v>1.140000000003738E-2</c:v>
                </c:pt>
                <c:pt idx="440">
                  <c:v>1.140000000003738E-2</c:v>
                </c:pt>
                <c:pt idx="441">
                  <c:v>1.140000000003738E-2</c:v>
                </c:pt>
                <c:pt idx="442">
                  <c:v>1.140000000003738E-2</c:v>
                </c:pt>
                <c:pt idx="443">
                  <c:v>1.140000000003738E-2</c:v>
                </c:pt>
                <c:pt idx="444">
                  <c:v>1.140000000003738E-2</c:v>
                </c:pt>
                <c:pt idx="445">
                  <c:v>1.140000000003738E-2</c:v>
                </c:pt>
                <c:pt idx="446">
                  <c:v>1.140000000003738E-2</c:v>
                </c:pt>
                <c:pt idx="447">
                  <c:v>1.140000000003738E-2</c:v>
                </c:pt>
                <c:pt idx="448">
                  <c:v>1.140000000003738E-2</c:v>
                </c:pt>
                <c:pt idx="449">
                  <c:v>1.140000000003738E-2</c:v>
                </c:pt>
                <c:pt idx="450">
                  <c:v>1.140000000003738E-2</c:v>
                </c:pt>
                <c:pt idx="451">
                  <c:v>1.140000000003738E-2</c:v>
                </c:pt>
                <c:pt idx="452">
                  <c:v>1.140000000003738E-2</c:v>
                </c:pt>
                <c:pt idx="453">
                  <c:v>1.140000000003738E-2</c:v>
                </c:pt>
                <c:pt idx="454">
                  <c:v>1.140000000003738E-2</c:v>
                </c:pt>
                <c:pt idx="455">
                  <c:v>1.140000000003738E-2</c:v>
                </c:pt>
                <c:pt idx="456">
                  <c:v>1.140000000003738E-2</c:v>
                </c:pt>
                <c:pt idx="457">
                  <c:v>1.140000000003738E-2</c:v>
                </c:pt>
                <c:pt idx="458">
                  <c:v>1.140000000003738E-2</c:v>
                </c:pt>
                <c:pt idx="459">
                  <c:v>1.140000000003738E-2</c:v>
                </c:pt>
                <c:pt idx="460">
                  <c:v>1.1500000000012278E-2</c:v>
                </c:pt>
                <c:pt idx="461">
                  <c:v>1.1500000000012278E-2</c:v>
                </c:pt>
                <c:pt idx="462">
                  <c:v>1.1500000000012278E-2</c:v>
                </c:pt>
                <c:pt idx="463">
                  <c:v>1.1500000000012278E-2</c:v>
                </c:pt>
                <c:pt idx="464">
                  <c:v>1.1500000000012278E-2</c:v>
                </c:pt>
                <c:pt idx="465">
                  <c:v>1.1500000000012278E-2</c:v>
                </c:pt>
                <c:pt idx="466">
                  <c:v>1.1500000000012278E-2</c:v>
                </c:pt>
                <c:pt idx="467">
                  <c:v>1.1500000000012278E-2</c:v>
                </c:pt>
                <c:pt idx="468">
                  <c:v>1.1500000000012278E-2</c:v>
                </c:pt>
                <c:pt idx="469">
                  <c:v>1.1500000000012278E-2</c:v>
                </c:pt>
                <c:pt idx="470">
                  <c:v>1.1500000000012278E-2</c:v>
                </c:pt>
                <c:pt idx="471">
                  <c:v>1.1500000000012278E-2</c:v>
                </c:pt>
                <c:pt idx="472">
                  <c:v>1.1500000000012278E-2</c:v>
                </c:pt>
                <c:pt idx="473">
                  <c:v>1.1500000000012278E-2</c:v>
                </c:pt>
                <c:pt idx="474">
                  <c:v>1.160000000004402E-2</c:v>
                </c:pt>
                <c:pt idx="475">
                  <c:v>1.160000000004402E-2</c:v>
                </c:pt>
                <c:pt idx="476">
                  <c:v>1.1700000000018917E-2</c:v>
                </c:pt>
                <c:pt idx="477">
                  <c:v>1.1700000000018917E-2</c:v>
                </c:pt>
                <c:pt idx="478">
                  <c:v>1.1700000000018917E-2</c:v>
                </c:pt>
                <c:pt idx="479">
                  <c:v>1.1700000000018917E-2</c:v>
                </c:pt>
                <c:pt idx="480">
                  <c:v>1.1700000000018917E-2</c:v>
                </c:pt>
                <c:pt idx="481">
                  <c:v>1.1700000000018917E-2</c:v>
                </c:pt>
                <c:pt idx="482">
                  <c:v>1.160000000004402E-2</c:v>
                </c:pt>
                <c:pt idx="483">
                  <c:v>1.160000000004402E-2</c:v>
                </c:pt>
                <c:pt idx="484">
                  <c:v>1.160000000004402E-2</c:v>
                </c:pt>
                <c:pt idx="485">
                  <c:v>1.160000000004402E-2</c:v>
                </c:pt>
                <c:pt idx="486">
                  <c:v>1.160000000004402E-2</c:v>
                </c:pt>
                <c:pt idx="487">
                  <c:v>1.160000000004402E-2</c:v>
                </c:pt>
                <c:pt idx="488">
                  <c:v>1.160000000004402E-2</c:v>
                </c:pt>
                <c:pt idx="489">
                  <c:v>1.160000000004402E-2</c:v>
                </c:pt>
                <c:pt idx="490">
                  <c:v>1.160000000004402E-2</c:v>
                </c:pt>
                <c:pt idx="491">
                  <c:v>1.160000000004402E-2</c:v>
                </c:pt>
                <c:pt idx="492">
                  <c:v>1.160000000004402E-2</c:v>
                </c:pt>
                <c:pt idx="493">
                  <c:v>1.160000000004402E-2</c:v>
                </c:pt>
                <c:pt idx="494">
                  <c:v>1.160000000004402E-2</c:v>
                </c:pt>
                <c:pt idx="495">
                  <c:v>1.160000000004402E-2</c:v>
                </c:pt>
                <c:pt idx="496">
                  <c:v>1.160000000004402E-2</c:v>
                </c:pt>
                <c:pt idx="497">
                  <c:v>1.160000000004402E-2</c:v>
                </c:pt>
                <c:pt idx="498">
                  <c:v>1.160000000004402E-2</c:v>
                </c:pt>
                <c:pt idx="499">
                  <c:v>1.1200000000030741E-2</c:v>
                </c:pt>
                <c:pt idx="500">
                  <c:v>1.0800000000017462E-2</c:v>
                </c:pt>
                <c:pt idx="501">
                  <c:v>1.0500000000035925E-2</c:v>
                </c:pt>
                <c:pt idx="502">
                  <c:v>1.0400000000004184E-2</c:v>
                </c:pt>
                <c:pt idx="503">
                  <c:v>1.0300000000029286E-2</c:v>
                </c:pt>
                <c:pt idx="504">
                  <c:v>1.0199999999997544E-2</c:v>
                </c:pt>
                <c:pt idx="505">
                  <c:v>1.0100000000022646E-2</c:v>
                </c:pt>
                <c:pt idx="506">
                  <c:v>1.0100000000022646E-2</c:v>
                </c:pt>
                <c:pt idx="507">
                  <c:v>1.0100000000022646E-2</c:v>
                </c:pt>
                <c:pt idx="508">
                  <c:v>1.0000000000047748E-2</c:v>
                </c:pt>
                <c:pt idx="509">
                  <c:v>1.0000000000047748E-2</c:v>
                </c:pt>
                <c:pt idx="510">
                  <c:v>1.0000000000047748E-2</c:v>
                </c:pt>
                <c:pt idx="511">
                  <c:v>1.0000000000047748E-2</c:v>
                </c:pt>
                <c:pt idx="512">
                  <c:v>1.0000000000047748E-2</c:v>
                </c:pt>
                <c:pt idx="513">
                  <c:v>9.9000000000160071E-3</c:v>
                </c:pt>
                <c:pt idx="514">
                  <c:v>9.9000000000160071E-3</c:v>
                </c:pt>
                <c:pt idx="515">
                  <c:v>9.9000000000160071E-3</c:v>
                </c:pt>
                <c:pt idx="516">
                  <c:v>9.9000000000160071E-3</c:v>
                </c:pt>
                <c:pt idx="517">
                  <c:v>9.9000000000160071E-3</c:v>
                </c:pt>
                <c:pt idx="518">
                  <c:v>9.9000000000160071E-3</c:v>
                </c:pt>
                <c:pt idx="519">
                  <c:v>9.9000000000160071E-3</c:v>
                </c:pt>
                <c:pt idx="520">
                  <c:v>9.9000000000160071E-3</c:v>
                </c:pt>
                <c:pt idx="521">
                  <c:v>9.9000000000160071E-3</c:v>
                </c:pt>
                <c:pt idx="522">
                  <c:v>9.9000000000160071E-3</c:v>
                </c:pt>
                <c:pt idx="523">
                  <c:v>9.9000000000160071E-3</c:v>
                </c:pt>
                <c:pt idx="524">
                  <c:v>9.8000000000411092E-3</c:v>
                </c:pt>
                <c:pt idx="525">
                  <c:v>9.8000000000411092E-3</c:v>
                </c:pt>
                <c:pt idx="526">
                  <c:v>9.8000000000411092E-3</c:v>
                </c:pt>
                <c:pt idx="527">
                  <c:v>9.8000000000411092E-3</c:v>
                </c:pt>
                <c:pt idx="528">
                  <c:v>9.8000000000411092E-3</c:v>
                </c:pt>
                <c:pt idx="529">
                  <c:v>9.9000000000160071E-3</c:v>
                </c:pt>
                <c:pt idx="530">
                  <c:v>1.0000000000047748E-2</c:v>
                </c:pt>
                <c:pt idx="531">
                  <c:v>1.0100000000022646E-2</c:v>
                </c:pt>
                <c:pt idx="532">
                  <c:v>1.0199999999997544E-2</c:v>
                </c:pt>
              </c:numCache>
            </c:numRef>
          </c:yVal>
          <c:smooth val="1"/>
          <c:extLst>
            <c:ext xmlns:c16="http://schemas.microsoft.com/office/drawing/2014/chart" uri="{C3380CC4-5D6E-409C-BE32-E72D297353CC}">
              <c16:uniqueId val="{0000001A-1510-4437-9CAD-7ED8315A59D8}"/>
            </c:ext>
          </c:extLst>
        </c:ser>
        <c:ser>
          <c:idx val="27"/>
          <c:order val="27"/>
          <c:tx>
            <c:strRef>
              <c:f>SM50000_TEMPSoc5l2_50000!$PP$1</c:f>
              <c:strCache>
                <c:ptCount val="1"/>
                <c:pt idx="0">
                  <c:v>TELE_SM_INTERIOR.287</c:v>
                </c:pt>
              </c:strCache>
            </c:strRef>
          </c:tx>
          <c:spPr>
            <a:ln w="19050" cap="rnd">
              <a:solidFill>
                <a:schemeClr val="accent4">
                  <a:lumMod val="60000"/>
                  <a:lumOff val="40000"/>
                </a:schemeClr>
              </a:solidFill>
              <a:round/>
            </a:ln>
            <a:effectLst/>
          </c:spPr>
          <c:marker>
            <c:symbol val="circle"/>
            <c:size val="5"/>
            <c:spPr>
              <a:solidFill>
                <a:schemeClr val="accent4">
                  <a:lumMod val="60000"/>
                  <a:lumOff val="40000"/>
                </a:schemeClr>
              </a:solidFill>
              <a:ln w="9525">
                <a:solidFill>
                  <a:schemeClr val="accent4">
                    <a:lumMod val="60000"/>
                    <a:lumOff val="4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SM50000_TEMPSoc5l2_50000!$PP$2:$PP$536</c:f>
              <c:numCache>
                <c:formatCode>General</c:formatCode>
                <c:ptCount val="533"/>
                <c:pt idx="0">
                  <c:v>0</c:v>
                </c:pt>
                <c:pt idx="1">
                  <c:v>2.4999999999977263E-3</c:v>
                </c:pt>
                <c:pt idx="2">
                  <c:v>4.0999999999939973E-3</c:v>
                </c:pt>
                <c:pt idx="3">
                  <c:v>4.9999999999954525E-3</c:v>
                </c:pt>
                <c:pt idx="4">
                  <c:v>5.6999999999902684E-3</c:v>
                </c:pt>
                <c:pt idx="5">
                  <c:v>6.199999999978445E-3</c:v>
                </c:pt>
                <c:pt idx="6">
                  <c:v>6.5999999999917236E-3</c:v>
                </c:pt>
                <c:pt idx="7">
                  <c:v>6.8999999999732609E-3</c:v>
                </c:pt>
                <c:pt idx="8">
                  <c:v>7.2000000000116415E-3</c:v>
                </c:pt>
                <c:pt idx="9">
                  <c:v>7.3999999999614374E-3</c:v>
                </c:pt>
                <c:pt idx="10">
                  <c:v>7.6999999999998181E-3</c:v>
                </c:pt>
                <c:pt idx="11">
                  <c:v>7.9000000000064574E-3</c:v>
                </c:pt>
                <c:pt idx="12">
                  <c:v>8.1000000000130967E-3</c:v>
                </c:pt>
                <c:pt idx="13">
                  <c:v>8.2999999999628926E-3</c:v>
                </c:pt>
                <c:pt idx="14">
                  <c:v>8.399999999994634E-3</c:v>
                </c:pt>
                <c:pt idx="15">
                  <c:v>8.6000000000012733E-3</c:v>
                </c:pt>
                <c:pt idx="16">
                  <c:v>8.8000000000079126E-3</c:v>
                </c:pt>
                <c:pt idx="17">
                  <c:v>8.8999999999828106E-3</c:v>
                </c:pt>
                <c:pt idx="18">
                  <c:v>9.0000000000145519E-3</c:v>
                </c:pt>
                <c:pt idx="19">
                  <c:v>9.1999999999643478E-3</c:v>
                </c:pt>
                <c:pt idx="20">
                  <c:v>9.2999999999960892E-3</c:v>
                </c:pt>
                <c:pt idx="21">
                  <c:v>9.3999999999709871E-3</c:v>
                </c:pt>
                <c:pt idx="22">
                  <c:v>9.5000000000027285E-3</c:v>
                </c:pt>
                <c:pt idx="23">
                  <c:v>9.5999999999776264E-3</c:v>
                </c:pt>
                <c:pt idx="24">
                  <c:v>9.7000000000093678E-3</c:v>
                </c:pt>
                <c:pt idx="25">
                  <c:v>9.7999999999842657E-3</c:v>
                </c:pt>
                <c:pt idx="26">
                  <c:v>9.9000000000160071E-3</c:v>
                </c:pt>
                <c:pt idx="27">
                  <c:v>9.7999999999842657E-3</c:v>
                </c:pt>
                <c:pt idx="28">
                  <c:v>9.7000000000093678E-3</c:v>
                </c:pt>
                <c:pt idx="29">
                  <c:v>9.5999999999776264E-3</c:v>
                </c:pt>
                <c:pt idx="30">
                  <c:v>9.5000000000027285E-3</c:v>
                </c:pt>
                <c:pt idx="31">
                  <c:v>9.5000000000027285E-3</c:v>
                </c:pt>
                <c:pt idx="32">
                  <c:v>9.5000000000027285E-3</c:v>
                </c:pt>
                <c:pt idx="33">
                  <c:v>9.5000000000027285E-3</c:v>
                </c:pt>
                <c:pt idx="34">
                  <c:v>9.5000000000027285E-3</c:v>
                </c:pt>
                <c:pt idx="35">
                  <c:v>9.5000000000027285E-3</c:v>
                </c:pt>
                <c:pt idx="36">
                  <c:v>9.5000000000027285E-3</c:v>
                </c:pt>
                <c:pt idx="37">
                  <c:v>9.5000000000027285E-3</c:v>
                </c:pt>
                <c:pt idx="38">
                  <c:v>9.5000000000027285E-3</c:v>
                </c:pt>
                <c:pt idx="39">
                  <c:v>9.5000000000027285E-3</c:v>
                </c:pt>
                <c:pt idx="40">
                  <c:v>9.5000000000027285E-3</c:v>
                </c:pt>
                <c:pt idx="41">
                  <c:v>9.5000000000027285E-3</c:v>
                </c:pt>
                <c:pt idx="42">
                  <c:v>9.5000000000027285E-3</c:v>
                </c:pt>
                <c:pt idx="43">
                  <c:v>9.5000000000027285E-3</c:v>
                </c:pt>
                <c:pt idx="44">
                  <c:v>9.5999999999776264E-3</c:v>
                </c:pt>
                <c:pt idx="45">
                  <c:v>9.5999999999776264E-3</c:v>
                </c:pt>
                <c:pt idx="46">
                  <c:v>9.5999999999776264E-3</c:v>
                </c:pt>
                <c:pt idx="47">
                  <c:v>9.5999999999776264E-3</c:v>
                </c:pt>
                <c:pt idx="48">
                  <c:v>9.5999999999776264E-3</c:v>
                </c:pt>
                <c:pt idx="49">
                  <c:v>9.5999999999776264E-3</c:v>
                </c:pt>
                <c:pt idx="50">
                  <c:v>9.5999999999776264E-3</c:v>
                </c:pt>
                <c:pt idx="51">
                  <c:v>9.5999999999776264E-3</c:v>
                </c:pt>
                <c:pt idx="52">
                  <c:v>9.5999999999776264E-3</c:v>
                </c:pt>
                <c:pt idx="53">
                  <c:v>9.5999999999776264E-3</c:v>
                </c:pt>
                <c:pt idx="54">
                  <c:v>9.7000000000093678E-3</c:v>
                </c:pt>
                <c:pt idx="55">
                  <c:v>9.7000000000093678E-3</c:v>
                </c:pt>
                <c:pt idx="56">
                  <c:v>9.7000000000093678E-3</c:v>
                </c:pt>
                <c:pt idx="57">
                  <c:v>9.7000000000093678E-3</c:v>
                </c:pt>
                <c:pt idx="58">
                  <c:v>9.7999999999842657E-3</c:v>
                </c:pt>
                <c:pt idx="59">
                  <c:v>9.7999999999842657E-3</c:v>
                </c:pt>
                <c:pt idx="60">
                  <c:v>9.9000000000160071E-3</c:v>
                </c:pt>
                <c:pt idx="61">
                  <c:v>9.9000000000160071E-3</c:v>
                </c:pt>
                <c:pt idx="62">
                  <c:v>9.9000000000160071E-3</c:v>
                </c:pt>
                <c:pt idx="63">
                  <c:v>9.9999999999909051E-3</c:v>
                </c:pt>
                <c:pt idx="64">
                  <c:v>9.9999999999909051E-3</c:v>
                </c:pt>
                <c:pt idx="65">
                  <c:v>9.9999999999909051E-3</c:v>
                </c:pt>
                <c:pt idx="66">
                  <c:v>9.9999999999909051E-3</c:v>
                </c:pt>
                <c:pt idx="67">
                  <c:v>9.9999999999909051E-3</c:v>
                </c:pt>
                <c:pt idx="68">
                  <c:v>9.9999999999909051E-3</c:v>
                </c:pt>
                <c:pt idx="69">
                  <c:v>9.9999999999909051E-3</c:v>
                </c:pt>
                <c:pt idx="70">
                  <c:v>1.0099999999965803E-2</c:v>
                </c:pt>
                <c:pt idx="71">
                  <c:v>1.0099999999965803E-2</c:v>
                </c:pt>
                <c:pt idx="72">
                  <c:v>1.0099999999965803E-2</c:v>
                </c:pt>
                <c:pt idx="73">
                  <c:v>1.0099999999965803E-2</c:v>
                </c:pt>
                <c:pt idx="74">
                  <c:v>1.0099999999965803E-2</c:v>
                </c:pt>
                <c:pt idx="75">
                  <c:v>1.0099999999965803E-2</c:v>
                </c:pt>
                <c:pt idx="76">
                  <c:v>1.0099999999965803E-2</c:v>
                </c:pt>
                <c:pt idx="77">
                  <c:v>1.0099999999965803E-2</c:v>
                </c:pt>
                <c:pt idx="78">
                  <c:v>1.0099999999965803E-2</c:v>
                </c:pt>
                <c:pt idx="79">
                  <c:v>1.0099999999965803E-2</c:v>
                </c:pt>
                <c:pt idx="80">
                  <c:v>1.0099999999965803E-2</c:v>
                </c:pt>
                <c:pt idx="81">
                  <c:v>1.0099999999965803E-2</c:v>
                </c:pt>
                <c:pt idx="82">
                  <c:v>1.0099999999965803E-2</c:v>
                </c:pt>
                <c:pt idx="83">
                  <c:v>1.0099999999965803E-2</c:v>
                </c:pt>
                <c:pt idx="84">
                  <c:v>1.0099999999965803E-2</c:v>
                </c:pt>
                <c:pt idx="85">
                  <c:v>1.0199999999997544E-2</c:v>
                </c:pt>
                <c:pt idx="86">
                  <c:v>1.0199999999997544E-2</c:v>
                </c:pt>
                <c:pt idx="87">
                  <c:v>1.0199999999997544E-2</c:v>
                </c:pt>
                <c:pt idx="88">
                  <c:v>1.0199999999997544E-2</c:v>
                </c:pt>
                <c:pt idx="89">
                  <c:v>1.0199999999997544E-2</c:v>
                </c:pt>
                <c:pt idx="90">
                  <c:v>1.0199999999997544E-2</c:v>
                </c:pt>
                <c:pt idx="91">
                  <c:v>1.0199999999997544E-2</c:v>
                </c:pt>
                <c:pt idx="92">
                  <c:v>1.0199999999997544E-2</c:v>
                </c:pt>
                <c:pt idx="93">
                  <c:v>1.0199999999997544E-2</c:v>
                </c:pt>
                <c:pt idx="94">
                  <c:v>1.0199999999997544E-2</c:v>
                </c:pt>
                <c:pt idx="95">
                  <c:v>1.0199999999997544E-2</c:v>
                </c:pt>
                <c:pt idx="96">
                  <c:v>1.0199999999997544E-2</c:v>
                </c:pt>
                <c:pt idx="97">
                  <c:v>1.0199999999997544E-2</c:v>
                </c:pt>
                <c:pt idx="98">
                  <c:v>1.0199999999997544E-2</c:v>
                </c:pt>
                <c:pt idx="99">
                  <c:v>1.0199999999997544E-2</c:v>
                </c:pt>
                <c:pt idx="100">
                  <c:v>1.0199999999997544E-2</c:v>
                </c:pt>
                <c:pt idx="101">
                  <c:v>1.0199999999997544E-2</c:v>
                </c:pt>
                <c:pt idx="102">
                  <c:v>1.0199999999997544E-2</c:v>
                </c:pt>
                <c:pt idx="103">
                  <c:v>1.0199999999997544E-2</c:v>
                </c:pt>
                <c:pt idx="104">
                  <c:v>1.0199999999997544E-2</c:v>
                </c:pt>
                <c:pt idx="105">
                  <c:v>1.0199999999997544E-2</c:v>
                </c:pt>
                <c:pt idx="106">
                  <c:v>1.0199999999997544E-2</c:v>
                </c:pt>
                <c:pt idx="107">
                  <c:v>1.0199999999997544E-2</c:v>
                </c:pt>
                <c:pt idx="108">
                  <c:v>1.0299999999972442E-2</c:v>
                </c:pt>
                <c:pt idx="109">
                  <c:v>1.0400000000004184E-2</c:v>
                </c:pt>
                <c:pt idx="110">
                  <c:v>1.0499999999979082E-2</c:v>
                </c:pt>
                <c:pt idx="111">
                  <c:v>1.0600000000010823E-2</c:v>
                </c:pt>
                <c:pt idx="112">
                  <c:v>1.0699999999985721E-2</c:v>
                </c:pt>
                <c:pt idx="113">
                  <c:v>1.0699999999985721E-2</c:v>
                </c:pt>
                <c:pt idx="114">
                  <c:v>1.0800000000017462E-2</c:v>
                </c:pt>
                <c:pt idx="115">
                  <c:v>1.0800000000017462E-2</c:v>
                </c:pt>
                <c:pt idx="116">
                  <c:v>1.0800000000017462E-2</c:v>
                </c:pt>
                <c:pt idx="117">
                  <c:v>1.089999999999236E-2</c:v>
                </c:pt>
                <c:pt idx="118">
                  <c:v>1.089999999999236E-2</c:v>
                </c:pt>
                <c:pt idx="119">
                  <c:v>1.089999999999236E-2</c:v>
                </c:pt>
                <c:pt idx="120">
                  <c:v>1.089999999999236E-2</c:v>
                </c:pt>
                <c:pt idx="121">
                  <c:v>1.089999999999236E-2</c:v>
                </c:pt>
                <c:pt idx="122">
                  <c:v>1.089999999999236E-2</c:v>
                </c:pt>
                <c:pt idx="123">
                  <c:v>1.0999999999967258E-2</c:v>
                </c:pt>
                <c:pt idx="124">
                  <c:v>1.0999999999967258E-2</c:v>
                </c:pt>
                <c:pt idx="125">
                  <c:v>1.0999999999967258E-2</c:v>
                </c:pt>
                <c:pt idx="126">
                  <c:v>1.0999999999967258E-2</c:v>
                </c:pt>
                <c:pt idx="127">
                  <c:v>1.0999999999967258E-2</c:v>
                </c:pt>
                <c:pt idx="128">
                  <c:v>1.0999999999967258E-2</c:v>
                </c:pt>
                <c:pt idx="129">
                  <c:v>1.0999999999967258E-2</c:v>
                </c:pt>
                <c:pt idx="130">
                  <c:v>1.0999999999967258E-2</c:v>
                </c:pt>
                <c:pt idx="131">
                  <c:v>1.0999999999967258E-2</c:v>
                </c:pt>
                <c:pt idx="132">
                  <c:v>1.0999999999967258E-2</c:v>
                </c:pt>
                <c:pt idx="133">
                  <c:v>1.0999999999967258E-2</c:v>
                </c:pt>
                <c:pt idx="134">
                  <c:v>1.0999999999967258E-2</c:v>
                </c:pt>
                <c:pt idx="135">
                  <c:v>1.0999999999967258E-2</c:v>
                </c:pt>
                <c:pt idx="136">
                  <c:v>1.0999999999967258E-2</c:v>
                </c:pt>
                <c:pt idx="137">
                  <c:v>1.0999999999967258E-2</c:v>
                </c:pt>
                <c:pt idx="138">
                  <c:v>1.0999999999967258E-2</c:v>
                </c:pt>
                <c:pt idx="139">
                  <c:v>1.0999999999967258E-2</c:v>
                </c:pt>
                <c:pt idx="140">
                  <c:v>1.0999999999967258E-2</c:v>
                </c:pt>
                <c:pt idx="141">
                  <c:v>1.0999999999967258E-2</c:v>
                </c:pt>
                <c:pt idx="142">
                  <c:v>1.0999999999967258E-2</c:v>
                </c:pt>
                <c:pt idx="143">
                  <c:v>1.0999999999967258E-2</c:v>
                </c:pt>
                <c:pt idx="144">
                  <c:v>1.0999999999967258E-2</c:v>
                </c:pt>
                <c:pt idx="145">
                  <c:v>1.0999999999967258E-2</c:v>
                </c:pt>
                <c:pt idx="146">
                  <c:v>1.0999999999967258E-2</c:v>
                </c:pt>
                <c:pt idx="147">
                  <c:v>1.0999999999967258E-2</c:v>
                </c:pt>
                <c:pt idx="148">
                  <c:v>1.0999999999967258E-2</c:v>
                </c:pt>
                <c:pt idx="149">
                  <c:v>1.0999999999967258E-2</c:v>
                </c:pt>
                <c:pt idx="150">
                  <c:v>1.0999999999967258E-2</c:v>
                </c:pt>
                <c:pt idx="151">
                  <c:v>1.0999999999967258E-2</c:v>
                </c:pt>
                <c:pt idx="152">
                  <c:v>1.0999999999967258E-2</c:v>
                </c:pt>
                <c:pt idx="153">
                  <c:v>1.0999999999967258E-2</c:v>
                </c:pt>
                <c:pt idx="154">
                  <c:v>1.0999999999967258E-2</c:v>
                </c:pt>
                <c:pt idx="155">
                  <c:v>1.0999999999967258E-2</c:v>
                </c:pt>
                <c:pt idx="156">
                  <c:v>1.0999999999967258E-2</c:v>
                </c:pt>
                <c:pt idx="157">
                  <c:v>1.0999999999967258E-2</c:v>
                </c:pt>
                <c:pt idx="158">
                  <c:v>1.1099999999999E-2</c:v>
                </c:pt>
                <c:pt idx="159">
                  <c:v>1.1099999999999E-2</c:v>
                </c:pt>
                <c:pt idx="160">
                  <c:v>1.1099999999999E-2</c:v>
                </c:pt>
                <c:pt idx="161">
                  <c:v>1.1099999999999E-2</c:v>
                </c:pt>
                <c:pt idx="162">
                  <c:v>1.1099999999999E-2</c:v>
                </c:pt>
                <c:pt idx="163">
                  <c:v>1.1099999999999E-2</c:v>
                </c:pt>
                <c:pt idx="164">
                  <c:v>1.1099999999999E-2</c:v>
                </c:pt>
                <c:pt idx="165">
                  <c:v>1.1099999999999E-2</c:v>
                </c:pt>
                <c:pt idx="166">
                  <c:v>1.1099999999999E-2</c:v>
                </c:pt>
                <c:pt idx="167">
                  <c:v>1.1099999999999E-2</c:v>
                </c:pt>
                <c:pt idx="168">
                  <c:v>1.1099999999999E-2</c:v>
                </c:pt>
                <c:pt idx="169">
                  <c:v>1.1099999999999E-2</c:v>
                </c:pt>
                <c:pt idx="170">
                  <c:v>1.1099999999999E-2</c:v>
                </c:pt>
                <c:pt idx="171">
                  <c:v>1.1099999999999E-2</c:v>
                </c:pt>
                <c:pt idx="172">
                  <c:v>1.1099999999999E-2</c:v>
                </c:pt>
                <c:pt idx="173">
                  <c:v>1.1099999999999E-2</c:v>
                </c:pt>
                <c:pt idx="174">
                  <c:v>1.1099999999999E-2</c:v>
                </c:pt>
                <c:pt idx="175">
                  <c:v>1.1099999999999E-2</c:v>
                </c:pt>
                <c:pt idx="176">
                  <c:v>1.1099999999999E-2</c:v>
                </c:pt>
                <c:pt idx="177">
                  <c:v>1.1099999999999E-2</c:v>
                </c:pt>
                <c:pt idx="178">
                  <c:v>1.1099999999999E-2</c:v>
                </c:pt>
                <c:pt idx="179">
                  <c:v>1.1099999999999E-2</c:v>
                </c:pt>
                <c:pt idx="180">
                  <c:v>1.1099999999999E-2</c:v>
                </c:pt>
                <c:pt idx="181">
                  <c:v>1.1099999999999E-2</c:v>
                </c:pt>
                <c:pt idx="182">
                  <c:v>1.1099999999999E-2</c:v>
                </c:pt>
                <c:pt idx="183">
                  <c:v>1.1099999999999E-2</c:v>
                </c:pt>
                <c:pt idx="184">
                  <c:v>1.089999999999236E-2</c:v>
                </c:pt>
                <c:pt idx="185">
                  <c:v>1.0699999999985721E-2</c:v>
                </c:pt>
                <c:pt idx="186">
                  <c:v>1.0600000000010823E-2</c:v>
                </c:pt>
                <c:pt idx="187">
                  <c:v>1.0400000000004184E-2</c:v>
                </c:pt>
                <c:pt idx="188">
                  <c:v>1.0400000000004184E-2</c:v>
                </c:pt>
                <c:pt idx="189">
                  <c:v>1.0299999999972442E-2</c:v>
                </c:pt>
                <c:pt idx="190">
                  <c:v>1.0199999999997544E-2</c:v>
                </c:pt>
                <c:pt idx="191">
                  <c:v>1.0199999999997544E-2</c:v>
                </c:pt>
                <c:pt idx="192">
                  <c:v>1.0099999999965803E-2</c:v>
                </c:pt>
                <c:pt idx="193">
                  <c:v>1.0099999999965803E-2</c:v>
                </c:pt>
                <c:pt idx="194">
                  <c:v>1.0099999999965803E-2</c:v>
                </c:pt>
                <c:pt idx="195">
                  <c:v>9.9999999999909051E-3</c:v>
                </c:pt>
                <c:pt idx="196">
                  <c:v>9.9999999999909051E-3</c:v>
                </c:pt>
                <c:pt idx="197">
                  <c:v>9.9999999999909051E-3</c:v>
                </c:pt>
                <c:pt idx="198">
                  <c:v>9.9999999999909051E-3</c:v>
                </c:pt>
                <c:pt idx="199">
                  <c:v>9.9999999999909051E-3</c:v>
                </c:pt>
                <c:pt idx="200">
                  <c:v>9.9000000000160071E-3</c:v>
                </c:pt>
                <c:pt idx="201">
                  <c:v>9.9000000000160071E-3</c:v>
                </c:pt>
                <c:pt idx="202">
                  <c:v>9.9000000000160071E-3</c:v>
                </c:pt>
                <c:pt idx="203">
                  <c:v>9.9000000000160071E-3</c:v>
                </c:pt>
                <c:pt idx="204">
                  <c:v>9.9000000000160071E-3</c:v>
                </c:pt>
                <c:pt idx="205">
                  <c:v>9.9000000000160071E-3</c:v>
                </c:pt>
                <c:pt idx="206">
                  <c:v>9.9000000000160071E-3</c:v>
                </c:pt>
                <c:pt idx="207">
                  <c:v>9.9000000000160071E-3</c:v>
                </c:pt>
                <c:pt idx="208">
                  <c:v>9.9000000000160071E-3</c:v>
                </c:pt>
                <c:pt idx="209">
                  <c:v>9.9000000000160071E-3</c:v>
                </c:pt>
                <c:pt idx="210">
                  <c:v>9.9000000000160071E-3</c:v>
                </c:pt>
                <c:pt idx="211">
                  <c:v>9.9000000000160071E-3</c:v>
                </c:pt>
                <c:pt idx="212">
                  <c:v>9.9000000000160071E-3</c:v>
                </c:pt>
                <c:pt idx="213">
                  <c:v>9.7999999999842657E-3</c:v>
                </c:pt>
                <c:pt idx="214">
                  <c:v>9.9000000000160071E-3</c:v>
                </c:pt>
                <c:pt idx="215">
                  <c:v>9.9000000000160071E-3</c:v>
                </c:pt>
                <c:pt idx="216">
                  <c:v>9.9999999999909051E-3</c:v>
                </c:pt>
                <c:pt idx="217">
                  <c:v>9.9999999999909051E-3</c:v>
                </c:pt>
                <c:pt idx="218">
                  <c:v>9.9999999999909051E-3</c:v>
                </c:pt>
                <c:pt idx="219">
                  <c:v>1.0099999999965803E-2</c:v>
                </c:pt>
                <c:pt idx="220">
                  <c:v>1.0099999999965803E-2</c:v>
                </c:pt>
                <c:pt idx="221">
                  <c:v>1.0099999999965803E-2</c:v>
                </c:pt>
                <c:pt idx="222">
                  <c:v>1.0099999999965803E-2</c:v>
                </c:pt>
                <c:pt idx="223">
                  <c:v>1.0099999999965803E-2</c:v>
                </c:pt>
                <c:pt idx="224">
                  <c:v>1.0099999999965803E-2</c:v>
                </c:pt>
                <c:pt idx="225">
                  <c:v>1.0099999999965803E-2</c:v>
                </c:pt>
                <c:pt idx="226">
                  <c:v>1.0099999999965803E-2</c:v>
                </c:pt>
                <c:pt idx="227">
                  <c:v>1.0099999999965803E-2</c:v>
                </c:pt>
                <c:pt idx="228">
                  <c:v>1.0099999999965803E-2</c:v>
                </c:pt>
                <c:pt idx="229">
                  <c:v>1.0099999999965803E-2</c:v>
                </c:pt>
                <c:pt idx="230">
                  <c:v>1.0099999999965803E-2</c:v>
                </c:pt>
                <c:pt idx="231">
                  <c:v>1.0199999999997544E-2</c:v>
                </c:pt>
                <c:pt idx="232">
                  <c:v>1.0199999999997544E-2</c:v>
                </c:pt>
                <c:pt idx="233">
                  <c:v>1.0199999999997544E-2</c:v>
                </c:pt>
                <c:pt idx="234">
                  <c:v>1.0199999999997544E-2</c:v>
                </c:pt>
                <c:pt idx="235">
                  <c:v>1.0199999999997544E-2</c:v>
                </c:pt>
                <c:pt idx="236">
                  <c:v>1.0199999999997544E-2</c:v>
                </c:pt>
                <c:pt idx="237">
                  <c:v>1.0199999999997544E-2</c:v>
                </c:pt>
                <c:pt idx="238">
                  <c:v>1.0199999999997544E-2</c:v>
                </c:pt>
                <c:pt idx="239">
                  <c:v>1.0199999999997544E-2</c:v>
                </c:pt>
                <c:pt idx="240">
                  <c:v>1.0199999999997544E-2</c:v>
                </c:pt>
                <c:pt idx="241">
                  <c:v>1.0199999999997544E-2</c:v>
                </c:pt>
                <c:pt idx="242">
                  <c:v>1.0199999999997544E-2</c:v>
                </c:pt>
                <c:pt idx="243">
                  <c:v>1.0199999999997544E-2</c:v>
                </c:pt>
                <c:pt idx="244">
                  <c:v>1.0199999999997544E-2</c:v>
                </c:pt>
                <c:pt idx="245">
                  <c:v>1.0199999999997544E-2</c:v>
                </c:pt>
                <c:pt idx="246">
                  <c:v>1.0199999999997544E-2</c:v>
                </c:pt>
                <c:pt idx="247">
                  <c:v>1.0199999999997544E-2</c:v>
                </c:pt>
                <c:pt idx="248">
                  <c:v>1.0199999999997544E-2</c:v>
                </c:pt>
                <c:pt idx="249">
                  <c:v>1.0199999999997544E-2</c:v>
                </c:pt>
                <c:pt idx="250">
                  <c:v>1.0199999999997544E-2</c:v>
                </c:pt>
                <c:pt idx="251">
                  <c:v>1.0199999999997544E-2</c:v>
                </c:pt>
                <c:pt idx="252">
                  <c:v>1.0199999999997544E-2</c:v>
                </c:pt>
                <c:pt idx="253">
                  <c:v>1.0199999999997544E-2</c:v>
                </c:pt>
                <c:pt idx="254">
                  <c:v>1.0199999999997544E-2</c:v>
                </c:pt>
                <c:pt idx="255">
                  <c:v>1.0199999999997544E-2</c:v>
                </c:pt>
                <c:pt idx="256">
                  <c:v>1.0199999999997544E-2</c:v>
                </c:pt>
                <c:pt idx="257">
                  <c:v>1.0199999999997544E-2</c:v>
                </c:pt>
                <c:pt idx="258">
                  <c:v>1.0199999999997544E-2</c:v>
                </c:pt>
                <c:pt idx="259">
                  <c:v>1.0199999999997544E-2</c:v>
                </c:pt>
                <c:pt idx="260">
                  <c:v>1.0199999999997544E-2</c:v>
                </c:pt>
                <c:pt idx="261">
                  <c:v>1.0199999999997544E-2</c:v>
                </c:pt>
                <c:pt idx="262">
                  <c:v>1.0199999999997544E-2</c:v>
                </c:pt>
                <c:pt idx="263">
                  <c:v>1.0199999999997544E-2</c:v>
                </c:pt>
                <c:pt idx="264">
                  <c:v>1.0199999999997544E-2</c:v>
                </c:pt>
                <c:pt idx="265">
                  <c:v>1.0299999999972442E-2</c:v>
                </c:pt>
                <c:pt idx="266">
                  <c:v>1.0400000000004184E-2</c:v>
                </c:pt>
                <c:pt idx="267">
                  <c:v>1.0499999999979082E-2</c:v>
                </c:pt>
                <c:pt idx="268">
                  <c:v>1.0600000000010823E-2</c:v>
                </c:pt>
                <c:pt idx="269">
                  <c:v>1.0699999999985721E-2</c:v>
                </c:pt>
                <c:pt idx="270">
                  <c:v>1.0699999999985721E-2</c:v>
                </c:pt>
                <c:pt idx="271">
                  <c:v>1.0800000000017462E-2</c:v>
                </c:pt>
                <c:pt idx="272">
                  <c:v>1.0800000000017462E-2</c:v>
                </c:pt>
                <c:pt idx="273">
                  <c:v>1.089999999999236E-2</c:v>
                </c:pt>
                <c:pt idx="274">
                  <c:v>1.089999999999236E-2</c:v>
                </c:pt>
                <c:pt idx="275">
                  <c:v>1.089999999999236E-2</c:v>
                </c:pt>
                <c:pt idx="276">
                  <c:v>1.089999999999236E-2</c:v>
                </c:pt>
                <c:pt idx="277">
                  <c:v>1.089999999999236E-2</c:v>
                </c:pt>
                <c:pt idx="278">
                  <c:v>1.089999999999236E-2</c:v>
                </c:pt>
                <c:pt idx="279">
                  <c:v>1.0999999999967258E-2</c:v>
                </c:pt>
                <c:pt idx="280">
                  <c:v>1.0999999999967258E-2</c:v>
                </c:pt>
                <c:pt idx="281">
                  <c:v>1.0999999999967258E-2</c:v>
                </c:pt>
                <c:pt idx="282">
                  <c:v>1.0999999999967258E-2</c:v>
                </c:pt>
                <c:pt idx="283">
                  <c:v>1.0999999999967258E-2</c:v>
                </c:pt>
                <c:pt idx="284">
                  <c:v>1.0999999999967258E-2</c:v>
                </c:pt>
                <c:pt idx="285">
                  <c:v>1.0999999999967258E-2</c:v>
                </c:pt>
                <c:pt idx="286">
                  <c:v>1.0999999999967258E-2</c:v>
                </c:pt>
                <c:pt idx="287">
                  <c:v>1.0999999999967258E-2</c:v>
                </c:pt>
                <c:pt idx="288">
                  <c:v>1.0999999999967258E-2</c:v>
                </c:pt>
                <c:pt idx="289">
                  <c:v>1.0999999999967258E-2</c:v>
                </c:pt>
                <c:pt idx="290">
                  <c:v>1.0999999999967258E-2</c:v>
                </c:pt>
                <c:pt idx="291">
                  <c:v>1.0999999999967258E-2</c:v>
                </c:pt>
                <c:pt idx="292">
                  <c:v>1.0999999999967258E-2</c:v>
                </c:pt>
                <c:pt idx="293">
                  <c:v>1.0999999999967258E-2</c:v>
                </c:pt>
                <c:pt idx="294">
                  <c:v>1.0999999999967258E-2</c:v>
                </c:pt>
                <c:pt idx="295">
                  <c:v>1.0999999999967258E-2</c:v>
                </c:pt>
                <c:pt idx="296">
                  <c:v>1.0999999999967258E-2</c:v>
                </c:pt>
                <c:pt idx="297">
                  <c:v>1.0999999999967258E-2</c:v>
                </c:pt>
                <c:pt idx="298">
                  <c:v>1.0999999999967258E-2</c:v>
                </c:pt>
                <c:pt idx="299">
                  <c:v>1.0999999999967258E-2</c:v>
                </c:pt>
                <c:pt idx="300">
                  <c:v>1.0999999999967258E-2</c:v>
                </c:pt>
                <c:pt idx="301">
                  <c:v>1.0999999999967258E-2</c:v>
                </c:pt>
                <c:pt idx="302">
                  <c:v>1.0999999999967258E-2</c:v>
                </c:pt>
                <c:pt idx="303">
                  <c:v>1.0999999999967258E-2</c:v>
                </c:pt>
                <c:pt idx="304">
                  <c:v>1.0999999999967258E-2</c:v>
                </c:pt>
                <c:pt idx="305">
                  <c:v>1.0999999999967258E-2</c:v>
                </c:pt>
                <c:pt idx="306">
                  <c:v>1.0999999999967258E-2</c:v>
                </c:pt>
                <c:pt idx="307">
                  <c:v>1.0999999999967258E-2</c:v>
                </c:pt>
                <c:pt idx="308">
                  <c:v>1.0999999999967258E-2</c:v>
                </c:pt>
                <c:pt idx="309">
                  <c:v>1.0999999999967258E-2</c:v>
                </c:pt>
                <c:pt idx="310">
                  <c:v>1.0999999999967258E-2</c:v>
                </c:pt>
                <c:pt idx="311">
                  <c:v>1.0999999999967258E-2</c:v>
                </c:pt>
                <c:pt idx="312">
                  <c:v>1.0999999999967258E-2</c:v>
                </c:pt>
                <c:pt idx="313">
                  <c:v>1.0999999999967258E-2</c:v>
                </c:pt>
                <c:pt idx="314">
                  <c:v>1.0999999999967258E-2</c:v>
                </c:pt>
                <c:pt idx="315">
                  <c:v>1.1099999999999E-2</c:v>
                </c:pt>
                <c:pt idx="316">
                  <c:v>1.1099999999999E-2</c:v>
                </c:pt>
                <c:pt idx="317">
                  <c:v>1.1099999999999E-2</c:v>
                </c:pt>
                <c:pt idx="318">
                  <c:v>1.1099999999999E-2</c:v>
                </c:pt>
                <c:pt idx="319">
                  <c:v>1.1099999999999E-2</c:v>
                </c:pt>
                <c:pt idx="320">
                  <c:v>1.1099999999999E-2</c:v>
                </c:pt>
                <c:pt idx="321">
                  <c:v>1.1099999999999E-2</c:v>
                </c:pt>
                <c:pt idx="322">
                  <c:v>1.1099999999999E-2</c:v>
                </c:pt>
                <c:pt idx="323">
                  <c:v>1.1099999999999E-2</c:v>
                </c:pt>
                <c:pt idx="324">
                  <c:v>1.1099999999999E-2</c:v>
                </c:pt>
                <c:pt idx="325">
                  <c:v>1.1099999999999E-2</c:v>
                </c:pt>
                <c:pt idx="326">
                  <c:v>1.1099999999999E-2</c:v>
                </c:pt>
                <c:pt idx="327">
                  <c:v>1.1099999999999E-2</c:v>
                </c:pt>
                <c:pt idx="328">
                  <c:v>1.1099999999999E-2</c:v>
                </c:pt>
                <c:pt idx="329">
                  <c:v>1.1099999999999E-2</c:v>
                </c:pt>
                <c:pt idx="330">
                  <c:v>1.1099999999999E-2</c:v>
                </c:pt>
                <c:pt idx="331">
                  <c:v>1.1099999999999E-2</c:v>
                </c:pt>
                <c:pt idx="332">
                  <c:v>1.1099999999999E-2</c:v>
                </c:pt>
                <c:pt idx="333">
                  <c:v>1.1099999999999E-2</c:v>
                </c:pt>
                <c:pt idx="334">
                  <c:v>1.1099999999999E-2</c:v>
                </c:pt>
                <c:pt idx="335">
                  <c:v>1.1099999999999E-2</c:v>
                </c:pt>
                <c:pt idx="336">
                  <c:v>1.1099999999999E-2</c:v>
                </c:pt>
                <c:pt idx="337">
                  <c:v>1.1099999999999E-2</c:v>
                </c:pt>
                <c:pt idx="338">
                  <c:v>1.1099999999999E-2</c:v>
                </c:pt>
                <c:pt idx="339">
                  <c:v>1.1099999999999E-2</c:v>
                </c:pt>
                <c:pt idx="340">
                  <c:v>1.1099999999999E-2</c:v>
                </c:pt>
                <c:pt idx="341">
                  <c:v>1.089999999999236E-2</c:v>
                </c:pt>
                <c:pt idx="342">
                  <c:v>1.0699999999985721E-2</c:v>
                </c:pt>
                <c:pt idx="343">
                  <c:v>1.0499999999979082E-2</c:v>
                </c:pt>
                <c:pt idx="344">
                  <c:v>1.0400000000004184E-2</c:v>
                </c:pt>
                <c:pt idx="345">
                  <c:v>1.0299999999972442E-2</c:v>
                </c:pt>
                <c:pt idx="346">
                  <c:v>1.0299999999972442E-2</c:v>
                </c:pt>
                <c:pt idx="347">
                  <c:v>1.0199999999997544E-2</c:v>
                </c:pt>
                <c:pt idx="348">
                  <c:v>1.0199999999997544E-2</c:v>
                </c:pt>
                <c:pt idx="349">
                  <c:v>1.0099999999965803E-2</c:v>
                </c:pt>
                <c:pt idx="350">
                  <c:v>1.0099999999965803E-2</c:v>
                </c:pt>
                <c:pt idx="351">
                  <c:v>1.0099999999965803E-2</c:v>
                </c:pt>
                <c:pt idx="352">
                  <c:v>9.9999999999909051E-3</c:v>
                </c:pt>
                <c:pt idx="353">
                  <c:v>9.9999999999909051E-3</c:v>
                </c:pt>
                <c:pt idx="354">
                  <c:v>9.9999999999909051E-3</c:v>
                </c:pt>
                <c:pt idx="355">
                  <c:v>9.9999999999909051E-3</c:v>
                </c:pt>
                <c:pt idx="356">
                  <c:v>9.9999999999909051E-3</c:v>
                </c:pt>
                <c:pt idx="357">
                  <c:v>9.9000000000160071E-3</c:v>
                </c:pt>
                <c:pt idx="358">
                  <c:v>9.9000000000160071E-3</c:v>
                </c:pt>
                <c:pt idx="359">
                  <c:v>9.9000000000160071E-3</c:v>
                </c:pt>
                <c:pt idx="360">
                  <c:v>9.9000000000160071E-3</c:v>
                </c:pt>
                <c:pt idx="361">
                  <c:v>9.9000000000160071E-3</c:v>
                </c:pt>
                <c:pt idx="362">
                  <c:v>9.9000000000160071E-3</c:v>
                </c:pt>
                <c:pt idx="363">
                  <c:v>9.9000000000160071E-3</c:v>
                </c:pt>
                <c:pt idx="364">
                  <c:v>9.9000000000160071E-3</c:v>
                </c:pt>
                <c:pt idx="365">
                  <c:v>9.9000000000160071E-3</c:v>
                </c:pt>
                <c:pt idx="366">
                  <c:v>9.9000000000160071E-3</c:v>
                </c:pt>
                <c:pt idx="367">
                  <c:v>9.9000000000160071E-3</c:v>
                </c:pt>
                <c:pt idx="368">
                  <c:v>9.9000000000160071E-3</c:v>
                </c:pt>
                <c:pt idx="369">
                  <c:v>9.9000000000160071E-3</c:v>
                </c:pt>
                <c:pt idx="370">
                  <c:v>9.9000000000160071E-3</c:v>
                </c:pt>
                <c:pt idx="371">
                  <c:v>9.9000000000160071E-3</c:v>
                </c:pt>
                <c:pt idx="372">
                  <c:v>9.9000000000160071E-3</c:v>
                </c:pt>
                <c:pt idx="373">
                  <c:v>9.9000000000160071E-3</c:v>
                </c:pt>
                <c:pt idx="374">
                  <c:v>9.9999999999909051E-3</c:v>
                </c:pt>
                <c:pt idx="375">
                  <c:v>9.9999999999909051E-3</c:v>
                </c:pt>
                <c:pt idx="376">
                  <c:v>9.9999999999909051E-3</c:v>
                </c:pt>
                <c:pt idx="377">
                  <c:v>1.0099999999965803E-2</c:v>
                </c:pt>
                <c:pt idx="378">
                  <c:v>1.0099999999965803E-2</c:v>
                </c:pt>
                <c:pt idx="379">
                  <c:v>1.0099999999965803E-2</c:v>
                </c:pt>
                <c:pt idx="380">
                  <c:v>1.0099999999965803E-2</c:v>
                </c:pt>
                <c:pt idx="381">
                  <c:v>1.0099999999965803E-2</c:v>
                </c:pt>
                <c:pt idx="382">
                  <c:v>1.0099999999965803E-2</c:v>
                </c:pt>
                <c:pt idx="383">
                  <c:v>1.0099999999965803E-2</c:v>
                </c:pt>
                <c:pt idx="384">
                  <c:v>1.0099999999965803E-2</c:v>
                </c:pt>
                <c:pt idx="385">
                  <c:v>1.0099999999965803E-2</c:v>
                </c:pt>
                <c:pt idx="386">
                  <c:v>1.0099999999965803E-2</c:v>
                </c:pt>
                <c:pt idx="387">
                  <c:v>1.0099999999965803E-2</c:v>
                </c:pt>
                <c:pt idx="388">
                  <c:v>1.0099999999965803E-2</c:v>
                </c:pt>
                <c:pt idx="389">
                  <c:v>1.0199999999997544E-2</c:v>
                </c:pt>
                <c:pt idx="390">
                  <c:v>1.0199999999997544E-2</c:v>
                </c:pt>
                <c:pt idx="391">
                  <c:v>1.0199999999997544E-2</c:v>
                </c:pt>
                <c:pt idx="392">
                  <c:v>1.0199999999997544E-2</c:v>
                </c:pt>
                <c:pt idx="393">
                  <c:v>1.0199999999997544E-2</c:v>
                </c:pt>
                <c:pt idx="394">
                  <c:v>1.0199999999997544E-2</c:v>
                </c:pt>
                <c:pt idx="395">
                  <c:v>1.0199999999997544E-2</c:v>
                </c:pt>
                <c:pt idx="396">
                  <c:v>1.0199999999997544E-2</c:v>
                </c:pt>
                <c:pt idx="397">
                  <c:v>1.0199999999997544E-2</c:v>
                </c:pt>
                <c:pt idx="398">
                  <c:v>1.0199999999997544E-2</c:v>
                </c:pt>
                <c:pt idx="399">
                  <c:v>1.0199999999997544E-2</c:v>
                </c:pt>
                <c:pt idx="400">
                  <c:v>1.0199999999997544E-2</c:v>
                </c:pt>
                <c:pt idx="401">
                  <c:v>1.0199999999997544E-2</c:v>
                </c:pt>
                <c:pt idx="402">
                  <c:v>1.0199999999997544E-2</c:v>
                </c:pt>
                <c:pt idx="403">
                  <c:v>1.0199999999997544E-2</c:v>
                </c:pt>
                <c:pt idx="404">
                  <c:v>1.0199999999997544E-2</c:v>
                </c:pt>
                <c:pt idx="405">
                  <c:v>1.0199999999997544E-2</c:v>
                </c:pt>
                <c:pt idx="406">
                  <c:v>1.0199999999997544E-2</c:v>
                </c:pt>
                <c:pt idx="407">
                  <c:v>1.0199999999997544E-2</c:v>
                </c:pt>
                <c:pt idx="408">
                  <c:v>1.0199999999997544E-2</c:v>
                </c:pt>
                <c:pt idx="409">
                  <c:v>1.0199999999997544E-2</c:v>
                </c:pt>
                <c:pt idx="410">
                  <c:v>1.0199999999997544E-2</c:v>
                </c:pt>
                <c:pt idx="411">
                  <c:v>1.0199999999997544E-2</c:v>
                </c:pt>
                <c:pt idx="412">
                  <c:v>1.0199999999997544E-2</c:v>
                </c:pt>
                <c:pt idx="413">
                  <c:v>1.0199999999997544E-2</c:v>
                </c:pt>
                <c:pt idx="414">
                  <c:v>1.0199999999997544E-2</c:v>
                </c:pt>
                <c:pt idx="415">
                  <c:v>1.0199999999997544E-2</c:v>
                </c:pt>
                <c:pt idx="416">
                  <c:v>1.0199999999997544E-2</c:v>
                </c:pt>
                <c:pt idx="417">
                  <c:v>1.0199999999997544E-2</c:v>
                </c:pt>
                <c:pt idx="418">
                  <c:v>1.0199999999997544E-2</c:v>
                </c:pt>
                <c:pt idx="419">
                  <c:v>1.0199999999997544E-2</c:v>
                </c:pt>
                <c:pt idx="420">
                  <c:v>1.0199999999997544E-2</c:v>
                </c:pt>
                <c:pt idx="421">
                  <c:v>1.0199999999997544E-2</c:v>
                </c:pt>
                <c:pt idx="422">
                  <c:v>1.0199999999997544E-2</c:v>
                </c:pt>
                <c:pt idx="423">
                  <c:v>1.0299999999972442E-2</c:v>
                </c:pt>
                <c:pt idx="424">
                  <c:v>1.0400000000004184E-2</c:v>
                </c:pt>
                <c:pt idx="425">
                  <c:v>1.0499999999979082E-2</c:v>
                </c:pt>
                <c:pt idx="426">
                  <c:v>1.0600000000010823E-2</c:v>
                </c:pt>
                <c:pt idx="427">
                  <c:v>1.0699999999985721E-2</c:v>
                </c:pt>
                <c:pt idx="428">
                  <c:v>1.0699999999985721E-2</c:v>
                </c:pt>
                <c:pt idx="429">
                  <c:v>1.0800000000017462E-2</c:v>
                </c:pt>
                <c:pt idx="430">
                  <c:v>1.0800000000017462E-2</c:v>
                </c:pt>
                <c:pt idx="431">
                  <c:v>1.089999999999236E-2</c:v>
                </c:pt>
                <c:pt idx="432">
                  <c:v>1.089999999999236E-2</c:v>
                </c:pt>
                <c:pt idx="433">
                  <c:v>1.089999999999236E-2</c:v>
                </c:pt>
                <c:pt idx="434">
                  <c:v>1.089999999999236E-2</c:v>
                </c:pt>
                <c:pt idx="435">
                  <c:v>1.089999999999236E-2</c:v>
                </c:pt>
                <c:pt idx="436">
                  <c:v>1.089999999999236E-2</c:v>
                </c:pt>
                <c:pt idx="437">
                  <c:v>1.0999999999967258E-2</c:v>
                </c:pt>
                <c:pt idx="438">
                  <c:v>1.0999999999967258E-2</c:v>
                </c:pt>
                <c:pt idx="439">
                  <c:v>1.0999999999967258E-2</c:v>
                </c:pt>
                <c:pt idx="440">
                  <c:v>1.0999999999967258E-2</c:v>
                </c:pt>
                <c:pt idx="441">
                  <c:v>1.0999999999967258E-2</c:v>
                </c:pt>
                <c:pt idx="442">
                  <c:v>1.0999999999967258E-2</c:v>
                </c:pt>
                <c:pt idx="443">
                  <c:v>1.0999999999967258E-2</c:v>
                </c:pt>
                <c:pt idx="444">
                  <c:v>1.0999999999967258E-2</c:v>
                </c:pt>
                <c:pt idx="445">
                  <c:v>1.0999999999967258E-2</c:v>
                </c:pt>
                <c:pt idx="446">
                  <c:v>1.0999999999967258E-2</c:v>
                </c:pt>
                <c:pt idx="447">
                  <c:v>1.0999999999967258E-2</c:v>
                </c:pt>
                <c:pt idx="448">
                  <c:v>1.0999999999967258E-2</c:v>
                </c:pt>
                <c:pt idx="449">
                  <c:v>1.0999999999967258E-2</c:v>
                </c:pt>
                <c:pt idx="450">
                  <c:v>1.0999999999967258E-2</c:v>
                </c:pt>
                <c:pt idx="451">
                  <c:v>1.0999999999967258E-2</c:v>
                </c:pt>
                <c:pt idx="452">
                  <c:v>1.0999999999967258E-2</c:v>
                </c:pt>
                <c:pt idx="453">
                  <c:v>1.0999999999967258E-2</c:v>
                </c:pt>
                <c:pt idx="454">
                  <c:v>1.0999999999967258E-2</c:v>
                </c:pt>
                <c:pt idx="455">
                  <c:v>1.0999999999967258E-2</c:v>
                </c:pt>
                <c:pt idx="456">
                  <c:v>1.0999999999967258E-2</c:v>
                </c:pt>
                <c:pt idx="457">
                  <c:v>1.0999999999967258E-2</c:v>
                </c:pt>
                <c:pt idx="458">
                  <c:v>1.0999999999967258E-2</c:v>
                </c:pt>
                <c:pt idx="459">
                  <c:v>1.0999999999967258E-2</c:v>
                </c:pt>
                <c:pt idx="460">
                  <c:v>1.0999999999967258E-2</c:v>
                </c:pt>
                <c:pt idx="461">
                  <c:v>1.0999999999967258E-2</c:v>
                </c:pt>
                <c:pt idx="462">
                  <c:v>1.0999999999967258E-2</c:v>
                </c:pt>
                <c:pt idx="463">
                  <c:v>1.0999999999967258E-2</c:v>
                </c:pt>
                <c:pt idx="464">
                  <c:v>1.0999999999967258E-2</c:v>
                </c:pt>
                <c:pt idx="465">
                  <c:v>1.0999999999967258E-2</c:v>
                </c:pt>
                <c:pt idx="466">
                  <c:v>1.0999999999967258E-2</c:v>
                </c:pt>
                <c:pt idx="467">
                  <c:v>1.0999999999967258E-2</c:v>
                </c:pt>
                <c:pt idx="468">
                  <c:v>1.0999999999967258E-2</c:v>
                </c:pt>
                <c:pt idx="469">
                  <c:v>1.0999999999967258E-2</c:v>
                </c:pt>
                <c:pt idx="470">
                  <c:v>1.0999999999967258E-2</c:v>
                </c:pt>
                <c:pt idx="471">
                  <c:v>1.0999999999967258E-2</c:v>
                </c:pt>
                <c:pt idx="472">
                  <c:v>1.0999999999967258E-2</c:v>
                </c:pt>
                <c:pt idx="473">
                  <c:v>1.0999999999967258E-2</c:v>
                </c:pt>
                <c:pt idx="474">
                  <c:v>1.1099999999999E-2</c:v>
                </c:pt>
                <c:pt idx="475">
                  <c:v>1.1099999999999E-2</c:v>
                </c:pt>
                <c:pt idx="476">
                  <c:v>1.1099999999999E-2</c:v>
                </c:pt>
                <c:pt idx="477">
                  <c:v>1.1099999999999E-2</c:v>
                </c:pt>
                <c:pt idx="478">
                  <c:v>1.1099999999999E-2</c:v>
                </c:pt>
                <c:pt idx="479">
                  <c:v>1.1099999999999E-2</c:v>
                </c:pt>
                <c:pt idx="480">
                  <c:v>1.1099999999999E-2</c:v>
                </c:pt>
                <c:pt idx="481">
                  <c:v>1.1099999999999E-2</c:v>
                </c:pt>
                <c:pt idx="482">
                  <c:v>1.1099999999999E-2</c:v>
                </c:pt>
                <c:pt idx="483">
                  <c:v>1.1099999999999E-2</c:v>
                </c:pt>
                <c:pt idx="484">
                  <c:v>1.1099999999999E-2</c:v>
                </c:pt>
                <c:pt idx="485">
                  <c:v>1.1099999999999E-2</c:v>
                </c:pt>
                <c:pt idx="486">
                  <c:v>1.1099999999999E-2</c:v>
                </c:pt>
                <c:pt idx="487">
                  <c:v>1.1099999999999E-2</c:v>
                </c:pt>
                <c:pt idx="488">
                  <c:v>1.1099999999999E-2</c:v>
                </c:pt>
                <c:pt idx="489">
                  <c:v>1.1099999999999E-2</c:v>
                </c:pt>
                <c:pt idx="490">
                  <c:v>1.1099999999999E-2</c:v>
                </c:pt>
                <c:pt idx="491">
                  <c:v>1.1099999999999E-2</c:v>
                </c:pt>
                <c:pt idx="492">
                  <c:v>1.1099999999999E-2</c:v>
                </c:pt>
                <c:pt idx="493">
                  <c:v>1.1099999999999E-2</c:v>
                </c:pt>
                <c:pt idx="494">
                  <c:v>1.1099999999999E-2</c:v>
                </c:pt>
                <c:pt idx="495">
                  <c:v>1.1099999999999E-2</c:v>
                </c:pt>
                <c:pt idx="496">
                  <c:v>1.1099999999999E-2</c:v>
                </c:pt>
                <c:pt idx="497">
                  <c:v>1.1099999999999E-2</c:v>
                </c:pt>
                <c:pt idx="498">
                  <c:v>1.1099999999999E-2</c:v>
                </c:pt>
                <c:pt idx="499">
                  <c:v>1.0999999999967258E-2</c:v>
                </c:pt>
                <c:pt idx="500">
                  <c:v>1.0800000000017462E-2</c:v>
                </c:pt>
                <c:pt idx="501">
                  <c:v>1.0699999999985721E-2</c:v>
                </c:pt>
                <c:pt idx="502">
                  <c:v>1.0499999999979082E-2</c:v>
                </c:pt>
                <c:pt idx="503">
                  <c:v>1.0400000000004184E-2</c:v>
                </c:pt>
                <c:pt idx="504">
                  <c:v>1.0299999999972442E-2</c:v>
                </c:pt>
                <c:pt idx="505">
                  <c:v>1.0299999999972442E-2</c:v>
                </c:pt>
                <c:pt idx="506">
                  <c:v>1.0199999999997544E-2</c:v>
                </c:pt>
                <c:pt idx="507">
                  <c:v>1.0199999999997544E-2</c:v>
                </c:pt>
                <c:pt idx="508">
                  <c:v>1.0099999999965803E-2</c:v>
                </c:pt>
                <c:pt idx="509">
                  <c:v>1.0099999999965803E-2</c:v>
                </c:pt>
                <c:pt idx="510">
                  <c:v>1.0099999999965803E-2</c:v>
                </c:pt>
                <c:pt idx="511">
                  <c:v>9.9999999999909051E-3</c:v>
                </c:pt>
                <c:pt idx="512">
                  <c:v>9.9999999999909051E-3</c:v>
                </c:pt>
                <c:pt idx="513">
                  <c:v>9.9999999999909051E-3</c:v>
                </c:pt>
                <c:pt idx="514">
                  <c:v>9.9999999999909051E-3</c:v>
                </c:pt>
                <c:pt idx="515">
                  <c:v>9.9999999999909051E-3</c:v>
                </c:pt>
                <c:pt idx="516">
                  <c:v>9.9000000000160071E-3</c:v>
                </c:pt>
                <c:pt idx="517">
                  <c:v>9.9000000000160071E-3</c:v>
                </c:pt>
                <c:pt idx="518">
                  <c:v>9.9000000000160071E-3</c:v>
                </c:pt>
                <c:pt idx="519">
                  <c:v>9.9000000000160071E-3</c:v>
                </c:pt>
                <c:pt idx="520">
                  <c:v>9.9000000000160071E-3</c:v>
                </c:pt>
                <c:pt idx="521">
                  <c:v>9.9000000000160071E-3</c:v>
                </c:pt>
                <c:pt idx="522">
                  <c:v>9.9000000000160071E-3</c:v>
                </c:pt>
                <c:pt idx="523">
                  <c:v>9.9000000000160071E-3</c:v>
                </c:pt>
                <c:pt idx="524">
                  <c:v>9.9000000000160071E-3</c:v>
                </c:pt>
                <c:pt idx="525">
                  <c:v>9.9000000000160071E-3</c:v>
                </c:pt>
                <c:pt idx="526">
                  <c:v>9.9000000000160071E-3</c:v>
                </c:pt>
                <c:pt idx="527">
                  <c:v>9.9000000000160071E-3</c:v>
                </c:pt>
                <c:pt idx="528">
                  <c:v>9.9000000000160071E-3</c:v>
                </c:pt>
                <c:pt idx="529">
                  <c:v>9.9000000000160071E-3</c:v>
                </c:pt>
                <c:pt idx="530">
                  <c:v>9.9000000000160071E-3</c:v>
                </c:pt>
                <c:pt idx="531">
                  <c:v>9.9999999999909051E-3</c:v>
                </c:pt>
                <c:pt idx="532">
                  <c:v>9.9999999999909051E-3</c:v>
                </c:pt>
              </c:numCache>
            </c:numRef>
          </c:yVal>
          <c:smooth val="1"/>
          <c:extLst>
            <c:ext xmlns:c16="http://schemas.microsoft.com/office/drawing/2014/chart" uri="{C3380CC4-5D6E-409C-BE32-E72D297353CC}">
              <c16:uniqueId val="{0000001B-1510-4437-9CAD-7ED8315A59D8}"/>
            </c:ext>
          </c:extLst>
        </c:ser>
        <c:ser>
          <c:idx val="28"/>
          <c:order val="28"/>
          <c:tx>
            <c:strRef>
              <c:f>SM50000_TEMPSoc5l2_50000!$PQ$1</c:f>
              <c:strCache>
                <c:ptCount val="1"/>
                <c:pt idx="0">
                  <c:v>TELE_SM_INTERIOR.288</c:v>
                </c:pt>
              </c:strCache>
            </c:strRef>
          </c:tx>
          <c:spPr>
            <a:ln w="19050" cap="rnd">
              <a:solidFill>
                <a:schemeClr val="accent5">
                  <a:lumMod val="60000"/>
                  <a:lumOff val="40000"/>
                </a:schemeClr>
              </a:solidFill>
              <a:round/>
            </a:ln>
            <a:effectLst/>
          </c:spPr>
          <c:marker>
            <c:symbol val="circle"/>
            <c:size val="5"/>
            <c:spPr>
              <a:solidFill>
                <a:schemeClr val="accent5">
                  <a:lumMod val="60000"/>
                  <a:lumOff val="40000"/>
                </a:schemeClr>
              </a:solidFill>
              <a:ln w="9525">
                <a:solidFill>
                  <a:schemeClr val="accent5">
                    <a:lumMod val="60000"/>
                    <a:lumOff val="4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SM50000_TEMPSoc5l2_50000!$PQ$2:$PQ$536</c:f>
              <c:numCache>
                <c:formatCode>General</c:formatCode>
                <c:ptCount val="533"/>
                <c:pt idx="0">
                  <c:v>0</c:v>
                </c:pt>
                <c:pt idx="1">
                  <c:v>4.1000000000508408E-3</c:v>
                </c:pt>
                <c:pt idx="2">
                  <c:v>5.4000000000087311E-3</c:v>
                </c:pt>
                <c:pt idx="3">
                  <c:v>6.2000000000352884E-3</c:v>
                </c:pt>
                <c:pt idx="4">
                  <c:v>6.600000000048567E-3</c:v>
                </c:pt>
                <c:pt idx="5">
                  <c:v>7.0000000000050022E-3</c:v>
                </c:pt>
                <c:pt idx="6">
                  <c:v>7.3000000000433829E-3</c:v>
                </c:pt>
                <c:pt idx="7">
                  <c:v>7.5000000000500222E-3</c:v>
                </c:pt>
                <c:pt idx="8">
                  <c:v>7.6999999999998181E-3</c:v>
                </c:pt>
                <c:pt idx="9">
                  <c:v>7.9000000000064574E-3</c:v>
                </c:pt>
                <c:pt idx="10">
                  <c:v>8.0000000000381988E-3</c:v>
                </c:pt>
                <c:pt idx="11">
                  <c:v>8.2000000000448381E-3</c:v>
                </c:pt>
                <c:pt idx="12">
                  <c:v>8.4000000000514774E-3</c:v>
                </c:pt>
                <c:pt idx="13">
                  <c:v>8.5000000000263753E-3</c:v>
                </c:pt>
                <c:pt idx="14">
                  <c:v>8.7000000000330147E-3</c:v>
                </c:pt>
                <c:pt idx="15">
                  <c:v>8.8000000000079126E-3</c:v>
                </c:pt>
                <c:pt idx="16">
                  <c:v>8.900000000039654E-3</c:v>
                </c:pt>
                <c:pt idx="17">
                  <c:v>9.1000000000462933E-3</c:v>
                </c:pt>
                <c:pt idx="18">
                  <c:v>9.2000000000211912E-3</c:v>
                </c:pt>
                <c:pt idx="19">
                  <c:v>9.3000000000529326E-3</c:v>
                </c:pt>
                <c:pt idx="20">
                  <c:v>9.4000000000278305E-3</c:v>
                </c:pt>
                <c:pt idx="21">
                  <c:v>9.5000000000027285E-3</c:v>
                </c:pt>
                <c:pt idx="22">
                  <c:v>9.6000000000344698E-3</c:v>
                </c:pt>
                <c:pt idx="23">
                  <c:v>9.7000000000093678E-3</c:v>
                </c:pt>
                <c:pt idx="24">
                  <c:v>9.8000000000411092E-3</c:v>
                </c:pt>
                <c:pt idx="25">
                  <c:v>9.8000000000411092E-3</c:v>
                </c:pt>
                <c:pt idx="26">
                  <c:v>9.8000000000411092E-3</c:v>
                </c:pt>
                <c:pt idx="27">
                  <c:v>9.7000000000093678E-3</c:v>
                </c:pt>
                <c:pt idx="28">
                  <c:v>9.5000000000027285E-3</c:v>
                </c:pt>
                <c:pt idx="29">
                  <c:v>9.5000000000027285E-3</c:v>
                </c:pt>
                <c:pt idx="30">
                  <c:v>9.4000000000278305E-3</c:v>
                </c:pt>
                <c:pt idx="31">
                  <c:v>9.4000000000278305E-3</c:v>
                </c:pt>
                <c:pt idx="32">
                  <c:v>9.4000000000278305E-3</c:v>
                </c:pt>
                <c:pt idx="33">
                  <c:v>9.4000000000278305E-3</c:v>
                </c:pt>
                <c:pt idx="34">
                  <c:v>9.4000000000278305E-3</c:v>
                </c:pt>
                <c:pt idx="35">
                  <c:v>9.4000000000278305E-3</c:v>
                </c:pt>
                <c:pt idx="36">
                  <c:v>9.4000000000278305E-3</c:v>
                </c:pt>
                <c:pt idx="37">
                  <c:v>9.4000000000278305E-3</c:v>
                </c:pt>
                <c:pt idx="38">
                  <c:v>9.4000000000278305E-3</c:v>
                </c:pt>
                <c:pt idx="39">
                  <c:v>9.4000000000278305E-3</c:v>
                </c:pt>
                <c:pt idx="40">
                  <c:v>9.4000000000278305E-3</c:v>
                </c:pt>
                <c:pt idx="41">
                  <c:v>9.4000000000278305E-3</c:v>
                </c:pt>
                <c:pt idx="42">
                  <c:v>9.4000000000278305E-3</c:v>
                </c:pt>
                <c:pt idx="43">
                  <c:v>9.4000000000278305E-3</c:v>
                </c:pt>
                <c:pt idx="44">
                  <c:v>9.4000000000278305E-3</c:v>
                </c:pt>
                <c:pt idx="45">
                  <c:v>9.5000000000027285E-3</c:v>
                </c:pt>
                <c:pt idx="46">
                  <c:v>9.5000000000027285E-3</c:v>
                </c:pt>
                <c:pt idx="47">
                  <c:v>9.5000000000027285E-3</c:v>
                </c:pt>
                <c:pt idx="48">
                  <c:v>9.5000000000027285E-3</c:v>
                </c:pt>
                <c:pt idx="49">
                  <c:v>9.5000000000027285E-3</c:v>
                </c:pt>
                <c:pt idx="50">
                  <c:v>9.5000000000027285E-3</c:v>
                </c:pt>
                <c:pt idx="51">
                  <c:v>9.5000000000027285E-3</c:v>
                </c:pt>
                <c:pt idx="52">
                  <c:v>9.5000000000027285E-3</c:v>
                </c:pt>
                <c:pt idx="53">
                  <c:v>9.5000000000027285E-3</c:v>
                </c:pt>
                <c:pt idx="54">
                  <c:v>9.5000000000027285E-3</c:v>
                </c:pt>
                <c:pt idx="55">
                  <c:v>9.5000000000027285E-3</c:v>
                </c:pt>
                <c:pt idx="56">
                  <c:v>9.6000000000344698E-3</c:v>
                </c:pt>
                <c:pt idx="57">
                  <c:v>9.6000000000344698E-3</c:v>
                </c:pt>
                <c:pt idx="58">
                  <c:v>9.7000000000093678E-3</c:v>
                </c:pt>
                <c:pt idx="59">
                  <c:v>9.7000000000093678E-3</c:v>
                </c:pt>
                <c:pt idx="60">
                  <c:v>9.8000000000411092E-3</c:v>
                </c:pt>
                <c:pt idx="61">
                  <c:v>9.8000000000411092E-3</c:v>
                </c:pt>
                <c:pt idx="62">
                  <c:v>9.8000000000411092E-3</c:v>
                </c:pt>
                <c:pt idx="63">
                  <c:v>9.8000000000411092E-3</c:v>
                </c:pt>
                <c:pt idx="64">
                  <c:v>9.8000000000411092E-3</c:v>
                </c:pt>
                <c:pt idx="65">
                  <c:v>9.8000000000411092E-3</c:v>
                </c:pt>
                <c:pt idx="66">
                  <c:v>9.9000000000160071E-3</c:v>
                </c:pt>
                <c:pt idx="67">
                  <c:v>9.9000000000160071E-3</c:v>
                </c:pt>
                <c:pt idx="68">
                  <c:v>9.9000000000160071E-3</c:v>
                </c:pt>
                <c:pt idx="69">
                  <c:v>9.9000000000160071E-3</c:v>
                </c:pt>
                <c:pt idx="70">
                  <c:v>9.9000000000160071E-3</c:v>
                </c:pt>
                <c:pt idx="71">
                  <c:v>9.9000000000160071E-3</c:v>
                </c:pt>
                <c:pt idx="72">
                  <c:v>9.9000000000160071E-3</c:v>
                </c:pt>
                <c:pt idx="73">
                  <c:v>9.9000000000160071E-3</c:v>
                </c:pt>
                <c:pt idx="74">
                  <c:v>9.9000000000160071E-3</c:v>
                </c:pt>
                <c:pt idx="75">
                  <c:v>9.9000000000160071E-3</c:v>
                </c:pt>
                <c:pt idx="76">
                  <c:v>9.9000000000160071E-3</c:v>
                </c:pt>
                <c:pt idx="77">
                  <c:v>9.9000000000160071E-3</c:v>
                </c:pt>
                <c:pt idx="78">
                  <c:v>1.0000000000047748E-2</c:v>
                </c:pt>
                <c:pt idx="79">
                  <c:v>1.0000000000047748E-2</c:v>
                </c:pt>
                <c:pt idx="80">
                  <c:v>1.0000000000047748E-2</c:v>
                </c:pt>
                <c:pt idx="81">
                  <c:v>1.0000000000047748E-2</c:v>
                </c:pt>
                <c:pt idx="82">
                  <c:v>1.0000000000047748E-2</c:v>
                </c:pt>
                <c:pt idx="83">
                  <c:v>1.0000000000047748E-2</c:v>
                </c:pt>
                <c:pt idx="84">
                  <c:v>1.0000000000047748E-2</c:v>
                </c:pt>
                <c:pt idx="85">
                  <c:v>1.0000000000047748E-2</c:v>
                </c:pt>
                <c:pt idx="86">
                  <c:v>1.0000000000047748E-2</c:v>
                </c:pt>
                <c:pt idx="87">
                  <c:v>1.0000000000047748E-2</c:v>
                </c:pt>
                <c:pt idx="88">
                  <c:v>1.0000000000047748E-2</c:v>
                </c:pt>
                <c:pt idx="89">
                  <c:v>1.0000000000047748E-2</c:v>
                </c:pt>
                <c:pt idx="90">
                  <c:v>1.0000000000047748E-2</c:v>
                </c:pt>
                <c:pt idx="91">
                  <c:v>1.0000000000047748E-2</c:v>
                </c:pt>
                <c:pt idx="92">
                  <c:v>1.0000000000047748E-2</c:v>
                </c:pt>
                <c:pt idx="93">
                  <c:v>1.0000000000047748E-2</c:v>
                </c:pt>
                <c:pt idx="94">
                  <c:v>1.0000000000047748E-2</c:v>
                </c:pt>
                <c:pt idx="95">
                  <c:v>1.0000000000047748E-2</c:v>
                </c:pt>
                <c:pt idx="96">
                  <c:v>1.0000000000047748E-2</c:v>
                </c:pt>
                <c:pt idx="97">
                  <c:v>1.0000000000047748E-2</c:v>
                </c:pt>
                <c:pt idx="98">
                  <c:v>1.0000000000047748E-2</c:v>
                </c:pt>
                <c:pt idx="99">
                  <c:v>1.0000000000047748E-2</c:v>
                </c:pt>
                <c:pt idx="100">
                  <c:v>1.0000000000047748E-2</c:v>
                </c:pt>
                <c:pt idx="101">
                  <c:v>1.0000000000047748E-2</c:v>
                </c:pt>
                <c:pt idx="102">
                  <c:v>1.0000000000047748E-2</c:v>
                </c:pt>
                <c:pt idx="103">
                  <c:v>1.0000000000047748E-2</c:v>
                </c:pt>
                <c:pt idx="104">
                  <c:v>1.0000000000047748E-2</c:v>
                </c:pt>
                <c:pt idx="105">
                  <c:v>1.0000000000047748E-2</c:v>
                </c:pt>
                <c:pt idx="106">
                  <c:v>1.0000000000047748E-2</c:v>
                </c:pt>
                <c:pt idx="107">
                  <c:v>1.0000000000047748E-2</c:v>
                </c:pt>
                <c:pt idx="108">
                  <c:v>1.0100000000022646E-2</c:v>
                </c:pt>
                <c:pt idx="109">
                  <c:v>1.0300000000029286E-2</c:v>
                </c:pt>
                <c:pt idx="110">
                  <c:v>1.0400000000004184E-2</c:v>
                </c:pt>
                <c:pt idx="111">
                  <c:v>1.0500000000035925E-2</c:v>
                </c:pt>
                <c:pt idx="112">
                  <c:v>1.0600000000010823E-2</c:v>
                </c:pt>
                <c:pt idx="113">
                  <c:v>1.0700000000042564E-2</c:v>
                </c:pt>
                <c:pt idx="114">
                  <c:v>1.0700000000042564E-2</c:v>
                </c:pt>
                <c:pt idx="115">
                  <c:v>1.0700000000042564E-2</c:v>
                </c:pt>
                <c:pt idx="116">
                  <c:v>1.0800000000017462E-2</c:v>
                </c:pt>
                <c:pt idx="117">
                  <c:v>1.0800000000017462E-2</c:v>
                </c:pt>
                <c:pt idx="118">
                  <c:v>1.0800000000017462E-2</c:v>
                </c:pt>
                <c:pt idx="119">
                  <c:v>1.0800000000017462E-2</c:v>
                </c:pt>
                <c:pt idx="120">
                  <c:v>1.0900000000049204E-2</c:v>
                </c:pt>
                <c:pt idx="121">
                  <c:v>1.0900000000049204E-2</c:v>
                </c:pt>
                <c:pt idx="122">
                  <c:v>1.0900000000049204E-2</c:v>
                </c:pt>
                <c:pt idx="123">
                  <c:v>1.0900000000049204E-2</c:v>
                </c:pt>
                <c:pt idx="124">
                  <c:v>1.0900000000049204E-2</c:v>
                </c:pt>
                <c:pt idx="125">
                  <c:v>1.0900000000049204E-2</c:v>
                </c:pt>
                <c:pt idx="126">
                  <c:v>1.0900000000049204E-2</c:v>
                </c:pt>
                <c:pt idx="127">
                  <c:v>1.0900000000049204E-2</c:v>
                </c:pt>
                <c:pt idx="128">
                  <c:v>1.0900000000049204E-2</c:v>
                </c:pt>
                <c:pt idx="129">
                  <c:v>1.0900000000049204E-2</c:v>
                </c:pt>
                <c:pt idx="130">
                  <c:v>1.0900000000049204E-2</c:v>
                </c:pt>
                <c:pt idx="131">
                  <c:v>1.0900000000049204E-2</c:v>
                </c:pt>
                <c:pt idx="132">
                  <c:v>1.0900000000049204E-2</c:v>
                </c:pt>
                <c:pt idx="133">
                  <c:v>1.0900000000049204E-2</c:v>
                </c:pt>
                <c:pt idx="134">
                  <c:v>1.0900000000049204E-2</c:v>
                </c:pt>
                <c:pt idx="135">
                  <c:v>1.0900000000049204E-2</c:v>
                </c:pt>
                <c:pt idx="136">
                  <c:v>1.0900000000049204E-2</c:v>
                </c:pt>
                <c:pt idx="137">
                  <c:v>1.0900000000049204E-2</c:v>
                </c:pt>
                <c:pt idx="138">
                  <c:v>1.0900000000049204E-2</c:v>
                </c:pt>
                <c:pt idx="139">
                  <c:v>1.0900000000049204E-2</c:v>
                </c:pt>
                <c:pt idx="140">
                  <c:v>1.1000000000024102E-2</c:v>
                </c:pt>
                <c:pt idx="141">
                  <c:v>1.1000000000024102E-2</c:v>
                </c:pt>
                <c:pt idx="142">
                  <c:v>1.1000000000024102E-2</c:v>
                </c:pt>
                <c:pt idx="143">
                  <c:v>1.1000000000024102E-2</c:v>
                </c:pt>
                <c:pt idx="144">
                  <c:v>1.1000000000024102E-2</c:v>
                </c:pt>
                <c:pt idx="145">
                  <c:v>1.1000000000024102E-2</c:v>
                </c:pt>
                <c:pt idx="146">
                  <c:v>1.1000000000024102E-2</c:v>
                </c:pt>
                <c:pt idx="147">
                  <c:v>1.1000000000024102E-2</c:v>
                </c:pt>
                <c:pt idx="148">
                  <c:v>1.1000000000024102E-2</c:v>
                </c:pt>
                <c:pt idx="149">
                  <c:v>1.1000000000024102E-2</c:v>
                </c:pt>
                <c:pt idx="150">
                  <c:v>1.1000000000024102E-2</c:v>
                </c:pt>
                <c:pt idx="151">
                  <c:v>1.1000000000024102E-2</c:v>
                </c:pt>
                <c:pt idx="152">
                  <c:v>1.1000000000024102E-2</c:v>
                </c:pt>
                <c:pt idx="153">
                  <c:v>1.1000000000024102E-2</c:v>
                </c:pt>
                <c:pt idx="154">
                  <c:v>1.1000000000024102E-2</c:v>
                </c:pt>
                <c:pt idx="155">
                  <c:v>1.1000000000024102E-2</c:v>
                </c:pt>
                <c:pt idx="156">
                  <c:v>1.1000000000024102E-2</c:v>
                </c:pt>
                <c:pt idx="157">
                  <c:v>1.1000000000024102E-2</c:v>
                </c:pt>
                <c:pt idx="158">
                  <c:v>1.1000000000024102E-2</c:v>
                </c:pt>
                <c:pt idx="159">
                  <c:v>1.1000000000024102E-2</c:v>
                </c:pt>
                <c:pt idx="160">
                  <c:v>1.1000000000024102E-2</c:v>
                </c:pt>
                <c:pt idx="161">
                  <c:v>1.1000000000024102E-2</c:v>
                </c:pt>
                <c:pt idx="162">
                  <c:v>1.1000000000024102E-2</c:v>
                </c:pt>
                <c:pt idx="163">
                  <c:v>1.1000000000024102E-2</c:v>
                </c:pt>
                <c:pt idx="164">
                  <c:v>1.1000000000024102E-2</c:v>
                </c:pt>
                <c:pt idx="165">
                  <c:v>1.1000000000024102E-2</c:v>
                </c:pt>
                <c:pt idx="166">
                  <c:v>1.1000000000024102E-2</c:v>
                </c:pt>
                <c:pt idx="167">
                  <c:v>1.1000000000024102E-2</c:v>
                </c:pt>
                <c:pt idx="168">
                  <c:v>1.1000000000024102E-2</c:v>
                </c:pt>
                <c:pt idx="169">
                  <c:v>1.1000000000024102E-2</c:v>
                </c:pt>
                <c:pt idx="170">
                  <c:v>1.1000000000024102E-2</c:v>
                </c:pt>
                <c:pt idx="171">
                  <c:v>1.1000000000024102E-2</c:v>
                </c:pt>
                <c:pt idx="172">
                  <c:v>1.1000000000024102E-2</c:v>
                </c:pt>
                <c:pt idx="173">
                  <c:v>1.1000000000024102E-2</c:v>
                </c:pt>
                <c:pt idx="174">
                  <c:v>1.1000000000024102E-2</c:v>
                </c:pt>
                <c:pt idx="175">
                  <c:v>1.1000000000024102E-2</c:v>
                </c:pt>
                <c:pt idx="176">
                  <c:v>1.1000000000024102E-2</c:v>
                </c:pt>
                <c:pt idx="177">
                  <c:v>1.1000000000024102E-2</c:v>
                </c:pt>
                <c:pt idx="178">
                  <c:v>1.1000000000024102E-2</c:v>
                </c:pt>
                <c:pt idx="179">
                  <c:v>1.1000000000024102E-2</c:v>
                </c:pt>
                <c:pt idx="180">
                  <c:v>1.1000000000024102E-2</c:v>
                </c:pt>
                <c:pt idx="181">
                  <c:v>1.1000000000024102E-2</c:v>
                </c:pt>
                <c:pt idx="182">
                  <c:v>1.1000000000024102E-2</c:v>
                </c:pt>
                <c:pt idx="183">
                  <c:v>1.0900000000049204E-2</c:v>
                </c:pt>
                <c:pt idx="184">
                  <c:v>1.0600000000010823E-2</c:v>
                </c:pt>
                <c:pt idx="185">
                  <c:v>1.0500000000035925E-2</c:v>
                </c:pt>
                <c:pt idx="186">
                  <c:v>1.0300000000029286E-2</c:v>
                </c:pt>
                <c:pt idx="187">
                  <c:v>1.0200000000054388E-2</c:v>
                </c:pt>
                <c:pt idx="188">
                  <c:v>1.0100000000022646E-2</c:v>
                </c:pt>
                <c:pt idx="189">
                  <c:v>1.0100000000022646E-2</c:v>
                </c:pt>
                <c:pt idx="190">
                  <c:v>1.0000000000047748E-2</c:v>
                </c:pt>
                <c:pt idx="191">
                  <c:v>1.0000000000047748E-2</c:v>
                </c:pt>
                <c:pt idx="192">
                  <c:v>1.0000000000047748E-2</c:v>
                </c:pt>
                <c:pt idx="193">
                  <c:v>9.9000000000160071E-3</c:v>
                </c:pt>
                <c:pt idx="194">
                  <c:v>9.9000000000160071E-3</c:v>
                </c:pt>
                <c:pt idx="195">
                  <c:v>9.9000000000160071E-3</c:v>
                </c:pt>
                <c:pt idx="196">
                  <c:v>9.9000000000160071E-3</c:v>
                </c:pt>
                <c:pt idx="197">
                  <c:v>9.8000000000411092E-3</c:v>
                </c:pt>
                <c:pt idx="198">
                  <c:v>9.8000000000411092E-3</c:v>
                </c:pt>
                <c:pt idx="199">
                  <c:v>9.8000000000411092E-3</c:v>
                </c:pt>
                <c:pt idx="200">
                  <c:v>9.8000000000411092E-3</c:v>
                </c:pt>
                <c:pt idx="201">
                  <c:v>9.8000000000411092E-3</c:v>
                </c:pt>
                <c:pt idx="202">
                  <c:v>9.8000000000411092E-3</c:v>
                </c:pt>
                <c:pt idx="203">
                  <c:v>9.8000000000411092E-3</c:v>
                </c:pt>
                <c:pt idx="204">
                  <c:v>9.8000000000411092E-3</c:v>
                </c:pt>
                <c:pt idx="205">
                  <c:v>9.7000000000093678E-3</c:v>
                </c:pt>
                <c:pt idx="206">
                  <c:v>9.7000000000093678E-3</c:v>
                </c:pt>
                <c:pt idx="207">
                  <c:v>9.7000000000093678E-3</c:v>
                </c:pt>
                <c:pt idx="208">
                  <c:v>9.7000000000093678E-3</c:v>
                </c:pt>
                <c:pt idx="209">
                  <c:v>9.7000000000093678E-3</c:v>
                </c:pt>
                <c:pt idx="210">
                  <c:v>9.7000000000093678E-3</c:v>
                </c:pt>
                <c:pt idx="211">
                  <c:v>9.7000000000093678E-3</c:v>
                </c:pt>
                <c:pt idx="212">
                  <c:v>9.7000000000093678E-3</c:v>
                </c:pt>
                <c:pt idx="213">
                  <c:v>9.7000000000093678E-3</c:v>
                </c:pt>
                <c:pt idx="214">
                  <c:v>9.8000000000411092E-3</c:v>
                </c:pt>
                <c:pt idx="215">
                  <c:v>9.8000000000411092E-3</c:v>
                </c:pt>
                <c:pt idx="216">
                  <c:v>9.9000000000160071E-3</c:v>
                </c:pt>
                <c:pt idx="217">
                  <c:v>9.9000000000160071E-3</c:v>
                </c:pt>
                <c:pt idx="218">
                  <c:v>9.9000000000160071E-3</c:v>
                </c:pt>
                <c:pt idx="219">
                  <c:v>9.9000000000160071E-3</c:v>
                </c:pt>
                <c:pt idx="220">
                  <c:v>9.9000000000160071E-3</c:v>
                </c:pt>
                <c:pt idx="221">
                  <c:v>9.9000000000160071E-3</c:v>
                </c:pt>
                <c:pt idx="222">
                  <c:v>9.9000000000160071E-3</c:v>
                </c:pt>
                <c:pt idx="223">
                  <c:v>9.9000000000160071E-3</c:v>
                </c:pt>
                <c:pt idx="224">
                  <c:v>9.9000000000160071E-3</c:v>
                </c:pt>
                <c:pt idx="225">
                  <c:v>1.0000000000047748E-2</c:v>
                </c:pt>
                <c:pt idx="226">
                  <c:v>1.0000000000047748E-2</c:v>
                </c:pt>
                <c:pt idx="227">
                  <c:v>1.0000000000047748E-2</c:v>
                </c:pt>
                <c:pt idx="228">
                  <c:v>1.0000000000047748E-2</c:v>
                </c:pt>
                <c:pt idx="229">
                  <c:v>1.0000000000047748E-2</c:v>
                </c:pt>
                <c:pt idx="230">
                  <c:v>1.0000000000047748E-2</c:v>
                </c:pt>
                <c:pt idx="231">
                  <c:v>1.0000000000047748E-2</c:v>
                </c:pt>
                <c:pt idx="232">
                  <c:v>1.0000000000047748E-2</c:v>
                </c:pt>
                <c:pt idx="233">
                  <c:v>1.0000000000047748E-2</c:v>
                </c:pt>
                <c:pt idx="234">
                  <c:v>1.0000000000047748E-2</c:v>
                </c:pt>
                <c:pt idx="235">
                  <c:v>1.0000000000047748E-2</c:v>
                </c:pt>
                <c:pt idx="236">
                  <c:v>1.0000000000047748E-2</c:v>
                </c:pt>
                <c:pt idx="237">
                  <c:v>1.0000000000047748E-2</c:v>
                </c:pt>
                <c:pt idx="238">
                  <c:v>1.0000000000047748E-2</c:v>
                </c:pt>
                <c:pt idx="239">
                  <c:v>1.0000000000047748E-2</c:v>
                </c:pt>
                <c:pt idx="240">
                  <c:v>1.0000000000047748E-2</c:v>
                </c:pt>
                <c:pt idx="241">
                  <c:v>1.0000000000047748E-2</c:v>
                </c:pt>
                <c:pt idx="242">
                  <c:v>1.0000000000047748E-2</c:v>
                </c:pt>
                <c:pt idx="243">
                  <c:v>1.0000000000047748E-2</c:v>
                </c:pt>
                <c:pt idx="244">
                  <c:v>1.0000000000047748E-2</c:v>
                </c:pt>
                <c:pt idx="245">
                  <c:v>1.0000000000047748E-2</c:v>
                </c:pt>
                <c:pt idx="246">
                  <c:v>1.0000000000047748E-2</c:v>
                </c:pt>
                <c:pt idx="247">
                  <c:v>1.0000000000047748E-2</c:v>
                </c:pt>
                <c:pt idx="248">
                  <c:v>1.0000000000047748E-2</c:v>
                </c:pt>
                <c:pt idx="249">
                  <c:v>1.0000000000047748E-2</c:v>
                </c:pt>
                <c:pt idx="250">
                  <c:v>1.0000000000047748E-2</c:v>
                </c:pt>
                <c:pt idx="251">
                  <c:v>1.0000000000047748E-2</c:v>
                </c:pt>
                <c:pt idx="252">
                  <c:v>1.0000000000047748E-2</c:v>
                </c:pt>
                <c:pt idx="253">
                  <c:v>1.0000000000047748E-2</c:v>
                </c:pt>
                <c:pt idx="254">
                  <c:v>1.0000000000047748E-2</c:v>
                </c:pt>
                <c:pt idx="255">
                  <c:v>1.0000000000047748E-2</c:v>
                </c:pt>
                <c:pt idx="256">
                  <c:v>1.0000000000047748E-2</c:v>
                </c:pt>
                <c:pt idx="257">
                  <c:v>1.0000000000047748E-2</c:v>
                </c:pt>
                <c:pt idx="258">
                  <c:v>1.0000000000047748E-2</c:v>
                </c:pt>
                <c:pt idx="259">
                  <c:v>1.0000000000047748E-2</c:v>
                </c:pt>
                <c:pt idx="260">
                  <c:v>1.0000000000047748E-2</c:v>
                </c:pt>
                <c:pt idx="261">
                  <c:v>1.0000000000047748E-2</c:v>
                </c:pt>
                <c:pt idx="262">
                  <c:v>1.0000000000047748E-2</c:v>
                </c:pt>
                <c:pt idx="263">
                  <c:v>1.0000000000047748E-2</c:v>
                </c:pt>
                <c:pt idx="264">
                  <c:v>1.0000000000047748E-2</c:v>
                </c:pt>
                <c:pt idx="265">
                  <c:v>1.0200000000054388E-2</c:v>
                </c:pt>
                <c:pt idx="266">
                  <c:v>1.0300000000029286E-2</c:v>
                </c:pt>
                <c:pt idx="267">
                  <c:v>1.0500000000035925E-2</c:v>
                </c:pt>
                <c:pt idx="268">
                  <c:v>1.0500000000035925E-2</c:v>
                </c:pt>
                <c:pt idx="269">
                  <c:v>1.0600000000010823E-2</c:v>
                </c:pt>
                <c:pt idx="270">
                  <c:v>1.0700000000042564E-2</c:v>
                </c:pt>
                <c:pt idx="271">
                  <c:v>1.0700000000042564E-2</c:v>
                </c:pt>
                <c:pt idx="272">
                  <c:v>1.0800000000017462E-2</c:v>
                </c:pt>
                <c:pt idx="273">
                  <c:v>1.0800000000017462E-2</c:v>
                </c:pt>
                <c:pt idx="274">
                  <c:v>1.0800000000017462E-2</c:v>
                </c:pt>
                <c:pt idx="275">
                  <c:v>1.0800000000017462E-2</c:v>
                </c:pt>
                <c:pt idx="276">
                  <c:v>1.0900000000049204E-2</c:v>
                </c:pt>
                <c:pt idx="277">
                  <c:v>1.0900000000049204E-2</c:v>
                </c:pt>
                <c:pt idx="278">
                  <c:v>1.0900000000049204E-2</c:v>
                </c:pt>
                <c:pt idx="279">
                  <c:v>1.0900000000049204E-2</c:v>
                </c:pt>
                <c:pt idx="280">
                  <c:v>1.0900000000049204E-2</c:v>
                </c:pt>
                <c:pt idx="281">
                  <c:v>1.0900000000049204E-2</c:v>
                </c:pt>
                <c:pt idx="282">
                  <c:v>1.0900000000049204E-2</c:v>
                </c:pt>
                <c:pt idx="283">
                  <c:v>1.0900000000049204E-2</c:v>
                </c:pt>
                <c:pt idx="284">
                  <c:v>1.0900000000049204E-2</c:v>
                </c:pt>
                <c:pt idx="285">
                  <c:v>1.0900000000049204E-2</c:v>
                </c:pt>
                <c:pt idx="286">
                  <c:v>1.0900000000049204E-2</c:v>
                </c:pt>
                <c:pt idx="287">
                  <c:v>1.0900000000049204E-2</c:v>
                </c:pt>
                <c:pt idx="288">
                  <c:v>1.0900000000049204E-2</c:v>
                </c:pt>
                <c:pt idx="289">
                  <c:v>1.0900000000049204E-2</c:v>
                </c:pt>
                <c:pt idx="290">
                  <c:v>1.0900000000049204E-2</c:v>
                </c:pt>
                <c:pt idx="291">
                  <c:v>1.0900000000049204E-2</c:v>
                </c:pt>
                <c:pt idx="292">
                  <c:v>1.0900000000049204E-2</c:v>
                </c:pt>
                <c:pt idx="293">
                  <c:v>1.0900000000049204E-2</c:v>
                </c:pt>
                <c:pt idx="294">
                  <c:v>1.1000000000024102E-2</c:v>
                </c:pt>
                <c:pt idx="295">
                  <c:v>1.1000000000024102E-2</c:v>
                </c:pt>
                <c:pt idx="296">
                  <c:v>1.1000000000024102E-2</c:v>
                </c:pt>
                <c:pt idx="297">
                  <c:v>1.1000000000024102E-2</c:v>
                </c:pt>
                <c:pt idx="298">
                  <c:v>1.1000000000024102E-2</c:v>
                </c:pt>
                <c:pt idx="299">
                  <c:v>1.1000000000024102E-2</c:v>
                </c:pt>
                <c:pt idx="300">
                  <c:v>1.1000000000024102E-2</c:v>
                </c:pt>
                <c:pt idx="301">
                  <c:v>1.1000000000024102E-2</c:v>
                </c:pt>
                <c:pt idx="302">
                  <c:v>1.1000000000024102E-2</c:v>
                </c:pt>
                <c:pt idx="303">
                  <c:v>1.1000000000024102E-2</c:v>
                </c:pt>
                <c:pt idx="304">
                  <c:v>1.1000000000024102E-2</c:v>
                </c:pt>
                <c:pt idx="305">
                  <c:v>1.1000000000024102E-2</c:v>
                </c:pt>
                <c:pt idx="306">
                  <c:v>1.1000000000024102E-2</c:v>
                </c:pt>
                <c:pt idx="307">
                  <c:v>1.1000000000024102E-2</c:v>
                </c:pt>
                <c:pt idx="308">
                  <c:v>1.1000000000024102E-2</c:v>
                </c:pt>
                <c:pt idx="309">
                  <c:v>1.1000000000024102E-2</c:v>
                </c:pt>
                <c:pt idx="310">
                  <c:v>1.1000000000024102E-2</c:v>
                </c:pt>
                <c:pt idx="311">
                  <c:v>1.1000000000024102E-2</c:v>
                </c:pt>
                <c:pt idx="312">
                  <c:v>1.1000000000024102E-2</c:v>
                </c:pt>
                <c:pt idx="313">
                  <c:v>1.1000000000024102E-2</c:v>
                </c:pt>
                <c:pt idx="314">
                  <c:v>1.1000000000024102E-2</c:v>
                </c:pt>
                <c:pt idx="315">
                  <c:v>1.1000000000024102E-2</c:v>
                </c:pt>
                <c:pt idx="316">
                  <c:v>1.1000000000024102E-2</c:v>
                </c:pt>
                <c:pt idx="317">
                  <c:v>1.1000000000024102E-2</c:v>
                </c:pt>
                <c:pt idx="318">
                  <c:v>1.1000000000024102E-2</c:v>
                </c:pt>
                <c:pt idx="319">
                  <c:v>1.1000000000024102E-2</c:v>
                </c:pt>
                <c:pt idx="320">
                  <c:v>1.1000000000024102E-2</c:v>
                </c:pt>
                <c:pt idx="321">
                  <c:v>1.1000000000024102E-2</c:v>
                </c:pt>
                <c:pt idx="322">
                  <c:v>1.1000000000024102E-2</c:v>
                </c:pt>
                <c:pt idx="323">
                  <c:v>1.1000000000024102E-2</c:v>
                </c:pt>
                <c:pt idx="324">
                  <c:v>1.1000000000024102E-2</c:v>
                </c:pt>
                <c:pt idx="325">
                  <c:v>1.1000000000024102E-2</c:v>
                </c:pt>
                <c:pt idx="326">
                  <c:v>1.1000000000024102E-2</c:v>
                </c:pt>
                <c:pt idx="327">
                  <c:v>1.1000000000024102E-2</c:v>
                </c:pt>
                <c:pt idx="328">
                  <c:v>1.1000000000024102E-2</c:v>
                </c:pt>
                <c:pt idx="329">
                  <c:v>1.1000000000024102E-2</c:v>
                </c:pt>
                <c:pt idx="330">
                  <c:v>1.1000000000024102E-2</c:v>
                </c:pt>
                <c:pt idx="331">
                  <c:v>1.1000000000024102E-2</c:v>
                </c:pt>
                <c:pt idx="332">
                  <c:v>1.1000000000024102E-2</c:v>
                </c:pt>
                <c:pt idx="333">
                  <c:v>1.1000000000024102E-2</c:v>
                </c:pt>
                <c:pt idx="334">
                  <c:v>1.1000000000024102E-2</c:v>
                </c:pt>
                <c:pt idx="335">
                  <c:v>1.1000000000024102E-2</c:v>
                </c:pt>
                <c:pt idx="336">
                  <c:v>1.1000000000024102E-2</c:v>
                </c:pt>
                <c:pt idx="337">
                  <c:v>1.1000000000024102E-2</c:v>
                </c:pt>
                <c:pt idx="338">
                  <c:v>1.1000000000024102E-2</c:v>
                </c:pt>
                <c:pt idx="339">
                  <c:v>1.1000000000024102E-2</c:v>
                </c:pt>
                <c:pt idx="340">
                  <c:v>1.0900000000049204E-2</c:v>
                </c:pt>
                <c:pt idx="341">
                  <c:v>1.0600000000010823E-2</c:v>
                </c:pt>
                <c:pt idx="342">
                  <c:v>1.0400000000004184E-2</c:v>
                </c:pt>
                <c:pt idx="343">
                  <c:v>1.0300000000029286E-2</c:v>
                </c:pt>
                <c:pt idx="344">
                  <c:v>1.0200000000054388E-2</c:v>
                </c:pt>
                <c:pt idx="345">
                  <c:v>1.0100000000022646E-2</c:v>
                </c:pt>
                <c:pt idx="346">
                  <c:v>1.0100000000022646E-2</c:v>
                </c:pt>
                <c:pt idx="347">
                  <c:v>1.0000000000047748E-2</c:v>
                </c:pt>
                <c:pt idx="348">
                  <c:v>1.0000000000047748E-2</c:v>
                </c:pt>
                <c:pt idx="349">
                  <c:v>1.0000000000047748E-2</c:v>
                </c:pt>
                <c:pt idx="350">
                  <c:v>9.9000000000160071E-3</c:v>
                </c:pt>
                <c:pt idx="351">
                  <c:v>9.9000000000160071E-3</c:v>
                </c:pt>
                <c:pt idx="352">
                  <c:v>9.9000000000160071E-3</c:v>
                </c:pt>
                <c:pt idx="353">
                  <c:v>9.9000000000160071E-3</c:v>
                </c:pt>
                <c:pt idx="354">
                  <c:v>9.8000000000411092E-3</c:v>
                </c:pt>
                <c:pt idx="355">
                  <c:v>9.8000000000411092E-3</c:v>
                </c:pt>
                <c:pt idx="356">
                  <c:v>9.8000000000411092E-3</c:v>
                </c:pt>
                <c:pt idx="357">
                  <c:v>9.8000000000411092E-3</c:v>
                </c:pt>
                <c:pt idx="358">
                  <c:v>9.8000000000411092E-3</c:v>
                </c:pt>
                <c:pt idx="359">
                  <c:v>9.8000000000411092E-3</c:v>
                </c:pt>
                <c:pt idx="360">
                  <c:v>9.8000000000411092E-3</c:v>
                </c:pt>
                <c:pt idx="361">
                  <c:v>9.8000000000411092E-3</c:v>
                </c:pt>
                <c:pt idx="362">
                  <c:v>9.8000000000411092E-3</c:v>
                </c:pt>
                <c:pt idx="363">
                  <c:v>9.7000000000093678E-3</c:v>
                </c:pt>
                <c:pt idx="364">
                  <c:v>9.7000000000093678E-3</c:v>
                </c:pt>
                <c:pt idx="365">
                  <c:v>9.7000000000093678E-3</c:v>
                </c:pt>
                <c:pt idx="366">
                  <c:v>9.7000000000093678E-3</c:v>
                </c:pt>
                <c:pt idx="367">
                  <c:v>9.7000000000093678E-3</c:v>
                </c:pt>
                <c:pt idx="368">
                  <c:v>9.7000000000093678E-3</c:v>
                </c:pt>
                <c:pt idx="369">
                  <c:v>9.7000000000093678E-3</c:v>
                </c:pt>
                <c:pt idx="370">
                  <c:v>9.7000000000093678E-3</c:v>
                </c:pt>
                <c:pt idx="371">
                  <c:v>9.7000000000093678E-3</c:v>
                </c:pt>
                <c:pt idx="372">
                  <c:v>9.8000000000411092E-3</c:v>
                </c:pt>
                <c:pt idx="373">
                  <c:v>9.8000000000411092E-3</c:v>
                </c:pt>
                <c:pt idx="374">
                  <c:v>9.9000000000160071E-3</c:v>
                </c:pt>
                <c:pt idx="375">
                  <c:v>9.9000000000160071E-3</c:v>
                </c:pt>
                <c:pt idx="376">
                  <c:v>9.9000000000160071E-3</c:v>
                </c:pt>
                <c:pt idx="377">
                  <c:v>9.9000000000160071E-3</c:v>
                </c:pt>
                <c:pt idx="378">
                  <c:v>9.9000000000160071E-3</c:v>
                </c:pt>
                <c:pt idx="379">
                  <c:v>9.9000000000160071E-3</c:v>
                </c:pt>
                <c:pt idx="380">
                  <c:v>9.9000000000160071E-3</c:v>
                </c:pt>
                <c:pt idx="381">
                  <c:v>9.9000000000160071E-3</c:v>
                </c:pt>
                <c:pt idx="382">
                  <c:v>1.0000000000047748E-2</c:v>
                </c:pt>
                <c:pt idx="383">
                  <c:v>1.0000000000047748E-2</c:v>
                </c:pt>
                <c:pt idx="384">
                  <c:v>1.0000000000047748E-2</c:v>
                </c:pt>
                <c:pt idx="385">
                  <c:v>1.0000000000047748E-2</c:v>
                </c:pt>
                <c:pt idx="386">
                  <c:v>1.0000000000047748E-2</c:v>
                </c:pt>
                <c:pt idx="387">
                  <c:v>1.0000000000047748E-2</c:v>
                </c:pt>
                <c:pt idx="388">
                  <c:v>1.0000000000047748E-2</c:v>
                </c:pt>
                <c:pt idx="389">
                  <c:v>1.0000000000047748E-2</c:v>
                </c:pt>
                <c:pt idx="390">
                  <c:v>1.0000000000047748E-2</c:v>
                </c:pt>
                <c:pt idx="391">
                  <c:v>1.0000000000047748E-2</c:v>
                </c:pt>
                <c:pt idx="392">
                  <c:v>1.0000000000047748E-2</c:v>
                </c:pt>
                <c:pt idx="393">
                  <c:v>1.0000000000047748E-2</c:v>
                </c:pt>
                <c:pt idx="394">
                  <c:v>1.0000000000047748E-2</c:v>
                </c:pt>
                <c:pt idx="395">
                  <c:v>1.0000000000047748E-2</c:v>
                </c:pt>
                <c:pt idx="396">
                  <c:v>1.0000000000047748E-2</c:v>
                </c:pt>
                <c:pt idx="397">
                  <c:v>1.0000000000047748E-2</c:v>
                </c:pt>
                <c:pt idx="398">
                  <c:v>1.0000000000047748E-2</c:v>
                </c:pt>
                <c:pt idx="399">
                  <c:v>1.0000000000047748E-2</c:v>
                </c:pt>
                <c:pt idx="400">
                  <c:v>1.0000000000047748E-2</c:v>
                </c:pt>
                <c:pt idx="401">
                  <c:v>1.0000000000047748E-2</c:v>
                </c:pt>
                <c:pt idx="402">
                  <c:v>1.0000000000047748E-2</c:v>
                </c:pt>
                <c:pt idx="403">
                  <c:v>1.0000000000047748E-2</c:v>
                </c:pt>
                <c:pt idx="404">
                  <c:v>1.0000000000047748E-2</c:v>
                </c:pt>
                <c:pt idx="405">
                  <c:v>1.0000000000047748E-2</c:v>
                </c:pt>
                <c:pt idx="406">
                  <c:v>1.0000000000047748E-2</c:v>
                </c:pt>
                <c:pt idx="407">
                  <c:v>1.0000000000047748E-2</c:v>
                </c:pt>
                <c:pt idx="408">
                  <c:v>1.0000000000047748E-2</c:v>
                </c:pt>
                <c:pt idx="409">
                  <c:v>1.0000000000047748E-2</c:v>
                </c:pt>
                <c:pt idx="410">
                  <c:v>1.0000000000047748E-2</c:v>
                </c:pt>
                <c:pt idx="411">
                  <c:v>1.0000000000047748E-2</c:v>
                </c:pt>
                <c:pt idx="412">
                  <c:v>1.0000000000047748E-2</c:v>
                </c:pt>
                <c:pt idx="413">
                  <c:v>1.0000000000047748E-2</c:v>
                </c:pt>
                <c:pt idx="414">
                  <c:v>1.0000000000047748E-2</c:v>
                </c:pt>
                <c:pt idx="415">
                  <c:v>1.0000000000047748E-2</c:v>
                </c:pt>
                <c:pt idx="416">
                  <c:v>1.0000000000047748E-2</c:v>
                </c:pt>
                <c:pt idx="417">
                  <c:v>1.0000000000047748E-2</c:v>
                </c:pt>
                <c:pt idx="418">
                  <c:v>1.0000000000047748E-2</c:v>
                </c:pt>
                <c:pt idx="419">
                  <c:v>1.0000000000047748E-2</c:v>
                </c:pt>
                <c:pt idx="420">
                  <c:v>1.0000000000047748E-2</c:v>
                </c:pt>
                <c:pt idx="421">
                  <c:v>1.0000000000047748E-2</c:v>
                </c:pt>
                <c:pt idx="422">
                  <c:v>1.0000000000047748E-2</c:v>
                </c:pt>
                <c:pt idx="423">
                  <c:v>1.0200000000054388E-2</c:v>
                </c:pt>
                <c:pt idx="424">
                  <c:v>1.0400000000004184E-2</c:v>
                </c:pt>
                <c:pt idx="425">
                  <c:v>1.0500000000035925E-2</c:v>
                </c:pt>
                <c:pt idx="426">
                  <c:v>1.0600000000010823E-2</c:v>
                </c:pt>
                <c:pt idx="427">
                  <c:v>1.0600000000010823E-2</c:v>
                </c:pt>
                <c:pt idx="428">
                  <c:v>1.0700000000042564E-2</c:v>
                </c:pt>
                <c:pt idx="429">
                  <c:v>1.0700000000042564E-2</c:v>
                </c:pt>
                <c:pt idx="430">
                  <c:v>1.0800000000017462E-2</c:v>
                </c:pt>
                <c:pt idx="431">
                  <c:v>1.0800000000017462E-2</c:v>
                </c:pt>
                <c:pt idx="432">
                  <c:v>1.0800000000017462E-2</c:v>
                </c:pt>
                <c:pt idx="433">
                  <c:v>1.0800000000017462E-2</c:v>
                </c:pt>
                <c:pt idx="434">
                  <c:v>1.0900000000049204E-2</c:v>
                </c:pt>
                <c:pt idx="435">
                  <c:v>1.0900000000049204E-2</c:v>
                </c:pt>
                <c:pt idx="436">
                  <c:v>1.0900000000049204E-2</c:v>
                </c:pt>
                <c:pt idx="437">
                  <c:v>1.0900000000049204E-2</c:v>
                </c:pt>
                <c:pt idx="438">
                  <c:v>1.0900000000049204E-2</c:v>
                </c:pt>
                <c:pt idx="439">
                  <c:v>1.0900000000049204E-2</c:v>
                </c:pt>
                <c:pt idx="440">
                  <c:v>1.0900000000049204E-2</c:v>
                </c:pt>
                <c:pt idx="441">
                  <c:v>1.0900000000049204E-2</c:v>
                </c:pt>
                <c:pt idx="442">
                  <c:v>1.0900000000049204E-2</c:v>
                </c:pt>
                <c:pt idx="443">
                  <c:v>1.0900000000049204E-2</c:v>
                </c:pt>
                <c:pt idx="444">
                  <c:v>1.0900000000049204E-2</c:v>
                </c:pt>
                <c:pt idx="445">
                  <c:v>1.0900000000049204E-2</c:v>
                </c:pt>
                <c:pt idx="446">
                  <c:v>1.0900000000049204E-2</c:v>
                </c:pt>
                <c:pt idx="447">
                  <c:v>1.0900000000049204E-2</c:v>
                </c:pt>
                <c:pt idx="448">
                  <c:v>1.0900000000049204E-2</c:v>
                </c:pt>
                <c:pt idx="449">
                  <c:v>1.0900000000049204E-2</c:v>
                </c:pt>
                <c:pt idx="450">
                  <c:v>1.0900000000049204E-2</c:v>
                </c:pt>
                <c:pt idx="451">
                  <c:v>1.0900000000049204E-2</c:v>
                </c:pt>
                <c:pt idx="452">
                  <c:v>1.0900000000049204E-2</c:v>
                </c:pt>
                <c:pt idx="453">
                  <c:v>1.1000000000024102E-2</c:v>
                </c:pt>
                <c:pt idx="454">
                  <c:v>1.1000000000024102E-2</c:v>
                </c:pt>
                <c:pt idx="455">
                  <c:v>1.1000000000024102E-2</c:v>
                </c:pt>
                <c:pt idx="456">
                  <c:v>1.1000000000024102E-2</c:v>
                </c:pt>
                <c:pt idx="457">
                  <c:v>1.1000000000024102E-2</c:v>
                </c:pt>
                <c:pt idx="458">
                  <c:v>1.1000000000024102E-2</c:v>
                </c:pt>
                <c:pt idx="459">
                  <c:v>1.1000000000024102E-2</c:v>
                </c:pt>
                <c:pt idx="460">
                  <c:v>1.1000000000024102E-2</c:v>
                </c:pt>
                <c:pt idx="461">
                  <c:v>1.1000000000024102E-2</c:v>
                </c:pt>
                <c:pt idx="462">
                  <c:v>1.1000000000024102E-2</c:v>
                </c:pt>
                <c:pt idx="463">
                  <c:v>1.1000000000024102E-2</c:v>
                </c:pt>
                <c:pt idx="464">
                  <c:v>1.1000000000024102E-2</c:v>
                </c:pt>
                <c:pt idx="465">
                  <c:v>1.1000000000024102E-2</c:v>
                </c:pt>
                <c:pt idx="466">
                  <c:v>1.1000000000024102E-2</c:v>
                </c:pt>
                <c:pt idx="467">
                  <c:v>1.1000000000024102E-2</c:v>
                </c:pt>
                <c:pt idx="468">
                  <c:v>1.1000000000024102E-2</c:v>
                </c:pt>
                <c:pt idx="469">
                  <c:v>1.1000000000024102E-2</c:v>
                </c:pt>
                <c:pt idx="470">
                  <c:v>1.1000000000024102E-2</c:v>
                </c:pt>
                <c:pt idx="471">
                  <c:v>1.1000000000024102E-2</c:v>
                </c:pt>
                <c:pt idx="472">
                  <c:v>1.1000000000024102E-2</c:v>
                </c:pt>
                <c:pt idx="473">
                  <c:v>1.1000000000024102E-2</c:v>
                </c:pt>
                <c:pt idx="474">
                  <c:v>1.1000000000024102E-2</c:v>
                </c:pt>
                <c:pt idx="475">
                  <c:v>1.1000000000024102E-2</c:v>
                </c:pt>
                <c:pt idx="476">
                  <c:v>1.1000000000024102E-2</c:v>
                </c:pt>
                <c:pt idx="477">
                  <c:v>1.1000000000024102E-2</c:v>
                </c:pt>
                <c:pt idx="478">
                  <c:v>1.1000000000024102E-2</c:v>
                </c:pt>
                <c:pt idx="479">
                  <c:v>1.1000000000024102E-2</c:v>
                </c:pt>
                <c:pt idx="480">
                  <c:v>1.1000000000024102E-2</c:v>
                </c:pt>
                <c:pt idx="481">
                  <c:v>1.1000000000024102E-2</c:v>
                </c:pt>
                <c:pt idx="482">
                  <c:v>1.1000000000024102E-2</c:v>
                </c:pt>
                <c:pt idx="483">
                  <c:v>1.1000000000024102E-2</c:v>
                </c:pt>
                <c:pt idx="484">
                  <c:v>1.1000000000024102E-2</c:v>
                </c:pt>
                <c:pt idx="485">
                  <c:v>1.1000000000024102E-2</c:v>
                </c:pt>
                <c:pt idx="486">
                  <c:v>1.1000000000024102E-2</c:v>
                </c:pt>
                <c:pt idx="487">
                  <c:v>1.1000000000024102E-2</c:v>
                </c:pt>
                <c:pt idx="488">
                  <c:v>1.1000000000024102E-2</c:v>
                </c:pt>
                <c:pt idx="489">
                  <c:v>1.1000000000024102E-2</c:v>
                </c:pt>
                <c:pt idx="490">
                  <c:v>1.1000000000024102E-2</c:v>
                </c:pt>
                <c:pt idx="491">
                  <c:v>1.1000000000024102E-2</c:v>
                </c:pt>
                <c:pt idx="492">
                  <c:v>1.1000000000024102E-2</c:v>
                </c:pt>
                <c:pt idx="493">
                  <c:v>1.1000000000024102E-2</c:v>
                </c:pt>
                <c:pt idx="494">
                  <c:v>1.1000000000024102E-2</c:v>
                </c:pt>
                <c:pt idx="495">
                  <c:v>1.1000000000024102E-2</c:v>
                </c:pt>
                <c:pt idx="496">
                  <c:v>1.1000000000024102E-2</c:v>
                </c:pt>
                <c:pt idx="497">
                  <c:v>1.1000000000024102E-2</c:v>
                </c:pt>
                <c:pt idx="498">
                  <c:v>1.1000000000024102E-2</c:v>
                </c:pt>
                <c:pt idx="499">
                  <c:v>1.0800000000017462E-2</c:v>
                </c:pt>
                <c:pt idx="500">
                  <c:v>1.0600000000010823E-2</c:v>
                </c:pt>
                <c:pt idx="501">
                  <c:v>1.0400000000004184E-2</c:v>
                </c:pt>
                <c:pt idx="502">
                  <c:v>1.0300000000029286E-2</c:v>
                </c:pt>
                <c:pt idx="503">
                  <c:v>1.0200000000054388E-2</c:v>
                </c:pt>
                <c:pt idx="504">
                  <c:v>1.0100000000022646E-2</c:v>
                </c:pt>
                <c:pt idx="505">
                  <c:v>1.0100000000022646E-2</c:v>
                </c:pt>
                <c:pt idx="506">
                  <c:v>1.0000000000047748E-2</c:v>
                </c:pt>
                <c:pt idx="507">
                  <c:v>1.0000000000047748E-2</c:v>
                </c:pt>
                <c:pt idx="508">
                  <c:v>9.9000000000160071E-3</c:v>
                </c:pt>
                <c:pt idx="509">
                  <c:v>9.9000000000160071E-3</c:v>
                </c:pt>
                <c:pt idx="510">
                  <c:v>9.9000000000160071E-3</c:v>
                </c:pt>
                <c:pt idx="511">
                  <c:v>9.9000000000160071E-3</c:v>
                </c:pt>
                <c:pt idx="512">
                  <c:v>9.9000000000160071E-3</c:v>
                </c:pt>
                <c:pt idx="513">
                  <c:v>9.8000000000411092E-3</c:v>
                </c:pt>
                <c:pt idx="514">
                  <c:v>9.8000000000411092E-3</c:v>
                </c:pt>
                <c:pt idx="515">
                  <c:v>9.8000000000411092E-3</c:v>
                </c:pt>
                <c:pt idx="516">
                  <c:v>9.8000000000411092E-3</c:v>
                </c:pt>
                <c:pt idx="517">
                  <c:v>9.8000000000411092E-3</c:v>
                </c:pt>
                <c:pt idx="518">
                  <c:v>9.8000000000411092E-3</c:v>
                </c:pt>
                <c:pt idx="519">
                  <c:v>9.8000000000411092E-3</c:v>
                </c:pt>
                <c:pt idx="520">
                  <c:v>9.7000000000093678E-3</c:v>
                </c:pt>
                <c:pt idx="521">
                  <c:v>9.7000000000093678E-3</c:v>
                </c:pt>
                <c:pt idx="522">
                  <c:v>9.7000000000093678E-3</c:v>
                </c:pt>
                <c:pt idx="523">
                  <c:v>9.7000000000093678E-3</c:v>
                </c:pt>
                <c:pt idx="524">
                  <c:v>9.7000000000093678E-3</c:v>
                </c:pt>
                <c:pt idx="525">
                  <c:v>9.7000000000093678E-3</c:v>
                </c:pt>
                <c:pt idx="526">
                  <c:v>9.7000000000093678E-3</c:v>
                </c:pt>
                <c:pt idx="527">
                  <c:v>9.7000000000093678E-3</c:v>
                </c:pt>
                <c:pt idx="528">
                  <c:v>9.7000000000093678E-3</c:v>
                </c:pt>
                <c:pt idx="529">
                  <c:v>9.7000000000093678E-3</c:v>
                </c:pt>
                <c:pt idx="530">
                  <c:v>9.8000000000411092E-3</c:v>
                </c:pt>
                <c:pt idx="531">
                  <c:v>9.8000000000411092E-3</c:v>
                </c:pt>
                <c:pt idx="532">
                  <c:v>9.9000000000160071E-3</c:v>
                </c:pt>
              </c:numCache>
            </c:numRef>
          </c:yVal>
          <c:smooth val="1"/>
          <c:extLst>
            <c:ext xmlns:c16="http://schemas.microsoft.com/office/drawing/2014/chart" uri="{C3380CC4-5D6E-409C-BE32-E72D297353CC}">
              <c16:uniqueId val="{0000001C-1510-4437-9CAD-7ED8315A59D8}"/>
            </c:ext>
          </c:extLst>
        </c:ser>
        <c:ser>
          <c:idx val="29"/>
          <c:order val="29"/>
          <c:tx>
            <c:strRef>
              <c:f>SM50000_TEMPSoc5l2_50000!$PR$1</c:f>
              <c:strCache>
                <c:ptCount val="1"/>
                <c:pt idx="0">
                  <c:v>TELE_SM_INTERIOR.289</c:v>
                </c:pt>
              </c:strCache>
            </c:strRef>
          </c:tx>
          <c:spPr>
            <a:ln w="19050" cap="rnd">
              <a:solidFill>
                <a:schemeClr val="accent6">
                  <a:lumMod val="60000"/>
                  <a:lumOff val="40000"/>
                </a:schemeClr>
              </a:solidFill>
              <a:round/>
            </a:ln>
            <a:effectLst/>
          </c:spPr>
          <c:marker>
            <c:symbol val="circle"/>
            <c:size val="5"/>
            <c:spPr>
              <a:solidFill>
                <a:schemeClr val="accent6">
                  <a:lumMod val="60000"/>
                  <a:lumOff val="40000"/>
                </a:schemeClr>
              </a:solidFill>
              <a:ln w="9525">
                <a:solidFill>
                  <a:schemeClr val="accent6">
                    <a:lumMod val="60000"/>
                    <a:lumOff val="4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SM50000_TEMPSoc5l2_50000!$PR$2:$PR$536</c:f>
              <c:numCache>
                <c:formatCode>General</c:formatCode>
                <c:ptCount val="533"/>
                <c:pt idx="0">
                  <c:v>0</c:v>
                </c:pt>
                <c:pt idx="1">
                  <c:v>2.200000000016189E-3</c:v>
                </c:pt>
                <c:pt idx="2">
                  <c:v>3.9000000000442014E-3</c:v>
                </c:pt>
                <c:pt idx="3">
                  <c:v>4.9000000000205546E-3</c:v>
                </c:pt>
                <c:pt idx="4">
                  <c:v>5.6000000000153705E-3</c:v>
                </c:pt>
                <c:pt idx="5">
                  <c:v>6.2000000000352884E-3</c:v>
                </c:pt>
                <c:pt idx="6">
                  <c:v>6.600000000048567E-3</c:v>
                </c:pt>
                <c:pt idx="7">
                  <c:v>6.9000000000301043E-3</c:v>
                </c:pt>
                <c:pt idx="8">
                  <c:v>7.2000000000116415E-3</c:v>
                </c:pt>
                <c:pt idx="9">
                  <c:v>7.4999999999931788E-3</c:v>
                </c:pt>
                <c:pt idx="10">
                  <c:v>7.6999999999998181E-3</c:v>
                </c:pt>
                <c:pt idx="11">
                  <c:v>7.9000000000064574E-3</c:v>
                </c:pt>
                <c:pt idx="12">
                  <c:v>8.1000000000130967E-3</c:v>
                </c:pt>
                <c:pt idx="13">
                  <c:v>8.300000000019736E-3</c:v>
                </c:pt>
                <c:pt idx="14">
                  <c:v>8.5000000000263753E-3</c:v>
                </c:pt>
                <c:pt idx="15">
                  <c:v>8.7000000000330147E-3</c:v>
                </c:pt>
                <c:pt idx="16">
                  <c:v>8.8000000000079126E-3</c:v>
                </c:pt>
                <c:pt idx="17">
                  <c:v>9.0000000000145519E-3</c:v>
                </c:pt>
                <c:pt idx="18">
                  <c:v>9.1000000000462933E-3</c:v>
                </c:pt>
                <c:pt idx="19">
                  <c:v>9.2999999999960892E-3</c:v>
                </c:pt>
                <c:pt idx="20">
                  <c:v>9.4000000000278305E-3</c:v>
                </c:pt>
                <c:pt idx="21">
                  <c:v>9.5000000000027285E-3</c:v>
                </c:pt>
                <c:pt idx="22">
                  <c:v>9.6000000000344698E-3</c:v>
                </c:pt>
                <c:pt idx="23">
                  <c:v>9.7000000000093678E-3</c:v>
                </c:pt>
                <c:pt idx="24">
                  <c:v>9.8000000000411092E-3</c:v>
                </c:pt>
                <c:pt idx="25">
                  <c:v>9.9000000000160071E-3</c:v>
                </c:pt>
                <c:pt idx="26">
                  <c:v>1.0000000000047748E-2</c:v>
                </c:pt>
                <c:pt idx="27">
                  <c:v>9.9000000000160071E-3</c:v>
                </c:pt>
                <c:pt idx="28">
                  <c:v>9.7000000000093678E-3</c:v>
                </c:pt>
                <c:pt idx="29">
                  <c:v>9.6000000000344698E-3</c:v>
                </c:pt>
                <c:pt idx="30">
                  <c:v>9.5000000000027285E-3</c:v>
                </c:pt>
                <c:pt idx="31">
                  <c:v>9.5000000000027285E-3</c:v>
                </c:pt>
                <c:pt idx="32">
                  <c:v>9.4000000000278305E-3</c:v>
                </c:pt>
                <c:pt idx="33">
                  <c:v>9.4000000000278305E-3</c:v>
                </c:pt>
                <c:pt idx="34">
                  <c:v>9.4000000000278305E-3</c:v>
                </c:pt>
                <c:pt idx="35">
                  <c:v>9.4000000000278305E-3</c:v>
                </c:pt>
                <c:pt idx="36">
                  <c:v>9.4000000000278305E-3</c:v>
                </c:pt>
                <c:pt idx="37">
                  <c:v>9.4000000000278305E-3</c:v>
                </c:pt>
                <c:pt idx="38">
                  <c:v>9.4000000000278305E-3</c:v>
                </c:pt>
                <c:pt idx="39">
                  <c:v>9.4000000000278305E-3</c:v>
                </c:pt>
                <c:pt idx="40">
                  <c:v>9.4000000000278305E-3</c:v>
                </c:pt>
                <c:pt idx="41">
                  <c:v>9.4000000000278305E-3</c:v>
                </c:pt>
                <c:pt idx="42">
                  <c:v>9.4000000000278305E-3</c:v>
                </c:pt>
                <c:pt idx="43">
                  <c:v>9.4000000000278305E-3</c:v>
                </c:pt>
                <c:pt idx="44">
                  <c:v>9.4000000000278305E-3</c:v>
                </c:pt>
                <c:pt idx="45">
                  <c:v>9.4000000000278305E-3</c:v>
                </c:pt>
                <c:pt idx="46">
                  <c:v>9.4000000000278305E-3</c:v>
                </c:pt>
                <c:pt idx="47">
                  <c:v>9.5000000000027285E-3</c:v>
                </c:pt>
                <c:pt idx="48">
                  <c:v>9.5000000000027285E-3</c:v>
                </c:pt>
                <c:pt idx="49">
                  <c:v>9.5000000000027285E-3</c:v>
                </c:pt>
                <c:pt idx="50">
                  <c:v>9.5000000000027285E-3</c:v>
                </c:pt>
                <c:pt idx="51">
                  <c:v>9.5000000000027285E-3</c:v>
                </c:pt>
                <c:pt idx="52">
                  <c:v>9.5000000000027285E-3</c:v>
                </c:pt>
                <c:pt idx="53">
                  <c:v>9.5000000000027285E-3</c:v>
                </c:pt>
                <c:pt idx="54">
                  <c:v>9.5000000000027285E-3</c:v>
                </c:pt>
                <c:pt idx="55">
                  <c:v>9.5000000000027285E-3</c:v>
                </c:pt>
                <c:pt idx="56">
                  <c:v>9.5000000000027285E-3</c:v>
                </c:pt>
                <c:pt idx="57">
                  <c:v>9.6000000000344698E-3</c:v>
                </c:pt>
                <c:pt idx="58">
                  <c:v>9.6000000000344698E-3</c:v>
                </c:pt>
                <c:pt idx="59">
                  <c:v>9.7000000000093678E-3</c:v>
                </c:pt>
                <c:pt idx="60">
                  <c:v>9.8000000000411092E-3</c:v>
                </c:pt>
                <c:pt idx="61">
                  <c:v>9.8000000000411092E-3</c:v>
                </c:pt>
                <c:pt idx="62">
                  <c:v>9.8000000000411092E-3</c:v>
                </c:pt>
                <c:pt idx="63">
                  <c:v>9.9000000000160071E-3</c:v>
                </c:pt>
                <c:pt idx="64">
                  <c:v>9.9000000000160071E-3</c:v>
                </c:pt>
                <c:pt idx="65">
                  <c:v>9.9000000000160071E-3</c:v>
                </c:pt>
                <c:pt idx="66">
                  <c:v>9.9000000000160071E-3</c:v>
                </c:pt>
                <c:pt idx="67">
                  <c:v>9.9000000000160071E-3</c:v>
                </c:pt>
                <c:pt idx="68">
                  <c:v>1.0000000000047748E-2</c:v>
                </c:pt>
                <c:pt idx="69">
                  <c:v>1.0000000000047748E-2</c:v>
                </c:pt>
                <c:pt idx="70">
                  <c:v>1.0000000000047748E-2</c:v>
                </c:pt>
                <c:pt idx="71">
                  <c:v>1.0000000000047748E-2</c:v>
                </c:pt>
                <c:pt idx="72">
                  <c:v>1.0000000000047748E-2</c:v>
                </c:pt>
                <c:pt idx="73">
                  <c:v>1.0000000000047748E-2</c:v>
                </c:pt>
                <c:pt idx="74">
                  <c:v>1.0000000000047748E-2</c:v>
                </c:pt>
                <c:pt idx="75">
                  <c:v>1.0000000000047748E-2</c:v>
                </c:pt>
                <c:pt idx="76">
                  <c:v>1.0000000000047748E-2</c:v>
                </c:pt>
                <c:pt idx="77">
                  <c:v>1.0100000000022646E-2</c:v>
                </c:pt>
                <c:pt idx="78">
                  <c:v>1.0100000000022646E-2</c:v>
                </c:pt>
                <c:pt idx="79">
                  <c:v>1.0100000000022646E-2</c:v>
                </c:pt>
                <c:pt idx="80">
                  <c:v>1.0100000000022646E-2</c:v>
                </c:pt>
                <c:pt idx="81">
                  <c:v>1.0100000000022646E-2</c:v>
                </c:pt>
                <c:pt idx="82">
                  <c:v>1.0100000000022646E-2</c:v>
                </c:pt>
                <c:pt idx="83">
                  <c:v>1.0100000000022646E-2</c:v>
                </c:pt>
                <c:pt idx="84">
                  <c:v>1.0100000000022646E-2</c:v>
                </c:pt>
                <c:pt idx="85">
                  <c:v>1.0100000000022646E-2</c:v>
                </c:pt>
                <c:pt idx="86">
                  <c:v>1.0100000000022646E-2</c:v>
                </c:pt>
                <c:pt idx="87">
                  <c:v>1.0100000000022646E-2</c:v>
                </c:pt>
                <c:pt idx="88">
                  <c:v>1.0100000000022646E-2</c:v>
                </c:pt>
                <c:pt idx="89">
                  <c:v>1.0100000000022646E-2</c:v>
                </c:pt>
                <c:pt idx="90">
                  <c:v>1.0100000000022646E-2</c:v>
                </c:pt>
                <c:pt idx="91">
                  <c:v>1.0100000000022646E-2</c:v>
                </c:pt>
                <c:pt idx="92">
                  <c:v>1.0100000000022646E-2</c:v>
                </c:pt>
                <c:pt idx="93">
                  <c:v>1.0100000000022646E-2</c:v>
                </c:pt>
                <c:pt idx="94">
                  <c:v>1.0100000000022646E-2</c:v>
                </c:pt>
                <c:pt idx="95">
                  <c:v>1.0100000000022646E-2</c:v>
                </c:pt>
                <c:pt idx="96">
                  <c:v>1.0100000000022646E-2</c:v>
                </c:pt>
                <c:pt idx="97">
                  <c:v>1.0100000000022646E-2</c:v>
                </c:pt>
                <c:pt idx="98">
                  <c:v>1.0100000000022646E-2</c:v>
                </c:pt>
                <c:pt idx="99">
                  <c:v>1.0100000000022646E-2</c:v>
                </c:pt>
                <c:pt idx="100">
                  <c:v>1.0100000000022646E-2</c:v>
                </c:pt>
                <c:pt idx="101">
                  <c:v>1.0100000000022646E-2</c:v>
                </c:pt>
                <c:pt idx="102">
                  <c:v>1.0100000000022646E-2</c:v>
                </c:pt>
                <c:pt idx="103">
                  <c:v>1.0100000000022646E-2</c:v>
                </c:pt>
                <c:pt idx="104">
                  <c:v>1.0100000000022646E-2</c:v>
                </c:pt>
                <c:pt idx="105">
                  <c:v>1.0100000000022646E-2</c:v>
                </c:pt>
                <c:pt idx="106">
                  <c:v>1.0100000000022646E-2</c:v>
                </c:pt>
                <c:pt idx="107">
                  <c:v>1.0100000000022646E-2</c:v>
                </c:pt>
                <c:pt idx="108">
                  <c:v>1.0199999999997544E-2</c:v>
                </c:pt>
                <c:pt idx="109">
                  <c:v>1.0300000000029286E-2</c:v>
                </c:pt>
                <c:pt idx="110">
                  <c:v>1.0500000000035925E-2</c:v>
                </c:pt>
                <c:pt idx="111">
                  <c:v>1.0600000000010823E-2</c:v>
                </c:pt>
                <c:pt idx="112">
                  <c:v>1.0600000000010823E-2</c:v>
                </c:pt>
                <c:pt idx="113">
                  <c:v>1.0700000000042564E-2</c:v>
                </c:pt>
                <c:pt idx="114">
                  <c:v>1.0800000000017462E-2</c:v>
                </c:pt>
                <c:pt idx="115">
                  <c:v>1.0800000000017462E-2</c:v>
                </c:pt>
                <c:pt idx="116">
                  <c:v>1.0800000000017462E-2</c:v>
                </c:pt>
                <c:pt idx="117">
                  <c:v>1.0900000000049204E-2</c:v>
                </c:pt>
                <c:pt idx="118">
                  <c:v>1.0900000000049204E-2</c:v>
                </c:pt>
                <c:pt idx="119">
                  <c:v>1.0900000000049204E-2</c:v>
                </c:pt>
                <c:pt idx="120">
                  <c:v>1.0900000000049204E-2</c:v>
                </c:pt>
                <c:pt idx="121">
                  <c:v>1.0900000000049204E-2</c:v>
                </c:pt>
                <c:pt idx="122">
                  <c:v>1.1000000000024102E-2</c:v>
                </c:pt>
                <c:pt idx="123">
                  <c:v>1.1000000000024102E-2</c:v>
                </c:pt>
                <c:pt idx="124">
                  <c:v>1.1000000000024102E-2</c:v>
                </c:pt>
                <c:pt idx="125">
                  <c:v>1.1000000000024102E-2</c:v>
                </c:pt>
                <c:pt idx="126">
                  <c:v>1.1000000000024102E-2</c:v>
                </c:pt>
                <c:pt idx="127">
                  <c:v>1.1000000000024102E-2</c:v>
                </c:pt>
                <c:pt idx="128">
                  <c:v>1.1000000000024102E-2</c:v>
                </c:pt>
                <c:pt idx="129">
                  <c:v>1.1000000000024102E-2</c:v>
                </c:pt>
                <c:pt idx="130">
                  <c:v>1.1000000000024102E-2</c:v>
                </c:pt>
                <c:pt idx="131">
                  <c:v>1.1000000000024102E-2</c:v>
                </c:pt>
                <c:pt idx="132">
                  <c:v>1.1000000000024102E-2</c:v>
                </c:pt>
                <c:pt idx="133">
                  <c:v>1.1000000000024102E-2</c:v>
                </c:pt>
                <c:pt idx="134">
                  <c:v>1.1000000000024102E-2</c:v>
                </c:pt>
                <c:pt idx="135">
                  <c:v>1.1000000000024102E-2</c:v>
                </c:pt>
                <c:pt idx="136">
                  <c:v>1.1000000000024102E-2</c:v>
                </c:pt>
                <c:pt idx="137">
                  <c:v>1.1000000000024102E-2</c:v>
                </c:pt>
                <c:pt idx="138">
                  <c:v>1.1000000000024102E-2</c:v>
                </c:pt>
                <c:pt idx="139">
                  <c:v>1.1000000000024102E-2</c:v>
                </c:pt>
                <c:pt idx="140">
                  <c:v>1.1000000000024102E-2</c:v>
                </c:pt>
                <c:pt idx="141">
                  <c:v>1.1000000000024102E-2</c:v>
                </c:pt>
                <c:pt idx="142">
                  <c:v>1.1000000000024102E-2</c:v>
                </c:pt>
                <c:pt idx="143">
                  <c:v>1.1000000000024102E-2</c:v>
                </c:pt>
                <c:pt idx="144">
                  <c:v>1.1000000000024102E-2</c:v>
                </c:pt>
                <c:pt idx="145">
                  <c:v>1.1000000000024102E-2</c:v>
                </c:pt>
                <c:pt idx="146">
                  <c:v>1.1000000000024102E-2</c:v>
                </c:pt>
                <c:pt idx="147">
                  <c:v>1.1000000000024102E-2</c:v>
                </c:pt>
                <c:pt idx="148">
                  <c:v>1.1000000000024102E-2</c:v>
                </c:pt>
                <c:pt idx="149">
                  <c:v>1.1000000000024102E-2</c:v>
                </c:pt>
                <c:pt idx="150">
                  <c:v>1.1000000000024102E-2</c:v>
                </c:pt>
                <c:pt idx="151">
                  <c:v>1.1000000000024102E-2</c:v>
                </c:pt>
                <c:pt idx="152">
                  <c:v>1.1000000000024102E-2</c:v>
                </c:pt>
                <c:pt idx="153">
                  <c:v>1.1000000000024102E-2</c:v>
                </c:pt>
                <c:pt idx="154">
                  <c:v>1.1000000000024102E-2</c:v>
                </c:pt>
                <c:pt idx="155">
                  <c:v>1.1000000000024102E-2</c:v>
                </c:pt>
                <c:pt idx="156">
                  <c:v>1.1000000000024102E-2</c:v>
                </c:pt>
                <c:pt idx="157">
                  <c:v>1.1000000000024102E-2</c:v>
                </c:pt>
                <c:pt idx="158">
                  <c:v>1.1099999999999E-2</c:v>
                </c:pt>
                <c:pt idx="159">
                  <c:v>1.1099999999999E-2</c:v>
                </c:pt>
                <c:pt idx="160">
                  <c:v>1.1099999999999E-2</c:v>
                </c:pt>
                <c:pt idx="161">
                  <c:v>1.1099999999999E-2</c:v>
                </c:pt>
                <c:pt idx="162">
                  <c:v>1.1099999999999E-2</c:v>
                </c:pt>
                <c:pt idx="163">
                  <c:v>1.1099999999999E-2</c:v>
                </c:pt>
                <c:pt idx="164">
                  <c:v>1.1099999999999E-2</c:v>
                </c:pt>
                <c:pt idx="165">
                  <c:v>1.1200000000030741E-2</c:v>
                </c:pt>
                <c:pt idx="166">
                  <c:v>1.1200000000030741E-2</c:v>
                </c:pt>
                <c:pt idx="167">
                  <c:v>1.1200000000030741E-2</c:v>
                </c:pt>
                <c:pt idx="168">
                  <c:v>1.1200000000030741E-2</c:v>
                </c:pt>
                <c:pt idx="169">
                  <c:v>1.1200000000030741E-2</c:v>
                </c:pt>
                <c:pt idx="170">
                  <c:v>1.1200000000030741E-2</c:v>
                </c:pt>
                <c:pt idx="171">
                  <c:v>1.1200000000030741E-2</c:v>
                </c:pt>
                <c:pt idx="172">
                  <c:v>1.1200000000030741E-2</c:v>
                </c:pt>
                <c:pt idx="173">
                  <c:v>1.1200000000030741E-2</c:v>
                </c:pt>
                <c:pt idx="174">
                  <c:v>1.1200000000030741E-2</c:v>
                </c:pt>
                <c:pt idx="175">
                  <c:v>1.1200000000030741E-2</c:v>
                </c:pt>
                <c:pt idx="176">
                  <c:v>1.1200000000030741E-2</c:v>
                </c:pt>
                <c:pt idx="177">
                  <c:v>1.1200000000030741E-2</c:v>
                </c:pt>
                <c:pt idx="178">
                  <c:v>1.1200000000030741E-2</c:v>
                </c:pt>
                <c:pt idx="179">
                  <c:v>1.1200000000030741E-2</c:v>
                </c:pt>
                <c:pt idx="180">
                  <c:v>1.1200000000030741E-2</c:v>
                </c:pt>
                <c:pt idx="181">
                  <c:v>1.1200000000030741E-2</c:v>
                </c:pt>
                <c:pt idx="182">
                  <c:v>1.1200000000030741E-2</c:v>
                </c:pt>
                <c:pt idx="183">
                  <c:v>1.1200000000030741E-2</c:v>
                </c:pt>
                <c:pt idx="184">
                  <c:v>1.1000000000024102E-2</c:v>
                </c:pt>
                <c:pt idx="185">
                  <c:v>1.0800000000017462E-2</c:v>
                </c:pt>
                <c:pt idx="186">
                  <c:v>1.0600000000010823E-2</c:v>
                </c:pt>
                <c:pt idx="187">
                  <c:v>1.0400000000004184E-2</c:v>
                </c:pt>
                <c:pt idx="188">
                  <c:v>1.0300000000029286E-2</c:v>
                </c:pt>
                <c:pt idx="189">
                  <c:v>1.0199999999997544E-2</c:v>
                </c:pt>
                <c:pt idx="190">
                  <c:v>1.0199999999997544E-2</c:v>
                </c:pt>
                <c:pt idx="191">
                  <c:v>1.0100000000022646E-2</c:v>
                </c:pt>
                <c:pt idx="192">
                  <c:v>1.0100000000022646E-2</c:v>
                </c:pt>
                <c:pt idx="193">
                  <c:v>1.0000000000047748E-2</c:v>
                </c:pt>
                <c:pt idx="194">
                  <c:v>1.0000000000047748E-2</c:v>
                </c:pt>
                <c:pt idx="195">
                  <c:v>9.9000000000160071E-3</c:v>
                </c:pt>
                <c:pt idx="196">
                  <c:v>9.9000000000160071E-3</c:v>
                </c:pt>
                <c:pt idx="197">
                  <c:v>9.9000000000160071E-3</c:v>
                </c:pt>
                <c:pt idx="198">
                  <c:v>9.9000000000160071E-3</c:v>
                </c:pt>
                <c:pt idx="199">
                  <c:v>9.8000000000411092E-3</c:v>
                </c:pt>
                <c:pt idx="200">
                  <c:v>9.8000000000411092E-3</c:v>
                </c:pt>
                <c:pt idx="201">
                  <c:v>9.8000000000411092E-3</c:v>
                </c:pt>
                <c:pt idx="202">
                  <c:v>9.8000000000411092E-3</c:v>
                </c:pt>
                <c:pt idx="203">
                  <c:v>9.8000000000411092E-3</c:v>
                </c:pt>
                <c:pt idx="204">
                  <c:v>9.8000000000411092E-3</c:v>
                </c:pt>
                <c:pt idx="205">
                  <c:v>9.8000000000411092E-3</c:v>
                </c:pt>
                <c:pt idx="206">
                  <c:v>9.7000000000093678E-3</c:v>
                </c:pt>
                <c:pt idx="207">
                  <c:v>9.7000000000093678E-3</c:v>
                </c:pt>
                <c:pt idx="208">
                  <c:v>9.7000000000093678E-3</c:v>
                </c:pt>
                <c:pt idx="209">
                  <c:v>9.7000000000093678E-3</c:v>
                </c:pt>
                <c:pt idx="210">
                  <c:v>9.7000000000093678E-3</c:v>
                </c:pt>
                <c:pt idx="211">
                  <c:v>9.7000000000093678E-3</c:v>
                </c:pt>
                <c:pt idx="212">
                  <c:v>9.7000000000093678E-3</c:v>
                </c:pt>
                <c:pt idx="213">
                  <c:v>9.7000000000093678E-3</c:v>
                </c:pt>
                <c:pt idx="214">
                  <c:v>9.7000000000093678E-3</c:v>
                </c:pt>
                <c:pt idx="215">
                  <c:v>9.8000000000411092E-3</c:v>
                </c:pt>
                <c:pt idx="216">
                  <c:v>9.9000000000160071E-3</c:v>
                </c:pt>
                <c:pt idx="217">
                  <c:v>9.9000000000160071E-3</c:v>
                </c:pt>
                <c:pt idx="218">
                  <c:v>9.9000000000160071E-3</c:v>
                </c:pt>
                <c:pt idx="219">
                  <c:v>1.0000000000047748E-2</c:v>
                </c:pt>
                <c:pt idx="220">
                  <c:v>1.0000000000047748E-2</c:v>
                </c:pt>
                <c:pt idx="221">
                  <c:v>1.0000000000047748E-2</c:v>
                </c:pt>
                <c:pt idx="222">
                  <c:v>1.0000000000047748E-2</c:v>
                </c:pt>
                <c:pt idx="223">
                  <c:v>1.0000000000047748E-2</c:v>
                </c:pt>
                <c:pt idx="224">
                  <c:v>1.0000000000047748E-2</c:v>
                </c:pt>
                <c:pt idx="225">
                  <c:v>1.0000000000047748E-2</c:v>
                </c:pt>
                <c:pt idx="226">
                  <c:v>1.0100000000022646E-2</c:v>
                </c:pt>
                <c:pt idx="227">
                  <c:v>1.0100000000022646E-2</c:v>
                </c:pt>
                <c:pt idx="228">
                  <c:v>1.0100000000022646E-2</c:v>
                </c:pt>
                <c:pt idx="229">
                  <c:v>1.0100000000022646E-2</c:v>
                </c:pt>
                <c:pt idx="230">
                  <c:v>1.0100000000022646E-2</c:v>
                </c:pt>
                <c:pt idx="231">
                  <c:v>1.0100000000022646E-2</c:v>
                </c:pt>
                <c:pt idx="232">
                  <c:v>1.0100000000022646E-2</c:v>
                </c:pt>
                <c:pt idx="233">
                  <c:v>1.0100000000022646E-2</c:v>
                </c:pt>
                <c:pt idx="234">
                  <c:v>1.0100000000022646E-2</c:v>
                </c:pt>
                <c:pt idx="235">
                  <c:v>1.0100000000022646E-2</c:v>
                </c:pt>
                <c:pt idx="236">
                  <c:v>1.0100000000022646E-2</c:v>
                </c:pt>
                <c:pt idx="237">
                  <c:v>1.0100000000022646E-2</c:v>
                </c:pt>
                <c:pt idx="238">
                  <c:v>1.0100000000022646E-2</c:v>
                </c:pt>
                <c:pt idx="239">
                  <c:v>1.0100000000022646E-2</c:v>
                </c:pt>
                <c:pt idx="240">
                  <c:v>1.0100000000022646E-2</c:v>
                </c:pt>
                <c:pt idx="241">
                  <c:v>1.0100000000022646E-2</c:v>
                </c:pt>
                <c:pt idx="242">
                  <c:v>1.0100000000022646E-2</c:v>
                </c:pt>
                <c:pt idx="243">
                  <c:v>1.0100000000022646E-2</c:v>
                </c:pt>
                <c:pt idx="244">
                  <c:v>1.0100000000022646E-2</c:v>
                </c:pt>
                <c:pt idx="245">
                  <c:v>1.0100000000022646E-2</c:v>
                </c:pt>
                <c:pt idx="246">
                  <c:v>1.0100000000022646E-2</c:v>
                </c:pt>
                <c:pt idx="247">
                  <c:v>1.0100000000022646E-2</c:v>
                </c:pt>
                <c:pt idx="248">
                  <c:v>1.0100000000022646E-2</c:v>
                </c:pt>
                <c:pt idx="249">
                  <c:v>1.0100000000022646E-2</c:v>
                </c:pt>
                <c:pt idx="250">
                  <c:v>1.0100000000022646E-2</c:v>
                </c:pt>
                <c:pt idx="251">
                  <c:v>1.0100000000022646E-2</c:v>
                </c:pt>
                <c:pt idx="252">
                  <c:v>1.0100000000022646E-2</c:v>
                </c:pt>
                <c:pt idx="253">
                  <c:v>1.0100000000022646E-2</c:v>
                </c:pt>
                <c:pt idx="254">
                  <c:v>1.0100000000022646E-2</c:v>
                </c:pt>
                <c:pt idx="255">
                  <c:v>1.0100000000022646E-2</c:v>
                </c:pt>
                <c:pt idx="256">
                  <c:v>1.0100000000022646E-2</c:v>
                </c:pt>
                <c:pt idx="257">
                  <c:v>1.0100000000022646E-2</c:v>
                </c:pt>
                <c:pt idx="258">
                  <c:v>1.0100000000022646E-2</c:v>
                </c:pt>
                <c:pt idx="259">
                  <c:v>1.0100000000022646E-2</c:v>
                </c:pt>
                <c:pt idx="260">
                  <c:v>1.0100000000022646E-2</c:v>
                </c:pt>
                <c:pt idx="261">
                  <c:v>1.0100000000022646E-2</c:v>
                </c:pt>
                <c:pt idx="262">
                  <c:v>1.0100000000022646E-2</c:v>
                </c:pt>
                <c:pt idx="263">
                  <c:v>1.0100000000022646E-2</c:v>
                </c:pt>
                <c:pt idx="264">
                  <c:v>1.0100000000022646E-2</c:v>
                </c:pt>
                <c:pt idx="265">
                  <c:v>1.0199999999997544E-2</c:v>
                </c:pt>
                <c:pt idx="266">
                  <c:v>1.0400000000004184E-2</c:v>
                </c:pt>
                <c:pt idx="267">
                  <c:v>1.0500000000035925E-2</c:v>
                </c:pt>
                <c:pt idx="268">
                  <c:v>1.0600000000010823E-2</c:v>
                </c:pt>
                <c:pt idx="269">
                  <c:v>1.0700000000042564E-2</c:v>
                </c:pt>
                <c:pt idx="270">
                  <c:v>1.0700000000042564E-2</c:v>
                </c:pt>
                <c:pt idx="271">
                  <c:v>1.0800000000017462E-2</c:v>
                </c:pt>
                <c:pt idx="272">
                  <c:v>1.0800000000017462E-2</c:v>
                </c:pt>
                <c:pt idx="273">
                  <c:v>1.0900000000049204E-2</c:v>
                </c:pt>
                <c:pt idx="274">
                  <c:v>1.0900000000049204E-2</c:v>
                </c:pt>
                <c:pt idx="275">
                  <c:v>1.0900000000049204E-2</c:v>
                </c:pt>
                <c:pt idx="276">
                  <c:v>1.0900000000049204E-2</c:v>
                </c:pt>
                <c:pt idx="277">
                  <c:v>1.0900000000049204E-2</c:v>
                </c:pt>
                <c:pt idx="278">
                  <c:v>1.1000000000024102E-2</c:v>
                </c:pt>
                <c:pt idx="279">
                  <c:v>1.1000000000024102E-2</c:v>
                </c:pt>
                <c:pt idx="280">
                  <c:v>1.1000000000024102E-2</c:v>
                </c:pt>
                <c:pt idx="281">
                  <c:v>1.1000000000024102E-2</c:v>
                </c:pt>
                <c:pt idx="282">
                  <c:v>1.1000000000024102E-2</c:v>
                </c:pt>
                <c:pt idx="283">
                  <c:v>1.1000000000024102E-2</c:v>
                </c:pt>
                <c:pt idx="284">
                  <c:v>1.1000000000024102E-2</c:v>
                </c:pt>
                <c:pt idx="285">
                  <c:v>1.1000000000024102E-2</c:v>
                </c:pt>
                <c:pt idx="286">
                  <c:v>1.1000000000024102E-2</c:v>
                </c:pt>
                <c:pt idx="287">
                  <c:v>1.1000000000024102E-2</c:v>
                </c:pt>
                <c:pt idx="288">
                  <c:v>1.1000000000024102E-2</c:v>
                </c:pt>
                <c:pt idx="289">
                  <c:v>1.1000000000024102E-2</c:v>
                </c:pt>
                <c:pt idx="290">
                  <c:v>1.1000000000024102E-2</c:v>
                </c:pt>
                <c:pt idx="291">
                  <c:v>1.1000000000024102E-2</c:v>
                </c:pt>
                <c:pt idx="292">
                  <c:v>1.1000000000024102E-2</c:v>
                </c:pt>
                <c:pt idx="293">
                  <c:v>1.1000000000024102E-2</c:v>
                </c:pt>
                <c:pt idx="294">
                  <c:v>1.1000000000024102E-2</c:v>
                </c:pt>
                <c:pt idx="295">
                  <c:v>1.1000000000024102E-2</c:v>
                </c:pt>
                <c:pt idx="296">
                  <c:v>1.1000000000024102E-2</c:v>
                </c:pt>
                <c:pt idx="297">
                  <c:v>1.1000000000024102E-2</c:v>
                </c:pt>
                <c:pt idx="298">
                  <c:v>1.1000000000024102E-2</c:v>
                </c:pt>
                <c:pt idx="299">
                  <c:v>1.1000000000024102E-2</c:v>
                </c:pt>
                <c:pt idx="300">
                  <c:v>1.1000000000024102E-2</c:v>
                </c:pt>
                <c:pt idx="301">
                  <c:v>1.1000000000024102E-2</c:v>
                </c:pt>
                <c:pt idx="302">
                  <c:v>1.1000000000024102E-2</c:v>
                </c:pt>
                <c:pt idx="303">
                  <c:v>1.1000000000024102E-2</c:v>
                </c:pt>
                <c:pt idx="304">
                  <c:v>1.1000000000024102E-2</c:v>
                </c:pt>
                <c:pt idx="305">
                  <c:v>1.1000000000024102E-2</c:v>
                </c:pt>
                <c:pt idx="306">
                  <c:v>1.1000000000024102E-2</c:v>
                </c:pt>
                <c:pt idx="307">
                  <c:v>1.1000000000024102E-2</c:v>
                </c:pt>
                <c:pt idx="308">
                  <c:v>1.1000000000024102E-2</c:v>
                </c:pt>
                <c:pt idx="309">
                  <c:v>1.1000000000024102E-2</c:v>
                </c:pt>
                <c:pt idx="310">
                  <c:v>1.1000000000024102E-2</c:v>
                </c:pt>
                <c:pt idx="311">
                  <c:v>1.1000000000024102E-2</c:v>
                </c:pt>
                <c:pt idx="312">
                  <c:v>1.1000000000024102E-2</c:v>
                </c:pt>
                <c:pt idx="313">
                  <c:v>1.1000000000024102E-2</c:v>
                </c:pt>
                <c:pt idx="314">
                  <c:v>1.1000000000024102E-2</c:v>
                </c:pt>
                <c:pt idx="315">
                  <c:v>1.1099999999999E-2</c:v>
                </c:pt>
                <c:pt idx="316">
                  <c:v>1.1099999999999E-2</c:v>
                </c:pt>
                <c:pt idx="317">
                  <c:v>1.1099999999999E-2</c:v>
                </c:pt>
                <c:pt idx="318">
                  <c:v>1.1099999999999E-2</c:v>
                </c:pt>
                <c:pt idx="319">
                  <c:v>1.1099999999999E-2</c:v>
                </c:pt>
                <c:pt idx="320">
                  <c:v>1.1099999999999E-2</c:v>
                </c:pt>
                <c:pt idx="321">
                  <c:v>1.1099999999999E-2</c:v>
                </c:pt>
                <c:pt idx="322">
                  <c:v>1.1200000000030741E-2</c:v>
                </c:pt>
                <c:pt idx="323">
                  <c:v>1.1200000000030741E-2</c:v>
                </c:pt>
                <c:pt idx="324">
                  <c:v>1.1200000000030741E-2</c:v>
                </c:pt>
                <c:pt idx="325">
                  <c:v>1.1200000000030741E-2</c:v>
                </c:pt>
                <c:pt idx="326">
                  <c:v>1.1200000000030741E-2</c:v>
                </c:pt>
                <c:pt idx="327">
                  <c:v>1.1200000000030741E-2</c:v>
                </c:pt>
                <c:pt idx="328">
                  <c:v>1.1200000000030741E-2</c:v>
                </c:pt>
                <c:pt idx="329">
                  <c:v>1.1200000000030741E-2</c:v>
                </c:pt>
                <c:pt idx="330">
                  <c:v>1.1200000000030741E-2</c:v>
                </c:pt>
                <c:pt idx="331">
                  <c:v>1.1200000000030741E-2</c:v>
                </c:pt>
                <c:pt idx="332">
                  <c:v>1.1200000000030741E-2</c:v>
                </c:pt>
                <c:pt idx="333">
                  <c:v>1.1200000000030741E-2</c:v>
                </c:pt>
                <c:pt idx="334">
                  <c:v>1.1200000000030741E-2</c:v>
                </c:pt>
                <c:pt idx="335">
                  <c:v>1.1200000000030741E-2</c:v>
                </c:pt>
                <c:pt idx="336">
                  <c:v>1.1200000000030741E-2</c:v>
                </c:pt>
                <c:pt idx="337">
                  <c:v>1.1200000000030741E-2</c:v>
                </c:pt>
                <c:pt idx="338">
                  <c:v>1.1200000000030741E-2</c:v>
                </c:pt>
                <c:pt idx="339">
                  <c:v>1.1200000000030741E-2</c:v>
                </c:pt>
                <c:pt idx="340">
                  <c:v>1.1200000000030741E-2</c:v>
                </c:pt>
                <c:pt idx="341">
                  <c:v>1.1000000000024102E-2</c:v>
                </c:pt>
                <c:pt idx="342">
                  <c:v>1.0700000000042564E-2</c:v>
                </c:pt>
                <c:pt idx="343">
                  <c:v>1.0600000000010823E-2</c:v>
                </c:pt>
                <c:pt idx="344">
                  <c:v>1.0400000000004184E-2</c:v>
                </c:pt>
                <c:pt idx="345">
                  <c:v>1.0300000000029286E-2</c:v>
                </c:pt>
                <c:pt idx="346">
                  <c:v>1.0199999999997544E-2</c:v>
                </c:pt>
                <c:pt idx="347">
                  <c:v>1.0199999999997544E-2</c:v>
                </c:pt>
                <c:pt idx="348">
                  <c:v>1.0100000000022646E-2</c:v>
                </c:pt>
                <c:pt idx="349">
                  <c:v>1.0000000000047748E-2</c:v>
                </c:pt>
                <c:pt idx="350">
                  <c:v>1.0000000000047748E-2</c:v>
                </c:pt>
                <c:pt idx="351">
                  <c:v>1.0000000000047748E-2</c:v>
                </c:pt>
                <c:pt idx="352">
                  <c:v>9.9000000000160071E-3</c:v>
                </c:pt>
                <c:pt idx="353">
                  <c:v>9.9000000000160071E-3</c:v>
                </c:pt>
                <c:pt idx="354">
                  <c:v>9.9000000000160071E-3</c:v>
                </c:pt>
                <c:pt idx="355">
                  <c:v>9.9000000000160071E-3</c:v>
                </c:pt>
                <c:pt idx="356">
                  <c:v>9.8000000000411092E-3</c:v>
                </c:pt>
                <c:pt idx="357">
                  <c:v>9.8000000000411092E-3</c:v>
                </c:pt>
                <c:pt idx="358">
                  <c:v>9.8000000000411092E-3</c:v>
                </c:pt>
                <c:pt idx="359">
                  <c:v>9.8000000000411092E-3</c:v>
                </c:pt>
                <c:pt idx="360">
                  <c:v>9.8000000000411092E-3</c:v>
                </c:pt>
                <c:pt idx="361">
                  <c:v>9.8000000000411092E-3</c:v>
                </c:pt>
                <c:pt idx="362">
                  <c:v>9.8000000000411092E-3</c:v>
                </c:pt>
                <c:pt idx="363">
                  <c:v>9.8000000000411092E-3</c:v>
                </c:pt>
                <c:pt idx="364">
                  <c:v>9.7000000000093678E-3</c:v>
                </c:pt>
                <c:pt idx="365">
                  <c:v>9.7000000000093678E-3</c:v>
                </c:pt>
                <c:pt idx="366">
                  <c:v>9.7000000000093678E-3</c:v>
                </c:pt>
                <c:pt idx="367">
                  <c:v>9.7000000000093678E-3</c:v>
                </c:pt>
                <c:pt idx="368">
                  <c:v>9.7000000000093678E-3</c:v>
                </c:pt>
                <c:pt idx="369">
                  <c:v>9.7000000000093678E-3</c:v>
                </c:pt>
                <c:pt idx="370">
                  <c:v>9.7000000000093678E-3</c:v>
                </c:pt>
                <c:pt idx="371">
                  <c:v>9.7000000000093678E-3</c:v>
                </c:pt>
                <c:pt idx="372">
                  <c:v>9.7000000000093678E-3</c:v>
                </c:pt>
                <c:pt idx="373">
                  <c:v>9.8000000000411092E-3</c:v>
                </c:pt>
                <c:pt idx="374">
                  <c:v>9.9000000000160071E-3</c:v>
                </c:pt>
                <c:pt idx="375">
                  <c:v>9.9000000000160071E-3</c:v>
                </c:pt>
                <c:pt idx="376">
                  <c:v>9.9000000000160071E-3</c:v>
                </c:pt>
                <c:pt idx="377">
                  <c:v>1.0000000000047748E-2</c:v>
                </c:pt>
                <c:pt idx="378">
                  <c:v>1.0000000000047748E-2</c:v>
                </c:pt>
                <c:pt idx="379">
                  <c:v>1.0000000000047748E-2</c:v>
                </c:pt>
                <c:pt idx="380">
                  <c:v>1.0000000000047748E-2</c:v>
                </c:pt>
                <c:pt idx="381">
                  <c:v>1.0000000000047748E-2</c:v>
                </c:pt>
                <c:pt idx="382">
                  <c:v>1.0000000000047748E-2</c:v>
                </c:pt>
                <c:pt idx="383">
                  <c:v>1.0000000000047748E-2</c:v>
                </c:pt>
                <c:pt idx="384">
                  <c:v>1.0100000000022646E-2</c:v>
                </c:pt>
                <c:pt idx="385">
                  <c:v>1.0100000000022646E-2</c:v>
                </c:pt>
                <c:pt idx="386">
                  <c:v>1.0100000000022646E-2</c:v>
                </c:pt>
                <c:pt idx="387">
                  <c:v>1.0100000000022646E-2</c:v>
                </c:pt>
                <c:pt idx="388">
                  <c:v>1.0100000000022646E-2</c:v>
                </c:pt>
                <c:pt idx="389">
                  <c:v>1.0100000000022646E-2</c:v>
                </c:pt>
                <c:pt idx="390">
                  <c:v>1.0100000000022646E-2</c:v>
                </c:pt>
                <c:pt idx="391">
                  <c:v>1.0100000000022646E-2</c:v>
                </c:pt>
                <c:pt idx="392">
                  <c:v>1.0100000000022646E-2</c:v>
                </c:pt>
                <c:pt idx="393">
                  <c:v>1.0100000000022646E-2</c:v>
                </c:pt>
                <c:pt idx="394">
                  <c:v>1.0100000000022646E-2</c:v>
                </c:pt>
                <c:pt idx="395">
                  <c:v>1.0100000000022646E-2</c:v>
                </c:pt>
                <c:pt idx="396">
                  <c:v>1.0100000000022646E-2</c:v>
                </c:pt>
                <c:pt idx="397">
                  <c:v>1.0100000000022646E-2</c:v>
                </c:pt>
                <c:pt idx="398">
                  <c:v>1.0100000000022646E-2</c:v>
                </c:pt>
                <c:pt idx="399">
                  <c:v>1.0100000000022646E-2</c:v>
                </c:pt>
                <c:pt idx="400">
                  <c:v>1.0100000000022646E-2</c:v>
                </c:pt>
                <c:pt idx="401">
                  <c:v>1.0100000000022646E-2</c:v>
                </c:pt>
                <c:pt idx="402">
                  <c:v>1.0100000000022646E-2</c:v>
                </c:pt>
                <c:pt idx="403">
                  <c:v>1.0100000000022646E-2</c:v>
                </c:pt>
                <c:pt idx="404">
                  <c:v>1.0100000000022646E-2</c:v>
                </c:pt>
                <c:pt idx="405">
                  <c:v>1.0100000000022646E-2</c:v>
                </c:pt>
                <c:pt idx="406">
                  <c:v>1.0100000000022646E-2</c:v>
                </c:pt>
                <c:pt idx="407">
                  <c:v>1.0100000000022646E-2</c:v>
                </c:pt>
                <c:pt idx="408">
                  <c:v>1.0100000000022646E-2</c:v>
                </c:pt>
                <c:pt idx="409">
                  <c:v>1.0100000000022646E-2</c:v>
                </c:pt>
                <c:pt idx="410">
                  <c:v>1.0100000000022646E-2</c:v>
                </c:pt>
                <c:pt idx="411">
                  <c:v>1.0100000000022646E-2</c:v>
                </c:pt>
                <c:pt idx="412">
                  <c:v>1.0100000000022646E-2</c:v>
                </c:pt>
                <c:pt idx="413">
                  <c:v>1.0100000000022646E-2</c:v>
                </c:pt>
                <c:pt idx="414">
                  <c:v>1.0100000000022646E-2</c:v>
                </c:pt>
                <c:pt idx="415">
                  <c:v>1.0100000000022646E-2</c:v>
                </c:pt>
                <c:pt idx="416">
                  <c:v>1.0100000000022646E-2</c:v>
                </c:pt>
                <c:pt idx="417">
                  <c:v>1.0100000000022646E-2</c:v>
                </c:pt>
                <c:pt idx="418">
                  <c:v>1.0100000000022646E-2</c:v>
                </c:pt>
                <c:pt idx="419">
                  <c:v>1.0100000000022646E-2</c:v>
                </c:pt>
                <c:pt idx="420">
                  <c:v>1.0100000000022646E-2</c:v>
                </c:pt>
                <c:pt idx="421">
                  <c:v>1.0100000000022646E-2</c:v>
                </c:pt>
                <c:pt idx="422">
                  <c:v>1.0100000000022646E-2</c:v>
                </c:pt>
                <c:pt idx="423">
                  <c:v>1.0199999999997544E-2</c:v>
                </c:pt>
                <c:pt idx="424">
                  <c:v>1.0400000000004184E-2</c:v>
                </c:pt>
                <c:pt idx="425">
                  <c:v>1.0500000000035925E-2</c:v>
                </c:pt>
                <c:pt idx="426">
                  <c:v>1.0600000000010823E-2</c:v>
                </c:pt>
                <c:pt idx="427">
                  <c:v>1.0700000000042564E-2</c:v>
                </c:pt>
                <c:pt idx="428">
                  <c:v>1.0700000000042564E-2</c:v>
                </c:pt>
                <c:pt idx="429">
                  <c:v>1.0800000000017462E-2</c:v>
                </c:pt>
                <c:pt idx="430">
                  <c:v>1.0800000000017462E-2</c:v>
                </c:pt>
                <c:pt idx="431">
                  <c:v>1.0900000000049204E-2</c:v>
                </c:pt>
                <c:pt idx="432">
                  <c:v>1.0900000000049204E-2</c:v>
                </c:pt>
                <c:pt idx="433">
                  <c:v>1.0900000000049204E-2</c:v>
                </c:pt>
                <c:pt idx="434">
                  <c:v>1.0900000000049204E-2</c:v>
                </c:pt>
                <c:pt idx="435">
                  <c:v>1.0900000000049204E-2</c:v>
                </c:pt>
                <c:pt idx="436">
                  <c:v>1.1000000000024102E-2</c:v>
                </c:pt>
                <c:pt idx="437">
                  <c:v>1.1000000000024102E-2</c:v>
                </c:pt>
                <c:pt idx="438">
                  <c:v>1.1000000000024102E-2</c:v>
                </c:pt>
                <c:pt idx="439">
                  <c:v>1.1000000000024102E-2</c:v>
                </c:pt>
                <c:pt idx="440">
                  <c:v>1.1000000000024102E-2</c:v>
                </c:pt>
                <c:pt idx="441">
                  <c:v>1.1000000000024102E-2</c:v>
                </c:pt>
                <c:pt idx="442">
                  <c:v>1.1000000000024102E-2</c:v>
                </c:pt>
                <c:pt idx="443">
                  <c:v>1.1000000000024102E-2</c:v>
                </c:pt>
                <c:pt idx="444">
                  <c:v>1.1000000000024102E-2</c:v>
                </c:pt>
                <c:pt idx="445">
                  <c:v>1.1000000000024102E-2</c:v>
                </c:pt>
                <c:pt idx="446">
                  <c:v>1.1000000000024102E-2</c:v>
                </c:pt>
                <c:pt idx="447">
                  <c:v>1.1000000000024102E-2</c:v>
                </c:pt>
                <c:pt idx="448">
                  <c:v>1.1000000000024102E-2</c:v>
                </c:pt>
                <c:pt idx="449">
                  <c:v>1.1000000000024102E-2</c:v>
                </c:pt>
                <c:pt idx="450">
                  <c:v>1.1000000000024102E-2</c:v>
                </c:pt>
                <c:pt idx="451">
                  <c:v>1.1000000000024102E-2</c:v>
                </c:pt>
                <c:pt idx="452">
                  <c:v>1.1000000000024102E-2</c:v>
                </c:pt>
                <c:pt idx="453">
                  <c:v>1.1000000000024102E-2</c:v>
                </c:pt>
                <c:pt idx="454">
                  <c:v>1.1000000000024102E-2</c:v>
                </c:pt>
                <c:pt idx="455">
                  <c:v>1.1000000000024102E-2</c:v>
                </c:pt>
                <c:pt idx="456">
                  <c:v>1.1000000000024102E-2</c:v>
                </c:pt>
                <c:pt idx="457">
                  <c:v>1.1000000000024102E-2</c:v>
                </c:pt>
                <c:pt idx="458">
                  <c:v>1.1000000000024102E-2</c:v>
                </c:pt>
                <c:pt idx="459">
                  <c:v>1.1000000000024102E-2</c:v>
                </c:pt>
                <c:pt idx="460">
                  <c:v>1.1000000000024102E-2</c:v>
                </c:pt>
                <c:pt idx="461">
                  <c:v>1.1000000000024102E-2</c:v>
                </c:pt>
                <c:pt idx="462">
                  <c:v>1.1000000000024102E-2</c:v>
                </c:pt>
                <c:pt idx="463">
                  <c:v>1.1000000000024102E-2</c:v>
                </c:pt>
                <c:pt idx="464">
                  <c:v>1.1000000000024102E-2</c:v>
                </c:pt>
                <c:pt idx="465">
                  <c:v>1.1000000000024102E-2</c:v>
                </c:pt>
                <c:pt idx="466">
                  <c:v>1.1000000000024102E-2</c:v>
                </c:pt>
                <c:pt idx="467">
                  <c:v>1.1000000000024102E-2</c:v>
                </c:pt>
                <c:pt idx="468">
                  <c:v>1.1000000000024102E-2</c:v>
                </c:pt>
                <c:pt idx="469">
                  <c:v>1.1000000000024102E-2</c:v>
                </c:pt>
                <c:pt idx="470">
                  <c:v>1.1000000000024102E-2</c:v>
                </c:pt>
                <c:pt idx="471">
                  <c:v>1.1000000000024102E-2</c:v>
                </c:pt>
                <c:pt idx="472">
                  <c:v>1.1000000000024102E-2</c:v>
                </c:pt>
                <c:pt idx="473">
                  <c:v>1.1000000000024102E-2</c:v>
                </c:pt>
                <c:pt idx="474">
                  <c:v>1.1099999999999E-2</c:v>
                </c:pt>
                <c:pt idx="475">
                  <c:v>1.1099999999999E-2</c:v>
                </c:pt>
                <c:pt idx="476">
                  <c:v>1.1099999999999E-2</c:v>
                </c:pt>
                <c:pt idx="477">
                  <c:v>1.1099999999999E-2</c:v>
                </c:pt>
                <c:pt idx="478">
                  <c:v>1.1099999999999E-2</c:v>
                </c:pt>
                <c:pt idx="479">
                  <c:v>1.1099999999999E-2</c:v>
                </c:pt>
                <c:pt idx="480">
                  <c:v>1.1200000000030741E-2</c:v>
                </c:pt>
                <c:pt idx="481">
                  <c:v>1.1200000000030741E-2</c:v>
                </c:pt>
                <c:pt idx="482">
                  <c:v>1.1200000000030741E-2</c:v>
                </c:pt>
                <c:pt idx="483">
                  <c:v>1.1200000000030741E-2</c:v>
                </c:pt>
                <c:pt idx="484">
                  <c:v>1.1200000000030741E-2</c:v>
                </c:pt>
                <c:pt idx="485">
                  <c:v>1.1200000000030741E-2</c:v>
                </c:pt>
                <c:pt idx="486">
                  <c:v>1.1200000000030741E-2</c:v>
                </c:pt>
                <c:pt idx="487">
                  <c:v>1.1200000000030741E-2</c:v>
                </c:pt>
                <c:pt idx="488">
                  <c:v>1.1200000000030741E-2</c:v>
                </c:pt>
                <c:pt idx="489">
                  <c:v>1.1200000000030741E-2</c:v>
                </c:pt>
                <c:pt idx="490">
                  <c:v>1.1200000000030741E-2</c:v>
                </c:pt>
                <c:pt idx="491">
                  <c:v>1.1200000000030741E-2</c:v>
                </c:pt>
                <c:pt idx="492">
                  <c:v>1.1200000000030741E-2</c:v>
                </c:pt>
                <c:pt idx="493">
                  <c:v>1.1200000000030741E-2</c:v>
                </c:pt>
                <c:pt idx="494">
                  <c:v>1.1200000000030741E-2</c:v>
                </c:pt>
                <c:pt idx="495">
                  <c:v>1.1200000000030741E-2</c:v>
                </c:pt>
                <c:pt idx="496">
                  <c:v>1.1200000000030741E-2</c:v>
                </c:pt>
                <c:pt idx="497">
                  <c:v>1.1200000000030741E-2</c:v>
                </c:pt>
                <c:pt idx="498">
                  <c:v>1.1200000000030741E-2</c:v>
                </c:pt>
                <c:pt idx="499">
                  <c:v>1.1099999999999E-2</c:v>
                </c:pt>
                <c:pt idx="500">
                  <c:v>1.0900000000049204E-2</c:v>
                </c:pt>
                <c:pt idx="501">
                  <c:v>1.0700000000042564E-2</c:v>
                </c:pt>
                <c:pt idx="502">
                  <c:v>1.0500000000035925E-2</c:v>
                </c:pt>
                <c:pt idx="503">
                  <c:v>1.0400000000004184E-2</c:v>
                </c:pt>
                <c:pt idx="504">
                  <c:v>1.0300000000029286E-2</c:v>
                </c:pt>
                <c:pt idx="505">
                  <c:v>1.0199999999997544E-2</c:v>
                </c:pt>
                <c:pt idx="506">
                  <c:v>1.0100000000022646E-2</c:v>
                </c:pt>
                <c:pt idx="507">
                  <c:v>1.0100000000022646E-2</c:v>
                </c:pt>
                <c:pt idx="508">
                  <c:v>1.0000000000047748E-2</c:v>
                </c:pt>
                <c:pt idx="509">
                  <c:v>1.0000000000047748E-2</c:v>
                </c:pt>
                <c:pt idx="510">
                  <c:v>1.0000000000047748E-2</c:v>
                </c:pt>
                <c:pt idx="511">
                  <c:v>9.9000000000160071E-3</c:v>
                </c:pt>
                <c:pt idx="512">
                  <c:v>9.9000000000160071E-3</c:v>
                </c:pt>
                <c:pt idx="513">
                  <c:v>9.9000000000160071E-3</c:v>
                </c:pt>
                <c:pt idx="514">
                  <c:v>9.9000000000160071E-3</c:v>
                </c:pt>
                <c:pt idx="515">
                  <c:v>9.8000000000411092E-3</c:v>
                </c:pt>
                <c:pt idx="516">
                  <c:v>9.8000000000411092E-3</c:v>
                </c:pt>
                <c:pt idx="517">
                  <c:v>9.8000000000411092E-3</c:v>
                </c:pt>
                <c:pt idx="518">
                  <c:v>9.8000000000411092E-3</c:v>
                </c:pt>
                <c:pt idx="519">
                  <c:v>9.8000000000411092E-3</c:v>
                </c:pt>
                <c:pt idx="520">
                  <c:v>9.8000000000411092E-3</c:v>
                </c:pt>
                <c:pt idx="521">
                  <c:v>9.8000000000411092E-3</c:v>
                </c:pt>
                <c:pt idx="522">
                  <c:v>9.7000000000093678E-3</c:v>
                </c:pt>
                <c:pt idx="523">
                  <c:v>9.7000000000093678E-3</c:v>
                </c:pt>
                <c:pt idx="524">
                  <c:v>9.7000000000093678E-3</c:v>
                </c:pt>
                <c:pt idx="525">
                  <c:v>9.7000000000093678E-3</c:v>
                </c:pt>
                <c:pt idx="526">
                  <c:v>9.7000000000093678E-3</c:v>
                </c:pt>
                <c:pt idx="527">
                  <c:v>9.7000000000093678E-3</c:v>
                </c:pt>
                <c:pt idx="528">
                  <c:v>9.7000000000093678E-3</c:v>
                </c:pt>
                <c:pt idx="529">
                  <c:v>9.7000000000093678E-3</c:v>
                </c:pt>
                <c:pt idx="530">
                  <c:v>9.8000000000411092E-3</c:v>
                </c:pt>
                <c:pt idx="531">
                  <c:v>9.8000000000411092E-3</c:v>
                </c:pt>
                <c:pt idx="532">
                  <c:v>9.9000000000160071E-3</c:v>
                </c:pt>
              </c:numCache>
            </c:numRef>
          </c:yVal>
          <c:smooth val="1"/>
          <c:extLst>
            <c:ext xmlns:c16="http://schemas.microsoft.com/office/drawing/2014/chart" uri="{C3380CC4-5D6E-409C-BE32-E72D297353CC}">
              <c16:uniqueId val="{0000001D-1510-4437-9CAD-7ED8315A59D8}"/>
            </c:ext>
          </c:extLst>
        </c:ser>
        <c:ser>
          <c:idx val="30"/>
          <c:order val="30"/>
          <c:tx>
            <c:strRef>
              <c:f>SM50000_TEMPSoc5l2_50000!$PS$1</c:f>
              <c:strCache>
                <c:ptCount val="1"/>
                <c:pt idx="0">
                  <c:v>TELE_SM_INTERIOR.290</c:v>
                </c:pt>
              </c:strCache>
            </c:strRef>
          </c:tx>
          <c:spPr>
            <a:ln w="19050" cap="rnd">
              <a:solidFill>
                <a:schemeClr val="accent1">
                  <a:lumMod val="50000"/>
                </a:schemeClr>
              </a:solidFill>
              <a:round/>
            </a:ln>
            <a:effectLst/>
          </c:spPr>
          <c:marker>
            <c:symbol val="circle"/>
            <c:size val="5"/>
            <c:spPr>
              <a:solidFill>
                <a:schemeClr val="accent1">
                  <a:lumMod val="50000"/>
                </a:schemeClr>
              </a:solidFill>
              <a:ln w="9525">
                <a:solidFill>
                  <a:schemeClr val="accent1">
                    <a:lumMod val="5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SM50000_TEMPSoc5l2_50000!$PS$2:$PS$536</c:f>
              <c:numCache>
                <c:formatCode>General</c:formatCode>
                <c:ptCount val="533"/>
                <c:pt idx="0">
                  <c:v>0</c:v>
                </c:pt>
                <c:pt idx="1">
                  <c:v>1.5999999999962711E-3</c:v>
                </c:pt>
                <c:pt idx="2">
                  <c:v>3.0999999999608008E-3</c:v>
                </c:pt>
                <c:pt idx="3">
                  <c:v>4.0999999999939973E-3</c:v>
                </c:pt>
                <c:pt idx="4">
                  <c:v>4.8999999999637112E-3</c:v>
                </c:pt>
                <c:pt idx="5">
                  <c:v>5.4999999999836291E-3</c:v>
                </c:pt>
                <c:pt idx="6">
                  <c:v>5.9999999999718057E-3</c:v>
                </c:pt>
                <c:pt idx="7">
                  <c:v>6.3999999999850843E-3</c:v>
                </c:pt>
                <c:pt idx="8">
                  <c:v>6.7999999999983629E-3</c:v>
                </c:pt>
                <c:pt idx="9">
                  <c:v>7.0999999999799002E-3</c:v>
                </c:pt>
                <c:pt idx="10">
                  <c:v>7.3999999999614374E-3</c:v>
                </c:pt>
                <c:pt idx="11">
                  <c:v>7.6999999999998181E-3</c:v>
                </c:pt>
                <c:pt idx="12">
                  <c:v>7.9000000000064574E-3</c:v>
                </c:pt>
                <c:pt idx="13">
                  <c:v>8.0999999999562533E-3</c:v>
                </c:pt>
                <c:pt idx="14">
                  <c:v>8.2999999999628926E-3</c:v>
                </c:pt>
                <c:pt idx="15">
                  <c:v>8.4999999999695319E-3</c:v>
                </c:pt>
                <c:pt idx="16">
                  <c:v>8.6999999999761712E-3</c:v>
                </c:pt>
                <c:pt idx="17">
                  <c:v>8.8999999999828106E-3</c:v>
                </c:pt>
                <c:pt idx="18">
                  <c:v>9.0999999999894499E-3</c:v>
                </c:pt>
                <c:pt idx="19">
                  <c:v>9.1999999999643478E-3</c:v>
                </c:pt>
                <c:pt idx="20">
                  <c:v>9.3999999999709871E-3</c:v>
                </c:pt>
                <c:pt idx="21">
                  <c:v>9.5000000000027285E-3</c:v>
                </c:pt>
                <c:pt idx="22">
                  <c:v>9.5999999999776264E-3</c:v>
                </c:pt>
                <c:pt idx="23">
                  <c:v>9.7000000000093678E-3</c:v>
                </c:pt>
                <c:pt idx="24">
                  <c:v>9.7999999999842657E-3</c:v>
                </c:pt>
                <c:pt idx="25">
                  <c:v>9.8999999999591637E-3</c:v>
                </c:pt>
                <c:pt idx="26">
                  <c:v>9.9999999999909051E-3</c:v>
                </c:pt>
                <c:pt idx="27">
                  <c:v>9.8999999999591637E-3</c:v>
                </c:pt>
                <c:pt idx="28">
                  <c:v>9.7999999999842657E-3</c:v>
                </c:pt>
                <c:pt idx="29">
                  <c:v>9.7000000000093678E-3</c:v>
                </c:pt>
                <c:pt idx="30">
                  <c:v>9.5999999999776264E-3</c:v>
                </c:pt>
                <c:pt idx="31">
                  <c:v>9.5999999999776264E-3</c:v>
                </c:pt>
                <c:pt idx="32">
                  <c:v>9.5000000000027285E-3</c:v>
                </c:pt>
                <c:pt idx="33">
                  <c:v>9.5000000000027285E-3</c:v>
                </c:pt>
                <c:pt idx="34">
                  <c:v>9.5000000000027285E-3</c:v>
                </c:pt>
                <c:pt idx="35">
                  <c:v>9.5000000000027285E-3</c:v>
                </c:pt>
                <c:pt idx="36">
                  <c:v>9.5000000000027285E-3</c:v>
                </c:pt>
                <c:pt idx="37">
                  <c:v>9.5000000000027285E-3</c:v>
                </c:pt>
                <c:pt idx="38">
                  <c:v>9.5999999999776264E-3</c:v>
                </c:pt>
                <c:pt idx="39">
                  <c:v>9.5999999999776264E-3</c:v>
                </c:pt>
                <c:pt idx="40">
                  <c:v>9.5999999999776264E-3</c:v>
                </c:pt>
                <c:pt idx="41">
                  <c:v>9.5999999999776264E-3</c:v>
                </c:pt>
                <c:pt idx="42">
                  <c:v>9.5999999999776264E-3</c:v>
                </c:pt>
                <c:pt idx="43">
                  <c:v>9.5999999999776264E-3</c:v>
                </c:pt>
                <c:pt idx="44">
                  <c:v>9.5999999999776264E-3</c:v>
                </c:pt>
                <c:pt idx="45">
                  <c:v>9.5999999999776264E-3</c:v>
                </c:pt>
                <c:pt idx="46">
                  <c:v>9.7000000000093678E-3</c:v>
                </c:pt>
                <c:pt idx="47">
                  <c:v>9.7000000000093678E-3</c:v>
                </c:pt>
                <c:pt idx="48">
                  <c:v>9.7000000000093678E-3</c:v>
                </c:pt>
                <c:pt idx="49">
                  <c:v>9.7000000000093678E-3</c:v>
                </c:pt>
                <c:pt idx="50">
                  <c:v>9.7000000000093678E-3</c:v>
                </c:pt>
                <c:pt idx="51">
                  <c:v>9.7000000000093678E-3</c:v>
                </c:pt>
                <c:pt idx="52">
                  <c:v>9.7000000000093678E-3</c:v>
                </c:pt>
                <c:pt idx="53">
                  <c:v>9.7000000000093678E-3</c:v>
                </c:pt>
                <c:pt idx="54">
                  <c:v>9.7999999999842657E-3</c:v>
                </c:pt>
                <c:pt idx="55">
                  <c:v>9.7999999999842657E-3</c:v>
                </c:pt>
                <c:pt idx="56">
                  <c:v>9.7999999999842657E-3</c:v>
                </c:pt>
                <c:pt idx="57">
                  <c:v>9.7999999999842657E-3</c:v>
                </c:pt>
                <c:pt idx="58">
                  <c:v>9.8999999999591637E-3</c:v>
                </c:pt>
                <c:pt idx="59">
                  <c:v>9.9999999999909051E-3</c:v>
                </c:pt>
                <c:pt idx="60">
                  <c:v>9.9999999999909051E-3</c:v>
                </c:pt>
                <c:pt idx="61">
                  <c:v>1.0099999999965803E-2</c:v>
                </c:pt>
                <c:pt idx="62">
                  <c:v>1.0099999999965803E-2</c:v>
                </c:pt>
                <c:pt idx="63">
                  <c:v>1.0099999999965803E-2</c:v>
                </c:pt>
                <c:pt idx="64">
                  <c:v>1.0199999999997544E-2</c:v>
                </c:pt>
                <c:pt idx="65">
                  <c:v>1.0199999999997544E-2</c:v>
                </c:pt>
                <c:pt idx="66">
                  <c:v>1.0199999999997544E-2</c:v>
                </c:pt>
                <c:pt idx="67">
                  <c:v>1.0199999999997544E-2</c:v>
                </c:pt>
                <c:pt idx="68">
                  <c:v>1.0199999999997544E-2</c:v>
                </c:pt>
                <c:pt idx="69">
                  <c:v>1.0299999999972442E-2</c:v>
                </c:pt>
                <c:pt idx="70">
                  <c:v>1.0299999999972442E-2</c:v>
                </c:pt>
                <c:pt idx="71">
                  <c:v>1.0299999999972442E-2</c:v>
                </c:pt>
                <c:pt idx="72">
                  <c:v>1.0299999999972442E-2</c:v>
                </c:pt>
                <c:pt idx="73">
                  <c:v>1.0299999999972442E-2</c:v>
                </c:pt>
                <c:pt idx="74">
                  <c:v>1.0299999999972442E-2</c:v>
                </c:pt>
                <c:pt idx="75">
                  <c:v>1.0299999999972442E-2</c:v>
                </c:pt>
                <c:pt idx="76">
                  <c:v>1.0299999999972442E-2</c:v>
                </c:pt>
                <c:pt idx="77">
                  <c:v>1.0299999999972442E-2</c:v>
                </c:pt>
                <c:pt idx="78">
                  <c:v>1.0299999999972442E-2</c:v>
                </c:pt>
                <c:pt idx="79">
                  <c:v>1.0299999999972442E-2</c:v>
                </c:pt>
                <c:pt idx="80">
                  <c:v>1.0299999999972442E-2</c:v>
                </c:pt>
                <c:pt idx="81">
                  <c:v>1.0400000000004184E-2</c:v>
                </c:pt>
                <c:pt idx="82">
                  <c:v>1.0400000000004184E-2</c:v>
                </c:pt>
                <c:pt idx="83">
                  <c:v>1.0400000000004184E-2</c:v>
                </c:pt>
                <c:pt idx="84">
                  <c:v>1.0400000000004184E-2</c:v>
                </c:pt>
                <c:pt idx="85">
                  <c:v>1.0400000000004184E-2</c:v>
                </c:pt>
                <c:pt idx="86">
                  <c:v>1.0400000000004184E-2</c:v>
                </c:pt>
                <c:pt idx="87">
                  <c:v>1.0400000000004184E-2</c:v>
                </c:pt>
                <c:pt idx="88">
                  <c:v>1.0400000000004184E-2</c:v>
                </c:pt>
                <c:pt idx="89">
                  <c:v>1.0400000000004184E-2</c:v>
                </c:pt>
                <c:pt idx="90">
                  <c:v>1.0400000000004184E-2</c:v>
                </c:pt>
                <c:pt idx="91">
                  <c:v>1.0400000000004184E-2</c:v>
                </c:pt>
                <c:pt idx="92">
                  <c:v>1.0400000000004184E-2</c:v>
                </c:pt>
                <c:pt idx="93">
                  <c:v>1.0400000000004184E-2</c:v>
                </c:pt>
                <c:pt idx="94">
                  <c:v>1.0400000000004184E-2</c:v>
                </c:pt>
                <c:pt idx="95">
                  <c:v>1.0400000000004184E-2</c:v>
                </c:pt>
                <c:pt idx="96">
                  <c:v>1.0400000000004184E-2</c:v>
                </c:pt>
                <c:pt idx="97">
                  <c:v>1.0400000000004184E-2</c:v>
                </c:pt>
                <c:pt idx="98">
                  <c:v>1.0400000000004184E-2</c:v>
                </c:pt>
                <c:pt idx="99">
                  <c:v>1.0400000000004184E-2</c:v>
                </c:pt>
                <c:pt idx="100">
                  <c:v>1.0400000000004184E-2</c:v>
                </c:pt>
                <c:pt idx="101">
                  <c:v>1.0400000000004184E-2</c:v>
                </c:pt>
                <c:pt idx="102">
                  <c:v>1.0400000000004184E-2</c:v>
                </c:pt>
                <c:pt idx="103">
                  <c:v>1.0400000000004184E-2</c:v>
                </c:pt>
                <c:pt idx="104">
                  <c:v>1.0400000000004184E-2</c:v>
                </c:pt>
                <c:pt idx="105">
                  <c:v>1.0400000000004184E-2</c:v>
                </c:pt>
                <c:pt idx="106">
                  <c:v>1.0400000000004184E-2</c:v>
                </c:pt>
                <c:pt idx="107">
                  <c:v>1.0400000000004184E-2</c:v>
                </c:pt>
                <c:pt idx="108">
                  <c:v>1.0499999999979082E-2</c:v>
                </c:pt>
                <c:pt idx="109">
                  <c:v>1.0600000000010823E-2</c:v>
                </c:pt>
                <c:pt idx="110">
                  <c:v>1.0699999999985721E-2</c:v>
                </c:pt>
                <c:pt idx="111">
                  <c:v>1.0799999999960619E-2</c:v>
                </c:pt>
                <c:pt idx="112">
                  <c:v>1.0799999999960619E-2</c:v>
                </c:pt>
                <c:pt idx="113">
                  <c:v>1.089999999999236E-2</c:v>
                </c:pt>
                <c:pt idx="114">
                  <c:v>1.089999999999236E-2</c:v>
                </c:pt>
                <c:pt idx="115">
                  <c:v>1.0999999999967258E-2</c:v>
                </c:pt>
                <c:pt idx="116">
                  <c:v>1.0999999999967258E-2</c:v>
                </c:pt>
                <c:pt idx="117">
                  <c:v>1.0999999999967258E-2</c:v>
                </c:pt>
                <c:pt idx="118">
                  <c:v>1.0999999999967258E-2</c:v>
                </c:pt>
                <c:pt idx="119">
                  <c:v>1.1099999999999E-2</c:v>
                </c:pt>
                <c:pt idx="120">
                  <c:v>1.1099999999999E-2</c:v>
                </c:pt>
                <c:pt idx="121">
                  <c:v>1.1099999999999E-2</c:v>
                </c:pt>
                <c:pt idx="122">
                  <c:v>1.1099999999999E-2</c:v>
                </c:pt>
                <c:pt idx="123">
                  <c:v>1.1099999999999E-2</c:v>
                </c:pt>
                <c:pt idx="124">
                  <c:v>1.1099999999999E-2</c:v>
                </c:pt>
                <c:pt idx="125">
                  <c:v>1.1099999999999E-2</c:v>
                </c:pt>
                <c:pt idx="126">
                  <c:v>1.1099999999999E-2</c:v>
                </c:pt>
                <c:pt idx="127">
                  <c:v>1.1099999999999E-2</c:v>
                </c:pt>
                <c:pt idx="128">
                  <c:v>1.1099999999999E-2</c:v>
                </c:pt>
                <c:pt idx="129">
                  <c:v>1.1099999999999E-2</c:v>
                </c:pt>
                <c:pt idx="130">
                  <c:v>1.1099999999999E-2</c:v>
                </c:pt>
                <c:pt idx="131">
                  <c:v>1.1099999999999E-2</c:v>
                </c:pt>
                <c:pt idx="132">
                  <c:v>1.1099999999999E-2</c:v>
                </c:pt>
                <c:pt idx="133">
                  <c:v>1.1099999999999E-2</c:v>
                </c:pt>
                <c:pt idx="134">
                  <c:v>1.1099999999999E-2</c:v>
                </c:pt>
                <c:pt idx="135">
                  <c:v>1.1099999999999E-2</c:v>
                </c:pt>
                <c:pt idx="136">
                  <c:v>1.1099999999999E-2</c:v>
                </c:pt>
                <c:pt idx="137">
                  <c:v>1.1099999999999E-2</c:v>
                </c:pt>
                <c:pt idx="138">
                  <c:v>1.1099999999999E-2</c:v>
                </c:pt>
                <c:pt idx="139">
                  <c:v>1.1199999999973898E-2</c:v>
                </c:pt>
                <c:pt idx="140">
                  <c:v>1.1199999999973898E-2</c:v>
                </c:pt>
                <c:pt idx="141">
                  <c:v>1.1199999999973898E-2</c:v>
                </c:pt>
                <c:pt idx="142">
                  <c:v>1.1199999999973898E-2</c:v>
                </c:pt>
                <c:pt idx="143">
                  <c:v>1.1199999999973898E-2</c:v>
                </c:pt>
                <c:pt idx="144">
                  <c:v>1.1199999999973898E-2</c:v>
                </c:pt>
                <c:pt idx="145">
                  <c:v>1.1199999999973898E-2</c:v>
                </c:pt>
                <c:pt idx="146">
                  <c:v>1.1199999999973898E-2</c:v>
                </c:pt>
                <c:pt idx="147">
                  <c:v>1.1199999999973898E-2</c:v>
                </c:pt>
                <c:pt idx="148">
                  <c:v>1.1199999999973898E-2</c:v>
                </c:pt>
                <c:pt idx="149">
                  <c:v>1.1199999999973898E-2</c:v>
                </c:pt>
                <c:pt idx="150">
                  <c:v>1.1199999999973898E-2</c:v>
                </c:pt>
                <c:pt idx="151">
                  <c:v>1.1199999999973898E-2</c:v>
                </c:pt>
                <c:pt idx="152">
                  <c:v>1.1199999999973898E-2</c:v>
                </c:pt>
                <c:pt idx="153">
                  <c:v>1.1199999999973898E-2</c:v>
                </c:pt>
                <c:pt idx="154">
                  <c:v>1.1199999999973898E-2</c:v>
                </c:pt>
                <c:pt idx="155">
                  <c:v>1.1199999999973898E-2</c:v>
                </c:pt>
                <c:pt idx="156">
                  <c:v>1.1199999999973898E-2</c:v>
                </c:pt>
                <c:pt idx="157">
                  <c:v>1.1199999999973898E-2</c:v>
                </c:pt>
                <c:pt idx="158">
                  <c:v>1.1199999999973898E-2</c:v>
                </c:pt>
                <c:pt idx="159">
                  <c:v>1.1199999999973898E-2</c:v>
                </c:pt>
                <c:pt idx="160">
                  <c:v>1.1300000000005639E-2</c:v>
                </c:pt>
                <c:pt idx="161">
                  <c:v>1.1300000000005639E-2</c:v>
                </c:pt>
                <c:pt idx="162">
                  <c:v>1.1300000000005639E-2</c:v>
                </c:pt>
                <c:pt idx="163">
                  <c:v>1.1300000000005639E-2</c:v>
                </c:pt>
                <c:pt idx="164">
                  <c:v>1.1399999999980537E-2</c:v>
                </c:pt>
                <c:pt idx="165">
                  <c:v>1.1399999999980537E-2</c:v>
                </c:pt>
                <c:pt idx="166">
                  <c:v>1.1399999999980537E-2</c:v>
                </c:pt>
                <c:pt idx="167">
                  <c:v>1.1399999999980537E-2</c:v>
                </c:pt>
                <c:pt idx="168">
                  <c:v>1.1399999999980537E-2</c:v>
                </c:pt>
                <c:pt idx="169">
                  <c:v>1.1399999999980537E-2</c:v>
                </c:pt>
                <c:pt idx="170">
                  <c:v>1.1399999999980537E-2</c:v>
                </c:pt>
                <c:pt idx="171">
                  <c:v>1.1399999999980537E-2</c:v>
                </c:pt>
                <c:pt idx="172">
                  <c:v>1.1399999999980537E-2</c:v>
                </c:pt>
                <c:pt idx="173">
                  <c:v>1.1399999999980537E-2</c:v>
                </c:pt>
                <c:pt idx="174">
                  <c:v>1.1399999999980537E-2</c:v>
                </c:pt>
                <c:pt idx="175">
                  <c:v>1.1399999999980537E-2</c:v>
                </c:pt>
                <c:pt idx="176">
                  <c:v>1.1399999999980537E-2</c:v>
                </c:pt>
                <c:pt idx="177">
                  <c:v>1.1399999999980537E-2</c:v>
                </c:pt>
                <c:pt idx="178">
                  <c:v>1.1399999999980537E-2</c:v>
                </c:pt>
                <c:pt idx="179">
                  <c:v>1.1399999999980537E-2</c:v>
                </c:pt>
                <c:pt idx="180">
                  <c:v>1.1399999999980537E-2</c:v>
                </c:pt>
                <c:pt idx="181">
                  <c:v>1.1399999999980537E-2</c:v>
                </c:pt>
                <c:pt idx="182">
                  <c:v>1.1399999999980537E-2</c:v>
                </c:pt>
                <c:pt idx="183">
                  <c:v>1.1399999999980537E-2</c:v>
                </c:pt>
                <c:pt idx="184">
                  <c:v>1.1199999999973898E-2</c:v>
                </c:pt>
                <c:pt idx="185">
                  <c:v>1.0999999999967258E-2</c:v>
                </c:pt>
                <c:pt idx="186">
                  <c:v>1.0799999999960619E-2</c:v>
                </c:pt>
                <c:pt idx="187">
                  <c:v>1.0600000000010823E-2</c:v>
                </c:pt>
                <c:pt idx="188">
                  <c:v>1.0499999999979082E-2</c:v>
                </c:pt>
                <c:pt idx="189">
                  <c:v>1.0499999999979082E-2</c:v>
                </c:pt>
                <c:pt idx="190">
                  <c:v>1.0400000000004184E-2</c:v>
                </c:pt>
                <c:pt idx="191">
                  <c:v>1.0299999999972442E-2</c:v>
                </c:pt>
                <c:pt idx="192">
                  <c:v>1.0299999999972442E-2</c:v>
                </c:pt>
                <c:pt idx="193">
                  <c:v>1.0299999999972442E-2</c:v>
                </c:pt>
                <c:pt idx="194">
                  <c:v>1.0199999999997544E-2</c:v>
                </c:pt>
                <c:pt idx="195">
                  <c:v>1.0199999999997544E-2</c:v>
                </c:pt>
                <c:pt idx="196">
                  <c:v>1.0199999999997544E-2</c:v>
                </c:pt>
                <c:pt idx="197">
                  <c:v>1.0099999999965803E-2</c:v>
                </c:pt>
                <c:pt idx="198">
                  <c:v>1.0099999999965803E-2</c:v>
                </c:pt>
                <c:pt idx="199">
                  <c:v>1.0099999999965803E-2</c:v>
                </c:pt>
                <c:pt idx="200">
                  <c:v>1.0099999999965803E-2</c:v>
                </c:pt>
                <c:pt idx="201">
                  <c:v>1.0099999999965803E-2</c:v>
                </c:pt>
                <c:pt idx="202">
                  <c:v>1.0099999999965803E-2</c:v>
                </c:pt>
                <c:pt idx="203">
                  <c:v>9.9999999999909051E-3</c:v>
                </c:pt>
                <c:pt idx="204">
                  <c:v>9.9999999999909051E-3</c:v>
                </c:pt>
                <c:pt idx="205">
                  <c:v>9.9999999999909051E-3</c:v>
                </c:pt>
                <c:pt idx="206">
                  <c:v>9.9999999999909051E-3</c:v>
                </c:pt>
                <c:pt idx="207">
                  <c:v>9.9999999999909051E-3</c:v>
                </c:pt>
                <c:pt idx="208">
                  <c:v>9.9999999999909051E-3</c:v>
                </c:pt>
                <c:pt idx="209">
                  <c:v>9.9999999999909051E-3</c:v>
                </c:pt>
                <c:pt idx="210">
                  <c:v>9.9999999999909051E-3</c:v>
                </c:pt>
                <c:pt idx="211">
                  <c:v>9.9999999999909051E-3</c:v>
                </c:pt>
                <c:pt idx="212">
                  <c:v>9.9999999999909051E-3</c:v>
                </c:pt>
                <c:pt idx="213">
                  <c:v>9.9999999999909051E-3</c:v>
                </c:pt>
                <c:pt idx="214">
                  <c:v>9.9999999999909051E-3</c:v>
                </c:pt>
                <c:pt idx="215">
                  <c:v>1.0099999999965803E-2</c:v>
                </c:pt>
                <c:pt idx="216">
                  <c:v>1.0099999999965803E-2</c:v>
                </c:pt>
                <c:pt idx="217">
                  <c:v>1.0199999999997544E-2</c:v>
                </c:pt>
                <c:pt idx="218">
                  <c:v>1.0199999999997544E-2</c:v>
                </c:pt>
                <c:pt idx="219">
                  <c:v>1.0299999999972442E-2</c:v>
                </c:pt>
                <c:pt idx="220">
                  <c:v>1.0299999999972442E-2</c:v>
                </c:pt>
                <c:pt idx="221">
                  <c:v>1.0299999999972442E-2</c:v>
                </c:pt>
                <c:pt idx="222">
                  <c:v>1.0299999999972442E-2</c:v>
                </c:pt>
                <c:pt idx="223">
                  <c:v>1.0299999999972442E-2</c:v>
                </c:pt>
                <c:pt idx="224">
                  <c:v>1.0299999999972442E-2</c:v>
                </c:pt>
                <c:pt idx="225">
                  <c:v>1.0299999999972442E-2</c:v>
                </c:pt>
                <c:pt idx="226">
                  <c:v>1.0299999999972442E-2</c:v>
                </c:pt>
                <c:pt idx="227">
                  <c:v>1.0299999999972442E-2</c:v>
                </c:pt>
                <c:pt idx="228">
                  <c:v>1.0400000000004184E-2</c:v>
                </c:pt>
                <c:pt idx="229">
                  <c:v>1.0400000000004184E-2</c:v>
                </c:pt>
                <c:pt idx="230">
                  <c:v>1.0400000000004184E-2</c:v>
                </c:pt>
                <c:pt idx="231">
                  <c:v>1.0400000000004184E-2</c:v>
                </c:pt>
                <c:pt idx="232">
                  <c:v>1.0400000000004184E-2</c:v>
                </c:pt>
                <c:pt idx="233">
                  <c:v>1.0400000000004184E-2</c:v>
                </c:pt>
                <c:pt idx="234">
                  <c:v>1.0400000000004184E-2</c:v>
                </c:pt>
                <c:pt idx="235">
                  <c:v>1.0400000000004184E-2</c:v>
                </c:pt>
                <c:pt idx="236">
                  <c:v>1.0400000000004184E-2</c:v>
                </c:pt>
                <c:pt idx="237">
                  <c:v>1.0400000000004184E-2</c:v>
                </c:pt>
                <c:pt idx="238">
                  <c:v>1.0400000000004184E-2</c:v>
                </c:pt>
                <c:pt idx="239">
                  <c:v>1.0400000000004184E-2</c:v>
                </c:pt>
                <c:pt idx="240">
                  <c:v>1.0400000000004184E-2</c:v>
                </c:pt>
                <c:pt idx="241">
                  <c:v>1.0400000000004184E-2</c:v>
                </c:pt>
                <c:pt idx="242">
                  <c:v>1.0400000000004184E-2</c:v>
                </c:pt>
                <c:pt idx="243">
                  <c:v>1.0400000000004184E-2</c:v>
                </c:pt>
                <c:pt idx="244">
                  <c:v>1.0400000000004184E-2</c:v>
                </c:pt>
                <c:pt idx="245">
                  <c:v>1.0400000000004184E-2</c:v>
                </c:pt>
                <c:pt idx="246">
                  <c:v>1.0400000000004184E-2</c:v>
                </c:pt>
                <c:pt idx="247">
                  <c:v>1.0400000000004184E-2</c:v>
                </c:pt>
                <c:pt idx="248">
                  <c:v>1.0400000000004184E-2</c:v>
                </c:pt>
                <c:pt idx="249">
                  <c:v>1.0400000000004184E-2</c:v>
                </c:pt>
                <c:pt idx="250">
                  <c:v>1.0400000000004184E-2</c:v>
                </c:pt>
                <c:pt idx="251">
                  <c:v>1.0400000000004184E-2</c:v>
                </c:pt>
                <c:pt idx="252">
                  <c:v>1.0400000000004184E-2</c:v>
                </c:pt>
                <c:pt idx="253">
                  <c:v>1.0400000000004184E-2</c:v>
                </c:pt>
                <c:pt idx="254">
                  <c:v>1.0400000000004184E-2</c:v>
                </c:pt>
                <c:pt idx="255">
                  <c:v>1.0400000000004184E-2</c:v>
                </c:pt>
                <c:pt idx="256">
                  <c:v>1.0400000000004184E-2</c:v>
                </c:pt>
                <c:pt idx="257">
                  <c:v>1.0400000000004184E-2</c:v>
                </c:pt>
                <c:pt idx="258">
                  <c:v>1.0400000000004184E-2</c:v>
                </c:pt>
                <c:pt idx="259">
                  <c:v>1.0400000000004184E-2</c:v>
                </c:pt>
                <c:pt idx="260">
                  <c:v>1.0400000000004184E-2</c:v>
                </c:pt>
                <c:pt idx="261">
                  <c:v>1.0400000000004184E-2</c:v>
                </c:pt>
                <c:pt idx="262">
                  <c:v>1.0400000000004184E-2</c:v>
                </c:pt>
                <c:pt idx="263">
                  <c:v>1.0400000000004184E-2</c:v>
                </c:pt>
                <c:pt idx="264">
                  <c:v>1.0400000000004184E-2</c:v>
                </c:pt>
                <c:pt idx="265">
                  <c:v>1.0499999999979082E-2</c:v>
                </c:pt>
                <c:pt idx="266">
                  <c:v>1.0600000000010823E-2</c:v>
                </c:pt>
                <c:pt idx="267">
                  <c:v>1.0699999999985721E-2</c:v>
                </c:pt>
                <c:pt idx="268">
                  <c:v>1.0799999999960619E-2</c:v>
                </c:pt>
                <c:pt idx="269">
                  <c:v>1.0799999999960619E-2</c:v>
                </c:pt>
                <c:pt idx="270">
                  <c:v>1.089999999999236E-2</c:v>
                </c:pt>
                <c:pt idx="271">
                  <c:v>1.089999999999236E-2</c:v>
                </c:pt>
                <c:pt idx="272">
                  <c:v>1.0999999999967258E-2</c:v>
                </c:pt>
                <c:pt idx="273">
                  <c:v>1.0999999999967258E-2</c:v>
                </c:pt>
                <c:pt idx="274">
                  <c:v>1.0999999999967258E-2</c:v>
                </c:pt>
                <c:pt idx="275">
                  <c:v>1.0999999999967258E-2</c:v>
                </c:pt>
                <c:pt idx="276">
                  <c:v>1.1099999999999E-2</c:v>
                </c:pt>
                <c:pt idx="277">
                  <c:v>1.1099999999999E-2</c:v>
                </c:pt>
                <c:pt idx="278">
                  <c:v>1.1099999999999E-2</c:v>
                </c:pt>
                <c:pt idx="279">
                  <c:v>1.1099999999999E-2</c:v>
                </c:pt>
                <c:pt idx="280">
                  <c:v>1.1099999999999E-2</c:v>
                </c:pt>
                <c:pt idx="281">
                  <c:v>1.1099999999999E-2</c:v>
                </c:pt>
                <c:pt idx="282">
                  <c:v>1.1099999999999E-2</c:v>
                </c:pt>
                <c:pt idx="283">
                  <c:v>1.1099999999999E-2</c:v>
                </c:pt>
                <c:pt idx="284">
                  <c:v>1.1099999999999E-2</c:v>
                </c:pt>
                <c:pt idx="285">
                  <c:v>1.1099999999999E-2</c:v>
                </c:pt>
                <c:pt idx="286">
                  <c:v>1.1099999999999E-2</c:v>
                </c:pt>
                <c:pt idx="287">
                  <c:v>1.1099999999999E-2</c:v>
                </c:pt>
                <c:pt idx="288">
                  <c:v>1.1099999999999E-2</c:v>
                </c:pt>
                <c:pt idx="289">
                  <c:v>1.1099999999999E-2</c:v>
                </c:pt>
                <c:pt idx="290">
                  <c:v>1.1099999999999E-2</c:v>
                </c:pt>
                <c:pt idx="291">
                  <c:v>1.1099999999999E-2</c:v>
                </c:pt>
                <c:pt idx="292">
                  <c:v>1.1099999999999E-2</c:v>
                </c:pt>
                <c:pt idx="293">
                  <c:v>1.1199999999973898E-2</c:v>
                </c:pt>
                <c:pt idx="294">
                  <c:v>1.1199999999973898E-2</c:v>
                </c:pt>
                <c:pt idx="295">
                  <c:v>1.1199999999973898E-2</c:v>
                </c:pt>
                <c:pt idx="296">
                  <c:v>1.1199999999973898E-2</c:v>
                </c:pt>
                <c:pt idx="297">
                  <c:v>1.1199999999973898E-2</c:v>
                </c:pt>
                <c:pt idx="298">
                  <c:v>1.1199999999973898E-2</c:v>
                </c:pt>
                <c:pt idx="299">
                  <c:v>1.1199999999973898E-2</c:v>
                </c:pt>
                <c:pt idx="300">
                  <c:v>1.1199999999973898E-2</c:v>
                </c:pt>
                <c:pt idx="301">
                  <c:v>1.1199999999973898E-2</c:v>
                </c:pt>
                <c:pt idx="302">
                  <c:v>1.1199999999973898E-2</c:v>
                </c:pt>
                <c:pt idx="303">
                  <c:v>1.1199999999973898E-2</c:v>
                </c:pt>
                <c:pt idx="304">
                  <c:v>1.1199999999973898E-2</c:v>
                </c:pt>
                <c:pt idx="305">
                  <c:v>1.1199999999973898E-2</c:v>
                </c:pt>
                <c:pt idx="306">
                  <c:v>1.1199999999973898E-2</c:v>
                </c:pt>
                <c:pt idx="307">
                  <c:v>1.1199999999973898E-2</c:v>
                </c:pt>
                <c:pt idx="308">
                  <c:v>1.1199999999973898E-2</c:v>
                </c:pt>
                <c:pt idx="309">
                  <c:v>1.1199999999973898E-2</c:v>
                </c:pt>
                <c:pt idx="310">
                  <c:v>1.1199999999973898E-2</c:v>
                </c:pt>
                <c:pt idx="311">
                  <c:v>1.1199999999973898E-2</c:v>
                </c:pt>
                <c:pt idx="312">
                  <c:v>1.1199999999973898E-2</c:v>
                </c:pt>
                <c:pt idx="313">
                  <c:v>1.1199999999973898E-2</c:v>
                </c:pt>
                <c:pt idx="314">
                  <c:v>1.1199999999973898E-2</c:v>
                </c:pt>
                <c:pt idx="315">
                  <c:v>1.1199999999973898E-2</c:v>
                </c:pt>
                <c:pt idx="316">
                  <c:v>1.1300000000005639E-2</c:v>
                </c:pt>
                <c:pt idx="317">
                  <c:v>1.1300000000005639E-2</c:v>
                </c:pt>
                <c:pt idx="318">
                  <c:v>1.1300000000005639E-2</c:v>
                </c:pt>
                <c:pt idx="319">
                  <c:v>1.1300000000005639E-2</c:v>
                </c:pt>
                <c:pt idx="320">
                  <c:v>1.1300000000005639E-2</c:v>
                </c:pt>
                <c:pt idx="321">
                  <c:v>1.1399999999980537E-2</c:v>
                </c:pt>
                <c:pt idx="322">
                  <c:v>1.1399999999980537E-2</c:v>
                </c:pt>
                <c:pt idx="323">
                  <c:v>1.1399999999980537E-2</c:v>
                </c:pt>
                <c:pt idx="324">
                  <c:v>1.1399999999980537E-2</c:v>
                </c:pt>
                <c:pt idx="325">
                  <c:v>1.1399999999980537E-2</c:v>
                </c:pt>
                <c:pt idx="326">
                  <c:v>1.1399999999980537E-2</c:v>
                </c:pt>
                <c:pt idx="327">
                  <c:v>1.1399999999980537E-2</c:v>
                </c:pt>
                <c:pt idx="328">
                  <c:v>1.1399999999980537E-2</c:v>
                </c:pt>
                <c:pt idx="329">
                  <c:v>1.1399999999980537E-2</c:v>
                </c:pt>
                <c:pt idx="330">
                  <c:v>1.1399999999980537E-2</c:v>
                </c:pt>
                <c:pt idx="331">
                  <c:v>1.1399999999980537E-2</c:v>
                </c:pt>
                <c:pt idx="332">
                  <c:v>1.1399999999980537E-2</c:v>
                </c:pt>
                <c:pt idx="333">
                  <c:v>1.1399999999980537E-2</c:v>
                </c:pt>
                <c:pt idx="334">
                  <c:v>1.1399999999980537E-2</c:v>
                </c:pt>
                <c:pt idx="335">
                  <c:v>1.1399999999980537E-2</c:v>
                </c:pt>
                <c:pt idx="336">
                  <c:v>1.1399999999980537E-2</c:v>
                </c:pt>
                <c:pt idx="337">
                  <c:v>1.1399999999980537E-2</c:v>
                </c:pt>
                <c:pt idx="338">
                  <c:v>1.1399999999980537E-2</c:v>
                </c:pt>
                <c:pt idx="339">
                  <c:v>1.1399999999980537E-2</c:v>
                </c:pt>
                <c:pt idx="340">
                  <c:v>1.1399999999980537E-2</c:v>
                </c:pt>
                <c:pt idx="341">
                  <c:v>1.1099999999999E-2</c:v>
                </c:pt>
                <c:pt idx="342">
                  <c:v>1.089999999999236E-2</c:v>
                </c:pt>
                <c:pt idx="343">
                  <c:v>1.0799999999960619E-2</c:v>
                </c:pt>
                <c:pt idx="344">
                  <c:v>1.0600000000010823E-2</c:v>
                </c:pt>
                <c:pt idx="345">
                  <c:v>1.0499999999979082E-2</c:v>
                </c:pt>
                <c:pt idx="346">
                  <c:v>1.0499999999979082E-2</c:v>
                </c:pt>
                <c:pt idx="347">
                  <c:v>1.0400000000004184E-2</c:v>
                </c:pt>
                <c:pt idx="348">
                  <c:v>1.0299999999972442E-2</c:v>
                </c:pt>
                <c:pt idx="349">
                  <c:v>1.0299999999972442E-2</c:v>
                </c:pt>
                <c:pt idx="350">
                  <c:v>1.0199999999997544E-2</c:v>
                </c:pt>
                <c:pt idx="351">
                  <c:v>1.0199999999997544E-2</c:v>
                </c:pt>
                <c:pt idx="352">
                  <c:v>1.0199999999997544E-2</c:v>
                </c:pt>
                <c:pt idx="353">
                  <c:v>1.0199999999997544E-2</c:v>
                </c:pt>
                <c:pt idx="354">
                  <c:v>1.0099999999965803E-2</c:v>
                </c:pt>
                <c:pt idx="355">
                  <c:v>1.0099999999965803E-2</c:v>
                </c:pt>
                <c:pt idx="356">
                  <c:v>1.0099999999965803E-2</c:v>
                </c:pt>
                <c:pt idx="357">
                  <c:v>1.0099999999965803E-2</c:v>
                </c:pt>
                <c:pt idx="358">
                  <c:v>1.0099999999965803E-2</c:v>
                </c:pt>
                <c:pt idx="359">
                  <c:v>1.0099999999965803E-2</c:v>
                </c:pt>
                <c:pt idx="360">
                  <c:v>9.9999999999909051E-3</c:v>
                </c:pt>
                <c:pt idx="361">
                  <c:v>9.9999999999909051E-3</c:v>
                </c:pt>
                <c:pt idx="362">
                  <c:v>9.9999999999909051E-3</c:v>
                </c:pt>
                <c:pt idx="363">
                  <c:v>9.9999999999909051E-3</c:v>
                </c:pt>
                <c:pt idx="364">
                  <c:v>9.9999999999909051E-3</c:v>
                </c:pt>
                <c:pt idx="365">
                  <c:v>9.9999999999909051E-3</c:v>
                </c:pt>
                <c:pt idx="366">
                  <c:v>9.9999999999909051E-3</c:v>
                </c:pt>
                <c:pt idx="367">
                  <c:v>9.9999999999909051E-3</c:v>
                </c:pt>
                <c:pt idx="368">
                  <c:v>9.9999999999909051E-3</c:v>
                </c:pt>
                <c:pt idx="369">
                  <c:v>9.9999999999909051E-3</c:v>
                </c:pt>
                <c:pt idx="370">
                  <c:v>9.9999999999909051E-3</c:v>
                </c:pt>
                <c:pt idx="371">
                  <c:v>9.9999999999909051E-3</c:v>
                </c:pt>
                <c:pt idx="372">
                  <c:v>9.9999999999909051E-3</c:v>
                </c:pt>
                <c:pt idx="373">
                  <c:v>1.0099999999965803E-2</c:v>
                </c:pt>
                <c:pt idx="374">
                  <c:v>1.0099999999965803E-2</c:v>
                </c:pt>
                <c:pt idx="375">
                  <c:v>1.0199999999997544E-2</c:v>
                </c:pt>
                <c:pt idx="376">
                  <c:v>1.0199999999997544E-2</c:v>
                </c:pt>
                <c:pt idx="377">
                  <c:v>1.0299999999972442E-2</c:v>
                </c:pt>
                <c:pt idx="378">
                  <c:v>1.0299999999972442E-2</c:v>
                </c:pt>
                <c:pt idx="379">
                  <c:v>1.0299999999972442E-2</c:v>
                </c:pt>
                <c:pt idx="380">
                  <c:v>1.0299999999972442E-2</c:v>
                </c:pt>
                <c:pt idx="381">
                  <c:v>1.0299999999972442E-2</c:v>
                </c:pt>
                <c:pt idx="382">
                  <c:v>1.0299999999972442E-2</c:v>
                </c:pt>
                <c:pt idx="383">
                  <c:v>1.0299999999972442E-2</c:v>
                </c:pt>
                <c:pt idx="384">
                  <c:v>1.0299999999972442E-2</c:v>
                </c:pt>
                <c:pt idx="385">
                  <c:v>1.0400000000004184E-2</c:v>
                </c:pt>
                <c:pt idx="386">
                  <c:v>1.0400000000004184E-2</c:v>
                </c:pt>
                <c:pt idx="387">
                  <c:v>1.0400000000004184E-2</c:v>
                </c:pt>
                <c:pt idx="388">
                  <c:v>1.0400000000004184E-2</c:v>
                </c:pt>
                <c:pt idx="389">
                  <c:v>1.0400000000004184E-2</c:v>
                </c:pt>
                <c:pt idx="390">
                  <c:v>1.0400000000004184E-2</c:v>
                </c:pt>
                <c:pt idx="391">
                  <c:v>1.0400000000004184E-2</c:v>
                </c:pt>
                <c:pt idx="392">
                  <c:v>1.0400000000004184E-2</c:v>
                </c:pt>
                <c:pt idx="393">
                  <c:v>1.0400000000004184E-2</c:v>
                </c:pt>
                <c:pt idx="394">
                  <c:v>1.0400000000004184E-2</c:v>
                </c:pt>
                <c:pt idx="395">
                  <c:v>1.0400000000004184E-2</c:v>
                </c:pt>
                <c:pt idx="396">
                  <c:v>1.0400000000004184E-2</c:v>
                </c:pt>
                <c:pt idx="397">
                  <c:v>1.0400000000004184E-2</c:v>
                </c:pt>
                <c:pt idx="398">
                  <c:v>1.0400000000004184E-2</c:v>
                </c:pt>
                <c:pt idx="399">
                  <c:v>1.0400000000004184E-2</c:v>
                </c:pt>
                <c:pt idx="400">
                  <c:v>1.0400000000004184E-2</c:v>
                </c:pt>
                <c:pt idx="401">
                  <c:v>1.0400000000004184E-2</c:v>
                </c:pt>
                <c:pt idx="402">
                  <c:v>1.0400000000004184E-2</c:v>
                </c:pt>
                <c:pt idx="403">
                  <c:v>1.0400000000004184E-2</c:v>
                </c:pt>
                <c:pt idx="404">
                  <c:v>1.0400000000004184E-2</c:v>
                </c:pt>
                <c:pt idx="405">
                  <c:v>1.0400000000004184E-2</c:v>
                </c:pt>
                <c:pt idx="406">
                  <c:v>1.0400000000004184E-2</c:v>
                </c:pt>
                <c:pt idx="407">
                  <c:v>1.0400000000004184E-2</c:v>
                </c:pt>
                <c:pt idx="408">
                  <c:v>1.0400000000004184E-2</c:v>
                </c:pt>
                <c:pt idx="409">
                  <c:v>1.0400000000004184E-2</c:v>
                </c:pt>
                <c:pt idx="410">
                  <c:v>1.0400000000004184E-2</c:v>
                </c:pt>
                <c:pt idx="411">
                  <c:v>1.0400000000004184E-2</c:v>
                </c:pt>
                <c:pt idx="412">
                  <c:v>1.0400000000004184E-2</c:v>
                </c:pt>
                <c:pt idx="413">
                  <c:v>1.0400000000004184E-2</c:v>
                </c:pt>
                <c:pt idx="414">
                  <c:v>1.0400000000004184E-2</c:v>
                </c:pt>
                <c:pt idx="415">
                  <c:v>1.0400000000004184E-2</c:v>
                </c:pt>
                <c:pt idx="416">
                  <c:v>1.0400000000004184E-2</c:v>
                </c:pt>
                <c:pt idx="417">
                  <c:v>1.0400000000004184E-2</c:v>
                </c:pt>
                <c:pt idx="418">
                  <c:v>1.0400000000004184E-2</c:v>
                </c:pt>
                <c:pt idx="419">
                  <c:v>1.0400000000004184E-2</c:v>
                </c:pt>
                <c:pt idx="420">
                  <c:v>1.0400000000004184E-2</c:v>
                </c:pt>
                <c:pt idx="421">
                  <c:v>1.0400000000004184E-2</c:v>
                </c:pt>
                <c:pt idx="422">
                  <c:v>1.0400000000004184E-2</c:v>
                </c:pt>
                <c:pt idx="423">
                  <c:v>1.0499999999979082E-2</c:v>
                </c:pt>
                <c:pt idx="424">
                  <c:v>1.0600000000010823E-2</c:v>
                </c:pt>
                <c:pt idx="425">
                  <c:v>1.0699999999985721E-2</c:v>
                </c:pt>
                <c:pt idx="426">
                  <c:v>1.0799999999960619E-2</c:v>
                </c:pt>
                <c:pt idx="427">
                  <c:v>1.089999999999236E-2</c:v>
                </c:pt>
                <c:pt idx="428">
                  <c:v>1.089999999999236E-2</c:v>
                </c:pt>
                <c:pt idx="429">
                  <c:v>1.089999999999236E-2</c:v>
                </c:pt>
                <c:pt idx="430">
                  <c:v>1.0999999999967258E-2</c:v>
                </c:pt>
                <c:pt idx="431">
                  <c:v>1.0999999999967258E-2</c:v>
                </c:pt>
                <c:pt idx="432">
                  <c:v>1.0999999999967258E-2</c:v>
                </c:pt>
                <c:pt idx="433">
                  <c:v>1.0999999999967258E-2</c:v>
                </c:pt>
                <c:pt idx="434">
                  <c:v>1.1099999999999E-2</c:v>
                </c:pt>
                <c:pt idx="435">
                  <c:v>1.1099999999999E-2</c:v>
                </c:pt>
                <c:pt idx="436">
                  <c:v>1.1099999999999E-2</c:v>
                </c:pt>
                <c:pt idx="437">
                  <c:v>1.1099999999999E-2</c:v>
                </c:pt>
                <c:pt idx="438">
                  <c:v>1.1099999999999E-2</c:v>
                </c:pt>
                <c:pt idx="439">
                  <c:v>1.1099999999999E-2</c:v>
                </c:pt>
                <c:pt idx="440">
                  <c:v>1.1099999999999E-2</c:v>
                </c:pt>
                <c:pt idx="441">
                  <c:v>1.1099999999999E-2</c:v>
                </c:pt>
                <c:pt idx="442">
                  <c:v>1.1099999999999E-2</c:v>
                </c:pt>
                <c:pt idx="443">
                  <c:v>1.1099999999999E-2</c:v>
                </c:pt>
                <c:pt idx="444">
                  <c:v>1.1099999999999E-2</c:v>
                </c:pt>
                <c:pt idx="445">
                  <c:v>1.1099999999999E-2</c:v>
                </c:pt>
                <c:pt idx="446">
                  <c:v>1.1099999999999E-2</c:v>
                </c:pt>
                <c:pt idx="447">
                  <c:v>1.1099999999999E-2</c:v>
                </c:pt>
                <c:pt idx="448">
                  <c:v>1.1099999999999E-2</c:v>
                </c:pt>
                <c:pt idx="449">
                  <c:v>1.1099999999999E-2</c:v>
                </c:pt>
                <c:pt idx="450">
                  <c:v>1.1099999999999E-2</c:v>
                </c:pt>
                <c:pt idx="451">
                  <c:v>1.1199999999973898E-2</c:v>
                </c:pt>
                <c:pt idx="452">
                  <c:v>1.1199999999973898E-2</c:v>
                </c:pt>
                <c:pt idx="453">
                  <c:v>1.1199999999973898E-2</c:v>
                </c:pt>
                <c:pt idx="454">
                  <c:v>1.1199999999973898E-2</c:v>
                </c:pt>
                <c:pt idx="455">
                  <c:v>1.1199999999973898E-2</c:v>
                </c:pt>
                <c:pt idx="456">
                  <c:v>1.1199999999973898E-2</c:v>
                </c:pt>
                <c:pt idx="457">
                  <c:v>1.1199999999973898E-2</c:v>
                </c:pt>
                <c:pt idx="458">
                  <c:v>1.1199999999973898E-2</c:v>
                </c:pt>
                <c:pt idx="459">
                  <c:v>1.1199999999973898E-2</c:v>
                </c:pt>
                <c:pt idx="460">
                  <c:v>1.1199999999973898E-2</c:v>
                </c:pt>
                <c:pt idx="461">
                  <c:v>1.1199999999973898E-2</c:v>
                </c:pt>
                <c:pt idx="462">
                  <c:v>1.1199999999973898E-2</c:v>
                </c:pt>
                <c:pt idx="463">
                  <c:v>1.1199999999973898E-2</c:v>
                </c:pt>
                <c:pt idx="464">
                  <c:v>1.1199999999973898E-2</c:v>
                </c:pt>
                <c:pt idx="465">
                  <c:v>1.1199999999973898E-2</c:v>
                </c:pt>
                <c:pt idx="466">
                  <c:v>1.1199999999973898E-2</c:v>
                </c:pt>
                <c:pt idx="467">
                  <c:v>1.1199999999973898E-2</c:v>
                </c:pt>
                <c:pt idx="468">
                  <c:v>1.1199999999973898E-2</c:v>
                </c:pt>
                <c:pt idx="469">
                  <c:v>1.1199999999973898E-2</c:v>
                </c:pt>
                <c:pt idx="470">
                  <c:v>1.1199999999973898E-2</c:v>
                </c:pt>
                <c:pt idx="471">
                  <c:v>1.1199999999973898E-2</c:v>
                </c:pt>
                <c:pt idx="472">
                  <c:v>1.1199999999973898E-2</c:v>
                </c:pt>
                <c:pt idx="473">
                  <c:v>1.1199999999973898E-2</c:v>
                </c:pt>
                <c:pt idx="474">
                  <c:v>1.1199999999973898E-2</c:v>
                </c:pt>
                <c:pt idx="475">
                  <c:v>1.1300000000005639E-2</c:v>
                </c:pt>
                <c:pt idx="476">
                  <c:v>1.1300000000005639E-2</c:v>
                </c:pt>
                <c:pt idx="477">
                  <c:v>1.1300000000005639E-2</c:v>
                </c:pt>
                <c:pt idx="478">
                  <c:v>1.1300000000005639E-2</c:v>
                </c:pt>
                <c:pt idx="479">
                  <c:v>1.1399999999980537E-2</c:v>
                </c:pt>
                <c:pt idx="480">
                  <c:v>1.1399999999980537E-2</c:v>
                </c:pt>
                <c:pt idx="481">
                  <c:v>1.1399999999980537E-2</c:v>
                </c:pt>
                <c:pt idx="482">
                  <c:v>1.1399999999980537E-2</c:v>
                </c:pt>
                <c:pt idx="483">
                  <c:v>1.1399999999980537E-2</c:v>
                </c:pt>
                <c:pt idx="484">
                  <c:v>1.1399999999980537E-2</c:v>
                </c:pt>
                <c:pt idx="485">
                  <c:v>1.1399999999980537E-2</c:v>
                </c:pt>
                <c:pt idx="486">
                  <c:v>1.1399999999980537E-2</c:v>
                </c:pt>
                <c:pt idx="487">
                  <c:v>1.1399999999980537E-2</c:v>
                </c:pt>
                <c:pt idx="488">
                  <c:v>1.1399999999980537E-2</c:v>
                </c:pt>
                <c:pt idx="489">
                  <c:v>1.1399999999980537E-2</c:v>
                </c:pt>
                <c:pt idx="490">
                  <c:v>1.1399999999980537E-2</c:v>
                </c:pt>
                <c:pt idx="491">
                  <c:v>1.1399999999980537E-2</c:v>
                </c:pt>
                <c:pt idx="492">
                  <c:v>1.1399999999980537E-2</c:v>
                </c:pt>
                <c:pt idx="493">
                  <c:v>1.1399999999980537E-2</c:v>
                </c:pt>
                <c:pt idx="494">
                  <c:v>1.1399999999980537E-2</c:v>
                </c:pt>
                <c:pt idx="495">
                  <c:v>1.1399999999980537E-2</c:v>
                </c:pt>
                <c:pt idx="496">
                  <c:v>1.1399999999980537E-2</c:v>
                </c:pt>
                <c:pt idx="497">
                  <c:v>1.1399999999980537E-2</c:v>
                </c:pt>
                <c:pt idx="498">
                  <c:v>1.1399999999980537E-2</c:v>
                </c:pt>
                <c:pt idx="499">
                  <c:v>1.1300000000005639E-2</c:v>
                </c:pt>
                <c:pt idx="500">
                  <c:v>1.1099999999999E-2</c:v>
                </c:pt>
                <c:pt idx="501">
                  <c:v>1.089999999999236E-2</c:v>
                </c:pt>
                <c:pt idx="502">
                  <c:v>1.0699999999985721E-2</c:v>
                </c:pt>
                <c:pt idx="503">
                  <c:v>1.0600000000010823E-2</c:v>
                </c:pt>
                <c:pt idx="504">
                  <c:v>1.0499999999979082E-2</c:v>
                </c:pt>
                <c:pt idx="505">
                  <c:v>1.0400000000004184E-2</c:v>
                </c:pt>
                <c:pt idx="506">
                  <c:v>1.0400000000004184E-2</c:v>
                </c:pt>
                <c:pt idx="507">
                  <c:v>1.0299999999972442E-2</c:v>
                </c:pt>
                <c:pt idx="508">
                  <c:v>1.0299999999972442E-2</c:v>
                </c:pt>
                <c:pt idx="509">
                  <c:v>1.0199999999997544E-2</c:v>
                </c:pt>
                <c:pt idx="510">
                  <c:v>1.0199999999997544E-2</c:v>
                </c:pt>
                <c:pt idx="511">
                  <c:v>1.0199999999997544E-2</c:v>
                </c:pt>
                <c:pt idx="512">
                  <c:v>1.0199999999997544E-2</c:v>
                </c:pt>
                <c:pt idx="513">
                  <c:v>1.0099999999965803E-2</c:v>
                </c:pt>
                <c:pt idx="514">
                  <c:v>1.0099999999965803E-2</c:v>
                </c:pt>
                <c:pt idx="515">
                  <c:v>1.0099999999965803E-2</c:v>
                </c:pt>
                <c:pt idx="516">
                  <c:v>1.0099999999965803E-2</c:v>
                </c:pt>
                <c:pt idx="517">
                  <c:v>1.0099999999965803E-2</c:v>
                </c:pt>
                <c:pt idx="518">
                  <c:v>1.0099999999965803E-2</c:v>
                </c:pt>
                <c:pt idx="519">
                  <c:v>9.9999999999909051E-3</c:v>
                </c:pt>
                <c:pt idx="520">
                  <c:v>9.9999999999909051E-3</c:v>
                </c:pt>
                <c:pt idx="521">
                  <c:v>9.9999999999909051E-3</c:v>
                </c:pt>
                <c:pt idx="522">
                  <c:v>9.9999999999909051E-3</c:v>
                </c:pt>
                <c:pt idx="523">
                  <c:v>9.9999999999909051E-3</c:v>
                </c:pt>
                <c:pt idx="524">
                  <c:v>9.9999999999909051E-3</c:v>
                </c:pt>
                <c:pt idx="525">
                  <c:v>9.9999999999909051E-3</c:v>
                </c:pt>
                <c:pt idx="526">
                  <c:v>9.9999999999909051E-3</c:v>
                </c:pt>
                <c:pt idx="527">
                  <c:v>9.9999999999909051E-3</c:v>
                </c:pt>
                <c:pt idx="528">
                  <c:v>9.9999999999909051E-3</c:v>
                </c:pt>
                <c:pt idx="529">
                  <c:v>9.9999999999909051E-3</c:v>
                </c:pt>
                <c:pt idx="530">
                  <c:v>9.9999999999909051E-3</c:v>
                </c:pt>
                <c:pt idx="531">
                  <c:v>1.0099999999965803E-2</c:v>
                </c:pt>
                <c:pt idx="532">
                  <c:v>1.0199999999997544E-2</c:v>
                </c:pt>
              </c:numCache>
            </c:numRef>
          </c:yVal>
          <c:smooth val="1"/>
          <c:extLst>
            <c:ext xmlns:c16="http://schemas.microsoft.com/office/drawing/2014/chart" uri="{C3380CC4-5D6E-409C-BE32-E72D297353CC}">
              <c16:uniqueId val="{0000001E-1510-4437-9CAD-7ED8315A59D8}"/>
            </c:ext>
          </c:extLst>
        </c:ser>
        <c:ser>
          <c:idx val="31"/>
          <c:order val="31"/>
          <c:tx>
            <c:strRef>
              <c:f>SM50000_TEMPSoc5l2_50000!$PT$1</c:f>
              <c:strCache>
                <c:ptCount val="1"/>
                <c:pt idx="0">
                  <c:v>TELE_SM_INTERIOR.291</c:v>
                </c:pt>
              </c:strCache>
            </c:strRef>
          </c:tx>
          <c:spPr>
            <a:ln w="19050" cap="rnd">
              <a:solidFill>
                <a:schemeClr val="accent2">
                  <a:lumMod val="50000"/>
                </a:schemeClr>
              </a:solidFill>
              <a:round/>
            </a:ln>
            <a:effectLst/>
          </c:spPr>
          <c:marker>
            <c:symbol val="circle"/>
            <c:size val="5"/>
            <c:spPr>
              <a:solidFill>
                <a:schemeClr val="accent2">
                  <a:lumMod val="50000"/>
                </a:schemeClr>
              </a:solidFill>
              <a:ln w="9525">
                <a:solidFill>
                  <a:schemeClr val="accent2">
                    <a:lumMod val="5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SM50000_TEMPSoc5l2_50000!$PT$2:$PT$536</c:f>
              <c:numCache>
                <c:formatCode>General</c:formatCode>
                <c:ptCount val="533"/>
                <c:pt idx="0">
                  <c:v>0</c:v>
                </c:pt>
                <c:pt idx="1">
                  <c:v>4.0999999999939973E-3</c:v>
                </c:pt>
                <c:pt idx="2">
                  <c:v>5.4999999999836291E-3</c:v>
                </c:pt>
                <c:pt idx="3">
                  <c:v>6.3000000000101863E-3</c:v>
                </c:pt>
                <c:pt idx="4">
                  <c:v>6.7999999999983629E-3</c:v>
                </c:pt>
                <c:pt idx="5">
                  <c:v>7.0999999999799002E-3</c:v>
                </c:pt>
                <c:pt idx="6">
                  <c:v>7.4000000000182808E-3</c:v>
                </c:pt>
                <c:pt idx="7">
                  <c:v>7.5999999999680767E-3</c:v>
                </c:pt>
                <c:pt idx="8">
                  <c:v>7.799999999974716E-3</c:v>
                </c:pt>
                <c:pt idx="9">
                  <c:v>7.9999999999813554E-3</c:v>
                </c:pt>
                <c:pt idx="10">
                  <c:v>8.1999999999879947E-3</c:v>
                </c:pt>
                <c:pt idx="11">
                  <c:v>8.399999999994634E-3</c:v>
                </c:pt>
                <c:pt idx="12">
                  <c:v>8.4999999999695319E-3</c:v>
                </c:pt>
                <c:pt idx="13">
                  <c:v>8.6999999999761712E-3</c:v>
                </c:pt>
                <c:pt idx="14">
                  <c:v>8.8000000000079126E-3</c:v>
                </c:pt>
                <c:pt idx="15">
                  <c:v>8.8999999999828106E-3</c:v>
                </c:pt>
                <c:pt idx="16">
                  <c:v>9.0999999999894499E-3</c:v>
                </c:pt>
                <c:pt idx="17">
                  <c:v>9.2000000000211912E-3</c:v>
                </c:pt>
                <c:pt idx="18">
                  <c:v>9.2999999999960892E-3</c:v>
                </c:pt>
                <c:pt idx="19">
                  <c:v>9.3999999999709871E-3</c:v>
                </c:pt>
                <c:pt idx="20">
                  <c:v>9.5000000000027285E-3</c:v>
                </c:pt>
                <c:pt idx="21">
                  <c:v>9.5999999999776264E-3</c:v>
                </c:pt>
                <c:pt idx="22">
                  <c:v>9.7000000000093678E-3</c:v>
                </c:pt>
                <c:pt idx="23">
                  <c:v>9.7999999999842657E-3</c:v>
                </c:pt>
                <c:pt idx="24">
                  <c:v>9.9000000000160071E-3</c:v>
                </c:pt>
                <c:pt idx="25">
                  <c:v>9.9999999999909051E-3</c:v>
                </c:pt>
                <c:pt idx="26">
                  <c:v>9.9999999999909051E-3</c:v>
                </c:pt>
                <c:pt idx="27">
                  <c:v>9.7999999999842657E-3</c:v>
                </c:pt>
                <c:pt idx="28">
                  <c:v>9.5999999999776264E-3</c:v>
                </c:pt>
                <c:pt idx="29">
                  <c:v>9.5000000000027285E-3</c:v>
                </c:pt>
                <c:pt idx="30">
                  <c:v>9.3999999999709871E-3</c:v>
                </c:pt>
                <c:pt idx="31">
                  <c:v>9.3999999999709871E-3</c:v>
                </c:pt>
                <c:pt idx="32">
                  <c:v>9.3999999999709871E-3</c:v>
                </c:pt>
                <c:pt idx="33">
                  <c:v>9.2999999999960892E-3</c:v>
                </c:pt>
                <c:pt idx="34">
                  <c:v>9.2999999999960892E-3</c:v>
                </c:pt>
                <c:pt idx="35">
                  <c:v>9.2999999999960892E-3</c:v>
                </c:pt>
                <c:pt idx="36">
                  <c:v>9.2999999999960892E-3</c:v>
                </c:pt>
                <c:pt idx="37">
                  <c:v>9.2999999999960892E-3</c:v>
                </c:pt>
                <c:pt idx="38">
                  <c:v>9.2999999999960892E-3</c:v>
                </c:pt>
                <c:pt idx="39">
                  <c:v>9.2999999999960892E-3</c:v>
                </c:pt>
                <c:pt idx="40">
                  <c:v>9.2999999999960892E-3</c:v>
                </c:pt>
                <c:pt idx="41">
                  <c:v>9.2999999999960892E-3</c:v>
                </c:pt>
                <c:pt idx="42">
                  <c:v>9.3999999999709871E-3</c:v>
                </c:pt>
                <c:pt idx="43">
                  <c:v>9.3999999999709871E-3</c:v>
                </c:pt>
                <c:pt idx="44">
                  <c:v>9.3999999999709871E-3</c:v>
                </c:pt>
                <c:pt idx="45">
                  <c:v>9.3999999999709871E-3</c:v>
                </c:pt>
                <c:pt idx="46">
                  <c:v>9.3999999999709871E-3</c:v>
                </c:pt>
                <c:pt idx="47">
                  <c:v>9.3999999999709871E-3</c:v>
                </c:pt>
                <c:pt idx="48">
                  <c:v>9.3999999999709871E-3</c:v>
                </c:pt>
                <c:pt idx="49">
                  <c:v>9.3999999999709871E-3</c:v>
                </c:pt>
                <c:pt idx="50">
                  <c:v>9.3999999999709871E-3</c:v>
                </c:pt>
                <c:pt idx="51">
                  <c:v>9.3999999999709871E-3</c:v>
                </c:pt>
                <c:pt idx="52">
                  <c:v>9.3999999999709871E-3</c:v>
                </c:pt>
                <c:pt idx="53">
                  <c:v>9.3999999999709871E-3</c:v>
                </c:pt>
                <c:pt idx="54">
                  <c:v>9.3999999999709871E-3</c:v>
                </c:pt>
                <c:pt idx="55">
                  <c:v>9.5000000000027285E-3</c:v>
                </c:pt>
                <c:pt idx="56">
                  <c:v>9.5000000000027285E-3</c:v>
                </c:pt>
                <c:pt idx="57">
                  <c:v>9.5000000000027285E-3</c:v>
                </c:pt>
                <c:pt idx="58">
                  <c:v>9.5999999999776264E-3</c:v>
                </c:pt>
                <c:pt idx="59">
                  <c:v>9.5999999999776264E-3</c:v>
                </c:pt>
                <c:pt idx="60">
                  <c:v>9.7000000000093678E-3</c:v>
                </c:pt>
                <c:pt idx="61">
                  <c:v>9.7000000000093678E-3</c:v>
                </c:pt>
                <c:pt idx="62">
                  <c:v>9.7999999999842657E-3</c:v>
                </c:pt>
                <c:pt idx="63">
                  <c:v>9.7999999999842657E-3</c:v>
                </c:pt>
                <c:pt idx="64">
                  <c:v>9.7999999999842657E-3</c:v>
                </c:pt>
                <c:pt idx="65">
                  <c:v>9.7999999999842657E-3</c:v>
                </c:pt>
                <c:pt idx="66">
                  <c:v>9.7999999999842657E-3</c:v>
                </c:pt>
                <c:pt idx="67">
                  <c:v>9.7999999999842657E-3</c:v>
                </c:pt>
                <c:pt idx="68">
                  <c:v>9.7999999999842657E-3</c:v>
                </c:pt>
                <c:pt idx="69">
                  <c:v>9.9000000000160071E-3</c:v>
                </c:pt>
                <c:pt idx="70">
                  <c:v>9.9000000000160071E-3</c:v>
                </c:pt>
                <c:pt idx="71">
                  <c:v>9.9000000000160071E-3</c:v>
                </c:pt>
                <c:pt idx="72">
                  <c:v>9.9000000000160071E-3</c:v>
                </c:pt>
                <c:pt idx="73">
                  <c:v>9.9000000000160071E-3</c:v>
                </c:pt>
                <c:pt idx="74">
                  <c:v>9.9000000000160071E-3</c:v>
                </c:pt>
                <c:pt idx="75">
                  <c:v>9.9000000000160071E-3</c:v>
                </c:pt>
                <c:pt idx="76">
                  <c:v>9.9000000000160071E-3</c:v>
                </c:pt>
                <c:pt idx="77">
                  <c:v>9.9000000000160071E-3</c:v>
                </c:pt>
                <c:pt idx="78">
                  <c:v>9.9000000000160071E-3</c:v>
                </c:pt>
                <c:pt idx="79">
                  <c:v>9.9000000000160071E-3</c:v>
                </c:pt>
                <c:pt idx="80">
                  <c:v>9.9000000000160071E-3</c:v>
                </c:pt>
                <c:pt idx="81">
                  <c:v>9.9000000000160071E-3</c:v>
                </c:pt>
                <c:pt idx="82">
                  <c:v>9.9999999999909051E-3</c:v>
                </c:pt>
                <c:pt idx="83">
                  <c:v>9.9999999999909051E-3</c:v>
                </c:pt>
                <c:pt idx="84">
                  <c:v>9.9999999999909051E-3</c:v>
                </c:pt>
                <c:pt idx="85">
                  <c:v>9.9999999999909051E-3</c:v>
                </c:pt>
                <c:pt idx="86">
                  <c:v>9.9999999999909051E-3</c:v>
                </c:pt>
                <c:pt idx="87">
                  <c:v>9.9999999999909051E-3</c:v>
                </c:pt>
                <c:pt idx="88">
                  <c:v>9.9999999999909051E-3</c:v>
                </c:pt>
                <c:pt idx="89">
                  <c:v>9.9999999999909051E-3</c:v>
                </c:pt>
                <c:pt idx="90">
                  <c:v>9.9999999999909051E-3</c:v>
                </c:pt>
                <c:pt idx="91">
                  <c:v>9.9999999999909051E-3</c:v>
                </c:pt>
                <c:pt idx="92">
                  <c:v>9.9999999999909051E-3</c:v>
                </c:pt>
                <c:pt idx="93">
                  <c:v>9.9999999999909051E-3</c:v>
                </c:pt>
                <c:pt idx="94">
                  <c:v>9.9999999999909051E-3</c:v>
                </c:pt>
                <c:pt idx="95">
                  <c:v>9.9999999999909051E-3</c:v>
                </c:pt>
                <c:pt idx="96">
                  <c:v>9.9999999999909051E-3</c:v>
                </c:pt>
                <c:pt idx="97">
                  <c:v>9.9999999999909051E-3</c:v>
                </c:pt>
                <c:pt idx="98">
                  <c:v>9.9999999999909051E-3</c:v>
                </c:pt>
                <c:pt idx="99">
                  <c:v>9.9999999999909051E-3</c:v>
                </c:pt>
                <c:pt idx="100">
                  <c:v>9.9999999999909051E-3</c:v>
                </c:pt>
                <c:pt idx="101">
                  <c:v>9.9999999999909051E-3</c:v>
                </c:pt>
                <c:pt idx="102">
                  <c:v>9.9999999999909051E-3</c:v>
                </c:pt>
                <c:pt idx="103">
                  <c:v>9.9999999999909051E-3</c:v>
                </c:pt>
                <c:pt idx="104">
                  <c:v>9.9999999999909051E-3</c:v>
                </c:pt>
                <c:pt idx="105">
                  <c:v>9.9999999999909051E-3</c:v>
                </c:pt>
                <c:pt idx="106">
                  <c:v>9.9999999999909051E-3</c:v>
                </c:pt>
                <c:pt idx="107">
                  <c:v>9.9999999999909051E-3</c:v>
                </c:pt>
                <c:pt idx="108">
                  <c:v>1.0099999999965803E-2</c:v>
                </c:pt>
                <c:pt idx="109">
                  <c:v>1.0299999999972442E-2</c:v>
                </c:pt>
                <c:pt idx="110">
                  <c:v>1.0400000000004184E-2</c:v>
                </c:pt>
                <c:pt idx="111">
                  <c:v>1.0499999999979082E-2</c:v>
                </c:pt>
                <c:pt idx="112">
                  <c:v>1.0600000000010823E-2</c:v>
                </c:pt>
                <c:pt idx="113">
                  <c:v>1.0699999999985721E-2</c:v>
                </c:pt>
                <c:pt idx="114">
                  <c:v>1.0699999999985721E-2</c:v>
                </c:pt>
                <c:pt idx="115">
                  <c:v>1.0800000000017462E-2</c:v>
                </c:pt>
                <c:pt idx="116">
                  <c:v>1.0800000000017462E-2</c:v>
                </c:pt>
                <c:pt idx="117">
                  <c:v>1.0800000000017462E-2</c:v>
                </c:pt>
                <c:pt idx="118">
                  <c:v>1.089999999999236E-2</c:v>
                </c:pt>
                <c:pt idx="119">
                  <c:v>1.089999999999236E-2</c:v>
                </c:pt>
                <c:pt idx="120">
                  <c:v>1.089999999999236E-2</c:v>
                </c:pt>
                <c:pt idx="121">
                  <c:v>1.089999999999236E-2</c:v>
                </c:pt>
                <c:pt idx="122">
                  <c:v>1.089999999999236E-2</c:v>
                </c:pt>
                <c:pt idx="123">
                  <c:v>1.089999999999236E-2</c:v>
                </c:pt>
                <c:pt idx="124">
                  <c:v>1.089999999999236E-2</c:v>
                </c:pt>
                <c:pt idx="125">
                  <c:v>1.089999999999236E-2</c:v>
                </c:pt>
                <c:pt idx="126">
                  <c:v>1.089999999999236E-2</c:v>
                </c:pt>
                <c:pt idx="127">
                  <c:v>1.0999999999967258E-2</c:v>
                </c:pt>
                <c:pt idx="128">
                  <c:v>1.0999999999967258E-2</c:v>
                </c:pt>
                <c:pt idx="129">
                  <c:v>1.0999999999967258E-2</c:v>
                </c:pt>
                <c:pt idx="130">
                  <c:v>1.0999999999967258E-2</c:v>
                </c:pt>
                <c:pt idx="131">
                  <c:v>1.0999999999967258E-2</c:v>
                </c:pt>
                <c:pt idx="132">
                  <c:v>1.0999999999967258E-2</c:v>
                </c:pt>
                <c:pt idx="133">
                  <c:v>1.0999999999967258E-2</c:v>
                </c:pt>
                <c:pt idx="134">
                  <c:v>1.0999999999967258E-2</c:v>
                </c:pt>
                <c:pt idx="135">
                  <c:v>1.0999999999967258E-2</c:v>
                </c:pt>
                <c:pt idx="136">
                  <c:v>1.0999999999967258E-2</c:v>
                </c:pt>
                <c:pt idx="137">
                  <c:v>1.0999999999967258E-2</c:v>
                </c:pt>
                <c:pt idx="138">
                  <c:v>1.0999999999967258E-2</c:v>
                </c:pt>
                <c:pt idx="139">
                  <c:v>1.0999999999967258E-2</c:v>
                </c:pt>
                <c:pt idx="140">
                  <c:v>1.0999999999967258E-2</c:v>
                </c:pt>
                <c:pt idx="141">
                  <c:v>1.0999999999967258E-2</c:v>
                </c:pt>
                <c:pt idx="142">
                  <c:v>1.0999999999967258E-2</c:v>
                </c:pt>
                <c:pt idx="143">
                  <c:v>1.0999999999967258E-2</c:v>
                </c:pt>
                <c:pt idx="144">
                  <c:v>1.0999999999967258E-2</c:v>
                </c:pt>
                <c:pt idx="145">
                  <c:v>1.0999999999967258E-2</c:v>
                </c:pt>
                <c:pt idx="146">
                  <c:v>1.0999999999967258E-2</c:v>
                </c:pt>
                <c:pt idx="147">
                  <c:v>1.0999999999967258E-2</c:v>
                </c:pt>
                <c:pt idx="148">
                  <c:v>1.0999999999967258E-2</c:v>
                </c:pt>
                <c:pt idx="149">
                  <c:v>1.0999999999967258E-2</c:v>
                </c:pt>
                <c:pt idx="150">
                  <c:v>1.0999999999967258E-2</c:v>
                </c:pt>
                <c:pt idx="151">
                  <c:v>1.0999999999967258E-2</c:v>
                </c:pt>
                <c:pt idx="152">
                  <c:v>1.0999999999967258E-2</c:v>
                </c:pt>
                <c:pt idx="153">
                  <c:v>1.0999999999967258E-2</c:v>
                </c:pt>
                <c:pt idx="154">
                  <c:v>1.0999999999967258E-2</c:v>
                </c:pt>
                <c:pt idx="155">
                  <c:v>1.0999999999967258E-2</c:v>
                </c:pt>
                <c:pt idx="156">
                  <c:v>1.0999999999967258E-2</c:v>
                </c:pt>
                <c:pt idx="157">
                  <c:v>1.0999999999967258E-2</c:v>
                </c:pt>
                <c:pt idx="158">
                  <c:v>1.0999999999967258E-2</c:v>
                </c:pt>
                <c:pt idx="159">
                  <c:v>1.1099999999999E-2</c:v>
                </c:pt>
                <c:pt idx="160">
                  <c:v>1.1099999999999E-2</c:v>
                </c:pt>
                <c:pt idx="161">
                  <c:v>1.1099999999999E-2</c:v>
                </c:pt>
                <c:pt idx="162">
                  <c:v>1.1099999999999E-2</c:v>
                </c:pt>
                <c:pt idx="163">
                  <c:v>1.0999999999967258E-2</c:v>
                </c:pt>
                <c:pt idx="164">
                  <c:v>1.0999999999967258E-2</c:v>
                </c:pt>
                <c:pt idx="165">
                  <c:v>1.0999999999967258E-2</c:v>
                </c:pt>
                <c:pt idx="166">
                  <c:v>1.0999999999967258E-2</c:v>
                </c:pt>
                <c:pt idx="167">
                  <c:v>1.0999999999967258E-2</c:v>
                </c:pt>
                <c:pt idx="168">
                  <c:v>1.0999999999967258E-2</c:v>
                </c:pt>
                <c:pt idx="169">
                  <c:v>1.1099999999999E-2</c:v>
                </c:pt>
                <c:pt idx="170">
                  <c:v>1.1099999999999E-2</c:v>
                </c:pt>
                <c:pt idx="171">
                  <c:v>1.1099999999999E-2</c:v>
                </c:pt>
                <c:pt idx="172">
                  <c:v>1.1099999999999E-2</c:v>
                </c:pt>
                <c:pt idx="173">
                  <c:v>1.1099999999999E-2</c:v>
                </c:pt>
                <c:pt idx="174">
                  <c:v>1.1099999999999E-2</c:v>
                </c:pt>
                <c:pt idx="175">
                  <c:v>1.1099999999999E-2</c:v>
                </c:pt>
                <c:pt idx="176">
                  <c:v>1.1099999999999E-2</c:v>
                </c:pt>
                <c:pt idx="177">
                  <c:v>1.1099999999999E-2</c:v>
                </c:pt>
                <c:pt idx="178">
                  <c:v>1.1099999999999E-2</c:v>
                </c:pt>
                <c:pt idx="179">
                  <c:v>1.1099999999999E-2</c:v>
                </c:pt>
                <c:pt idx="180">
                  <c:v>1.1099999999999E-2</c:v>
                </c:pt>
                <c:pt idx="181">
                  <c:v>1.1099999999999E-2</c:v>
                </c:pt>
                <c:pt idx="182">
                  <c:v>1.1099999999999E-2</c:v>
                </c:pt>
                <c:pt idx="183">
                  <c:v>1.0999999999967258E-2</c:v>
                </c:pt>
                <c:pt idx="184">
                  <c:v>1.0699999999985721E-2</c:v>
                </c:pt>
                <c:pt idx="185">
                  <c:v>1.0499999999979082E-2</c:v>
                </c:pt>
                <c:pt idx="186">
                  <c:v>1.0400000000004184E-2</c:v>
                </c:pt>
                <c:pt idx="187">
                  <c:v>1.0199999999997544E-2</c:v>
                </c:pt>
                <c:pt idx="188">
                  <c:v>1.0099999999965803E-2</c:v>
                </c:pt>
                <c:pt idx="189">
                  <c:v>1.0099999999965803E-2</c:v>
                </c:pt>
                <c:pt idx="190">
                  <c:v>9.9999999999909051E-3</c:v>
                </c:pt>
                <c:pt idx="191">
                  <c:v>9.9999999999909051E-3</c:v>
                </c:pt>
                <c:pt idx="192">
                  <c:v>9.9000000000160071E-3</c:v>
                </c:pt>
                <c:pt idx="193">
                  <c:v>9.9000000000160071E-3</c:v>
                </c:pt>
                <c:pt idx="194">
                  <c:v>9.7999999999842657E-3</c:v>
                </c:pt>
                <c:pt idx="195">
                  <c:v>9.7999999999842657E-3</c:v>
                </c:pt>
                <c:pt idx="196">
                  <c:v>9.7999999999842657E-3</c:v>
                </c:pt>
                <c:pt idx="197">
                  <c:v>9.7999999999842657E-3</c:v>
                </c:pt>
                <c:pt idx="198">
                  <c:v>9.7000000000093678E-3</c:v>
                </c:pt>
                <c:pt idx="199">
                  <c:v>9.7000000000093678E-3</c:v>
                </c:pt>
                <c:pt idx="200">
                  <c:v>9.7000000000093678E-3</c:v>
                </c:pt>
                <c:pt idx="201">
                  <c:v>9.7000000000093678E-3</c:v>
                </c:pt>
                <c:pt idx="202">
                  <c:v>9.7000000000093678E-3</c:v>
                </c:pt>
                <c:pt idx="203">
                  <c:v>9.7000000000093678E-3</c:v>
                </c:pt>
                <c:pt idx="204">
                  <c:v>9.7000000000093678E-3</c:v>
                </c:pt>
                <c:pt idx="205">
                  <c:v>9.7000000000093678E-3</c:v>
                </c:pt>
                <c:pt idx="206">
                  <c:v>9.5999999999776264E-3</c:v>
                </c:pt>
                <c:pt idx="207">
                  <c:v>9.5999999999776264E-3</c:v>
                </c:pt>
                <c:pt idx="208">
                  <c:v>9.5999999999776264E-3</c:v>
                </c:pt>
                <c:pt idx="209">
                  <c:v>9.5999999999776264E-3</c:v>
                </c:pt>
                <c:pt idx="210">
                  <c:v>9.5999999999776264E-3</c:v>
                </c:pt>
                <c:pt idx="211">
                  <c:v>9.5999999999776264E-3</c:v>
                </c:pt>
                <c:pt idx="212">
                  <c:v>9.5999999999776264E-3</c:v>
                </c:pt>
                <c:pt idx="213">
                  <c:v>9.5999999999776264E-3</c:v>
                </c:pt>
                <c:pt idx="214">
                  <c:v>9.7000000000093678E-3</c:v>
                </c:pt>
                <c:pt idx="215">
                  <c:v>9.7000000000093678E-3</c:v>
                </c:pt>
                <c:pt idx="216">
                  <c:v>9.7999999999842657E-3</c:v>
                </c:pt>
                <c:pt idx="217">
                  <c:v>9.7999999999842657E-3</c:v>
                </c:pt>
                <c:pt idx="218">
                  <c:v>9.7999999999842657E-3</c:v>
                </c:pt>
                <c:pt idx="219">
                  <c:v>9.9000000000160071E-3</c:v>
                </c:pt>
                <c:pt idx="220">
                  <c:v>9.9000000000160071E-3</c:v>
                </c:pt>
                <c:pt idx="221">
                  <c:v>9.9000000000160071E-3</c:v>
                </c:pt>
                <c:pt idx="222">
                  <c:v>9.9000000000160071E-3</c:v>
                </c:pt>
                <c:pt idx="223">
                  <c:v>9.9000000000160071E-3</c:v>
                </c:pt>
                <c:pt idx="224">
                  <c:v>9.9000000000160071E-3</c:v>
                </c:pt>
                <c:pt idx="225">
                  <c:v>9.9000000000160071E-3</c:v>
                </c:pt>
                <c:pt idx="226">
                  <c:v>9.9000000000160071E-3</c:v>
                </c:pt>
                <c:pt idx="227">
                  <c:v>9.9000000000160071E-3</c:v>
                </c:pt>
                <c:pt idx="228">
                  <c:v>9.9000000000160071E-3</c:v>
                </c:pt>
                <c:pt idx="229">
                  <c:v>9.9000000000160071E-3</c:v>
                </c:pt>
                <c:pt idx="230">
                  <c:v>9.9999999999909051E-3</c:v>
                </c:pt>
                <c:pt idx="231">
                  <c:v>9.9999999999909051E-3</c:v>
                </c:pt>
                <c:pt idx="232">
                  <c:v>9.9999999999909051E-3</c:v>
                </c:pt>
                <c:pt idx="233">
                  <c:v>9.9999999999909051E-3</c:v>
                </c:pt>
                <c:pt idx="234">
                  <c:v>9.9999999999909051E-3</c:v>
                </c:pt>
                <c:pt idx="235">
                  <c:v>9.9999999999909051E-3</c:v>
                </c:pt>
                <c:pt idx="236">
                  <c:v>9.9999999999909051E-3</c:v>
                </c:pt>
                <c:pt idx="237">
                  <c:v>9.9999999999909051E-3</c:v>
                </c:pt>
                <c:pt idx="238">
                  <c:v>9.9999999999909051E-3</c:v>
                </c:pt>
                <c:pt idx="239">
                  <c:v>9.9999999999909051E-3</c:v>
                </c:pt>
                <c:pt idx="240">
                  <c:v>9.9999999999909051E-3</c:v>
                </c:pt>
                <c:pt idx="241">
                  <c:v>9.9999999999909051E-3</c:v>
                </c:pt>
                <c:pt idx="242">
                  <c:v>9.9999999999909051E-3</c:v>
                </c:pt>
                <c:pt idx="243">
                  <c:v>9.9999999999909051E-3</c:v>
                </c:pt>
                <c:pt idx="244">
                  <c:v>9.9999999999909051E-3</c:v>
                </c:pt>
                <c:pt idx="245">
                  <c:v>9.9999999999909051E-3</c:v>
                </c:pt>
                <c:pt idx="246">
                  <c:v>9.9999999999909051E-3</c:v>
                </c:pt>
                <c:pt idx="247">
                  <c:v>9.9999999999909051E-3</c:v>
                </c:pt>
                <c:pt idx="248">
                  <c:v>9.9999999999909051E-3</c:v>
                </c:pt>
                <c:pt idx="249">
                  <c:v>9.9999999999909051E-3</c:v>
                </c:pt>
                <c:pt idx="250">
                  <c:v>9.9999999999909051E-3</c:v>
                </c:pt>
                <c:pt idx="251">
                  <c:v>9.9999999999909051E-3</c:v>
                </c:pt>
                <c:pt idx="252">
                  <c:v>9.9999999999909051E-3</c:v>
                </c:pt>
                <c:pt idx="253">
                  <c:v>9.9999999999909051E-3</c:v>
                </c:pt>
                <c:pt idx="254">
                  <c:v>9.9999999999909051E-3</c:v>
                </c:pt>
                <c:pt idx="255">
                  <c:v>9.9999999999909051E-3</c:v>
                </c:pt>
                <c:pt idx="256">
                  <c:v>9.9999999999909051E-3</c:v>
                </c:pt>
                <c:pt idx="257">
                  <c:v>9.9999999999909051E-3</c:v>
                </c:pt>
                <c:pt idx="258">
                  <c:v>9.9999999999909051E-3</c:v>
                </c:pt>
                <c:pt idx="259">
                  <c:v>9.9999999999909051E-3</c:v>
                </c:pt>
                <c:pt idx="260">
                  <c:v>9.9999999999909051E-3</c:v>
                </c:pt>
                <c:pt idx="261">
                  <c:v>9.9999999999909051E-3</c:v>
                </c:pt>
                <c:pt idx="262">
                  <c:v>9.9999999999909051E-3</c:v>
                </c:pt>
                <c:pt idx="263">
                  <c:v>9.9999999999909051E-3</c:v>
                </c:pt>
                <c:pt idx="264">
                  <c:v>9.9999999999909051E-3</c:v>
                </c:pt>
                <c:pt idx="265">
                  <c:v>1.0199999999997544E-2</c:v>
                </c:pt>
                <c:pt idx="266">
                  <c:v>1.0299999999972442E-2</c:v>
                </c:pt>
                <c:pt idx="267">
                  <c:v>1.0499999999979082E-2</c:v>
                </c:pt>
                <c:pt idx="268">
                  <c:v>1.0600000000010823E-2</c:v>
                </c:pt>
                <c:pt idx="269">
                  <c:v>1.0600000000010823E-2</c:v>
                </c:pt>
                <c:pt idx="270">
                  <c:v>1.0699999999985721E-2</c:v>
                </c:pt>
                <c:pt idx="271">
                  <c:v>1.0699999999985721E-2</c:v>
                </c:pt>
                <c:pt idx="272">
                  <c:v>1.0800000000017462E-2</c:v>
                </c:pt>
                <c:pt idx="273">
                  <c:v>1.0800000000017462E-2</c:v>
                </c:pt>
                <c:pt idx="274">
                  <c:v>1.0800000000017462E-2</c:v>
                </c:pt>
                <c:pt idx="275">
                  <c:v>1.089999999999236E-2</c:v>
                </c:pt>
                <c:pt idx="276">
                  <c:v>1.089999999999236E-2</c:v>
                </c:pt>
                <c:pt idx="277">
                  <c:v>1.089999999999236E-2</c:v>
                </c:pt>
                <c:pt idx="278">
                  <c:v>1.089999999999236E-2</c:v>
                </c:pt>
                <c:pt idx="279">
                  <c:v>1.089999999999236E-2</c:v>
                </c:pt>
                <c:pt idx="280">
                  <c:v>1.089999999999236E-2</c:v>
                </c:pt>
                <c:pt idx="281">
                  <c:v>1.089999999999236E-2</c:v>
                </c:pt>
                <c:pt idx="282">
                  <c:v>1.089999999999236E-2</c:v>
                </c:pt>
                <c:pt idx="283">
                  <c:v>1.0999999999967258E-2</c:v>
                </c:pt>
                <c:pt idx="284">
                  <c:v>1.0999999999967258E-2</c:v>
                </c:pt>
                <c:pt idx="285">
                  <c:v>1.0999999999967258E-2</c:v>
                </c:pt>
                <c:pt idx="286">
                  <c:v>1.0999999999967258E-2</c:v>
                </c:pt>
                <c:pt idx="287">
                  <c:v>1.0999999999967258E-2</c:v>
                </c:pt>
                <c:pt idx="288">
                  <c:v>1.0999999999967258E-2</c:v>
                </c:pt>
                <c:pt idx="289">
                  <c:v>1.0999999999967258E-2</c:v>
                </c:pt>
                <c:pt idx="290">
                  <c:v>1.0999999999967258E-2</c:v>
                </c:pt>
                <c:pt idx="291">
                  <c:v>1.0999999999967258E-2</c:v>
                </c:pt>
                <c:pt idx="292">
                  <c:v>1.0999999999967258E-2</c:v>
                </c:pt>
                <c:pt idx="293">
                  <c:v>1.0999999999967258E-2</c:v>
                </c:pt>
                <c:pt idx="294">
                  <c:v>1.0999999999967258E-2</c:v>
                </c:pt>
                <c:pt idx="295">
                  <c:v>1.0999999999967258E-2</c:v>
                </c:pt>
                <c:pt idx="296">
                  <c:v>1.0999999999967258E-2</c:v>
                </c:pt>
                <c:pt idx="297">
                  <c:v>1.0999999999967258E-2</c:v>
                </c:pt>
                <c:pt idx="298">
                  <c:v>1.0999999999967258E-2</c:v>
                </c:pt>
                <c:pt idx="299">
                  <c:v>1.0999999999967258E-2</c:v>
                </c:pt>
                <c:pt idx="300">
                  <c:v>1.0999999999967258E-2</c:v>
                </c:pt>
                <c:pt idx="301">
                  <c:v>1.0999999999967258E-2</c:v>
                </c:pt>
                <c:pt idx="302">
                  <c:v>1.0999999999967258E-2</c:v>
                </c:pt>
                <c:pt idx="303">
                  <c:v>1.0999999999967258E-2</c:v>
                </c:pt>
                <c:pt idx="304">
                  <c:v>1.0999999999967258E-2</c:v>
                </c:pt>
                <c:pt idx="305">
                  <c:v>1.0999999999967258E-2</c:v>
                </c:pt>
                <c:pt idx="306">
                  <c:v>1.0999999999967258E-2</c:v>
                </c:pt>
                <c:pt idx="307">
                  <c:v>1.0999999999967258E-2</c:v>
                </c:pt>
                <c:pt idx="308">
                  <c:v>1.0999999999967258E-2</c:v>
                </c:pt>
                <c:pt idx="309">
                  <c:v>1.0999999999967258E-2</c:v>
                </c:pt>
                <c:pt idx="310">
                  <c:v>1.0999999999967258E-2</c:v>
                </c:pt>
                <c:pt idx="311">
                  <c:v>1.0999999999967258E-2</c:v>
                </c:pt>
                <c:pt idx="312">
                  <c:v>1.0999999999967258E-2</c:v>
                </c:pt>
                <c:pt idx="313">
                  <c:v>1.0999999999967258E-2</c:v>
                </c:pt>
                <c:pt idx="314">
                  <c:v>1.0999999999967258E-2</c:v>
                </c:pt>
                <c:pt idx="315">
                  <c:v>1.0999999999967258E-2</c:v>
                </c:pt>
                <c:pt idx="316">
                  <c:v>1.1099999999999E-2</c:v>
                </c:pt>
                <c:pt idx="317">
                  <c:v>1.1099999999999E-2</c:v>
                </c:pt>
                <c:pt idx="318">
                  <c:v>1.1099999999999E-2</c:v>
                </c:pt>
                <c:pt idx="319">
                  <c:v>1.1099999999999E-2</c:v>
                </c:pt>
                <c:pt idx="320">
                  <c:v>1.1099999999999E-2</c:v>
                </c:pt>
                <c:pt idx="321">
                  <c:v>1.0999999999967258E-2</c:v>
                </c:pt>
                <c:pt idx="322">
                  <c:v>1.0999999999967258E-2</c:v>
                </c:pt>
                <c:pt idx="323">
                  <c:v>1.0999999999967258E-2</c:v>
                </c:pt>
                <c:pt idx="324">
                  <c:v>1.0999999999967258E-2</c:v>
                </c:pt>
                <c:pt idx="325">
                  <c:v>1.1099999999999E-2</c:v>
                </c:pt>
                <c:pt idx="326">
                  <c:v>1.1099999999999E-2</c:v>
                </c:pt>
                <c:pt idx="327">
                  <c:v>1.1099999999999E-2</c:v>
                </c:pt>
                <c:pt idx="328">
                  <c:v>1.1099999999999E-2</c:v>
                </c:pt>
                <c:pt idx="329">
                  <c:v>1.1099999999999E-2</c:v>
                </c:pt>
                <c:pt idx="330">
                  <c:v>1.1099999999999E-2</c:v>
                </c:pt>
                <c:pt idx="331">
                  <c:v>1.1099999999999E-2</c:v>
                </c:pt>
                <c:pt idx="332">
                  <c:v>1.1099999999999E-2</c:v>
                </c:pt>
                <c:pt idx="333">
                  <c:v>1.1099999999999E-2</c:v>
                </c:pt>
                <c:pt idx="334">
                  <c:v>1.1099999999999E-2</c:v>
                </c:pt>
                <c:pt idx="335">
                  <c:v>1.1099999999999E-2</c:v>
                </c:pt>
                <c:pt idx="336">
                  <c:v>1.1099999999999E-2</c:v>
                </c:pt>
                <c:pt idx="337">
                  <c:v>1.1099999999999E-2</c:v>
                </c:pt>
                <c:pt idx="338">
                  <c:v>1.1099999999999E-2</c:v>
                </c:pt>
                <c:pt idx="339">
                  <c:v>1.1099999999999E-2</c:v>
                </c:pt>
                <c:pt idx="340">
                  <c:v>1.0999999999967258E-2</c:v>
                </c:pt>
                <c:pt idx="341">
                  <c:v>1.0699999999985721E-2</c:v>
                </c:pt>
                <c:pt idx="342">
                  <c:v>1.0499999999979082E-2</c:v>
                </c:pt>
                <c:pt idx="343">
                  <c:v>1.0299999999972442E-2</c:v>
                </c:pt>
                <c:pt idx="344">
                  <c:v>1.0199999999997544E-2</c:v>
                </c:pt>
                <c:pt idx="345">
                  <c:v>1.0099999999965803E-2</c:v>
                </c:pt>
                <c:pt idx="346">
                  <c:v>1.0099999999965803E-2</c:v>
                </c:pt>
                <c:pt idx="347">
                  <c:v>9.9999999999909051E-3</c:v>
                </c:pt>
                <c:pt idx="348">
                  <c:v>9.9000000000160071E-3</c:v>
                </c:pt>
                <c:pt idx="349">
                  <c:v>9.9000000000160071E-3</c:v>
                </c:pt>
                <c:pt idx="350">
                  <c:v>9.9000000000160071E-3</c:v>
                </c:pt>
                <c:pt idx="351">
                  <c:v>9.7999999999842657E-3</c:v>
                </c:pt>
                <c:pt idx="352">
                  <c:v>9.7999999999842657E-3</c:v>
                </c:pt>
                <c:pt idx="353">
                  <c:v>9.7999999999842657E-3</c:v>
                </c:pt>
                <c:pt idx="354">
                  <c:v>9.7999999999842657E-3</c:v>
                </c:pt>
                <c:pt idx="355">
                  <c:v>9.7000000000093678E-3</c:v>
                </c:pt>
                <c:pt idx="356">
                  <c:v>9.7000000000093678E-3</c:v>
                </c:pt>
                <c:pt idx="357">
                  <c:v>9.7000000000093678E-3</c:v>
                </c:pt>
                <c:pt idx="358">
                  <c:v>9.7000000000093678E-3</c:v>
                </c:pt>
                <c:pt idx="359">
                  <c:v>9.7000000000093678E-3</c:v>
                </c:pt>
                <c:pt idx="360">
                  <c:v>9.7000000000093678E-3</c:v>
                </c:pt>
                <c:pt idx="361">
                  <c:v>9.7000000000093678E-3</c:v>
                </c:pt>
                <c:pt idx="362">
                  <c:v>9.7000000000093678E-3</c:v>
                </c:pt>
                <c:pt idx="363">
                  <c:v>9.7000000000093678E-3</c:v>
                </c:pt>
                <c:pt idx="364">
                  <c:v>9.5999999999776264E-3</c:v>
                </c:pt>
                <c:pt idx="365">
                  <c:v>9.5999999999776264E-3</c:v>
                </c:pt>
                <c:pt idx="366">
                  <c:v>9.5999999999776264E-3</c:v>
                </c:pt>
                <c:pt idx="367">
                  <c:v>9.5999999999776264E-3</c:v>
                </c:pt>
                <c:pt idx="368">
                  <c:v>9.5999999999776264E-3</c:v>
                </c:pt>
                <c:pt idx="369">
                  <c:v>9.5999999999776264E-3</c:v>
                </c:pt>
                <c:pt idx="370">
                  <c:v>9.5999999999776264E-3</c:v>
                </c:pt>
                <c:pt idx="371">
                  <c:v>9.5999999999776264E-3</c:v>
                </c:pt>
                <c:pt idx="372">
                  <c:v>9.7000000000093678E-3</c:v>
                </c:pt>
                <c:pt idx="373">
                  <c:v>9.7000000000093678E-3</c:v>
                </c:pt>
                <c:pt idx="374">
                  <c:v>9.7999999999842657E-3</c:v>
                </c:pt>
                <c:pt idx="375">
                  <c:v>9.7999999999842657E-3</c:v>
                </c:pt>
                <c:pt idx="376">
                  <c:v>9.7999999999842657E-3</c:v>
                </c:pt>
                <c:pt idx="377">
                  <c:v>9.9000000000160071E-3</c:v>
                </c:pt>
                <c:pt idx="378">
                  <c:v>9.9000000000160071E-3</c:v>
                </c:pt>
                <c:pt idx="379">
                  <c:v>9.9000000000160071E-3</c:v>
                </c:pt>
                <c:pt idx="380">
                  <c:v>9.9000000000160071E-3</c:v>
                </c:pt>
                <c:pt idx="381">
                  <c:v>9.9000000000160071E-3</c:v>
                </c:pt>
                <c:pt idx="382">
                  <c:v>9.9000000000160071E-3</c:v>
                </c:pt>
                <c:pt idx="383">
                  <c:v>9.9000000000160071E-3</c:v>
                </c:pt>
                <c:pt idx="384">
                  <c:v>9.9000000000160071E-3</c:v>
                </c:pt>
                <c:pt idx="385">
                  <c:v>9.9000000000160071E-3</c:v>
                </c:pt>
                <c:pt idx="386">
                  <c:v>9.9000000000160071E-3</c:v>
                </c:pt>
                <c:pt idx="387">
                  <c:v>9.9000000000160071E-3</c:v>
                </c:pt>
                <c:pt idx="388">
                  <c:v>9.9999999999909051E-3</c:v>
                </c:pt>
                <c:pt idx="389">
                  <c:v>9.9999999999909051E-3</c:v>
                </c:pt>
                <c:pt idx="390">
                  <c:v>9.9999999999909051E-3</c:v>
                </c:pt>
                <c:pt idx="391">
                  <c:v>9.9999999999909051E-3</c:v>
                </c:pt>
                <c:pt idx="392">
                  <c:v>9.9999999999909051E-3</c:v>
                </c:pt>
                <c:pt idx="393">
                  <c:v>9.9999999999909051E-3</c:v>
                </c:pt>
                <c:pt idx="394">
                  <c:v>9.9999999999909051E-3</c:v>
                </c:pt>
                <c:pt idx="395">
                  <c:v>9.9999999999909051E-3</c:v>
                </c:pt>
                <c:pt idx="396">
                  <c:v>9.9999999999909051E-3</c:v>
                </c:pt>
                <c:pt idx="397">
                  <c:v>9.9999999999909051E-3</c:v>
                </c:pt>
                <c:pt idx="398">
                  <c:v>9.9999999999909051E-3</c:v>
                </c:pt>
                <c:pt idx="399">
                  <c:v>9.9999999999909051E-3</c:v>
                </c:pt>
                <c:pt idx="400">
                  <c:v>9.9999999999909051E-3</c:v>
                </c:pt>
                <c:pt idx="401">
                  <c:v>9.9999999999909051E-3</c:v>
                </c:pt>
                <c:pt idx="402">
                  <c:v>9.9999999999909051E-3</c:v>
                </c:pt>
                <c:pt idx="403">
                  <c:v>9.9999999999909051E-3</c:v>
                </c:pt>
                <c:pt idx="404">
                  <c:v>9.9999999999909051E-3</c:v>
                </c:pt>
                <c:pt idx="405">
                  <c:v>9.9999999999909051E-3</c:v>
                </c:pt>
                <c:pt idx="406">
                  <c:v>9.9999999999909051E-3</c:v>
                </c:pt>
                <c:pt idx="407">
                  <c:v>9.9999999999909051E-3</c:v>
                </c:pt>
                <c:pt idx="408">
                  <c:v>9.9999999999909051E-3</c:v>
                </c:pt>
                <c:pt idx="409">
                  <c:v>9.9999999999909051E-3</c:v>
                </c:pt>
                <c:pt idx="410">
                  <c:v>9.9999999999909051E-3</c:v>
                </c:pt>
                <c:pt idx="411">
                  <c:v>9.9999999999909051E-3</c:v>
                </c:pt>
                <c:pt idx="412">
                  <c:v>9.9999999999909051E-3</c:v>
                </c:pt>
                <c:pt idx="413">
                  <c:v>9.9999999999909051E-3</c:v>
                </c:pt>
                <c:pt idx="414">
                  <c:v>9.9999999999909051E-3</c:v>
                </c:pt>
                <c:pt idx="415">
                  <c:v>9.9999999999909051E-3</c:v>
                </c:pt>
                <c:pt idx="416">
                  <c:v>9.9999999999909051E-3</c:v>
                </c:pt>
                <c:pt idx="417">
                  <c:v>9.9999999999909051E-3</c:v>
                </c:pt>
                <c:pt idx="418">
                  <c:v>9.9999999999909051E-3</c:v>
                </c:pt>
                <c:pt idx="419">
                  <c:v>9.9999999999909051E-3</c:v>
                </c:pt>
                <c:pt idx="420">
                  <c:v>9.9999999999909051E-3</c:v>
                </c:pt>
                <c:pt idx="421">
                  <c:v>9.9999999999909051E-3</c:v>
                </c:pt>
                <c:pt idx="422">
                  <c:v>9.9999999999909051E-3</c:v>
                </c:pt>
                <c:pt idx="423">
                  <c:v>1.0199999999997544E-2</c:v>
                </c:pt>
                <c:pt idx="424">
                  <c:v>1.0299999999972442E-2</c:v>
                </c:pt>
                <c:pt idx="425">
                  <c:v>1.0499999999979082E-2</c:v>
                </c:pt>
                <c:pt idx="426">
                  <c:v>1.0600000000010823E-2</c:v>
                </c:pt>
                <c:pt idx="427">
                  <c:v>1.0600000000010823E-2</c:v>
                </c:pt>
                <c:pt idx="428">
                  <c:v>1.0699999999985721E-2</c:v>
                </c:pt>
                <c:pt idx="429">
                  <c:v>1.0800000000017462E-2</c:v>
                </c:pt>
                <c:pt idx="430">
                  <c:v>1.0800000000017462E-2</c:v>
                </c:pt>
                <c:pt idx="431">
                  <c:v>1.0800000000017462E-2</c:v>
                </c:pt>
                <c:pt idx="432">
                  <c:v>1.0800000000017462E-2</c:v>
                </c:pt>
                <c:pt idx="433">
                  <c:v>1.089999999999236E-2</c:v>
                </c:pt>
                <c:pt idx="434">
                  <c:v>1.089999999999236E-2</c:v>
                </c:pt>
                <c:pt idx="435">
                  <c:v>1.089999999999236E-2</c:v>
                </c:pt>
                <c:pt idx="436">
                  <c:v>1.089999999999236E-2</c:v>
                </c:pt>
                <c:pt idx="437">
                  <c:v>1.089999999999236E-2</c:v>
                </c:pt>
                <c:pt idx="438">
                  <c:v>1.089999999999236E-2</c:v>
                </c:pt>
                <c:pt idx="439">
                  <c:v>1.089999999999236E-2</c:v>
                </c:pt>
                <c:pt idx="440">
                  <c:v>1.089999999999236E-2</c:v>
                </c:pt>
                <c:pt idx="441">
                  <c:v>1.0999999999967258E-2</c:v>
                </c:pt>
                <c:pt idx="442">
                  <c:v>1.0999999999967258E-2</c:v>
                </c:pt>
                <c:pt idx="443">
                  <c:v>1.0999999999967258E-2</c:v>
                </c:pt>
                <c:pt idx="444">
                  <c:v>1.0999999999967258E-2</c:v>
                </c:pt>
                <c:pt idx="445">
                  <c:v>1.0999999999967258E-2</c:v>
                </c:pt>
                <c:pt idx="446">
                  <c:v>1.0999999999967258E-2</c:v>
                </c:pt>
                <c:pt idx="447">
                  <c:v>1.0999999999967258E-2</c:v>
                </c:pt>
                <c:pt idx="448">
                  <c:v>1.0999999999967258E-2</c:v>
                </c:pt>
                <c:pt idx="449">
                  <c:v>1.0999999999967258E-2</c:v>
                </c:pt>
                <c:pt idx="450">
                  <c:v>1.0999999999967258E-2</c:v>
                </c:pt>
                <c:pt idx="451">
                  <c:v>1.0999999999967258E-2</c:v>
                </c:pt>
                <c:pt idx="452">
                  <c:v>1.0999999999967258E-2</c:v>
                </c:pt>
                <c:pt idx="453">
                  <c:v>1.0999999999967258E-2</c:v>
                </c:pt>
                <c:pt idx="454">
                  <c:v>1.0999999999967258E-2</c:v>
                </c:pt>
                <c:pt idx="455">
                  <c:v>1.0999999999967258E-2</c:v>
                </c:pt>
                <c:pt idx="456">
                  <c:v>1.0999999999967258E-2</c:v>
                </c:pt>
                <c:pt idx="457">
                  <c:v>1.0999999999967258E-2</c:v>
                </c:pt>
                <c:pt idx="458">
                  <c:v>1.0999999999967258E-2</c:v>
                </c:pt>
                <c:pt idx="459">
                  <c:v>1.0999999999967258E-2</c:v>
                </c:pt>
                <c:pt idx="460">
                  <c:v>1.0999999999967258E-2</c:v>
                </c:pt>
                <c:pt idx="461">
                  <c:v>1.0999999999967258E-2</c:v>
                </c:pt>
                <c:pt idx="462">
                  <c:v>1.0999999999967258E-2</c:v>
                </c:pt>
                <c:pt idx="463">
                  <c:v>1.0999999999967258E-2</c:v>
                </c:pt>
                <c:pt idx="464">
                  <c:v>1.0999999999967258E-2</c:v>
                </c:pt>
                <c:pt idx="465">
                  <c:v>1.0999999999967258E-2</c:v>
                </c:pt>
                <c:pt idx="466">
                  <c:v>1.0999999999967258E-2</c:v>
                </c:pt>
                <c:pt idx="467">
                  <c:v>1.0999999999967258E-2</c:v>
                </c:pt>
                <c:pt idx="468">
                  <c:v>1.0999999999967258E-2</c:v>
                </c:pt>
                <c:pt idx="469">
                  <c:v>1.0999999999967258E-2</c:v>
                </c:pt>
                <c:pt idx="470">
                  <c:v>1.0999999999967258E-2</c:v>
                </c:pt>
                <c:pt idx="471">
                  <c:v>1.0999999999967258E-2</c:v>
                </c:pt>
                <c:pt idx="472">
                  <c:v>1.0999999999967258E-2</c:v>
                </c:pt>
                <c:pt idx="473">
                  <c:v>1.0999999999967258E-2</c:v>
                </c:pt>
                <c:pt idx="474">
                  <c:v>1.1099999999999E-2</c:v>
                </c:pt>
                <c:pt idx="475">
                  <c:v>1.1099999999999E-2</c:v>
                </c:pt>
                <c:pt idx="476">
                  <c:v>1.1099999999999E-2</c:v>
                </c:pt>
                <c:pt idx="477">
                  <c:v>1.1099999999999E-2</c:v>
                </c:pt>
                <c:pt idx="478">
                  <c:v>1.1099999999999E-2</c:v>
                </c:pt>
                <c:pt idx="479">
                  <c:v>1.1099999999999E-2</c:v>
                </c:pt>
                <c:pt idx="480">
                  <c:v>1.0999999999967258E-2</c:v>
                </c:pt>
                <c:pt idx="481">
                  <c:v>1.0999999999967258E-2</c:v>
                </c:pt>
                <c:pt idx="482">
                  <c:v>1.0999999999967258E-2</c:v>
                </c:pt>
                <c:pt idx="483">
                  <c:v>1.1099999999999E-2</c:v>
                </c:pt>
                <c:pt idx="484">
                  <c:v>1.1099999999999E-2</c:v>
                </c:pt>
                <c:pt idx="485">
                  <c:v>1.1099999999999E-2</c:v>
                </c:pt>
                <c:pt idx="486">
                  <c:v>1.1099999999999E-2</c:v>
                </c:pt>
                <c:pt idx="487">
                  <c:v>1.1099999999999E-2</c:v>
                </c:pt>
                <c:pt idx="488">
                  <c:v>1.1099999999999E-2</c:v>
                </c:pt>
                <c:pt idx="489">
                  <c:v>1.1099999999999E-2</c:v>
                </c:pt>
                <c:pt idx="490">
                  <c:v>1.1099999999999E-2</c:v>
                </c:pt>
                <c:pt idx="491">
                  <c:v>1.1099999999999E-2</c:v>
                </c:pt>
                <c:pt idx="492">
                  <c:v>1.1099999999999E-2</c:v>
                </c:pt>
                <c:pt idx="493">
                  <c:v>1.1099999999999E-2</c:v>
                </c:pt>
                <c:pt idx="494">
                  <c:v>1.1099999999999E-2</c:v>
                </c:pt>
                <c:pt idx="495">
                  <c:v>1.1099999999999E-2</c:v>
                </c:pt>
                <c:pt idx="496">
                  <c:v>1.1099999999999E-2</c:v>
                </c:pt>
                <c:pt idx="497">
                  <c:v>1.1099999999999E-2</c:v>
                </c:pt>
                <c:pt idx="498">
                  <c:v>1.1099999999999E-2</c:v>
                </c:pt>
                <c:pt idx="499">
                  <c:v>1.089999999999236E-2</c:v>
                </c:pt>
                <c:pt idx="500">
                  <c:v>1.0699999999985721E-2</c:v>
                </c:pt>
                <c:pt idx="501">
                  <c:v>1.0499999999979082E-2</c:v>
                </c:pt>
                <c:pt idx="502">
                  <c:v>1.0299999999972442E-2</c:v>
                </c:pt>
                <c:pt idx="503">
                  <c:v>1.0199999999997544E-2</c:v>
                </c:pt>
                <c:pt idx="504">
                  <c:v>1.0099999999965803E-2</c:v>
                </c:pt>
                <c:pt idx="505">
                  <c:v>9.9999999999909051E-3</c:v>
                </c:pt>
                <c:pt idx="506">
                  <c:v>9.9999999999909051E-3</c:v>
                </c:pt>
                <c:pt idx="507">
                  <c:v>9.9000000000160071E-3</c:v>
                </c:pt>
                <c:pt idx="508">
                  <c:v>9.9000000000160071E-3</c:v>
                </c:pt>
                <c:pt idx="509">
                  <c:v>9.9000000000160071E-3</c:v>
                </c:pt>
                <c:pt idx="510">
                  <c:v>9.7999999999842657E-3</c:v>
                </c:pt>
                <c:pt idx="511">
                  <c:v>9.7999999999842657E-3</c:v>
                </c:pt>
                <c:pt idx="512">
                  <c:v>9.7999999999842657E-3</c:v>
                </c:pt>
                <c:pt idx="513">
                  <c:v>9.7999999999842657E-3</c:v>
                </c:pt>
                <c:pt idx="514">
                  <c:v>9.7000000000093678E-3</c:v>
                </c:pt>
                <c:pt idx="515">
                  <c:v>9.7000000000093678E-3</c:v>
                </c:pt>
                <c:pt idx="516">
                  <c:v>9.7000000000093678E-3</c:v>
                </c:pt>
                <c:pt idx="517">
                  <c:v>9.7000000000093678E-3</c:v>
                </c:pt>
                <c:pt idx="518">
                  <c:v>9.7000000000093678E-3</c:v>
                </c:pt>
                <c:pt idx="519">
                  <c:v>9.7000000000093678E-3</c:v>
                </c:pt>
                <c:pt idx="520">
                  <c:v>9.7000000000093678E-3</c:v>
                </c:pt>
                <c:pt idx="521">
                  <c:v>9.7000000000093678E-3</c:v>
                </c:pt>
                <c:pt idx="522">
                  <c:v>9.5999999999776264E-3</c:v>
                </c:pt>
                <c:pt idx="523">
                  <c:v>9.5999999999776264E-3</c:v>
                </c:pt>
                <c:pt idx="524">
                  <c:v>9.5999999999776264E-3</c:v>
                </c:pt>
                <c:pt idx="525">
                  <c:v>9.5999999999776264E-3</c:v>
                </c:pt>
                <c:pt idx="526">
                  <c:v>9.5999999999776264E-3</c:v>
                </c:pt>
                <c:pt idx="527">
                  <c:v>9.5999999999776264E-3</c:v>
                </c:pt>
                <c:pt idx="528">
                  <c:v>9.5999999999776264E-3</c:v>
                </c:pt>
                <c:pt idx="529">
                  <c:v>9.5999999999776264E-3</c:v>
                </c:pt>
                <c:pt idx="530">
                  <c:v>9.7000000000093678E-3</c:v>
                </c:pt>
                <c:pt idx="531">
                  <c:v>9.7999999999842657E-3</c:v>
                </c:pt>
                <c:pt idx="532">
                  <c:v>9.7999999999842657E-3</c:v>
                </c:pt>
              </c:numCache>
            </c:numRef>
          </c:yVal>
          <c:smooth val="1"/>
          <c:extLst>
            <c:ext xmlns:c16="http://schemas.microsoft.com/office/drawing/2014/chart" uri="{C3380CC4-5D6E-409C-BE32-E72D297353CC}">
              <c16:uniqueId val="{0000001F-1510-4437-9CAD-7ED8315A59D8}"/>
            </c:ext>
          </c:extLst>
        </c:ser>
        <c:ser>
          <c:idx val="32"/>
          <c:order val="32"/>
          <c:tx>
            <c:strRef>
              <c:f>SM50000_TEMPSoc5l2_50000!$PU$1</c:f>
              <c:strCache>
                <c:ptCount val="1"/>
                <c:pt idx="0">
                  <c:v>TELE_SM_INTERIOR.292</c:v>
                </c:pt>
              </c:strCache>
            </c:strRef>
          </c:tx>
          <c:spPr>
            <a:ln w="19050" cap="rnd">
              <a:solidFill>
                <a:schemeClr val="accent3">
                  <a:lumMod val="50000"/>
                </a:schemeClr>
              </a:solidFill>
              <a:round/>
            </a:ln>
            <a:effectLst/>
          </c:spPr>
          <c:marker>
            <c:symbol val="circle"/>
            <c:size val="5"/>
            <c:spPr>
              <a:solidFill>
                <a:schemeClr val="accent3">
                  <a:lumMod val="50000"/>
                </a:schemeClr>
              </a:solidFill>
              <a:ln w="9525">
                <a:solidFill>
                  <a:schemeClr val="accent3">
                    <a:lumMod val="5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SM50000_TEMPSoc5l2_50000!$PU$2:$PU$536</c:f>
              <c:numCache>
                <c:formatCode>General</c:formatCode>
                <c:ptCount val="533"/>
                <c:pt idx="0">
                  <c:v>0</c:v>
                </c:pt>
                <c:pt idx="1">
                  <c:v>3.999999999962256E-3</c:v>
                </c:pt>
                <c:pt idx="2">
                  <c:v>5.3999999999518877E-3</c:v>
                </c:pt>
                <c:pt idx="3">
                  <c:v>6.100000000003547E-3</c:v>
                </c:pt>
                <c:pt idx="4">
                  <c:v>6.5999999999917236E-3</c:v>
                </c:pt>
                <c:pt idx="5">
                  <c:v>7.0000000000050022E-3</c:v>
                </c:pt>
                <c:pt idx="6">
                  <c:v>7.2999999999865395E-3</c:v>
                </c:pt>
                <c:pt idx="7">
                  <c:v>7.4999999999931788E-3</c:v>
                </c:pt>
                <c:pt idx="8">
                  <c:v>7.6999999999998181E-3</c:v>
                </c:pt>
                <c:pt idx="9">
                  <c:v>7.899999999949614E-3</c:v>
                </c:pt>
                <c:pt idx="10">
                  <c:v>8.0999999999562533E-3</c:v>
                </c:pt>
                <c:pt idx="11">
                  <c:v>8.1999999999879947E-3</c:v>
                </c:pt>
                <c:pt idx="12">
                  <c:v>8.399999999994634E-3</c:v>
                </c:pt>
                <c:pt idx="13">
                  <c:v>8.4999999999695319E-3</c:v>
                </c:pt>
                <c:pt idx="14">
                  <c:v>8.6999999999761712E-3</c:v>
                </c:pt>
                <c:pt idx="15">
                  <c:v>8.7999999999510692E-3</c:v>
                </c:pt>
                <c:pt idx="16">
                  <c:v>8.9999999999577085E-3</c:v>
                </c:pt>
                <c:pt idx="17">
                  <c:v>9.0999999999894499E-3</c:v>
                </c:pt>
                <c:pt idx="18">
                  <c:v>9.1999999999643478E-3</c:v>
                </c:pt>
                <c:pt idx="19">
                  <c:v>9.2999999999960892E-3</c:v>
                </c:pt>
                <c:pt idx="20">
                  <c:v>9.3999999999709871E-3</c:v>
                </c:pt>
                <c:pt idx="21">
                  <c:v>9.5000000000027285E-3</c:v>
                </c:pt>
                <c:pt idx="22">
                  <c:v>9.5999999999776264E-3</c:v>
                </c:pt>
                <c:pt idx="23">
                  <c:v>9.6999999999525244E-3</c:v>
                </c:pt>
                <c:pt idx="24">
                  <c:v>9.7999999999842657E-3</c:v>
                </c:pt>
                <c:pt idx="25">
                  <c:v>9.8999999999591637E-3</c:v>
                </c:pt>
                <c:pt idx="26">
                  <c:v>9.8999999999591637E-3</c:v>
                </c:pt>
                <c:pt idx="27">
                  <c:v>9.6999999999525244E-3</c:v>
                </c:pt>
                <c:pt idx="28">
                  <c:v>9.5000000000027285E-3</c:v>
                </c:pt>
                <c:pt idx="29">
                  <c:v>9.3999999999709871E-3</c:v>
                </c:pt>
                <c:pt idx="30">
                  <c:v>9.3999999999709871E-3</c:v>
                </c:pt>
                <c:pt idx="31">
                  <c:v>9.2999999999960892E-3</c:v>
                </c:pt>
                <c:pt idx="32">
                  <c:v>9.2999999999960892E-3</c:v>
                </c:pt>
                <c:pt idx="33">
                  <c:v>9.2999999999960892E-3</c:v>
                </c:pt>
                <c:pt idx="34">
                  <c:v>9.2999999999960892E-3</c:v>
                </c:pt>
                <c:pt idx="35">
                  <c:v>9.2999999999960892E-3</c:v>
                </c:pt>
                <c:pt idx="36">
                  <c:v>9.2999999999960892E-3</c:v>
                </c:pt>
                <c:pt idx="37">
                  <c:v>9.2999999999960892E-3</c:v>
                </c:pt>
                <c:pt idx="38">
                  <c:v>9.2999999999960892E-3</c:v>
                </c:pt>
                <c:pt idx="39">
                  <c:v>9.2999999999960892E-3</c:v>
                </c:pt>
                <c:pt idx="40">
                  <c:v>9.2999999999960892E-3</c:v>
                </c:pt>
                <c:pt idx="41">
                  <c:v>9.2999999999960892E-3</c:v>
                </c:pt>
                <c:pt idx="42">
                  <c:v>9.2999999999960892E-3</c:v>
                </c:pt>
                <c:pt idx="43">
                  <c:v>9.2999999999960892E-3</c:v>
                </c:pt>
                <c:pt idx="44">
                  <c:v>9.3999999999709871E-3</c:v>
                </c:pt>
                <c:pt idx="45">
                  <c:v>9.3999999999709871E-3</c:v>
                </c:pt>
                <c:pt idx="46">
                  <c:v>9.3999999999709871E-3</c:v>
                </c:pt>
                <c:pt idx="47">
                  <c:v>9.3999999999709871E-3</c:v>
                </c:pt>
                <c:pt idx="48">
                  <c:v>9.3999999999709871E-3</c:v>
                </c:pt>
                <c:pt idx="49">
                  <c:v>9.3999999999709871E-3</c:v>
                </c:pt>
                <c:pt idx="50">
                  <c:v>9.3999999999709871E-3</c:v>
                </c:pt>
                <c:pt idx="51">
                  <c:v>9.3999999999709871E-3</c:v>
                </c:pt>
                <c:pt idx="52">
                  <c:v>9.3999999999709871E-3</c:v>
                </c:pt>
                <c:pt idx="53">
                  <c:v>9.3999999999709871E-3</c:v>
                </c:pt>
                <c:pt idx="54">
                  <c:v>9.3999999999709871E-3</c:v>
                </c:pt>
                <c:pt idx="55">
                  <c:v>9.3999999999709871E-3</c:v>
                </c:pt>
                <c:pt idx="56">
                  <c:v>9.5000000000027285E-3</c:v>
                </c:pt>
                <c:pt idx="57">
                  <c:v>9.5000000000027285E-3</c:v>
                </c:pt>
                <c:pt idx="58">
                  <c:v>9.5999999999776264E-3</c:v>
                </c:pt>
                <c:pt idx="59">
                  <c:v>9.5999999999776264E-3</c:v>
                </c:pt>
                <c:pt idx="60">
                  <c:v>9.6999999999525244E-3</c:v>
                </c:pt>
                <c:pt idx="61">
                  <c:v>9.6999999999525244E-3</c:v>
                </c:pt>
                <c:pt idx="62">
                  <c:v>9.6999999999525244E-3</c:v>
                </c:pt>
                <c:pt idx="63">
                  <c:v>9.6999999999525244E-3</c:v>
                </c:pt>
                <c:pt idx="64">
                  <c:v>9.7999999999842657E-3</c:v>
                </c:pt>
                <c:pt idx="65">
                  <c:v>9.7999999999842657E-3</c:v>
                </c:pt>
                <c:pt idx="66">
                  <c:v>9.7999999999842657E-3</c:v>
                </c:pt>
                <c:pt idx="67">
                  <c:v>9.7999999999842657E-3</c:v>
                </c:pt>
                <c:pt idx="68">
                  <c:v>9.7999999999842657E-3</c:v>
                </c:pt>
                <c:pt idx="69">
                  <c:v>9.7999999999842657E-3</c:v>
                </c:pt>
                <c:pt idx="70">
                  <c:v>9.7999999999842657E-3</c:v>
                </c:pt>
                <c:pt idx="71">
                  <c:v>9.7999999999842657E-3</c:v>
                </c:pt>
                <c:pt idx="72">
                  <c:v>9.8999999999591637E-3</c:v>
                </c:pt>
                <c:pt idx="73">
                  <c:v>9.8999999999591637E-3</c:v>
                </c:pt>
                <c:pt idx="74">
                  <c:v>9.8999999999591637E-3</c:v>
                </c:pt>
                <c:pt idx="75">
                  <c:v>9.8999999999591637E-3</c:v>
                </c:pt>
                <c:pt idx="76">
                  <c:v>9.8999999999591637E-3</c:v>
                </c:pt>
                <c:pt idx="77">
                  <c:v>9.8999999999591637E-3</c:v>
                </c:pt>
                <c:pt idx="78">
                  <c:v>9.8999999999591637E-3</c:v>
                </c:pt>
                <c:pt idx="79">
                  <c:v>9.8999999999591637E-3</c:v>
                </c:pt>
                <c:pt idx="80">
                  <c:v>9.8999999999591637E-3</c:v>
                </c:pt>
                <c:pt idx="81">
                  <c:v>9.8999999999591637E-3</c:v>
                </c:pt>
                <c:pt idx="82">
                  <c:v>9.8999999999591637E-3</c:v>
                </c:pt>
                <c:pt idx="83">
                  <c:v>9.8999999999591637E-3</c:v>
                </c:pt>
                <c:pt idx="84">
                  <c:v>9.8999999999591637E-3</c:v>
                </c:pt>
                <c:pt idx="85">
                  <c:v>9.8999999999591637E-3</c:v>
                </c:pt>
                <c:pt idx="86">
                  <c:v>9.8999999999591637E-3</c:v>
                </c:pt>
                <c:pt idx="87">
                  <c:v>9.8999999999591637E-3</c:v>
                </c:pt>
                <c:pt idx="88">
                  <c:v>9.8999999999591637E-3</c:v>
                </c:pt>
                <c:pt idx="89">
                  <c:v>9.8999999999591637E-3</c:v>
                </c:pt>
                <c:pt idx="90">
                  <c:v>9.8999999999591637E-3</c:v>
                </c:pt>
                <c:pt idx="91">
                  <c:v>9.8999999999591637E-3</c:v>
                </c:pt>
                <c:pt idx="92">
                  <c:v>9.8999999999591637E-3</c:v>
                </c:pt>
                <c:pt idx="93">
                  <c:v>9.8999999999591637E-3</c:v>
                </c:pt>
                <c:pt idx="94">
                  <c:v>9.8999999999591637E-3</c:v>
                </c:pt>
                <c:pt idx="95">
                  <c:v>9.8999999999591637E-3</c:v>
                </c:pt>
                <c:pt idx="96">
                  <c:v>9.8999999999591637E-3</c:v>
                </c:pt>
                <c:pt idx="97">
                  <c:v>9.8999999999591637E-3</c:v>
                </c:pt>
                <c:pt idx="98">
                  <c:v>9.8999999999591637E-3</c:v>
                </c:pt>
                <c:pt idx="99">
                  <c:v>9.8999999999591637E-3</c:v>
                </c:pt>
                <c:pt idx="100">
                  <c:v>9.8999999999591637E-3</c:v>
                </c:pt>
                <c:pt idx="101">
                  <c:v>9.8999999999591637E-3</c:v>
                </c:pt>
                <c:pt idx="102">
                  <c:v>9.8999999999591637E-3</c:v>
                </c:pt>
                <c:pt idx="103">
                  <c:v>9.8999999999591637E-3</c:v>
                </c:pt>
                <c:pt idx="104">
                  <c:v>9.8999999999591637E-3</c:v>
                </c:pt>
                <c:pt idx="105">
                  <c:v>9.8999999999591637E-3</c:v>
                </c:pt>
                <c:pt idx="106">
                  <c:v>9.8999999999591637E-3</c:v>
                </c:pt>
                <c:pt idx="107">
                  <c:v>9.9999999999909051E-3</c:v>
                </c:pt>
                <c:pt idx="108">
                  <c:v>1.0099999999965803E-2</c:v>
                </c:pt>
                <c:pt idx="109">
                  <c:v>1.0299999999972442E-2</c:v>
                </c:pt>
                <c:pt idx="110">
                  <c:v>1.0400000000004184E-2</c:v>
                </c:pt>
                <c:pt idx="111">
                  <c:v>1.0499999999979082E-2</c:v>
                </c:pt>
                <c:pt idx="112">
                  <c:v>1.059999999995398E-2</c:v>
                </c:pt>
                <c:pt idx="113">
                  <c:v>1.059999999995398E-2</c:v>
                </c:pt>
                <c:pt idx="114">
                  <c:v>1.0699999999985721E-2</c:v>
                </c:pt>
                <c:pt idx="115">
                  <c:v>1.0699999999985721E-2</c:v>
                </c:pt>
                <c:pt idx="116">
                  <c:v>1.0799999999960619E-2</c:v>
                </c:pt>
                <c:pt idx="117">
                  <c:v>1.0799999999960619E-2</c:v>
                </c:pt>
                <c:pt idx="118">
                  <c:v>1.0799999999960619E-2</c:v>
                </c:pt>
                <c:pt idx="119">
                  <c:v>1.0799999999960619E-2</c:v>
                </c:pt>
                <c:pt idx="120">
                  <c:v>1.0799999999960619E-2</c:v>
                </c:pt>
                <c:pt idx="121">
                  <c:v>1.089999999999236E-2</c:v>
                </c:pt>
                <c:pt idx="122">
                  <c:v>1.089999999999236E-2</c:v>
                </c:pt>
                <c:pt idx="123">
                  <c:v>1.089999999999236E-2</c:v>
                </c:pt>
                <c:pt idx="124">
                  <c:v>1.089999999999236E-2</c:v>
                </c:pt>
                <c:pt idx="125">
                  <c:v>1.089999999999236E-2</c:v>
                </c:pt>
                <c:pt idx="126">
                  <c:v>1.089999999999236E-2</c:v>
                </c:pt>
                <c:pt idx="127">
                  <c:v>1.089999999999236E-2</c:v>
                </c:pt>
                <c:pt idx="128">
                  <c:v>1.089999999999236E-2</c:v>
                </c:pt>
                <c:pt idx="129">
                  <c:v>1.089999999999236E-2</c:v>
                </c:pt>
                <c:pt idx="130">
                  <c:v>1.089999999999236E-2</c:v>
                </c:pt>
                <c:pt idx="131">
                  <c:v>1.089999999999236E-2</c:v>
                </c:pt>
                <c:pt idx="132">
                  <c:v>1.089999999999236E-2</c:v>
                </c:pt>
                <c:pt idx="133">
                  <c:v>1.089999999999236E-2</c:v>
                </c:pt>
                <c:pt idx="134">
                  <c:v>1.089999999999236E-2</c:v>
                </c:pt>
                <c:pt idx="135">
                  <c:v>1.089999999999236E-2</c:v>
                </c:pt>
                <c:pt idx="136">
                  <c:v>1.089999999999236E-2</c:v>
                </c:pt>
                <c:pt idx="137">
                  <c:v>1.089999999999236E-2</c:v>
                </c:pt>
                <c:pt idx="138">
                  <c:v>1.089999999999236E-2</c:v>
                </c:pt>
                <c:pt idx="139">
                  <c:v>1.089999999999236E-2</c:v>
                </c:pt>
                <c:pt idx="140">
                  <c:v>1.089999999999236E-2</c:v>
                </c:pt>
                <c:pt idx="141">
                  <c:v>1.089999999999236E-2</c:v>
                </c:pt>
                <c:pt idx="142">
                  <c:v>1.089999999999236E-2</c:v>
                </c:pt>
                <c:pt idx="143">
                  <c:v>1.089999999999236E-2</c:v>
                </c:pt>
                <c:pt idx="144">
                  <c:v>1.089999999999236E-2</c:v>
                </c:pt>
                <c:pt idx="145">
                  <c:v>1.089999999999236E-2</c:v>
                </c:pt>
                <c:pt idx="146">
                  <c:v>1.089999999999236E-2</c:v>
                </c:pt>
                <c:pt idx="147">
                  <c:v>1.089999999999236E-2</c:v>
                </c:pt>
                <c:pt idx="148">
                  <c:v>1.089999999999236E-2</c:v>
                </c:pt>
                <c:pt idx="149">
                  <c:v>1.089999999999236E-2</c:v>
                </c:pt>
                <c:pt idx="150">
                  <c:v>1.089999999999236E-2</c:v>
                </c:pt>
                <c:pt idx="151">
                  <c:v>1.089999999999236E-2</c:v>
                </c:pt>
                <c:pt idx="152">
                  <c:v>1.089999999999236E-2</c:v>
                </c:pt>
                <c:pt idx="153">
                  <c:v>1.089999999999236E-2</c:v>
                </c:pt>
                <c:pt idx="154">
                  <c:v>1.089999999999236E-2</c:v>
                </c:pt>
                <c:pt idx="155">
                  <c:v>1.0999999999967258E-2</c:v>
                </c:pt>
                <c:pt idx="156">
                  <c:v>1.0999999999967258E-2</c:v>
                </c:pt>
                <c:pt idx="157">
                  <c:v>1.0999999999967258E-2</c:v>
                </c:pt>
                <c:pt idx="158">
                  <c:v>1.0999999999967258E-2</c:v>
                </c:pt>
                <c:pt idx="159">
                  <c:v>1.0999999999967258E-2</c:v>
                </c:pt>
                <c:pt idx="160">
                  <c:v>1.0999999999967258E-2</c:v>
                </c:pt>
                <c:pt idx="161">
                  <c:v>1.0999999999967258E-2</c:v>
                </c:pt>
                <c:pt idx="162">
                  <c:v>1.0999999999967258E-2</c:v>
                </c:pt>
                <c:pt idx="163">
                  <c:v>1.0999999999967258E-2</c:v>
                </c:pt>
                <c:pt idx="164">
                  <c:v>1.0999999999967258E-2</c:v>
                </c:pt>
                <c:pt idx="165">
                  <c:v>1.0999999999967258E-2</c:v>
                </c:pt>
                <c:pt idx="166">
                  <c:v>1.0999999999967258E-2</c:v>
                </c:pt>
                <c:pt idx="167">
                  <c:v>1.0999999999967258E-2</c:v>
                </c:pt>
                <c:pt idx="168">
                  <c:v>1.0999999999967258E-2</c:v>
                </c:pt>
                <c:pt idx="169">
                  <c:v>1.0999999999967258E-2</c:v>
                </c:pt>
                <c:pt idx="170">
                  <c:v>1.0999999999967258E-2</c:v>
                </c:pt>
                <c:pt idx="171">
                  <c:v>1.0999999999967258E-2</c:v>
                </c:pt>
                <c:pt idx="172">
                  <c:v>1.0999999999967258E-2</c:v>
                </c:pt>
                <c:pt idx="173">
                  <c:v>1.0999999999967258E-2</c:v>
                </c:pt>
                <c:pt idx="174">
                  <c:v>1.0999999999967258E-2</c:v>
                </c:pt>
                <c:pt idx="175">
                  <c:v>1.0999999999967258E-2</c:v>
                </c:pt>
                <c:pt idx="176">
                  <c:v>1.0999999999967258E-2</c:v>
                </c:pt>
                <c:pt idx="177">
                  <c:v>1.0999999999967258E-2</c:v>
                </c:pt>
                <c:pt idx="178">
                  <c:v>1.0999999999967258E-2</c:v>
                </c:pt>
                <c:pt idx="179">
                  <c:v>1.0999999999967258E-2</c:v>
                </c:pt>
                <c:pt idx="180">
                  <c:v>1.0999999999967258E-2</c:v>
                </c:pt>
                <c:pt idx="181">
                  <c:v>1.0999999999967258E-2</c:v>
                </c:pt>
                <c:pt idx="182">
                  <c:v>1.0999999999967258E-2</c:v>
                </c:pt>
                <c:pt idx="183">
                  <c:v>1.089999999999236E-2</c:v>
                </c:pt>
                <c:pt idx="184">
                  <c:v>1.059999999995398E-2</c:v>
                </c:pt>
                <c:pt idx="185">
                  <c:v>1.0400000000004184E-2</c:v>
                </c:pt>
                <c:pt idx="186">
                  <c:v>1.0299999999972442E-2</c:v>
                </c:pt>
                <c:pt idx="187">
                  <c:v>1.0199999999997544E-2</c:v>
                </c:pt>
                <c:pt idx="188">
                  <c:v>1.0099999999965803E-2</c:v>
                </c:pt>
                <c:pt idx="189">
                  <c:v>9.9999999999909051E-3</c:v>
                </c:pt>
                <c:pt idx="190">
                  <c:v>9.9999999999909051E-3</c:v>
                </c:pt>
                <c:pt idx="191">
                  <c:v>9.8999999999591637E-3</c:v>
                </c:pt>
                <c:pt idx="192">
                  <c:v>9.8999999999591637E-3</c:v>
                </c:pt>
                <c:pt idx="193">
                  <c:v>9.7999999999842657E-3</c:v>
                </c:pt>
                <c:pt idx="194">
                  <c:v>9.7999999999842657E-3</c:v>
                </c:pt>
                <c:pt idx="195">
                  <c:v>9.7999999999842657E-3</c:v>
                </c:pt>
                <c:pt idx="196">
                  <c:v>9.7999999999842657E-3</c:v>
                </c:pt>
                <c:pt idx="197">
                  <c:v>9.6999999999525244E-3</c:v>
                </c:pt>
                <c:pt idx="198">
                  <c:v>9.6999999999525244E-3</c:v>
                </c:pt>
                <c:pt idx="199">
                  <c:v>9.6999999999525244E-3</c:v>
                </c:pt>
                <c:pt idx="200">
                  <c:v>9.6999999999525244E-3</c:v>
                </c:pt>
                <c:pt idx="201">
                  <c:v>9.6999999999525244E-3</c:v>
                </c:pt>
                <c:pt idx="202">
                  <c:v>9.6999999999525244E-3</c:v>
                </c:pt>
                <c:pt idx="203">
                  <c:v>9.6999999999525244E-3</c:v>
                </c:pt>
                <c:pt idx="204">
                  <c:v>9.6999999999525244E-3</c:v>
                </c:pt>
                <c:pt idx="205">
                  <c:v>9.5999999999776264E-3</c:v>
                </c:pt>
                <c:pt idx="206">
                  <c:v>9.5999999999776264E-3</c:v>
                </c:pt>
                <c:pt idx="207">
                  <c:v>9.5999999999776264E-3</c:v>
                </c:pt>
                <c:pt idx="208">
                  <c:v>9.5999999999776264E-3</c:v>
                </c:pt>
                <c:pt idx="209">
                  <c:v>9.5999999999776264E-3</c:v>
                </c:pt>
                <c:pt idx="210">
                  <c:v>9.5999999999776264E-3</c:v>
                </c:pt>
                <c:pt idx="211">
                  <c:v>9.5999999999776264E-3</c:v>
                </c:pt>
                <c:pt idx="212">
                  <c:v>9.5999999999776264E-3</c:v>
                </c:pt>
                <c:pt idx="213">
                  <c:v>9.5999999999776264E-3</c:v>
                </c:pt>
                <c:pt idx="214">
                  <c:v>9.6999999999525244E-3</c:v>
                </c:pt>
                <c:pt idx="215">
                  <c:v>9.6999999999525244E-3</c:v>
                </c:pt>
                <c:pt idx="216">
                  <c:v>9.7999999999842657E-3</c:v>
                </c:pt>
                <c:pt idx="217">
                  <c:v>9.7999999999842657E-3</c:v>
                </c:pt>
                <c:pt idx="218">
                  <c:v>9.7999999999842657E-3</c:v>
                </c:pt>
                <c:pt idx="219">
                  <c:v>9.7999999999842657E-3</c:v>
                </c:pt>
                <c:pt idx="220">
                  <c:v>9.8999999999591637E-3</c:v>
                </c:pt>
                <c:pt idx="221">
                  <c:v>9.8999999999591637E-3</c:v>
                </c:pt>
                <c:pt idx="222">
                  <c:v>9.8999999999591637E-3</c:v>
                </c:pt>
                <c:pt idx="223">
                  <c:v>9.8999999999591637E-3</c:v>
                </c:pt>
                <c:pt idx="224">
                  <c:v>9.8999999999591637E-3</c:v>
                </c:pt>
                <c:pt idx="225">
                  <c:v>9.8999999999591637E-3</c:v>
                </c:pt>
                <c:pt idx="226">
                  <c:v>9.8999999999591637E-3</c:v>
                </c:pt>
                <c:pt idx="227">
                  <c:v>9.8999999999591637E-3</c:v>
                </c:pt>
                <c:pt idx="228">
                  <c:v>9.8999999999591637E-3</c:v>
                </c:pt>
                <c:pt idx="229">
                  <c:v>9.8999999999591637E-3</c:v>
                </c:pt>
                <c:pt idx="230">
                  <c:v>9.8999999999591637E-3</c:v>
                </c:pt>
                <c:pt idx="231">
                  <c:v>9.8999999999591637E-3</c:v>
                </c:pt>
                <c:pt idx="232">
                  <c:v>9.8999999999591637E-3</c:v>
                </c:pt>
                <c:pt idx="233">
                  <c:v>9.8999999999591637E-3</c:v>
                </c:pt>
                <c:pt idx="234">
                  <c:v>9.8999999999591637E-3</c:v>
                </c:pt>
                <c:pt idx="235">
                  <c:v>9.8999999999591637E-3</c:v>
                </c:pt>
                <c:pt idx="236">
                  <c:v>9.8999999999591637E-3</c:v>
                </c:pt>
                <c:pt idx="237">
                  <c:v>9.8999999999591637E-3</c:v>
                </c:pt>
                <c:pt idx="238">
                  <c:v>9.8999999999591637E-3</c:v>
                </c:pt>
                <c:pt idx="239">
                  <c:v>9.8999999999591637E-3</c:v>
                </c:pt>
                <c:pt idx="240">
                  <c:v>9.8999999999591637E-3</c:v>
                </c:pt>
                <c:pt idx="241">
                  <c:v>9.8999999999591637E-3</c:v>
                </c:pt>
                <c:pt idx="242">
                  <c:v>9.9999999999909051E-3</c:v>
                </c:pt>
                <c:pt idx="243">
                  <c:v>9.9999999999909051E-3</c:v>
                </c:pt>
                <c:pt idx="244">
                  <c:v>9.9999999999909051E-3</c:v>
                </c:pt>
                <c:pt idx="245">
                  <c:v>9.9999999999909051E-3</c:v>
                </c:pt>
                <c:pt idx="246">
                  <c:v>9.9999999999909051E-3</c:v>
                </c:pt>
                <c:pt idx="247">
                  <c:v>9.9999999999909051E-3</c:v>
                </c:pt>
                <c:pt idx="248">
                  <c:v>9.9999999999909051E-3</c:v>
                </c:pt>
                <c:pt idx="249">
                  <c:v>9.9999999999909051E-3</c:v>
                </c:pt>
                <c:pt idx="250">
                  <c:v>9.9999999999909051E-3</c:v>
                </c:pt>
                <c:pt idx="251">
                  <c:v>9.9999999999909051E-3</c:v>
                </c:pt>
                <c:pt idx="252">
                  <c:v>9.9999999999909051E-3</c:v>
                </c:pt>
                <c:pt idx="253">
                  <c:v>9.9999999999909051E-3</c:v>
                </c:pt>
                <c:pt idx="254">
                  <c:v>9.9999999999909051E-3</c:v>
                </c:pt>
                <c:pt idx="255">
                  <c:v>9.9999999999909051E-3</c:v>
                </c:pt>
                <c:pt idx="256">
                  <c:v>9.9999999999909051E-3</c:v>
                </c:pt>
                <c:pt idx="257">
                  <c:v>9.9999999999909051E-3</c:v>
                </c:pt>
                <c:pt idx="258">
                  <c:v>9.9999999999909051E-3</c:v>
                </c:pt>
                <c:pt idx="259">
                  <c:v>9.9999999999909051E-3</c:v>
                </c:pt>
                <c:pt idx="260">
                  <c:v>9.9999999999909051E-3</c:v>
                </c:pt>
                <c:pt idx="261">
                  <c:v>9.9999999999909051E-3</c:v>
                </c:pt>
                <c:pt idx="262">
                  <c:v>9.9999999999909051E-3</c:v>
                </c:pt>
                <c:pt idx="263">
                  <c:v>9.9999999999909051E-3</c:v>
                </c:pt>
                <c:pt idx="264">
                  <c:v>9.9999999999909051E-3</c:v>
                </c:pt>
                <c:pt idx="265">
                  <c:v>1.0099999999965803E-2</c:v>
                </c:pt>
                <c:pt idx="266">
                  <c:v>1.0299999999972442E-2</c:v>
                </c:pt>
                <c:pt idx="267">
                  <c:v>1.0400000000004184E-2</c:v>
                </c:pt>
                <c:pt idx="268">
                  <c:v>1.0499999999979082E-2</c:v>
                </c:pt>
                <c:pt idx="269">
                  <c:v>1.059999999995398E-2</c:v>
                </c:pt>
                <c:pt idx="270">
                  <c:v>1.0699999999985721E-2</c:v>
                </c:pt>
                <c:pt idx="271">
                  <c:v>1.0699999999985721E-2</c:v>
                </c:pt>
                <c:pt idx="272">
                  <c:v>1.0699999999985721E-2</c:v>
                </c:pt>
                <c:pt idx="273">
                  <c:v>1.0799999999960619E-2</c:v>
                </c:pt>
                <c:pt idx="274">
                  <c:v>1.0799999999960619E-2</c:v>
                </c:pt>
                <c:pt idx="275">
                  <c:v>1.0799999999960619E-2</c:v>
                </c:pt>
                <c:pt idx="276">
                  <c:v>1.0799999999960619E-2</c:v>
                </c:pt>
                <c:pt idx="277">
                  <c:v>1.089999999999236E-2</c:v>
                </c:pt>
                <c:pt idx="278">
                  <c:v>1.089999999999236E-2</c:v>
                </c:pt>
                <c:pt idx="279">
                  <c:v>1.089999999999236E-2</c:v>
                </c:pt>
                <c:pt idx="280">
                  <c:v>1.089999999999236E-2</c:v>
                </c:pt>
                <c:pt idx="281">
                  <c:v>1.089999999999236E-2</c:v>
                </c:pt>
                <c:pt idx="282">
                  <c:v>1.089999999999236E-2</c:v>
                </c:pt>
                <c:pt idx="283">
                  <c:v>1.089999999999236E-2</c:v>
                </c:pt>
                <c:pt idx="284">
                  <c:v>1.089999999999236E-2</c:v>
                </c:pt>
                <c:pt idx="285">
                  <c:v>1.089999999999236E-2</c:v>
                </c:pt>
                <c:pt idx="286">
                  <c:v>1.089999999999236E-2</c:v>
                </c:pt>
                <c:pt idx="287">
                  <c:v>1.089999999999236E-2</c:v>
                </c:pt>
                <c:pt idx="288">
                  <c:v>1.089999999999236E-2</c:v>
                </c:pt>
                <c:pt idx="289">
                  <c:v>1.089999999999236E-2</c:v>
                </c:pt>
                <c:pt idx="290">
                  <c:v>1.089999999999236E-2</c:v>
                </c:pt>
                <c:pt idx="291">
                  <c:v>1.089999999999236E-2</c:v>
                </c:pt>
                <c:pt idx="292">
                  <c:v>1.089999999999236E-2</c:v>
                </c:pt>
                <c:pt idx="293">
                  <c:v>1.089999999999236E-2</c:v>
                </c:pt>
                <c:pt idx="294">
                  <c:v>1.089999999999236E-2</c:v>
                </c:pt>
                <c:pt idx="295">
                  <c:v>1.089999999999236E-2</c:v>
                </c:pt>
                <c:pt idx="296">
                  <c:v>1.089999999999236E-2</c:v>
                </c:pt>
                <c:pt idx="297">
                  <c:v>1.089999999999236E-2</c:v>
                </c:pt>
                <c:pt idx="298">
                  <c:v>1.089999999999236E-2</c:v>
                </c:pt>
                <c:pt idx="299">
                  <c:v>1.089999999999236E-2</c:v>
                </c:pt>
                <c:pt idx="300">
                  <c:v>1.089999999999236E-2</c:v>
                </c:pt>
                <c:pt idx="301">
                  <c:v>1.089999999999236E-2</c:v>
                </c:pt>
                <c:pt idx="302">
                  <c:v>1.089999999999236E-2</c:v>
                </c:pt>
                <c:pt idx="303">
                  <c:v>1.089999999999236E-2</c:v>
                </c:pt>
                <c:pt idx="304">
                  <c:v>1.089999999999236E-2</c:v>
                </c:pt>
                <c:pt idx="305">
                  <c:v>1.089999999999236E-2</c:v>
                </c:pt>
                <c:pt idx="306">
                  <c:v>1.089999999999236E-2</c:v>
                </c:pt>
                <c:pt idx="307">
                  <c:v>1.089999999999236E-2</c:v>
                </c:pt>
                <c:pt idx="308">
                  <c:v>1.089999999999236E-2</c:v>
                </c:pt>
                <c:pt idx="309">
                  <c:v>1.089999999999236E-2</c:v>
                </c:pt>
                <c:pt idx="310">
                  <c:v>1.0999999999967258E-2</c:v>
                </c:pt>
                <c:pt idx="311">
                  <c:v>1.0999999999967258E-2</c:v>
                </c:pt>
                <c:pt idx="312">
                  <c:v>1.0999999999967258E-2</c:v>
                </c:pt>
                <c:pt idx="313">
                  <c:v>1.0999999999967258E-2</c:v>
                </c:pt>
                <c:pt idx="314">
                  <c:v>1.0999999999967258E-2</c:v>
                </c:pt>
                <c:pt idx="315">
                  <c:v>1.0999999999967258E-2</c:v>
                </c:pt>
                <c:pt idx="316">
                  <c:v>1.0999999999967258E-2</c:v>
                </c:pt>
                <c:pt idx="317">
                  <c:v>1.0999999999967258E-2</c:v>
                </c:pt>
                <c:pt idx="318">
                  <c:v>1.0999999999967258E-2</c:v>
                </c:pt>
                <c:pt idx="319">
                  <c:v>1.0999999999967258E-2</c:v>
                </c:pt>
                <c:pt idx="320">
                  <c:v>1.0999999999967258E-2</c:v>
                </c:pt>
                <c:pt idx="321">
                  <c:v>1.0999999999967258E-2</c:v>
                </c:pt>
                <c:pt idx="322">
                  <c:v>1.0999999999967258E-2</c:v>
                </c:pt>
                <c:pt idx="323">
                  <c:v>1.0999999999967258E-2</c:v>
                </c:pt>
                <c:pt idx="324">
                  <c:v>1.0999999999967258E-2</c:v>
                </c:pt>
                <c:pt idx="325">
                  <c:v>1.0999999999967258E-2</c:v>
                </c:pt>
                <c:pt idx="326">
                  <c:v>1.0999999999967258E-2</c:v>
                </c:pt>
                <c:pt idx="327">
                  <c:v>1.0999999999967258E-2</c:v>
                </c:pt>
                <c:pt idx="328">
                  <c:v>1.0999999999967258E-2</c:v>
                </c:pt>
                <c:pt idx="329">
                  <c:v>1.0999999999967258E-2</c:v>
                </c:pt>
                <c:pt idx="330">
                  <c:v>1.0999999999967258E-2</c:v>
                </c:pt>
                <c:pt idx="331">
                  <c:v>1.0999999999967258E-2</c:v>
                </c:pt>
                <c:pt idx="332">
                  <c:v>1.0999999999967258E-2</c:v>
                </c:pt>
                <c:pt idx="333">
                  <c:v>1.0999999999967258E-2</c:v>
                </c:pt>
                <c:pt idx="334">
                  <c:v>1.0999999999967258E-2</c:v>
                </c:pt>
                <c:pt idx="335">
                  <c:v>1.0999999999967258E-2</c:v>
                </c:pt>
                <c:pt idx="336">
                  <c:v>1.0999999999967258E-2</c:v>
                </c:pt>
                <c:pt idx="337">
                  <c:v>1.0999999999967258E-2</c:v>
                </c:pt>
                <c:pt idx="338">
                  <c:v>1.0999999999967258E-2</c:v>
                </c:pt>
                <c:pt idx="339">
                  <c:v>1.0999999999967258E-2</c:v>
                </c:pt>
                <c:pt idx="340">
                  <c:v>1.089999999999236E-2</c:v>
                </c:pt>
                <c:pt idx="341">
                  <c:v>1.059999999995398E-2</c:v>
                </c:pt>
                <c:pt idx="342">
                  <c:v>1.0400000000004184E-2</c:v>
                </c:pt>
                <c:pt idx="343">
                  <c:v>1.0299999999972442E-2</c:v>
                </c:pt>
                <c:pt idx="344">
                  <c:v>1.0199999999997544E-2</c:v>
                </c:pt>
                <c:pt idx="345">
                  <c:v>1.0099999999965803E-2</c:v>
                </c:pt>
                <c:pt idx="346">
                  <c:v>9.9999999999909051E-3</c:v>
                </c:pt>
                <c:pt idx="347">
                  <c:v>9.9999999999909051E-3</c:v>
                </c:pt>
                <c:pt idx="348">
                  <c:v>9.8999999999591637E-3</c:v>
                </c:pt>
                <c:pt idx="349">
                  <c:v>9.8999999999591637E-3</c:v>
                </c:pt>
                <c:pt idx="350">
                  <c:v>9.7999999999842657E-3</c:v>
                </c:pt>
                <c:pt idx="351">
                  <c:v>9.7999999999842657E-3</c:v>
                </c:pt>
                <c:pt idx="352">
                  <c:v>9.7999999999842657E-3</c:v>
                </c:pt>
                <c:pt idx="353">
                  <c:v>9.7999999999842657E-3</c:v>
                </c:pt>
                <c:pt idx="354">
                  <c:v>9.6999999999525244E-3</c:v>
                </c:pt>
                <c:pt idx="355">
                  <c:v>9.6999999999525244E-3</c:v>
                </c:pt>
                <c:pt idx="356">
                  <c:v>9.6999999999525244E-3</c:v>
                </c:pt>
                <c:pt idx="357">
                  <c:v>9.6999999999525244E-3</c:v>
                </c:pt>
                <c:pt idx="358">
                  <c:v>9.6999999999525244E-3</c:v>
                </c:pt>
                <c:pt idx="359">
                  <c:v>9.6999999999525244E-3</c:v>
                </c:pt>
                <c:pt idx="360">
                  <c:v>9.6999999999525244E-3</c:v>
                </c:pt>
                <c:pt idx="361">
                  <c:v>9.6999999999525244E-3</c:v>
                </c:pt>
                <c:pt idx="362">
                  <c:v>9.6999999999525244E-3</c:v>
                </c:pt>
                <c:pt idx="363">
                  <c:v>9.5999999999776264E-3</c:v>
                </c:pt>
                <c:pt idx="364">
                  <c:v>9.5999999999776264E-3</c:v>
                </c:pt>
                <c:pt idx="365">
                  <c:v>9.5999999999776264E-3</c:v>
                </c:pt>
                <c:pt idx="366">
                  <c:v>9.5999999999776264E-3</c:v>
                </c:pt>
                <c:pt idx="367">
                  <c:v>9.5999999999776264E-3</c:v>
                </c:pt>
                <c:pt idx="368">
                  <c:v>9.5999999999776264E-3</c:v>
                </c:pt>
                <c:pt idx="369">
                  <c:v>9.5999999999776264E-3</c:v>
                </c:pt>
                <c:pt idx="370">
                  <c:v>9.5999999999776264E-3</c:v>
                </c:pt>
                <c:pt idx="371">
                  <c:v>9.5999999999776264E-3</c:v>
                </c:pt>
                <c:pt idx="372">
                  <c:v>9.6999999999525244E-3</c:v>
                </c:pt>
                <c:pt idx="373">
                  <c:v>9.6999999999525244E-3</c:v>
                </c:pt>
                <c:pt idx="374">
                  <c:v>9.7999999999842657E-3</c:v>
                </c:pt>
                <c:pt idx="375">
                  <c:v>9.7999999999842657E-3</c:v>
                </c:pt>
                <c:pt idx="376">
                  <c:v>9.7999999999842657E-3</c:v>
                </c:pt>
                <c:pt idx="377">
                  <c:v>9.7999999999842657E-3</c:v>
                </c:pt>
                <c:pt idx="378">
                  <c:v>9.8999999999591637E-3</c:v>
                </c:pt>
                <c:pt idx="379">
                  <c:v>9.8999999999591637E-3</c:v>
                </c:pt>
                <c:pt idx="380">
                  <c:v>9.8999999999591637E-3</c:v>
                </c:pt>
                <c:pt idx="381">
                  <c:v>9.8999999999591637E-3</c:v>
                </c:pt>
                <c:pt idx="382">
                  <c:v>9.8999999999591637E-3</c:v>
                </c:pt>
                <c:pt idx="383">
                  <c:v>9.8999999999591637E-3</c:v>
                </c:pt>
                <c:pt idx="384">
                  <c:v>9.8999999999591637E-3</c:v>
                </c:pt>
                <c:pt idx="385">
                  <c:v>9.8999999999591637E-3</c:v>
                </c:pt>
                <c:pt idx="386">
                  <c:v>9.8999999999591637E-3</c:v>
                </c:pt>
                <c:pt idx="387">
                  <c:v>9.8999999999591637E-3</c:v>
                </c:pt>
                <c:pt idx="388">
                  <c:v>9.8999999999591637E-3</c:v>
                </c:pt>
                <c:pt idx="389">
                  <c:v>9.8999999999591637E-3</c:v>
                </c:pt>
                <c:pt idx="390">
                  <c:v>9.8999999999591637E-3</c:v>
                </c:pt>
                <c:pt idx="391">
                  <c:v>9.8999999999591637E-3</c:v>
                </c:pt>
                <c:pt idx="392">
                  <c:v>9.8999999999591637E-3</c:v>
                </c:pt>
                <c:pt idx="393">
                  <c:v>9.8999999999591637E-3</c:v>
                </c:pt>
                <c:pt idx="394">
                  <c:v>9.8999999999591637E-3</c:v>
                </c:pt>
                <c:pt idx="395">
                  <c:v>9.8999999999591637E-3</c:v>
                </c:pt>
                <c:pt idx="396">
                  <c:v>9.8999999999591637E-3</c:v>
                </c:pt>
                <c:pt idx="397">
                  <c:v>9.8999999999591637E-3</c:v>
                </c:pt>
                <c:pt idx="398">
                  <c:v>9.8999999999591637E-3</c:v>
                </c:pt>
                <c:pt idx="399">
                  <c:v>9.8999999999591637E-3</c:v>
                </c:pt>
                <c:pt idx="400">
                  <c:v>9.9999999999909051E-3</c:v>
                </c:pt>
                <c:pt idx="401">
                  <c:v>9.9999999999909051E-3</c:v>
                </c:pt>
                <c:pt idx="402">
                  <c:v>9.9999999999909051E-3</c:v>
                </c:pt>
                <c:pt idx="403">
                  <c:v>9.9999999999909051E-3</c:v>
                </c:pt>
                <c:pt idx="404">
                  <c:v>9.9999999999909051E-3</c:v>
                </c:pt>
                <c:pt idx="405">
                  <c:v>9.9999999999909051E-3</c:v>
                </c:pt>
                <c:pt idx="406">
                  <c:v>9.9999999999909051E-3</c:v>
                </c:pt>
                <c:pt idx="407">
                  <c:v>9.9999999999909051E-3</c:v>
                </c:pt>
                <c:pt idx="408">
                  <c:v>9.9999999999909051E-3</c:v>
                </c:pt>
                <c:pt idx="409">
                  <c:v>9.9999999999909051E-3</c:v>
                </c:pt>
                <c:pt idx="410">
                  <c:v>9.9999999999909051E-3</c:v>
                </c:pt>
                <c:pt idx="411">
                  <c:v>9.9999999999909051E-3</c:v>
                </c:pt>
                <c:pt idx="412">
                  <c:v>9.9999999999909051E-3</c:v>
                </c:pt>
                <c:pt idx="413">
                  <c:v>9.9999999999909051E-3</c:v>
                </c:pt>
                <c:pt idx="414">
                  <c:v>9.9999999999909051E-3</c:v>
                </c:pt>
                <c:pt idx="415">
                  <c:v>9.9999999999909051E-3</c:v>
                </c:pt>
                <c:pt idx="416">
                  <c:v>9.9999999999909051E-3</c:v>
                </c:pt>
                <c:pt idx="417">
                  <c:v>9.9999999999909051E-3</c:v>
                </c:pt>
                <c:pt idx="418">
                  <c:v>9.9999999999909051E-3</c:v>
                </c:pt>
                <c:pt idx="419">
                  <c:v>9.9999999999909051E-3</c:v>
                </c:pt>
                <c:pt idx="420">
                  <c:v>9.9999999999909051E-3</c:v>
                </c:pt>
                <c:pt idx="421">
                  <c:v>9.9999999999909051E-3</c:v>
                </c:pt>
                <c:pt idx="422">
                  <c:v>9.9999999999909051E-3</c:v>
                </c:pt>
                <c:pt idx="423">
                  <c:v>1.0199999999997544E-2</c:v>
                </c:pt>
                <c:pt idx="424">
                  <c:v>1.0299999999972442E-2</c:v>
                </c:pt>
                <c:pt idx="425">
                  <c:v>1.0400000000004184E-2</c:v>
                </c:pt>
                <c:pt idx="426">
                  <c:v>1.0499999999979082E-2</c:v>
                </c:pt>
                <c:pt idx="427">
                  <c:v>1.059999999995398E-2</c:v>
                </c:pt>
                <c:pt idx="428">
                  <c:v>1.0699999999985721E-2</c:v>
                </c:pt>
                <c:pt idx="429">
                  <c:v>1.0699999999985721E-2</c:v>
                </c:pt>
                <c:pt idx="430">
                  <c:v>1.0699999999985721E-2</c:v>
                </c:pt>
                <c:pt idx="431">
                  <c:v>1.0799999999960619E-2</c:v>
                </c:pt>
                <c:pt idx="432">
                  <c:v>1.0799999999960619E-2</c:v>
                </c:pt>
                <c:pt idx="433">
                  <c:v>1.0799999999960619E-2</c:v>
                </c:pt>
                <c:pt idx="434">
                  <c:v>1.0799999999960619E-2</c:v>
                </c:pt>
                <c:pt idx="435">
                  <c:v>1.089999999999236E-2</c:v>
                </c:pt>
                <c:pt idx="436">
                  <c:v>1.089999999999236E-2</c:v>
                </c:pt>
                <c:pt idx="437">
                  <c:v>1.089999999999236E-2</c:v>
                </c:pt>
                <c:pt idx="438">
                  <c:v>1.089999999999236E-2</c:v>
                </c:pt>
                <c:pt idx="439">
                  <c:v>1.089999999999236E-2</c:v>
                </c:pt>
                <c:pt idx="440">
                  <c:v>1.089999999999236E-2</c:v>
                </c:pt>
                <c:pt idx="441">
                  <c:v>1.089999999999236E-2</c:v>
                </c:pt>
                <c:pt idx="442">
                  <c:v>1.089999999999236E-2</c:v>
                </c:pt>
                <c:pt idx="443">
                  <c:v>1.089999999999236E-2</c:v>
                </c:pt>
                <c:pt idx="444">
                  <c:v>1.089999999999236E-2</c:v>
                </c:pt>
                <c:pt idx="445">
                  <c:v>1.089999999999236E-2</c:v>
                </c:pt>
                <c:pt idx="446">
                  <c:v>1.089999999999236E-2</c:v>
                </c:pt>
                <c:pt idx="447">
                  <c:v>1.089999999999236E-2</c:v>
                </c:pt>
                <c:pt idx="448">
                  <c:v>1.089999999999236E-2</c:v>
                </c:pt>
                <c:pt idx="449">
                  <c:v>1.089999999999236E-2</c:v>
                </c:pt>
                <c:pt idx="450">
                  <c:v>1.089999999999236E-2</c:v>
                </c:pt>
                <c:pt idx="451">
                  <c:v>1.089999999999236E-2</c:v>
                </c:pt>
                <c:pt idx="452">
                  <c:v>1.089999999999236E-2</c:v>
                </c:pt>
                <c:pt idx="453">
                  <c:v>1.089999999999236E-2</c:v>
                </c:pt>
                <c:pt idx="454">
                  <c:v>1.089999999999236E-2</c:v>
                </c:pt>
                <c:pt idx="455">
                  <c:v>1.089999999999236E-2</c:v>
                </c:pt>
                <c:pt idx="456">
                  <c:v>1.089999999999236E-2</c:v>
                </c:pt>
                <c:pt idx="457">
                  <c:v>1.089999999999236E-2</c:v>
                </c:pt>
                <c:pt idx="458">
                  <c:v>1.089999999999236E-2</c:v>
                </c:pt>
                <c:pt idx="459">
                  <c:v>1.089999999999236E-2</c:v>
                </c:pt>
                <c:pt idx="460">
                  <c:v>1.089999999999236E-2</c:v>
                </c:pt>
                <c:pt idx="461">
                  <c:v>1.089999999999236E-2</c:v>
                </c:pt>
                <c:pt idx="462">
                  <c:v>1.089999999999236E-2</c:v>
                </c:pt>
                <c:pt idx="463">
                  <c:v>1.089999999999236E-2</c:v>
                </c:pt>
                <c:pt idx="464">
                  <c:v>1.089999999999236E-2</c:v>
                </c:pt>
                <c:pt idx="465">
                  <c:v>1.089999999999236E-2</c:v>
                </c:pt>
                <c:pt idx="466">
                  <c:v>1.089999999999236E-2</c:v>
                </c:pt>
                <c:pt idx="467">
                  <c:v>1.089999999999236E-2</c:v>
                </c:pt>
                <c:pt idx="468">
                  <c:v>1.0999999999967258E-2</c:v>
                </c:pt>
                <c:pt idx="469">
                  <c:v>1.0999999999967258E-2</c:v>
                </c:pt>
                <c:pt idx="470">
                  <c:v>1.0999999999967258E-2</c:v>
                </c:pt>
                <c:pt idx="471">
                  <c:v>1.0999999999967258E-2</c:v>
                </c:pt>
                <c:pt idx="472">
                  <c:v>1.0999999999967258E-2</c:v>
                </c:pt>
                <c:pt idx="473">
                  <c:v>1.0999999999967258E-2</c:v>
                </c:pt>
                <c:pt idx="474">
                  <c:v>1.0999999999967258E-2</c:v>
                </c:pt>
                <c:pt idx="475">
                  <c:v>1.0999999999967258E-2</c:v>
                </c:pt>
                <c:pt idx="476">
                  <c:v>1.0999999999967258E-2</c:v>
                </c:pt>
                <c:pt idx="477">
                  <c:v>1.0999999999967258E-2</c:v>
                </c:pt>
                <c:pt idx="478">
                  <c:v>1.0999999999967258E-2</c:v>
                </c:pt>
                <c:pt idx="479">
                  <c:v>1.0999999999967258E-2</c:v>
                </c:pt>
                <c:pt idx="480">
                  <c:v>1.0999999999967258E-2</c:v>
                </c:pt>
                <c:pt idx="481">
                  <c:v>1.0999999999967258E-2</c:v>
                </c:pt>
                <c:pt idx="482">
                  <c:v>1.0999999999967258E-2</c:v>
                </c:pt>
                <c:pt idx="483">
                  <c:v>1.0999999999967258E-2</c:v>
                </c:pt>
                <c:pt idx="484">
                  <c:v>1.0999999999967258E-2</c:v>
                </c:pt>
                <c:pt idx="485">
                  <c:v>1.0999999999967258E-2</c:v>
                </c:pt>
                <c:pt idx="486">
                  <c:v>1.0999999999967258E-2</c:v>
                </c:pt>
                <c:pt idx="487">
                  <c:v>1.0999999999967258E-2</c:v>
                </c:pt>
                <c:pt idx="488">
                  <c:v>1.0999999999967258E-2</c:v>
                </c:pt>
                <c:pt idx="489">
                  <c:v>1.0999999999967258E-2</c:v>
                </c:pt>
                <c:pt idx="490">
                  <c:v>1.0999999999967258E-2</c:v>
                </c:pt>
                <c:pt idx="491">
                  <c:v>1.0999999999967258E-2</c:v>
                </c:pt>
                <c:pt idx="492">
                  <c:v>1.0999999999967258E-2</c:v>
                </c:pt>
                <c:pt idx="493">
                  <c:v>1.0999999999967258E-2</c:v>
                </c:pt>
                <c:pt idx="494">
                  <c:v>1.0999999999967258E-2</c:v>
                </c:pt>
                <c:pt idx="495">
                  <c:v>1.0999999999967258E-2</c:v>
                </c:pt>
                <c:pt idx="496">
                  <c:v>1.0999999999967258E-2</c:v>
                </c:pt>
                <c:pt idx="497">
                  <c:v>1.0999999999967258E-2</c:v>
                </c:pt>
                <c:pt idx="498">
                  <c:v>1.0999999999967258E-2</c:v>
                </c:pt>
                <c:pt idx="499">
                  <c:v>1.0799999999960619E-2</c:v>
                </c:pt>
                <c:pt idx="500">
                  <c:v>1.059999999995398E-2</c:v>
                </c:pt>
                <c:pt idx="501">
                  <c:v>1.0400000000004184E-2</c:v>
                </c:pt>
                <c:pt idx="502">
                  <c:v>1.0299999999972442E-2</c:v>
                </c:pt>
                <c:pt idx="503">
                  <c:v>1.0199999999997544E-2</c:v>
                </c:pt>
                <c:pt idx="504">
                  <c:v>1.0099999999965803E-2</c:v>
                </c:pt>
                <c:pt idx="505">
                  <c:v>9.9999999999909051E-3</c:v>
                </c:pt>
                <c:pt idx="506">
                  <c:v>9.9999999999909051E-3</c:v>
                </c:pt>
                <c:pt idx="507">
                  <c:v>9.8999999999591637E-3</c:v>
                </c:pt>
                <c:pt idx="508">
                  <c:v>9.8999999999591637E-3</c:v>
                </c:pt>
                <c:pt idx="509">
                  <c:v>9.7999999999842657E-3</c:v>
                </c:pt>
                <c:pt idx="510">
                  <c:v>9.7999999999842657E-3</c:v>
                </c:pt>
                <c:pt idx="511">
                  <c:v>9.7999999999842657E-3</c:v>
                </c:pt>
                <c:pt idx="512">
                  <c:v>9.7999999999842657E-3</c:v>
                </c:pt>
                <c:pt idx="513">
                  <c:v>9.6999999999525244E-3</c:v>
                </c:pt>
                <c:pt idx="514">
                  <c:v>9.6999999999525244E-3</c:v>
                </c:pt>
                <c:pt idx="515">
                  <c:v>9.6999999999525244E-3</c:v>
                </c:pt>
                <c:pt idx="516">
                  <c:v>9.6999999999525244E-3</c:v>
                </c:pt>
                <c:pt idx="517">
                  <c:v>9.6999999999525244E-3</c:v>
                </c:pt>
                <c:pt idx="518">
                  <c:v>9.6999999999525244E-3</c:v>
                </c:pt>
                <c:pt idx="519">
                  <c:v>9.6999999999525244E-3</c:v>
                </c:pt>
                <c:pt idx="520">
                  <c:v>9.6999999999525244E-3</c:v>
                </c:pt>
                <c:pt idx="521">
                  <c:v>9.5999999999776264E-3</c:v>
                </c:pt>
                <c:pt idx="522">
                  <c:v>9.5999999999776264E-3</c:v>
                </c:pt>
                <c:pt idx="523">
                  <c:v>9.5999999999776264E-3</c:v>
                </c:pt>
                <c:pt idx="524">
                  <c:v>9.5999999999776264E-3</c:v>
                </c:pt>
                <c:pt idx="525">
                  <c:v>9.5999999999776264E-3</c:v>
                </c:pt>
                <c:pt idx="526">
                  <c:v>9.5999999999776264E-3</c:v>
                </c:pt>
                <c:pt idx="527">
                  <c:v>9.5999999999776264E-3</c:v>
                </c:pt>
                <c:pt idx="528">
                  <c:v>9.5999999999776264E-3</c:v>
                </c:pt>
                <c:pt idx="529">
                  <c:v>9.5999999999776264E-3</c:v>
                </c:pt>
                <c:pt idx="530">
                  <c:v>9.6999999999525244E-3</c:v>
                </c:pt>
                <c:pt idx="531">
                  <c:v>9.6999999999525244E-3</c:v>
                </c:pt>
                <c:pt idx="532">
                  <c:v>9.7999999999842657E-3</c:v>
                </c:pt>
              </c:numCache>
            </c:numRef>
          </c:yVal>
          <c:smooth val="1"/>
          <c:extLst>
            <c:ext xmlns:c16="http://schemas.microsoft.com/office/drawing/2014/chart" uri="{C3380CC4-5D6E-409C-BE32-E72D297353CC}">
              <c16:uniqueId val="{00000020-1510-4437-9CAD-7ED8315A59D8}"/>
            </c:ext>
          </c:extLst>
        </c:ser>
        <c:ser>
          <c:idx val="33"/>
          <c:order val="33"/>
          <c:tx>
            <c:strRef>
              <c:f>SM50000_TEMPSoc5l2_50000!$PV$1</c:f>
              <c:strCache>
                <c:ptCount val="1"/>
                <c:pt idx="0">
                  <c:v>TELE_SM_INTERIOR.293</c:v>
                </c:pt>
              </c:strCache>
            </c:strRef>
          </c:tx>
          <c:spPr>
            <a:ln w="19050" cap="rnd">
              <a:solidFill>
                <a:schemeClr val="accent4">
                  <a:lumMod val="50000"/>
                </a:schemeClr>
              </a:solidFill>
              <a:round/>
            </a:ln>
            <a:effectLst/>
          </c:spPr>
          <c:marker>
            <c:symbol val="circle"/>
            <c:size val="5"/>
            <c:spPr>
              <a:solidFill>
                <a:schemeClr val="accent4">
                  <a:lumMod val="50000"/>
                </a:schemeClr>
              </a:solidFill>
              <a:ln w="9525">
                <a:solidFill>
                  <a:schemeClr val="accent4">
                    <a:lumMod val="5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SM50000_TEMPSoc5l2_50000!$PV$2:$PV$536</c:f>
              <c:numCache>
                <c:formatCode>General</c:formatCode>
                <c:ptCount val="533"/>
                <c:pt idx="0">
                  <c:v>0</c:v>
                </c:pt>
                <c:pt idx="1">
                  <c:v>5.4000000000087311E-3</c:v>
                </c:pt>
                <c:pt idx="2">
                  <c:v>6.700000000023465E-3</c:v>
                </c:pt>
                <c:pt idx="3">
                  <c:v>7.2999999999865395E-3</c:v>
                </c:pt>
                <c:pt idx="4">
                  <c:v>7.799999999974716E-3</c:v>
                </c:pt>
                <c:pt idx="5">
                  <c:v>8.1000000000130967E-3</c:v>
                </c:pt>
                <c:pt idx="6">
                  <c:v>8.300000000019736E-3</c:v>
                </c:pt>
                <c:pt idx="7">
                  <c:v>8.5000000000263753E-3</c:v>
                </c:pt>
                <c:pt idx="8">
                  <c:v>8.6999999999761712E-3</c:v>
                </c:pt>
                <c:pt idx="9">
                  <c:v>8.8999999999828106E-3</c:v>
                </c:pt>
                <c:pt idx="10">
                  <c:v>9.0999999999894499E-3</c:v>
                </c:pt>
                <c:pt idx="11">
                  <c:v>9.2000000000211912E-3</c:v>
                </c:pt>
                <c:pt idx="12">
                  <c:v>9.4000000000278305E-3</c:v>
                </c:pt>
                <c:pt idx="13">
                  <c:v>9.5000000000027285E-3</c:v>
                </c:pt>
                <c:pt idx="14">
                  <c:v>9.5999999999776264E-3</c:v>
                </c:pt>
                <c:pt idx="15">
                  <c:v>9.7999999999842657E-3</c:v>
                </c:pt>
                <c:pt idx="16">
                  <c:v>9.9000000000160071E-3</c:v>
                </c:pt>
                <c:pt idx="17">
                  <c:v>9.9999999999909051E-3</c:v>
                </c:pt>
                <c:pt idx="18">
                  <c:v>1.0100000000022646E-2</c:v>
                </c:pt>
                <c:pt idx="19">
                  <c:v>1.0199999999997544E-2</c:v>
                </c:pt>
                <c:pt idx="20">
                  <c:v>1.0300000000029286E-2</c:v>
                </c:pt>
                <c:pt idx="21">
                  <c:v>1.0400000000004184E-2</c:v>
                </c:pt>
                <c:pt idx="22">
                  <c:v>1.0499999999979082E-2</c:v>
                </c:pt>
                <c:pt idx="23">
                  <c:v>1.0600000000010823E-2</c:v>
                </c:pt>
                <c:pt idx="24">
                  <c:v>1.0600000000010823E-2</c:v>
                </c:pt>
                <c:pt idx="25">
                  <c:v>1.0699999999985721E-2</c:v>
                </c:pt>
                <c:pt idx="26">
                  <c:v>1.0600000000010823E-2</c:v>
                </c:pt>
                <c:pt idx="27">
                  <c:v>1.0100000000022646E-2</c:v>
                </c:pt>
                <c:pt idx="28">
                  <c:v>9.7999999999842657E-3</c:v>
                </c:pt>
                <c:pt idx="29">
                  <c:v>9.5999999999776264E-3</c:v>
                </c:pt>
                <c:pt idx="30">
                  <c:v>9.5999999999776264E-3</c:v>
                </c:pt>
                <c:pt idx="31">
                  <c:v>9.5000000000027285E-3</c:v>
                </c:pt>
                <c:pt idx="32">
                  <c:v>9.5000000000027285E-3</c:v>
                </c:pt>
                <c:pt idx="33">
                  <c:v>9.5000000000027285E-3</c:v>
                </c:pt>
                <c:pt idx="34">
                  <c:v>9.5000000000027285E-3</c:v>
                </c:pt>
                <c:pt idx="35">
                  <c:v>9.5000000000027285E-3</c:v>
                </c:pt>
                <c:pt idx="36">
                  <c:v>9.5000000000027285E-3</c:v>
                </c:pt>
                <c:pt idx="37">
                  <c:v>9.5000000000027285E-3</c:v>
                </c:pt>
                <c:pt idx="38">
                  <c:v>9.5000000000027285E-3</c:v>
                </c:pt>
                <c:pt idx="39">
                  <c:v>9.5000000000027285E-3</c:v>
                </c:pt>
                <c:pt idx="40">
                  <c:v>9.5000000000027285E-3</c:v>
                </c:pt>
                <c:pt idx="41">
                  <c:v>9.5000000000027285E-3</c:v>
                </c:pt>
                <c:pt idx="42">
                  <c:v>9.5000000000027285E-3</c:v>
                </c:pt>
                <c:pt idx="43">
                  <c:v>9.5000000000027285E-3</c:v>
                </c:pt>
                <c:pt idx="44">
                  <c:v>9.5000000000027285E-3</c:v>
                </c:pt>
                <c:pt idx="45">
                  <c:v>9.5000000000027285E-3</c:v>
                </c:pt>
                <c:pt idx="46">
                  <c:v>9.5000000000027285E-3</c:v>
                </c:pt>
                <c:pt idx="47">
                  <c:v>9.5000000000027285E-3</c:v>
                </c:pt>
                <c:pt idx="48">
                  <c:v>9.5999999999776264E-3</c:v>
                </c:pt>
                <c:pt idx="49">
                  <c:v>9.5999999999776264E-3</c:v>
                </c:pt>
                <c:pt idx="50">
                  <c:v>9.5999999999776264E-3</c:v>
                </c:pt>
                <c:pt idx="51">
                  <c:v>9.5999999999776264E-3</c:v>
                </c:pt>
                <c:pt idx="52">
                  <c:v>9.5999999999776264E-3</c:v>
                </c:pt>
                <c:pt idx="53">
                  <c:v>9.5999999999776264E-3</c:v>
                </c:pt>
                <c:pt idx="54">
                  <c:v>9.5999999999776264E-3</c:v>
                </c:pt>
                <c:pt idx="55">
                  <c:v>9.5999999999776264E-3</c:v>
                </c:pt>
                <c:pt idx="56">
                  <c:v>9.5999999999776264E-3</c:v>
                </c:pt>
                <c:pt idx="57">
                  <c:v>9.7000000000093678E-3</c:v>
                </c:pt>
                <c:pt idx="58">
                  <c:v>9.9000000000160071E-3</c:v>
                </c:pt>
                <c:pt idx="59">
                  <c:v>9.9999999999909051E-3</c:v>
                </c:pt>
                <c:pt idx="60">
                  <c:v>9.9999999999909051E-3</c:v>
                </c:pt>
                <c:pt idx="61">
                  <c:v>1.0100000000022646E-2</c:v>
                </c:pt>
                <c:pt idx="62">
                  <c:v>1.0100000000022646E-2</c:v>
                </c:pt>
                <c:pt idx="63">
                  <c:v>1.0100000000022646E-2</c:v>
                </c:pt>
                <c:pt idx="64">
                  <c:v>1.0100000000022646E-2</c:v>
                </c:pt>
                <c:pt idx="65">
                  <c:v>1.0199999999997544E-2</c:v>
                </c:pt>
                <c:pt idx="66">
                  <c:v>1.0199999999997544E-2</c:v>
                </c:pt>
                <c:pt idx="67">
                  <c:v>1.0199999999997544E-2</c:v>
                </c:pt>
                <c:pt idx="68">
                  <c:v>1.0199999999997544E-2</c:v>
                </c:pt>
                <c:pt idx="69">
                  <c:v>1.0199999999997544E-2</c:v>
                </c:pt>
                <c:pt idx="70">
                  <c:v>1.0199999999997544E-2</c:v>
                </c:pt>
                <c:pt idx="71">
                  <c:v>1.0199999999997544E-2</c:v>
                </c:pt>
                <c:pt idx="72">
                  <c:v>1.0199999999997544E-2</c:v>
                </c:pt>
                <c:pt idx="73">
                  <c:v>1.0199999999997544E-2</c:v>
                </c:pt>
                <c:pt idx="74">
                  <c:v>1.0199999999997544E-2</c:v>
                </c:pt>
                <c:pt idx="75">
                  <c:v>1.0199999999997544E-2</c:v>
                </c:pt>
                <c:pt idx="76">
                  <c:v>1.0199999999997544E-2</c:v>
                </c:pt>
                <c:pt idx="77">
                  <c:v>1.0300000000029286E-2</c:v>
                </c:pt>
                <c:pt idx="78">
                  <c:v>1.0300000000029286E-2</c:v>
                </c:pt>
                <c:pt idx="79">
                  <c:v>1.0300000000029286E-2</c:v>
                </c:pt>
                <c:pt idx="80">
                  <c:v>1.0300000000029286E-2</c:v>
                </c:pt>
                <c:pt idx="81">
                  <c:v>1.0300000000029286E-2</c:v>
                </c:pt>
                <c:pt idx="82">
                  <c:v>1.0300000000029286E-2</c:v>
                </c:pt>
                <c:pt idx="83">
                  <c:v>1.0300000000029286E-2</c:v>
                </c:pt>
                <c:pt idx="84">
                  <c:v>1.0300000000029286E-2</c:v>
                </c:pt>
                <c:pt idx="85">
                  <c:v>1.0300000000029286E-2</c:v>
                </c:pt>
                <c:pt idx="86">
                  <c:v>1.0300000000029286E-2</c:v>
                </c:pt>
                <c:pt idx="87">
                  <c:v>1.0300000000029286E-2</c:v>
                </c:pt>
                <c:pt idx="88">
                  <c:v>1.0300000000029286E-2</c:v>
                </c:pt>
                <c:pt idx="89">
                  <c:v>1.0300000000029286E-2</c:v>
                </c:pt>
                <c:pt idx="90">
                  <c:v>1.0300000000029286E-2</c:v>
                </c:pt>
                <c:pt idx="91">
                  <c:v>1.0300000000029286E-2</c:v>
                </c:pt>
                <c:pt idx="92">
                  <c:v>1.0300000000029286E-2</c:v>
                </c:pt>
                <c:pt idx="93">
                  <c:v>1.0300000000029286E-2</c:v>
                </c:pt>
                <c:pt idx="94">
                  <c:v>1.0300000000029286E-2</c:v>
                </c:pt>
                <c:pt idx="95">
                  <c:v>1.0300000000029286E-2</c:v>
                </c:pt>
                <c:pt idx="96">
                  <c:v>1.0300000000029286E-2</c:v>
                </c:pt>
                <c:pt idx="97">
                  <c:v>1.0300000000029286E-2</c:v>
                </c:pt>
                <c:pt idx="98">
                  <c:v>1.0300000000029286E-2</c:v>
                </c:pt>
                <c:pt idx="99">
                  <c:v>1.0300000000029286E-2</c:v>
                </c:pt>
                <c:pt idx="100">
                  <c:v>1.0300000000029286E-2</c:v>
                </c:pt>
                <c:pt idx="101">
                  <c:v>1.0300000000029286E-2</c:v>
                </c:pt>
                <c:pt idx="102">
                  <c:v>1.0300000000029286E-2</c:v>
                </c:pt>
                <c:pt idx="103">
                  <c:v>1.0300000000029286E-2</c:v>
                </c:pt>
                <c:pt idx="104">
                  <c:v>1.0300000000029286E-2</c:v>
                </c:pt>
                <c:pt idx="105">
                  <c:v>1.0300000000029286E-2</c:v>
                </c:pt>
                <c:pt idx="106">
                  <c:v>1.0300000000029286E-2</c:v>
                </c:pt>
                <c:pt idx="107">
                  <c:v>1.0300000000029286E-2</c:v>
                </c:pt>
                <c:pt idx="108">
                  <c:v>1.0600000000010823E-2</c:v>
                </c:pt>
                <c:pt idx="109">
                  <c:v>1.0800000000017462E-2</c:v>
                </c:pt>
                <c:pt idx="110">
                  <c:v>1.1000000000024102E-2</c:v>
                </c:pt>
                <c:pt idx="111">
                  <c:v>1.1099999999999E-2</c:v>
                </c:pt>
                <c:pt idx="112">
                  <c:v>1.1099999999999E-2</c:v>
                </c:pt>
                <c:pt idx="113">
                  <c:v>1.1199999999973898E-2</c:v>
                </c:pt>
                <c:pt idx="114">
                  <c:v>1.1199999999973898E-2</c:v>
                </c:pt>
                <c:pt idx="115">
                  <c:v>1.1300000000005639E-2</c:v>
                </c:pt>
                <c:pt idx="116">
                  <c:v>1.1300000000005639E-2</c:v>
                </c:pt>
                <c:pt idx="117">
                  <c:v>1.1300000000005639E-2</c:v>
                </c:pt>
                <c:pt idx="118">
                  <c:v>1.1399999999980537E-2</c:v>
                </c:pt>
                <c:pt idx="119">
                  <c:v>1.1399999999980537E-2</c:v>
                </c:pt>
                <c:pt idx="120">
                  <c:v>1.1399999999980537E-2</c:v>
                </c:pt>
                <c:pt idx="121">
                  <c:v>1.1399999999980537E-2</c:v>
                </c:pt>
                <c:pt idx="122">
                  <c:v>1.1399999999980537E-2</c:v>
                </c:pt>
                <c:pt idx="123">
                  <c:v>1.1399999999980537E-2</c:v>
                </c:pt>
                <c:pt idx="124">
                  <c:v>1.1399999999980537E-2</c:v>
                </c:pt>
                <c:pt idx="125">
                  <c:v>1.1399999999980537E-2</c:v>
                </c:pt>
                <c:pt idx="126">
                  <c:v>1.1399999999980537E-2</c:v>
                </c:pt>
                <c:pt idx="127">
                  <c:v>1.1399999999980537E-2</c:v>
                </c:pt>
                <c:pt idx="128">
                  <c:v>1.1399999999980537E-2</c:v>
                </c:pt>
                <c:pt idx="129">
                  <c:v>1.1399999999980537E-2</c:v>
                </c:pt>
                <c:pt idx="130">
                  <c:v>1.1399999999980537E-2</c:v>
                </c:pt>
                <c:pt idx="131">
                  <c:v>1.1500000000012278E-2</c:v>
                </c:pt>
                <c:pt idx="132">
                  <c:v>1.1500000000012278E-2</c:v>
                </c:pt>
                <c:pt idx="133">
                  <c:v>1.1500000000012278E-2</c:v>
                </c:pt>
                <c:pt idx="134">
                  <c:v>1.1500000000012278E-2</c:v>
                </c:pt>
                <c:pt idx="135">
                  <c:v>1.1500000000012278E-2</c:v>
                </c:pt>
                <c:pt idx="136">
                  <c:v>1.1500000000012278E-2</c:v>
                </c:pt>
                <c:pt idx="137">
                  <c:v>1.1500000000012278E-2</c:v>
                </c:pt>
                <c:pt idx="138">
                  <c:v>1.1500000000012278E-2</c:v>
                </c:pt>
                <c:pt idx="139">
                  <c:v>1.1500000000012278E-2</c:v>
                </c:pt>
                <c:pt idx="140">
                  <c:v>1.1500000000012278E-2</c:v>
                </c:pt>
                <c:pt idx="141">
                  <c:v>1.1500000000012278E-2</c:v>
                </c:pt>
                <c:pt idx="142">
                  <c:v>1.1500000000012278E-2</c:v>
                </c:pt>
                <c:pt idx="143">
                  <c:v>1.1500000000012278E-2</c:v>
                </c:pt>
                <c:pt idx="144">
                  <c:v>1.1500000000012278E-2</c:v>
                </c:pt>
                <c:pt idx="145">
                  <c:v>1.1500000000012278E-2</c:v>
                </c:pt>
                <c:pt idx="146">
                  <c:v>1.1500000000012278E-2</c:v>
                </c:pt>
                <c:pt idx="147">
                  <c:v>1.1500000000012278E-2</c:v>
                </c:pt>
                <c:pt idx="148">
                  <c:v>1.1500000000012278E-2</c:v>
                </c:pt>
                <c:pt idx="149">
                  <c:v>1.1500000000012278E-2</c:v>
                </c:pt>
                <c:pt idx="150">
                  <c:v>1.1500000000012278E-2</c:v>
                </c:pt>
                <c:pt idx="151">
                  <c:v>1.1500000000012278E-2</c:v>
                </c:pt>
                <c:pt idx="152">
                  <c:v>1.1500000000012278E-2</c:v>
                </c:pt>
                <c:pt idx="153">
                  <c:v>1.1500000000012278E-2</c:v>
                </c:pt>
                <c:pt idx="154">
                  <c:v>1.1500000000012278E-2</c:v>
                </c:pt>
                <c:pt idx="155">
                  <c:v>1.1500000000012278E-2</c:v>
                </c:pt>
                <c:pt idx="156">
                  <c:v>1.1500000000012278E-2</c:v>
                </c:pt>
                <c:pt idx="157">
                  <c:v>1.1500000000012278E-2</c:v>
                </c:pt>
                <c:pt idx="158">
                  <c:v>1.1599999999987176E-2</c:v>
                </c:pt>
                <c:pt idx="159">
                  <c:v>1.1700000000018917E-2</c:v>
                </c:pt>
                <c:pt idx="160">
                  <c:v>1.1700000000018917E-2</c:v>
                </c:pt>
                <c:pt idx="161">
                  <c:v>1.1700000000018917E-2</c:v>
                </c:pt>
                <c:pt idx="162">
                  <c:v>1.1700000000018917E-2</c:v>
                </c:pt>
                <c:pt idx="163">
                  <c:v>1.1700000000018917E-2</c:v>
                </c:pt>
                <c:pt idx="164">
                  <c:v>1.1700000000018917E-2</c:v>
                </c:pt>
                <c:pt idx="165">
                  <c:v>1.1700000000018917E-2</c:v>
                </c:pt>
                <c:pt idx="166">
                  <c:v>1.1700000000018917E-2</c:v>
                </c:pt>
                <c:pt idx="167">
                  <c:v>1.1700000000018917E-2</c:v>
                </c:pt>
                <c:pt idx="168">
                  <c:v>1.1700000000018917E-2</c:v>
                </c:pt>
                <c:pt idx="169">
                  <c:v>1.1700000000018917E-2</c:v>
                </c:pt>
                <c:pt idx="170">
                  <c:v>1.1700000000018917E-2</c:v>
                </c:pt>
                <c:pt idx="171">
                  <c:v>1.1700000000018917E-2</c:v>
                </c:pt>
                <c:pt idx="172">
                  <c:v>1.1700000000018917E-2</c:v>
                </c:pt>
                <c:pt idx="173">
                  <c:v>1.1700000000018917E-2</c:v>
                </c:pt>
                <c:pt idx="174">
                  <c:v>1.1700000000018917E-2</c:v>
                </c:pt>
                <c:pt idx="175">
                  <c:v>1.1700000000018917E-2</c:v>
                </c:pt>
                <c:pt idx="176">
                  <c:v>1.1700000000018917E-2</c:v>
                </c:pt>
                <c:pt idx="177">
                  <c:v>1.1700000000018917E-2</c:v>
                </c:pt>
                <c:pt idx="178">
                  <c:v>1.1700000000018917E-2</c:v>
                </c:pt>
                <c:pt idx="179">
                  <c:v>1.1700000000018917E-2</c:v>
                </c:pt>
                <c:pt idx="180">
                  <c:v>1.1700000000018917E-2</c:v>
                </c:pt>
                <c:pt idx="181">
                  <c:v>1.1700000000018917E-2</c:v>
                </c:pt>
                <c:pt idx="182">
                  <c:v>1.1700000000018917E-2</c:v>
                </c:pt>
                <c:pt idx="183">
                  <c:v>1.1399999999980537E-2</c:v>
                </c:pt>
                <c:pt idx="184">
                  <c:v>1.089999999999236E-2</c:v>
                </c:pt>
                <c:pt idx="185">
                  <c:v>1.0600000000010823E-2</c:v>
                </c:pt>
                <c:pt idx="186">
                  <c:v>1.0400000000004184E-2</c:v>
                </c:pt>
                <c:pt idx="187">
                  <c:v>1.0300000000029286E-2</c:v>
                </c:pt>
                <c:pt idx="188">
                  <c:v>1.0199999999997544E-2</c:v>
                </c:pt>
                <c:pt idx="189">
                  <c:v>1.0100000000022646E-2</c:v>
                </c:pt>
                <c:pt idx="190">
                  <c:v>1.0100000000022646E-2</c:v>
                </c:pt>
                <c:pt idx="191">
                  <c:v>9.9999999999909051E-3</c:v>
                </c:pt>
                <c:pt idx="192">
                  <c:v>9.9999999999909051E-3</c:v>
                </c:pt>
                <c:pt idx="193">
                  <c:v>9.9999999999909051E-3</c:v>
                </c:pt>
                <c:pt idx="194">
                  <c:v>9.9000000000160071E-3</c:v>
                </c:pt>
                <c:pt idx="195">
                  <c:v>9.9000000000160071E-3</c:v>
                </c:pt>
                <c:pt idx="196">
                  <c:v>9.9000000000160071E-3</c:v>
                </c:pt>
                <c:pt idx="197">
                  <c:v>9.9000000000160071E-3</c:v>
                </c:pt>
                <c:pt idx="198">
                  <c:v>9.9000000000160071E-3</c:v>
                </c:pt>
                <c:pt idx="199">
                  <c:v>9.7999999999842657E-3</c:v>
                </c:pt>
                <c:pt idx="200">
                  <c:v>9.7999999999842657E-3</c:v>
                </c:pt>
                <c:pt idx="201">
                  <c:v>9.7999999999842657E-3</c:v>
                </c:pt>
                <c:pt idx="202">
                  <c:v>9.7999999999842657E-3</c:v>
                </c:pt>
                <c:pt idx="203">
                  <c:v>9.7999999999842657E-3</c:v>
                </c:pt>
                <c:pt idx="204">
                  <c:v>9.7999999999842657E-3</c:v>
                </c:pt>
                <c:pt idx="205">
                  <c:v>9.7999999999842657E-3</c:v>
                </c:pt>
                <c:pt idx="206">
                  <c:v>9.7999999999842657E-3</c:v>
                </c:pt>
                <c:pt idx="207">
                  <c:v>9.7999999999842657E-3</c:v>
                </c:pt>
                <c:pt idx="208">
                  <c:v>9.7999999999842657E-3</c:v>
                </c:pt>
                <c:pt idx="209">
                  <c:v>9.7999999999842657E-3</c:v>
                </c:pt>
                <c:pt idx="210">
                  <c:v>9.7999999999842657E-3</c:v>
                </c:pt>
                <c:pt idx="211">
                  <c:v>9.7999999999842657E-3</c:v>
                </c:pt>
                <c:pt idx="212">
                  <c:v>9.7999999999842657E-3</c:v>
                </c:pt>
                <c:pt idx="213">
                  <c:v>9.7999999999842657E-3</c:v>
                </c:pt>
                <c:pt idx="214">
                  <c:v>9.9000000000160071E-3</c:v>
                </c:pt>
                <c:pt idx="215">
                  <c:v>9.9999999999909051E-3</c:v>
                </c:pt>
                <c:pt idx="216">
                  <c:v>1.0100000000022646E-2</c:v>
                </c:pt>
                <c:pt idx="217">
                  <c:v>1.0199999999997544E-2</c:v>
                </c:pt>
                <c:pt idx="218">
                  <c:v>1.0199999999997544E-2</c:v>
                </c:pt>
                <c:pt idx="219">
                  <c:v>1.0199999999997544E-2</c:v>
                </c:pt>
                <c:pt idx="220">
                  <c:v>1.0199999999997544E-2</c:v>
                </c:pt>
                <c:pt idx="221">
                  <c:v>1.0199999999997544E-2</c:v>
                </c:pt>
                <c:pt idx="222">
                  <c:v>1.0199999999997544E-2</c:v>
                </c:pt>
                <c:pt idx="223">
                  <c:v>1.0199999999997544E-2</c:v>
                </c:pt>
                <c:pt idx="224">
                  <c:v>1.0300000000029286E-2</c:v>
                </c:pt>
                <c:pt idx="225">
                  <c:v>1.0300000000029286E-2</c:v>
                </c:pt>
                <c:pt idx="226">
                  <c:v>1.0300000000029286E-2</c:v>
                </c:pt>
                <c:pt idx="227">
                  <c:v>1.0300000000029286E-2</c:v>
                </c:pt>
                <c:pt idx="228">
                  <c:v>1.0300000000029286E-2</c:v>
                </c:pt>
                <c:pt idx="229">
                  <c:v>1.0300000000029286E-2</c:v>
                </c:pt>
                <c:pt idx="230">
                  <c:v>1.0300000000029286E-2</c:v>
                </c:pt>
                <c:pt idx="231">
                  <c:v>1.0300000000029286E-2</c:v>
                </c:pt>
                <c:pt idx="232">
                  <c:v>1.0300000000029286E-2</c:v>
                </c:pt>
                <c:pt idx="233">
                  <c:v>1.0300000000029286E-2</c:v>
                </c:pt>
                <c:pt idx="234">
                  <c:v>1.0300000000029286E-2</c:v>
                </c:pt>
                <c:pt idx="235">
                  <c:v>1.0300000000029286E-2</c:v>
                </c:pt>
                <c:pt idx="236">
                  <c:v>1.0300000000029286E-2</c:v>
                </c:pt>
                <c:pt idx="237">
                  <c:v>1.0300000000029286E-2</c:v>
                </c:pt>
                <c:pt idx="238">
                  <c:v>1.0300000000029286E-2</c:v>
                </c:pt>
                <c:pt idx="239">
                  <c:v>1.0300000000029286E-2</c:v>
                </c:pt>
                <c:pt idx="240">
                  <c:v>1.0300000000029286E-2</c:v>
                </c:pt>
                <c:pt idx="241">
                  <c:v>1.0300000000029286E-2</c:v>
                </c:pt>
                <c:pt idx="242">
                  <c:v>1.0300000000029286E-2</c:v>
                </c:pt>
                <c:pt idx="243">
                  <c:v>1.0300000000029286E-2</c:v>
                </c:pt>
                <c:pt idx="244">
                  <c:v>1.0300000000029286E-2</c:v>
                </c:pt>
                <c:pt idx="245">
                  <c:v>1.0300000000029286E-2</c:v>
                </c:pt>
                <c:pt idx="246">
                  <c:v>1.0300000000029286E-2</c:v>
                </c:pt>
                <c:pt idx="247">
                  <c:v>1.0300000000029286E-2</c:v>
                </c:pt>
                <c:pt idx="248">
                  <c:v>1.0300000000029286E-2</c:v>
                </c:pt>
                <c:pt idx="249">
                  <c:v>1.0300000000029286E-2</c:v>
                </c:pt>
                <c:pt idx="250">
                  <c:v>1.0300000000029286E-2</c:v>
                </c:pt>
                <c:pt idx="251">
                  <c:v>1.0300000000029286E-2</c:v>
                </c:pt>
                <c:pt idx="252">
                  <c:v>1.0300000000029286E-2</c:v>
                </c:pt>
                <c:pt idx="253">
                  <c:v>1.0300000000029286E-2</c:v>
                </c:pt>
                <c:pt idx="254">
                  <c:v>1.0300000000029286E-2</c:v>
                </c:pt>
                <c:pt idx="255">
                  <c:v>1.0300000000029286E-2</c:v>
                </c:pt>
                <c:pt idx="256">
                  <c:v>1.0300000000029286E-2</c:v>
                </c:pt>
                <c:pt idx="257">
                  <c:v>1.0300000000029286E-2</c:v>
                </c:pt>
                <c:pt idx="258">
                  <c:v>1.0300000000029286E-2</c:v>
                </c:pt>
                <c:pt idx="259">
                  <c:v>1.0300000000029286E-2</c:v>
                </c:pt>
                <c:pt idx="260">
                  <c:v>1.0300000000029286E-2</c:v>
                </c:pt>
                <c:pt idx="261">
                  <c:v>1.0300000000029286E-2</c:v>
                </c:pt>
                <c:pt idx="262">
                  <c:v>1.0300000000029286E-2</c:v>
                </c:pt>
                <c:pt idx="263">
                  <c:v>1.0300000000029286E-2</c:v>
                </c:pt>
                <c:pt idx="264">
                  <c:v>1.0400000000004184E-2</c:v>
                </c:pt>
                <c:pt idx="265">
                  <c:v>1.0699999999985721E-2</c:v>
                </c:pt>
                <c:pt idx="266">
                  <c:v>1.089999999999236E-2</c:v>
                </c:pt>
                <c:pt idx="267">
                  <c:v>1.1000000000024102E-2</c:v>
                </c:pt>
                <c:pt idx="268">
                  <c:v>1.1099999999999E-2</c:v>
                </c:pt>
                <c:pt idx="269">
                  <c:v>1.1199999999973898E-2</c:v>
                </c:pt>
                <c:pt idx="270">
                  <c:v>1.1199999999973898E-2</c:v>
                </c:pt>
                <c:pt idx="271">
                  <c:v>1.1300000000005639E-2</c:v>
                </c:pt>
                <c:pt idx="272">
                  <c:v>1.1300000000005639E-2</c:v>
                </c:pt>
                <c:pt idx="273">
                  <c:v>1.1300000000005639E-2</c:v>
                </c:pt>
                <c:pt idx="274">
                  <c:v>1.1300000000005639E-2</c:v>
                </c:pt>
                <c:pt idx="275">
                  <c:v>1.1399999999980537E-2</c:v>
                </c:pt>
                <c:pt idx="276">
                  <c:v>1.1399999999980537E-2</c:v>
                </c:pt>
                <c:pt idx="277">
                  <c:v>1.1399999999980537E-2</c:v>
                </c:pt>
                <c:pt idx="278">
                  <c:v>1.1399999999980537E-2</c:v>
                </c:pt>
                <c:pt idx="279">
                  <c:v>1.1399999999980537E-2</c:v>
                </c:pt>
                <c:pt idx="280">
                  <c:v>1.1399999999980537E-2</c:v>
                </c:pt>
                <c:pt idx="281">
                  <c:v>1.1399999999980537E-2</c:v>
                </c:pt>
                <c:pt idx="282">
                  <c:v>1.1399999999980537E-2</c:v>
                </c:pt>
                <c:pt idx="283">
                  <c:v>1.1399999999980537E-2</c:v>
                </c:pt>
                <c:pt idx="284">
                  <c:v>1.1399999999980537E-2</c:v>
                </c:pt>
                <c:pt idx="285">
                  <c:v>1.1399999999980537E-2</c:v>
                </c:pt>
                <c:pt idx="286">
                  <c:v>1.1500000000012278E-2</c:v>
                </c:pt>
                <c:pt idx="287">
                  <c:v>1.1500000000012278E-2</c:v>
                </c:pt>
                <c:pt idx="288">
                  <c:v>1.1500000000012278E-2</c:v>
                </c:pt>
                <c:pt idx="289">
                  <c:v>1.1500000000012278E-2</c:v>
                </c:pt>
                <c:pt idx="290">
                  <c:v>1.1500000000012278E-2</c:v>
                </c:pt>
                <c:pt idx="291">
                  <c:v>1.1500000000012278E-2</c:v>
                </c:pt>
                <c:pt idx="292">
                  <c:v>1.1500000000012278E-2</c:v>
                </c:pt>
                <c:pt idx="293">
                  <c:v>1.1500000000012278E-2</c:v>
                </c:pt>
                <c:pt idx="294">
                  <c:v>1.1500000000012278E-2</c:v>
                </c:pt>
                <c:pt idx="295">
                  <c:v>1.1500000000012278E-2</c:v>
                </c:pt>
                <c:pt idx="296">
                  <c:v>1.1500000000012278E-2</c:v>
                </c:pt>
                <c:pt idx="297">
                  <c:v>1.1500000000012278E-2</c:v>
                </c:pt>
                <c:pt idx="298">
                  <c:v>1.1500000000012278E-2</c:v>
                </c:pt>
                <c:pt idx="299">
                  <c:v>1.1500000000012278E-2</c:v>
                </c:pt>
                <c:pt idx="300">
                  <c:v>1.1500000000012278E-2</c:v>
                </c:pt>
                <c:pt idx="301">
                  <c:v>1.1500000000012278E-2</c:v>
                </c:pt>
                <c:pt idx="302">
                  <c:v>1.1500000000012278E-2</c:v>
                </c:pt>
                <c:pt idx="303">
                  <c:v>1.1500000000012278E-2</c:v>
                </c:pt>
                <c:pt idx="304">
                  <c:v>1.1500000000012278E-2</c:v>
                </c:pt>
                <c:pt idx="305">
                  <c:v>1.1500000000012278E-2</c:v>
                </c:pt>
                <c:pt idx="306">
                  <c:v>1.1500000000012278E-2</c:v>
                </c:pt>
                <c:pt idx="307">
                  <c:v>1.1500000000012278E-2</c:v>
                </c:pt>
                <c:pt idx="308">
                  <c:v>1.1500000000012278E-2</c:v>
                </c:pt>
                <c:pt idx="309">
                  <c:v>1.1500000000012278E-2</c:v>
                </c:pt>
                <c:pt idx="310">
                  <c:v>1.1500000000012278E-2</c:v>
                </c:pt>
                <c:pt idx="311">
                  <c:v>1.1500000000012278E-2</c:v>
                </c:pt>
                <c:pt idx="312">
                  <c:v>1.1500000000012278E-2</c:v>
                </c:pt>
                <c:pt idx="313">
                  <c:v>1.1500000000012278E-2</c:v>
                </c:pt>
                <c:pt idx="314">
                  <c:v>1.1500000000012278E-2</c:v>
                </c:pt>
                <c:pt idx="315">
                  <c:v>1.1599999999987176E-2</c:v>
                </c:pt>
                <c:pt idx="316">
                  <c:v>1.1700000000018917E-2</c:v>
                </c:pt>
                <c:pt idx="317">
                  <c:v>1.1700000000018917E-2</c:v>
                </c:pt>
                <c:pt idx="318">
                  <c:v>1.1700000000018917E-2</c:v>
                </c:pt>
                <c:pt idx="319">
                  <c:v>1.1700000000018917E-2</c:v>
                </c:pt>
                <c:pt idx="320">
                  <c:v>1.1700000000018917E-2</c:v>
                </c:pt>
                <c:pt idx="321">
                  <c:v>1.1700000000018917E-2</c:v>
                </c:pt>
                <c:pt idx="322">
                  <c:v>1.1700000000018917E-2</c:v>
                </c:pt>
                <c:pt idx="323">
                  <c:v>1.1700000000018917E-2</c:v>
                </c:pt>
                <c:pt idx="324">
                  <c:v>1.1700000000018917E-2</c:v>
                </c:pt>
                <c:pt idx="325">
                  <c:v>1.1700000000018917E-2</c:v>
                </c:pt>
                <c:pt idx="326">
                  <c:v>1.1700000000018917E-2</c:v>
                </c:pt>
                <c:pt idx="327">
                  <c:v>1.1700000000018917E-2</c:v>
                </c:pt>
                <c:pt idx="328">
                  <c:v>1.1700000000018917E-2</c:v>
                </c:pt>
                <c:pt idx="329">
                  <c:v>1.1700000000018917E-2</c:v>
                </c:pt>
                <c:pt idx="330">
                  <c:v>1.1700000000018917E-2</c:v>
                </c:pt>
                <c:pt idx="331">
                  <c:v>1.1700000000018917E-2</c:v>
                </c:pt>
                <c:pt idx="332">
                  <c:v>1.1700000000018917E-2</c:v>
                </c:pt>
                <c:pt idx="333">
                  <c:v>1.1700000000018917E-2</c:v>
                </c:pt>
                <c:pt idx="334">
                  <c:v>1.1700000000018917E-2</c:v>
                </c:pt>
                <c:pt idx="335">
                  <c:v>1.1700000000018917E-2</c:v>
                </c:pt>
                <c:pt idx="336">
                  <c:v>1.1700000000018917E-2</c:v>
                </c:pt>
                <c:pt idx="337">
                  <c:v>1.1700000000018917E-2</c:v>
                </c:pt>
                <c:pt idx="338">
                  <c:v>1.1700000000018917E-2</c:v>
                </c:pt>
                <c:pt idx="339">
                  <c:v>1.1700000000018917E-2</c:v>
                </c:pt>
                <c:pt idx="340">
                  <c:v>1.1399999999980537E-2</c:v>
                </c:pt>
                <c:pt idx="341">
                  <c:v>1.089999999999236E-2</c:v>
                </c:pt>
                <c:pt idx="342">
                  <c:v>1.0600000000010823E-2</c:v>
                </c:pt>
                <c:pt idx="343">
                  <c:v>1.0400000000004184E-2</c:v>
                </c:pt>
                <c:pt idx="344">
                  <c:v>1.0300000000029286E-2</c:v>
                </c:pt>
                <c:pt idx="345">
                  <c:v>1.0199999999997544E-2</c:v>
                </c:pt>
                <c:pt idx="346">
                  <c:v>1.0100000000022646E-2</c:v>
                </c:pt>
                <c:pt idx="347">
                  <c:v>1.0100000000022646E-2</c:v>
                </c:pt>
                <c:pt idx="348">
                  <c:v>9.9999999999909051E-3</c:v>
                </c:pt>
                <c:pt idx="349">
                  <c:v>9.9999999999909051E-3</c:v>
                </c:pt>
                <c:pt idx="350">
                  <c:v>9.9999999999909051E-3</c:v>
                </c:pt>
                <c:pt idx="351">
                  <c:v>9.9000000000160071E-3</c:v>
                </c:pt>
                <c:pt idx="352">
                  <c:v>9.9000000000160071E-3</c:v>
                </c:pt>
                <c:pt idx="353">
                  <c:v>9.9000000000160071E-3</c:v>
                </c:pt>
                <c:pt idx="354">
                  <c:v>9.9000000000160071E-3</c:v>
                </c:pt>
                <c:pt idx="355">
                  <c:v>9.9000000000160071E-3</c:v>
                </c:pt>
                <c:pt idx="356">
                  <c:v>9.7999999999842657E-3</c:v>
                </c:pt>
                <c:pt idx="357">
                  <c:v>9.7999999999842657E-3</c:v>
                </c:pt>
                <c:pt idx="358">
                  <c:v>9.7999999999842657E-3</c:v>
                </c:pt>
                <c:pt idx="359">
                  <c:v>9.7999999999842657E-3</c:v>
                </c:pt>
                <c:pt idx="360">
                  <c:v>9.7999999999842657E-3</c:v>
                </c:pt>
                <c:pt idx="361">
                  <c:v>9.7999999999842657E-3</c:v>
                </c:pt>
                <c:pt idx="362">
                  <c:v>9.7999999999842657E-3</c:v>
                </c:pt>
                <c:pt idx="363">
                  <c:v>9.7999999999842657E-3</c:v>
                </c:pt>
                <c:pt idx="364">
                  <c:v>9.7999999999842657E-3</c:v>
                </c:pt>
                <c:pt idx="365">
                  <c:v>9.7999999999842657E-3</c:v>
                </c:pt>
                <c:pt idx="366">
                  <c:v>9.7999999999842657E-3</c:v>
                </c:pt>
                <c:pt idx="367">
                  <c:v>9.7999999999842657E-3</c:v>
                </c:pt>
                <c:pt idx="368">
                  <c:v>9.7999999999842657E-3</c:v>
                </c:pt>
                <c:pt idx="369">
                  <c:v>9.7999999999842657E-3</c:v>
                </c:pt>
                <c:pt idx="370">
                  <c:v>9.7999999999842657E-3</c:v>
                </c:pt>
                <c:pt idx="371">
                  <c:v>9.7999999999842657E-3</c:v>
                </c:pt>
                <c:pt idx="372">
                  <c:v>9.9000000000160071E-3</c:v>
                </c:pt>
                <c:pt idx="373">
                  <c:v>1.0100000000022646E-2</c:v>
                </c:pt>
                <c:pt idx="374">
                  <c:v>1.0100000000022646E-2</c:v>
                </c:pt>
                <c:pt idx="375">
                  <c:v>1.0199999999997544E-2</c:v>
                </c:pt>
                <c:pt idx="376">
                  <c:v>1.0199999999997544E-2</c:v>
                </c:pt>
                <c:pt idx="377">
                  <c:v>1.0199999999997544E-2</c:v>
                </c:pt>
                <c:pt idx="378">
                  <c:v>1.0199999999997544E-2</c:v>
                </c:pt>
                <c:pt idx="379">
                  <c:v>1.0199999999997544E-2</c:v>
                </c:pt>
                <c:pt idx="380">
                  <c:v>1.0199999999997544E-2</c:v>
                </c:pt>
                <c:pt idx="381">
                  <c:v>1.0199999999997544E-2</c:v>
                </c:pt>
                <c:pt idx="382">
                  <c:v>1.0300000000029286E-2</c:v>
                </c:pt>
                <c:pt idx="383">
                  <c:v>1.0300000000029286E-2</c:v>
                </c:pt>
                <c:pt idx="384">
                  <c:v>1.0300000000029286E-2</c:v>
                </c:pt>
                <c:pt idx="385">
                  <c:v>1.0300000000029286E-2</c:v>
                </c:pt>
                <c:pt idx="386">
                  <c:v>1.0300000000029286E-2</c:v>
                </c:pt>
                <c:pt idx="387">
                  <c:v>1.0300000000029286E-2</c:v>
                </c:pt>
                <c:pt idx="388">
                  <c:v>1.0300000000029286E-2</c:v>
                </c:pt>
                <c:pt idx="389">
                  <c:v>1.0300000000029286E-2</c:v>
                </c:pt>
                <c:pt idx="390">
                  <c:v>1.0300000000029286E-2</c:v>
                </c:pt>
                <c:pt idx="391">
                  <c:v>1.0300000000029286E-2</c:v>
                </c:pt>
                <c:pt idx="392">
                  <c:v>1.0300000000029286E-2</c:v>
                </c:pt>
                <c:pt idx="393">
                  <c:v>1.0300000000029286E-2</c:v>
                </c:pt>
                <c:pt idx="394">
                  <c:v>1.0300000000029286E-2</c:v>
                </c:pt>
                <c:pt idx="395">
                  <c:v>1.0300000000029286E-2</c:v>
                </c:pt>
                <c:pt idx="396">
                  <c:v>1.0300000000029286E-2</c:v>
                </c:pt>
                <c:pt idx="397">
                  <c:v>1.0300000000029286E-2</c:v>
                </c:pt>
                <c:pt idx="398">
                  <c:v>1.0300000000029286E-2</c:v>
                </c:pt>
                <c:pt idx="399">
                  <c:v>1.0300000000029286E-2</c:v>
                </c:pt>
                <c:pt idx="400">
                  <c:v>1.0300000000029286E-2</c:v>
                </c:pt>
                <c:pt idx="401">
                  <c:v>1.0300000000029286E-2</c:v>
                </c:pt>
                <c:pt idx="402">
                  <c:v>1.0300000000029286E-2</c:v>
                </c:pt>
                <c:pt idx="403">
                  <c:v>1.0300000000029286E-2</c:v>
                </c:pt>
                <c:pt idx="404">
                  <c:v>1.0300000000029286E-2</c:v>
                </c:pt>
                <c:pt idx="405">
                  <c:v>1.0300000000029286E-2</c:v>
                </c:pt>
                <c:pt idx="406">
                  <c:v>1.0300000000029286E-2</c:v>
                </c:pt>
                <c:pt idx="407">
                  <c:v>1.0300000000029286E-2</c:v>
                </c:pt>
                <c:pt idx="408">
                  <c:v>1.0300000000029286E-2</c:v>
                </c:pt>
                <c:pt idx="409">
                  <c:v>1.0300000000029286E-2</c:v>
                </c:pt>
                <c:pt idx="410">
                  <c:v>1.0300000000029286E-2</c:v>
                </c:pt>
                <c:pt idx="411">
                  <c:v>1.0300000000029286E-2</c:v>
                </c:pt>
                <c:pt idx="412">
                  <c:v>1.0300000000029286E-2</c:v>
                </c:pt>
                <c:pt idx="413">
                  <c:v>1.0300000000029286E-2</c:v>
                </c:pt>
                <c:pt idx="414">
                  <c:v>1.0300000000029286E-2</c:v>
                </c:pt>
                <c:pt idx="415">
                  <c:v>1.0300000000029286E-2</c:v>
                </c:pt>
                <c:pt idx="416">
                  <c:v>1.0300000000029286E-2</c:v>
                </c:pt>
                <c:pt idx="417">
                  <c:v>1.0300000000029286E-2</c:v>
                </c:pt>
                <c:pt idx="418">
                  <c:v>1.0300000000029286E-2</c:v>
                </c:pt>
                <c:pt idx="419">
                  <c:v>1.0300000000029286E-2</c:v>
                </c:pt>
                <c:pt idx="420">
                  <c:v>1.0300000000029286E-2</c:v>
                </c:pt>
                <c:pt idx="421">
                  <c:v>1.0300000000029286E-2</c:v>
                </c:pt>
                <c:pt idx="422">
                  <c:v>1.0400000000004184E-2</c:v>
                </c:pt>
                <c:pt idx="423">
                  <c:v>1.0699999999985721E-2</c:v>
                </c:pt>
                <c:pt idx="424">
                  <c:v>1.089999999999236E-2</c:v>
                </c:pt>
                <c:pt idx="425">
                  <c:v>1.1000000000024102E-2</c:v>
                </c:pt>
                <c:pt idx="426">
                  <c:v>1.1099999999999E-2</c:v>
                </c:pt>
                <c:pt idx="427">
                  <c:v>1.1199999999973898E-2</c:v>
                </c:pt>
                <c:pt idx="428">
                  <c:v>1.1199999999973898E-2</c:v>
                </c:pt>
                <c:pt idx="429">
                  <c:v>1.1300000000005639E-2</c:v>
                </c:pt>
                <c:pt idx="430">
                  <c:v>1.1300000000005639E-2</c:v>
                </c:pt>
                <c:pt idx="431">
                  <c:v>1.1300000000005639E-2</c:v>
                </c:pt>
                <c:pt idx="432">
                  <c:v>1.1300000000005639E-2</c:v>
                </c:pt>
                <c:pt idx="433">
                  <c:v>1.1399999999980537E-2</c:v>
                </c:pt>
                <c:pt idx="434">
                  <c:v>1.1399999999980537E-2</c:v>
                </c:pt>
                <c:pt idx="435">
                  <c:v>1.1399999999980537E-2</c:v>
                </c:pt>
                <c:pt idx="436">
                  <c:v>1.1399999999980537E-2</c:v>
                </c:pt>
                <c:pt idx="437">
                  <c:v>1.1399999999980537E-2</c:v>
                </c:pt>
                <c:pt idx="438">
                  <c:v>1.1399999999980537E-2</c:v>
                </c:pt>
                <c:pt idx="439">
                  <c:v>1.1399999999980537E-2</c:v>
                </c:pt>
                <c:pt idx="440">
                  <c:v>1.1399999999980537E-2</c:v>
                </c:pt>
                <c:pt idx="441">
                  <c:v>1.1399999999980537E-2</c:v>
                </c:pt>
                <c:pt idx="442">
                  <c:v>1.1399999999980537E-2</c:v>
                </c:pt>
                <c:pt idx="443">
                  <c:v>1.1399999999980537E-2</c:v>
                </c:pt>
                <c:pt idx="444">
                  <c:v>1.1500000000012278E-2</c:v>
                </c:pt>
                <c:pt idx="445">
                  <c:v>1.1500000000012278E-2</c:v>
                </c:pt>
                <c:pt idx="446">
                  <c:v>1.1500000000012278E-2</c:v>
                </c:pt>
                <c:pt idx="447">
                  <c:v>1.1500000000012278E-2</c:v>
                </c:pt>
                <c:pt idx="448">
                  <c:v>1.1500000000012278E-2</c:v>
                </c:pt>
                <c:pt idx="449">
                  <c:v>1.1500000000012278E-2</c:v>
                </c:pt>
                <c:pt idx="450">
                  <c:v>1.1500000000012278E-2</c:v>
                </c:pt>
                <c:pt idx="451">
                  <c:v>1.1500000000012278E-2</c:v>
                </c:pt>
                <c:pt idx="452">
                  <c:v>1.1500000000012278E-2</c:v>
                </c:pt>
                <c:pt idx="453">
                  <c:v>1.1500000000012278E-2</c:v>
                </c:pt>
                <c:pt idx="454">
                  <c:v>1.1500000000012278E-2</c:v>
                </c:pt>
                <c:pt idx="455">
                  <c:v>1.1500000000012278E-2</c:v>
                </c:pt>
                <c:pt idx="456">
                  <c:v>1.1500000000012278E-2</c:v>
                </c:pt>
                <c:pt idx="457">
                  <c:v>1.1500000000012278E-2</c:v>
                </c:pt>
                <c:pt idx="458">
                  <c:v>1.1500000000012278E-2</c:v>
                </c:pt>
                <c:pt idx="459">
                  <c:v>1.1500000000012278E-2</c:v>
                </c:pt>
                <c:pt idx="460">
                  <c:v>1.1500000000012278E-2</c:v>
                </c:pt>
                <c:pt idx="461">
                  <c:v>1.1500000000012278E-2</c:v>
                </c:pt>
                <c:pt idx="462">
                  <c:v>1.1500000000012278E-2</c:v>
                </c:pt>
                <c:pt idx="463">
                  <c:v>1.1500000000012278E-2</c:v>
                </c:pt>
                <c:pt idx="464">
                  <c:v>1.1500000000012278E-2</c:v>
                </c:pt>
                <c:pt idx="465">
                  <c:v>1.1500000000012278E-2</c:v>
                </c:pt>
                <c:pt idx="466">
                  <c:v>1.1500000000012278E-2</c:v>
                </c:pt>
                <c:pt idx="467">
                  <c:v>1.1500000000012278E-2</c:v>
                </c:pt>
                <c:pt idx="468">
                  <c:v>1.1500000000012278E-2</c:v>
                </c:pt>
                <c:pt idx="469">
                  <c:v>1.1500000000012278E-2</c:v>
                </c:pt>
                <c:pt idx="470">
                  <c:v>1.1500000000012278E-2</c:v>
                </c:pt>
                <c:pt idx="471">
                  <c:v>1.1500000000012278E-2</c:v>
                </c:pt>
                <c:pt idx="472">
                  <c:v>1.1500000000012278E-2</c:v>
                </c:pt>
                <c:pt idx="473">
                  <c:v>1.1500000000012278E-2</c:v>
                </c:pt>
                <c:pt idx="474">
                  <c:v>1.1599999999987176E-2</c:v>
                </c:pt>
                <c:pt idx="475">
                  <c:v>1.1700000000018917E-2</c:v>
                </c:pt>
                <c:pt idx="476">
                  <c:v>1.1700000000018917E-2</c:v>
                </c:pt>
                <c:pt idx="477">
                  <c:v>1.1700000000018917E-2</c:v>
                </c:pt>
                <c:pt idx="478">
                  <c:v>1.1700000000018917E-2</c:v>
                </c:pt>
                <c:pt idx="479">
                  <c:v>1.1700000000018917E-2</c:v>
                </c:pt>
                <c:pt idx="480">
                  <c:v>1.1700000000018917E-2</c:v>
                </c:pt>
                <c:pt idx="481">
                  <c:v>1.1700000000018917E-2</c:v>
                </c:pt>
                <c:pt idx="482">
                  <c:v>1.1700000000018917E-2</c:v>
                </c:pt>
                <c:pt idx="483">
                  <c:v>1.1700000000018917E-2</c:v>
                </c:pt>
                <c:pt idx="484">
                  <c:v>1.1700000000018917E-2</c:v>
                </c:pt>
                <c:pt idx="485">
                  <c:v>1.1700000000018917E-2</c:v>
                </c:pt>
                <c:pt idx="486">
                  <c:v>1.1700000000018917E-2</c:v>
                </c:pt>
                <c:pt idx="487">
                  <c:v>1.1700000000018917E-2</c:v>
                </c:pt>
                <c:pt idx="488">
                  <c:v>1.1700000000018917E-2</c:v>
                </c:pt>
                <c:pt idx="489">
                  <c:v>1.1700000000018917E-2</c:v>
                </c:pt>
                <c:pt idx="490">
                  <c:v>1.1700000000018917E-2</c:v>
                </c:pt>
                <c:pt idx="491">
                  <c:v>1.1700000000018917E-2</c:v>
                </c:pt>
                <c:pt idx="492">
                  <c:v>1.1700000000018917E-2</c:v>
                </c:pt>
                <c:pt idx="493">
                  <c:v>1.1700000000018917E-2</c:v>
                </c:pt>
                <c:pt idx="494">
                  <c:v>1.1700000000018917E-2</c:v>
                </c:pt>
                <c:pt idx="495">
                  <c:v>1.1700000000018917E-2</c:v>
                </c:pt>
                <c:pt idx="496">
                  <c:v>1.1700000000018917E-2</c:v>
                </c:pt>
                <c:pt idx="497">
                  <c:v>1.1700000000018917E-2</c:v>
                </c:pt>
                <c:pt idx="498">
                  <c:v>1.1700000000018917E-2</c:v>
                </c:pt>
                <c:pt idx="499">
                  <c:v>1.1300000000005639E-2</c:v>
                </c:pt>
                <c:pt idx="500">
                  <c:v>1.0800000000017462E-2</c:v>
                </c:pt>
                <c:pt idx="501">
                  <c:v>1.0499999999979082E-2</c:v>
                </c:pt>
                <c:pt idx="502">
                  <c:v>1.0400000000004184E-2</c:v>
                </c:pt>
                <c:pt idx="503">
                  <c:v>1.0199999999997544E-2</c:v>
                </c:pt>
                <c:pt idx="504">
                  <c:v>1.0199999999997544E-2</c:v>
                </c:pt>
                <c:pt idx="505">
                  <c:v>1.0100000000022646E-2</c:v>
                </c:pt>
                <c:pt idx="506">
                  <c:v>1.0100000000022646E-2</c:v>
                </c:pt>
                <c:pt idx="507">
                  <c:v>9.9999999999909051E-3</c:v>
                </c:pt>
                <c:pt idx="508">
                  <c:v>9.9999999999909051E-3</c:v>
                </c:pt>
                <c:pt idx="509">
                  <c:v>9.9999999999909051E-3</c:v>
                </c:pt>
                <c:pt idx="510">
                  <c:v>9.9000000000160071E-3</c:v>
                </c:pt>
                <c:pt idx="511">
                  <c:v>9.9000000000160071E-3</c:v>
                </c:pt>
                <c:pt idx="512">
                  <c:v>9.9000000000160071E-3</c:v>
                </c:pt>
                <c:pt idx="513">
                  <c:v>9.9000000000160071E-3</c:v>
                </c:pt>
                <c:pt idx="514">
                  <c:v>9.9000000000160071E-3</c:v>
                </c:pt>
                <c:pt idx="515">
                  <c:v>9.7999999999842657E-3</c:v>
                </c:pt>
                <c:pt idx="516">
                  <c:v>9.7999999999842657E-3</c:v>
                </c:pt>
                <c:pt idx="517">
                  <c:v>9.7999999999842657E-3</c:v>
                </c:pt>
                <c:pt idx="518">
                  <c:v>9.7999999999842657E-3</c:v>
                </c:pt>
                <c:pt idx="519">
                  <c:v>9.7999999999842657E-3</c:v>
                </c:pt>
                <c:pt idx="520">
                  <c:v>9.7999999999842657E-3</c:v>
                </c:pt>
                <c:pt idx="521">
                  <c:v>9.7999999999842657E-3</c:v>
                </c:pt>
                <c:pt idx="522">
                  <c:v>9.7999999999842657E-3</c:v>
                </c:pt>
                <c:pt idx="523">
                  <c:v>9.7999999999842657E-3</c:v>
                </c:pt>
                <c:pt idx="524">
                  <c:v>9.7999999999842657E-3</c:v>
                </c:pt>
                <c:pt idx="525">
                  <c:v>9.7999999999842657E-3</c:v>
                </c:pt>
                <c:pt idx="526">
                  <c:v>9.7999999999842657E-3</c:v>
                </c:pt>
                <c:pt idx="527">
                  <c:v>9.7999999999842657E-3</c:v>
                </c:pt>
                <c:pt idx="528">
                  <c:v>9.7999999999842657E-3</c:v>
                </c:pt>
                <c:pt idx="529">
                  <c:v>9.7999999999842657E-3</c:v>
                </c:pt>
                <c:pt idx="530">
                  <c:v>9.9999999999909051E-3</c:v>
                </c:pt>
                <c:pt idx="531">
                  <c:v>1.0100000000022646E-2</c:v>
                </c:pt>
                <c:pt idx="532">
                  <c:v>1.0100000000022646E-2</c:v>
                </c:pt>
              </c:numCache>
            </c:numRef>
          </c:yVal>
          <c:smooth val="1"/>
          <c:extLst>
            <c:ext xmlns:c16="http://schemas.microsoft.com/office/drawing/2014/chart" uri="{C3380CC4-5D6E-409C-BE32-E72D297353CC}">
              <c16:uniqueId val="{00000021-1510-4437-9CAD-7ED8315A59D8}"/>
            </c:ext>
          </c:extLst>
        </c:ser>
        <c:ser>
          <c:idx val="34"/>
          <c:order val="34"/>
          <c:tx>
            <c:strRef>
              <c:f>SM50000_TEMPSoc5l2_50000!$PW$1</c:f>
              <c:strCache>
                <c:ptCount val="1"/>
                <c:pt idx="0">
                  <c:v>TELE_SM_INTERIOR.294</c:v>
                </c:pt>
              </c:strCache>
            </c:strRef>
          </c:tx>
          <c:spPr>
            <a:ln w="19050" cap="rnd">
              <a:solidFill>
                <a:schemeClr val="accent5">
                  <a:lumMod val="50000"/>
                </a:schemeClr>
              </a:solidFill>
              <a:round/>
            </a:ln>
            <a:effectLst/>
          </c:spPr>
          <c:marker>
            <c:symbol val="circle"/>
            <c:size val="5"/>
            <c:spPr>
              <a:solidFill>
                <a:schemeClr val="accent5">
                  <a:lumMod val="50000"/>
                </a:schemeClr>
              </a:solidFill>
              <a:ln w="9525">
                <a:solidFill>
                  <a:schemeClr val="accent5">
                    <a:lumMod val="5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SM50000_TEMPSoc5l2_50000!$PW$2:$PW$536</c:f>
              <c:numCache>
                <c:formatCode>General</c:formatCode>
                <c:ptCount val="533"/>
                <c:pt idx="0">
                  <c:v>0</c:v>
                </c:pt>
                <c:pt idx="1">
                  <c:v>3.3999999999991815E-3</c:v>
                </c:pt>
                <c:pt idx="2">
                  <c:v>5.3000000000338332E-3</c:v>
                </c:pt>
                <c:pt idx="3">
                  <c:v>6.4000000000419277E-3</c:v>
                </c:pt>
                <c:pt idx="4">
                  <c:v>7.1000000000367436E-3</c:v>
                </c:pt>
                <c:pt idx="5">
                  <c:v>7.6999999999998181E-3</c:v>
                </c:pt>
                <c:pt idx="6">
                  <c:v>8.1000000000130967E-3</c:v>
                </c:pt>
                <c:pt idx="7">
                  <c:v>8.399999999994634E-3</c:v>
                </c:pt>
                <c:pt idx="8">
                  <c:v>8.7000000000330147E-3</c:v>
                </c:pt>
                <c:pt idx="9">
                  <c:v>9.0000000000145519E-3</c:v>
                </c:pt>
                <c:pt idx="10">
                  <c:v>9.2000000000211912E-3</c:v>
                </c:pt>
                <c:pt idx="11">
                  <c:v>9.4000000000278305E-3</c:v>
                </c:pt>
                <c:pt idx="12">
                  <c:v>9.6000000000344698E-3</c:v>
                </c:pt>
                <c:pt idx="13">
                  <c:v>9.8000000000411092E-3</c:v>
                </c:pt>
                <c:pt idx="14">
                  <c:v>9.9000000000160071E-3</c:v>
                </c:pt>
                <c:pt idx="15">
                  <c:v>1.0100000000022646E-2</c:v>
                </c:pt>
                <c:pt idx="16">
                  <c:v>1.0199999999997544E-2</c:v>
                </c:pt>
                <c:pt idx="17">
                  <c:v>1.0400000000004184E-2</c:v>
                </c:pt>
                <c:pt idx="18">
                  <c:v>1.0500000000035925E-2</c:v>
                </c:pt>
                <c:pt idx="19">
                  <c:v>1.0600000000010823E-2</c:v>
                </c:pt>
                <c:pt idx="20">
                  <c:v>1.0700000000042564E-2</c:v>
                </c:pt>
                <c:pt idx="21">
                  <c:v>1.0800000000017462E-2</c:v>
                </c:pt>
                <c:pt idx="22">
                  <c:v>1.089999999999236E-2</c:v>
                </c:pt>
                <c:pt idx="23">
                  <c:v>1.1000000000024102E-2</c:v>
                </c:pt>
                <c:pt idx="24">
                  <c:v>1.1099999999999E-2</c:v>
                </c:pt>
                <c:pt idx="25">
                  <c:v>1.1200000000030741E-2</c:v>
                </c:pt>
                <c:pt idx="26">
                  <c:v>1.1099999999999E-2</c:v>
                </c:pt>
                <c:pt idx="27">
                  <c:v>1.0700000000042564E-2</c:v>
                </c:pt>
                <c:pt idx="28">
                  <c:v>1.0300000000029286E-2</c:v>
                </c:pt>
                <c:pt idx="29">
                  <c:v>1.0000000000047748E-2</c:v>
                </c:pt>
                <c:pt idx="30">
                  <c:v>9.9000000000160071E-3</c:v>
                </c:pt>
                <c:pt idx="31">
                  <c:v>9.8000000000411092E-3</c:v>
                </c:pt>
                <c:pt idx="32">
                  <c:v>9.7000000000093678E-3</c:v>
                </c:pt>
                <c:pt idx="33">
                  <c:v>9.7000000000093678E-3</c:v>
                </c:pt>
                <c:pt idx="34">
                  <c:v>9.7000000000093678E-3</c:v>
                </c:pt>
                <c:pt idx="35">
                  <c:v>9.7000000000093678E-3</c:v>
                </c:pt>
                <c:pt idx="36">
                  <c:v>9.7000000000093678E-3</c:v>
                </c:pt>
                <c:pt idx="37">
                  <c:v>9.7000000000093678E-3</c:v>
                </c:pt>
                <c:pt idx="38">
                  <c:v>9.7000000000093678E-3</c:v>
                </c:pt>
                <c:pt idx="39">
                  <c:v>9.7000000000093678E-3</c:v>
                </c:pt>
                <c:pt idx="40">
                  <c:v>9.7000000000093678E-3</c:v>
                </c:pt>
                <c:pt idx="41">
                  <c:v>9.7000000000093678E-3</c:v>
                </c:pt>
                <c:pt idx="42">
                  <c:v>9.7000000000093678E-3</c:v>
                </c:pt>
                <c:pt idx="43">
                  <c:v>9.7000000000093678E-3</c:v>
                </c:pt>
                <c:pt idx="44">
                  <c:v>9.7000000000093678E-3</c:v>
                </c:pt>
                <c:pt idx="45">
                  <c:v>9.7000000000093678E-3</c:v>
                </c:pt>
                <c:pt idx="46">
                  <c:v>9.7000000000093678E-3</c:v>
                </c:pt>
                <c:pt idx="47">
                  <c:v>9.8000000000411092E-3</c:v>
                </c:pt>
                <c:pt idx="48">
                  <c:v>9.8000000000411092E-3</c:v>
                </c:pt>
                <c:pt idx="49">
                  <c:v>9.8000000000411092E-3</c:v>
                </c:pt>
                <c:pt idx="50">
                  <c:v>9.8000000000411092E-3</c:v>
                </c:pt>
                <c:pt idx="51">
                  <c:v>9.8000000000411092E-3</c:v>
                </c:pt>
                <c:pt idx="52">
                  <c:v>9.8000000000411092E-3</c:v>
                </c:pt>
                <c:pt idx="53">
                  <c:v>9.8000000000411092E-3</c:v>
                </c:pt>
                <c:pt idx="54">
                  <c:v>9.8000000000411092E-3</c:v>
                </c:pt>
                <c:pt idx="55">
                  <c:v>9.9000000000160071E-3</c:v>
                </c:pt>
                <c:pt idx="56">
                  <c:v>9.9000000000160071E-3</c:v>
                </c:pt>
                <c:pt idx="57">
                  <c:v>1.0000000000047748E-2</c:v>
                </c:pt>
                <c:pt idx="58">
                  <c:v>1.0300000000029286E-2</c:v>
                </c:pt>
                <c:pt idx="59">
                  <c:v>1.0500000000035925E-2</c:v>
                </c:pt>
                <c:pt idx="60">
                  <c:v>1.0600000000010823E-2</c:v>
                </c:pt>
                <c:pt idx="61">
                  <c:v>1.0700000000042564E-2</c:v>
                </c:pt>
                <c:pt idx="62">
                  <c:v>1.0800000000017462E-2</c:v>
                </c:pt>
                <c:pt idx="63">
                  <c:v>1.0800000000017462E-2</c:v>
                </c:pt>
                <c:pt idx="64">
                  <c:v>1.089999999999236E-2</c:v>
                </c:pt>
                <c:pt idx="65">
                  <c:v>1.089999999999236E-2</c:v>
                </c:pt>
                <c:pt idx="66">
                  <c:v>1.089999999999236E-2</c:v>
                </c:pt>
                <c:pt idx="67">
                  <c:v>1.089999999999236E-2</c:v>
                </c:pt>
                <c:pt idx="68">
                  <c:v>1.089999999999236E-2</c:v>
                </c:pt>
                <c:pt idx="69">
                  <c:v>1.1000000000024102E-2</c:v>
                </c:pt>
                <c:pt idx="70">
                  <c:v>1.1000000000024102E-2</c:v>
                </c:pt>
                <c:pt idx="71">
                  <c:v>1.1000000000024102E-2</c:v>
                </c:pt>
                <c:pt idx="72">
                  <c:v>1.1000000000024102E-2</c:v>
                </c:pt>
                <c:pt idx="73">
                  <c:v>1.1000000000024102E-2</c:v>
                </c:pt>
                <c:pt idx="74">
                  <c:v>1.1000000000024102E-2</c:v>
                </c:pt>
                <c:pt idx="75">
                  <c:v>1.1000000000024102E-2</c:v>
                </c:pt>
                <c:pt idx="76">
                  <c:v>1.1000000000024102E-2</c:v>
                </c:pt>
                <c:pt idx="77">
                  <c:v>1.1000000000024102E-2</c:v>
                </c:pt>
                <c:pt idx="78">
                  <c:v>1.1099999999999E-2</c:v>
                </c:pt>
                <c:pt idx="79">
                  <c:v>1.1099999999999E-2</c:v>
                </c:pt>
                <c:pt idx="80">
                  <c:v>1.1099999999999E-2</c:v>
                </c:pt>
                <c:pt idx="81">
                  <c:v>1.1099999999999E-2</c:v>
                </c:pt>
                <c:pt idx="82">
                  <c:v>1.1099999999999E-2</c:v>
                </c:pt>
                <c:pt idx="83">
                  <c:v>1.1099999999999E-2</c:v>
                </c:pt>
                <c:pt idx="84">
                  <c:v>1.1099999999999E-2</c:v>
                </c:pt>
                <c:pt idx="85">
                  <c:v>1.1099999999999E-2</c:v>
                </c:pt>
                <c:pt idx="86">
                  <c:v>1.1099999999999E-2</c:v>
                </c:pt>
                <c:pt idx="87">
                  <c:v>1.1099999999999E-2</c:v>
                </c:pt>
                <c:pt idx="88">
                  <c:v>1.1099999999999E-2</c:v>
                </c:pt>
                <c:pt idx="89">
                  <c:v>1.1099999999999E-2</c:v>
                </c:pt>
                <c:pt idx="90">
                  <c:v>1.1099999999999E-2</c:v>
                </c:pt>
                <c:pt idx="91">
                  <c:v>1.1099999999999E-2</c:v>
                </c:pt>
                <c:pt idx="92">
                  <c:v>1.1099999999999E-2</c:v>
                </c:pt>
                <c:pt idx="93">
                  <c:v>1.1099999999999E-2</c:v>
                </c:pt>
                <c:pt idx="94">
                  <c:v>1.1099999999999E-2</c:v>
                </c:pt>
                <c:pt idx="95">
                  <c:v>1.1099999999999E-2</c:v>
                </c:pt>
                <c:pt idx="96">
                  <c:v>1.1099999999999E-2</c:v>
                </c:pt>
                <c:pt idx="97">
                  <c:v>1.1099999999999E-2</c:v>
                </c:pt>
                <c:pt idx="98">
                  <c:v>1.1099999999999E-2</c:v>
                </c:pt>
                <c:pt idx="99">
                  <c:v>1.1099999999999E-2</c:v>
                </c:pt>
                <c:pt idx="100">
                  <c:v>1.1099999999999E-2</c:v>
                </c:pt>
                <c:pt idx="101">
                  <c:v>1.1099999999999E-2</c:v>
                </c:pt>
                <c:pt idx="102">
                  <c:v>1.1099999999999E-2</c:v>
                </c:pt>
                <c:pt idx="103">
                  <c:v>1.1099999999999E-2</c:v>
                </c:pt>
                <c:pt idx="104">
                  <c:v>1.1099999999999E-2</c:v>
                </c:pt>
                <c:pt idx="105">
                  <c:v>1.1099999999999E-2</c:v>
                </c:pt>
                <c:pt idx="106">
                  <c:v>1.1099999999999E-2</c:v>
                </c:pt>
                <c:pt idx="107">
                  <c:v>1.1099999999999E-2</c:v>
                </c:pt>
                <c:pt idx="108">
                  <c:v>1.1099999999999E-2</c:v>
                </c:pt>
                <c:pt idx="109">
                  <c:v>1.1000000000024102E-2</c:v>
                </c:pt>
                <c:pt idx="110">
                  <c:v>1.089999999999236E-2</c:v>
                </c:pt>
                <c:pt idx="111">
                  <c:v>1.089999999999236E-2</c:v>
                </c:pt>
                <c:pt idx="112">
                  <c:v>1.089999999999236E-2</c:v>
                </c:pt>
                <c:pt idx="113">
                  <c:v>1.089999999999236E-2</c:v>
                </c:pt>
                <c:pt idx="114">
                  <c:v>1.089999999999236E-2</c:v>
                </c:pt>
                <c:pt idx="115">
                  <c:v>1.089999999999236E-2</c:v>
                </c:pt>
                <c:pt idx="116">
                  <c:v>1.089999999999236E-2</c:v>
                </c:pt>
                <c:pt idx="117">
                  <c:v>1.089999999999236E-2</c:v>
                </c:pt>
                <c:pt idx="118">
                  <c:v>1.089999999999236E-2</c:v>
                </c:pt>
                <c:pt idx="119">
                  <c:v>1.089999999999236E-2</c:v>
                </c:pt>
                <c:pt idx="120">
                  <c:v>1.089999999999236E-2</c:v>
                </c:pt>
                <c:pt idx="121">
                  <c:v>1.089999999999236E-2</c:v>
                </c:pt>
                <c:pt idx="122">
                  <c:v>1.089999999999236E-2</c:v>
                </c:pt>
                <c:pt idx="123">
                  <c:v>1.089999999999236E-2</c:v>
                </c:pt>
                <c:pt idx="124">
                  <c:v>1.089999999999236E-2</c:v>
                </c:pt>
                <c:pt idx="125">
                  <c:v>1.089999999999236E-2</c:v>
                </c:pt>
                <c:pt idx="126">
                  <c:v>1.089999999999236E-2</c:v>
                </c:pt>
                <c:pt idx="127">
                  <c:v>1.089999999999236E-2</c:v>
                </c:pt>
                <c:pt idx="128">
                  <c:v>1.089999999999236E-2</c:v>
                </c:pt>
                <c:pt idx="129">
                  <c:v>1.089999999999236E-2</c:v>
                </c:pt>
                <c:pt idx="130">
                  <c:v>1.089999999999236E-2</c:v>
                </c:pt>
                <c:pt idx="131">
                  <c:v>1.089999999999236E-2</c:v>
                </c:pt>
                <c:pt idx="132">
                  <c:v>1.089999999999236E-2</c:v>
                </c:pt>
                <c:pt idx="133">
                  <c:v>1.089999999999236E-2</c:v>
                </c:pt>
                <c:pt idx="134">
                  <c:v>1.089999999999236E-2</c:v>
                </c:pt>
                <c:pt idx="135">
                  <c:v>1.089999999999236E-2</c:v>
                </c:pt>
                <c:pt idx="136">
                  <c:v>1.089999999999236E-2</c:v>
                </c:pt>
                <c:pt idx="137">
                  <c:v>1.089999999999236E-2</c:v>
                </c:pt>
                <c:pt idx="138">
                  <c:v>1.089999999999236E-2</c:v>
                </c:pt>
                <c:pt idx="139">
                  <c:v>1.089999999999236E-2</c:v>
                </c:pt>
                <c:pt idx="140">
                  <c:v>1.089999999999236E-2</c:v>
                </c:pt>
                <c:pt idx="141">
                  <c:v>1.089999999999236E-2</c:v>
                </c:pt>
                <c:pt idx="142">
                  <c:v>1.089999999999236E-2</c:v>
                </c:pt>
                <c:pt idx="143">
                  <c:v>1.089999999999236E-2</c:v>
                </c:pt>
                <c:pt idx="144">
                  <c:v>1.089999999999236E-2</c:v>
                </c:pt>
                <c:pt idx="145">
                  <c:v>1.089999999999236E-2</c:v>
                </c:pt>
                <c:pt idx="146">
                  <c:v>1.089999999999236E-2</c:v>
                </c:pt>
                <c:pt idx="147">
                  <c:v>1.089999999999236E-2</c:v>
                </c:pt>
                <c:pt idx="148">
                  <c:v>1.089999999999236E-2</c:v>
                </c:pt>
                <c:pt idx="149">
                  <c:v>1.089999999999236E-2</c:v>
                </c:pt>
                <c:pt idx="150">
                  <c:v>1.089999999999236E-2</c:v>
                </c:pt>
                <c:pt idx="151">
                  <c:v>1.089999999999236E-2</c:v>
                </c:pt>
                <c:pt idx="152">
                  <c:v>1.089999999999236E-2</c:v>
                </c:pt>
                <c:pt idx="153">
                  <c:v>1.089999999999236E-2</c:v>
                </c:pt>
                <c:pt idx="154">
                  <c:v>1.089999999999236E-2</c:v>
                </c:pt>
                <c:pt idx="155">
                  <c:v>1.089999999999236E-2</c:v>
                </c:pt>
                <c:pt idx="156">
                  <c:v>1.089999999999236E-2</c:v>
                </c:pt>
                <c:pt idx="157">
                  <c:v>1.089999999999236E-2</c:v>
                </c:pt>
                <c:pt idx="158">
                  <c:v>1.1200000000030741E-2</c:v>
                </c:pt>
                <c:pt idx="159">
                  <c:v>1.1500000000012278E-2</c:v>
                </c:pt>
                <c:pt idx="160">
                  <c:v>1.1799999999993815E-2</c:v>
                </c:pt>
                <c:pt idx="161">
                  <c:v>1.1900000000025557E-2</c:v>
                </c:pt>
                <c:pt idx="162">
                  <c:v>1.2000000000000455E-2</c:v>
                </c:pt>
                <c:pt idx="163">
                  <c:v>1.2100000000032196E-2</c:v>
                </c:pt>
                <c:pt idx="164">
                  <c:v>1.2100000000032196E-2</c:v>
                </c:pt>
                <c:pt idx="165">
                  <c:v>1.2200000000007094E-2</c:v>
                </c:pt>
                <c:pt idx="166">
                  <c:v>1.2200000000007094E-2</c:v>
                </c:pt>
                <c:pt idx="167">
                  <c:v>1.2200000000007094E-2</c:v>
                </c:pt>
                <c:pt idx="168">
                  <c:v>1.2300000000038835E-2</c:v>
                </c:pt>
                <c:pt idx="169">
                  <c:v>1.2300000000038835E-2</c:v>
                </c:pt>
                <c:pt idx="170">
                  <c:v>1.2300000000038835E-2</c:v>
                </c:pt>
                <c:pt idx="171">
                  <c:v>1.2300000000038835E-2</c:v>
                </c:pt>
                <c:pt idx="172">
                  <c:v>1.2300000000038835E-2</c:v>
                </c:pt>
                <c:pt idx="173">
                  <c:v>1.2300000000038835E-2</c:v>
                </c:pt>
                <c:pt idx="174">
                  <c:v>1.2300000000038835E-2</c:v>
                </c:pt>
                <c:pt idx="175">
                  <c:v>1.2300000000038835E-2</c:v>
                </c:pt>
                <c:pt idx="176">
                  <c:v>1.2300000000038835E-2</c:v>
                </c:pt>
                <c:pt idx="177">
                  <c:v>1.2300000000038835E-2</c:v>
                </c:pt>
                <c:pt idx="178">
                  <c:v>1.2300000000038835E-2</c:v>
                </c:pt>
                <c:pt idx="179">
                  <c:v>1.2300000000038835E-2</c:v>
                </c:pt>
                <c:pt idx="180">
                  <c:v>1.2300000000038835E-2</c:v>
                </c:pt>
                <c:pt idx="181">
                  <c:v>1.2300000000038835E-2</c:v>
                </c:pt>
                <c:pt idx="182">
                  <c:v>1.2300000000038835E-2</c:v>
                </c:pt>
                <c:pt idx="183">
                  <c:v>1.2100000000032196E-2</c:v>
                </c:pt>
                <c:pt idx="184">
                  <c:v>1.160000000004402E-2</c:v>
                </c:pt>
                <c:pt idx="185">
                  <c:v>1.1200000000030741E-2</c:v>
                </c:pt>
                <c:pt idx="186">
                  <c:v>1.089999999999236E-2</c:v>
                </c:pt>
                <c:pt idx="187">
                  <c:v>1.0700000000042564E-2</c:v>
                </c:pt>
                <c:pt idx="188">
                  <c:v>1.0500000000035925E-2</c:v>
                </c:pt>
                <c:pt idx="189">
                  <c:v>1.0400000000004184E-2</c:v>
                </c:pt>
                <c:pt idx="190">
                  <c:v>1.0400000000004184E-2</c:v>
                </c:pt>
                <c:pt idx="191">
                  <c:v>1.0300000000029286E-2</c:v>
                </c:pt>
                <c:pt idx="192">
                  <c:v>1.0300000000029286E-2</c:v>
                </c:pt>
                <c:pt idx="193">
                  <c:v>1.0199999999997544E-2</c:v>
                </c:pt>
                <c:pt idx="194">
                  <c:v>1.0199999999997544E-2</c:v>
                </c:pt>
                <c:pt idx="195">
                  <c:v>1.0199999999997544E-2</c:v>
                </c:pt>
                <c:pt idx="196">
                  <c:v>1.0100000000022646E-2</c:v>
                </c:pt>
                <c:pt idx="197">
                  <c:v>1.0100000000022646E-2</c:v>
                </c:pt>
                <c:pt idx="198">
                  <c:v>1.0100000000022646E-2</c:v>
                </c:pt>
                <c:pt idx="199">
                  <c:v>1.0100000000022646E-2</c:v>
                </c:pt>
                <c:pt idx="200">
                  <c:v>1.0100000000022646E-2</c:v>
                </c:pt>
                <c:pt idx="201">
                  <c:v>1.0100000000022646E-2</c:v>
                </c:pt>
                <c:pt idx="202">
                  <c:v>1.0000000000047748E-2</c:v>
                </c:pt>
                <c:pt idx="203">
                  <c:v>1.0000000000047748E-2</c:v>
                </c:pt>
                <c:pt idx="204">
                  <c:v>1.0000000000047748E-2</c:v>
                </c:pt>
                <c:pt idx="205">
                  <c:v>1.0000000000047748E-2</c:v>
                </c:pt>
                <c:pt idx="206">
                  <c:v>1.0000000000047748E-2</c:v>
                </c:pt>
                <c:pt idx="207">
                  <c:v>1.0000000000047748E-2</c:v>
                </c:pt>
                <c:pt idx="208">
                  <c:v>1.0000000000047748E-2</c:v>
                </c:pt>
                <c:pt idx="209">
                  <c:v>1.0000000000047748E-2</c:v>
                </c:pt>
                <c:pt idx="210">
                  <c:v>1.0000000000047748E-2</c:v>
                </c:pt>
                <c:pt idx="211">
                  <c:v>1.0000000000047748E-2</c:v>
                </c:pt>
                <c:pt idx="212">
                  <c:v>1.0000000000047748E-2</c:v>
                </c:pt>
                <c:pt idx="213">
                  <c:v>1.0000000000047748E-2</c:v>
                </c:pt>
                <c:pt idx="214">
                  <c:v>1.0199999999997544E-2</c:v>
                </c:pt>
                <c:pt idx="215">
                  <c:v>1.0500000000035925E-2</c:v>
                </c:pt>
                <c:pt idx="216">
                  <c:v>1.0600000000010823E-2</c:v>
                </c:pt>
                <c:pt idx="217">
                  <c:v>1.0700000000042564E-2</c:v>
                </c:pt>
                <c:pt idx="218">
                  <c:v>1.0800000000017462E-2</c:v>
                </c:pt>
                <c:pt idx="219">
                  <c:v>1.089999999999236E-2</c:v>
                </c:pt>
                <c:pt idx="220">
                  <c:v>1.089999999999236E-2</c:v>
                </c:pt>
                <c:pt idx="221">
                  <c:v>1.089999999999236E-2</c:v>
                </c:pt>
                <c:pt idx="222">
                  <c:v>1.1000000000024102E-2</c:v>
                </c:pt>
                <c:pt idx="223">
                  <c:v>1.1000000000024102E-2</c:v>
                </c:pt>
                <c:pt idx="224">
                  <c:v>1.1000000000024102E-2</c:v>
                </c:pt>
                <c:pt idx="225">
                  <c:v>1.1000000000024102E-2</c:v>
                </c:pt>
                <c:pt idx="226">
                  <c:v>1.1000000000024102E-2</c:v>
                </c:pt>
                <c:pt idx="227">
                  <c:v>1.1000000000024102E-2</c:v>
                </c:pt>
                <c:pt idx="228">
                  <c:v>1.1000000000024102E-2</c:v>
                </c:pt>
                <c:pt idx="229">
                  <c:v>1.1099999999999E-2</c:v>
                </c:pt>
                <c:pt idx="230">
                  <c:v>1.1099999999999E-2</c:v>
                </c:pt>
                <c:pt idx="231">
                  <c:v>1.1099999999999E-2</c:v>
                </c:pt>
                <c:pt idx="232">
                  <c:v>1.1099999999999E-2</c:v>
                </c:pt>
                <c:pt idx="233">
                  <c:v>1.1099999999999E-2</c:v>
                </c:pt>
                <c:pt idx="234">
                  <c:v>1.1099999999999E-2</c:v>
                </c:pt>
                <c:pt idx="235">
                  <c:v>1.1099999999999E-2</c:v>
                </c:pt>
                <c:pt idx="236">
                  <c:v>1.1099999999999E-2</c:v>
                </c:pt>
                <c:pt idx="237">
                  <c:v>1.1099999999999E-2</c:v>
                </c:pt>
                <c:pt idx="238">
                  <c:v>1.1099999999999E-2</c:v>
                </c:pt>
                <c:pt idx="239">
                  <c:v>1.1099999999999E-2</c:v>
                </c:pt>
                <c:pt idx="240">
                  <c:v>1.1099999999999E-2</c:v>
                </c:pt>
                <c:pt idx="241">
                  <c:v>1.1099999999999E-2</c:v>
                </c:pt>
                <c:pt idx="242">
                  <c:v>1.1099999999999E-2</c:v>
                </c:pt>
                <c:pt idx="243">
                  <c:v>1.1099999999999E-2</c:v>
                </c:pt>
                <c:pt idx="244">
                  <c:v>1.1099999999999E-2</c:v>
                </c:pt>
                <c:pt idx="245">
                  <c:v>1.1099999999999E-2</c:v>
                </c:pt>
                <c:pt idx="246">
                  <c:v>1.1099999999999E-2</c:v>
                </c:pt>
                <c:pt idx="247">
                  <c:v>1.1099999999999E-2</c:v>
                </c:pt>
                <c:pt idx="248">
                  <c:v>1.1099999999999E-2</c:v>
                </c:pt>
                <c:pt idx="249">
                  <c:v>1.1099999999999E-2</c:v>
                </c:pt>
                <c:pt idx="250">
                  <c:v>1.1099999999999E-2</c:v>
                </c:pt>
                <c:pt idx="251">
                  <c:v>1.1099999999999E-2</c:v>
                </c:pt>
                <c:pt idx="252">
                  <c:v>1.1099999999999E-2</c:v>
                </c:pt>
                <c:pt idx="253">
                  <c:v>1.1099999999999E-2</c:v>
                </c:pt>
                <c:pt idx="254">
                  <c:v>1.1099999999999E-2</c:v>
                </c:pt>
                <c:pt idx="255">
                  <c:v>1.1099999999999E-2</c:v>
                </c:pt>
                <c:pt idx="256">
                  <c:v>1.1099999999999E-2</c:v>
                </c:pt>
                <c:pt idx="257">
                  <c:v>1.1099999999999E-2</c:v>
                </c:pt>
                <c:pt idx="258">
                  <c:v>1.1099999999999E-2</c:v>
                </c:pt>
                <c:pt idx="259">
                  <c:v>1.1099999999999E-2</c:v>
                </c:pt>
                <c:pt idx="260">
                  <c:v>1.1099999999999E-2</c:v>
                </c:pt>
                <c:pt idx="261">
                  <c:v>1.1099999999999E-2</c:v>
                </c:pt>
                <c:pt idx="262">
                  <c:v>1.1099999999999E-2</c:v>
                </c:pt>
                <c:pt idx="263">
                  <c:v>1.1099999999999E-2</c:v>
                </c:pt>
                <c:pt idx="264">
                  <c:v>1.1099999999999E-2</c:v>
                </c:pt>
                <c:pt idx="265">
                  <c:v>1.1099999999999E-2</c:v>
                </c:pt>
                <c:pt idx="266">
                  <c:v>1.1000000000024102E-2</c:v>
                </c:pt>
                <c:pt idx="267">
                  <c:v>1.089999999999236E-2</c:v>
                </c:pt>
                <c:pt idx="268">
                  <c:v>1.089999999999236E-2</c:v>
                </c:pt>
                <c:pt idx="269">
                  <c:v>1.089999999999236E-2</c:v>
                </c:pt>
                <c:pt idx="270">
                  <c:v>1.089999999999236E-2</c:v>
                </c:pt>
                <c:pt idx="271">
                  <c:v>1.089999999999236E-2</c:v>
                </c:pt>
                <c:pt idx="272">
                  <c:v>1.089999999999236E-2</c:v>
                </c:pt>
                <c:pt idx="273">
                  <c:v>1.089999999999236E-2</c:v>
                </c:pt>
                <c:pt idx="274">
                  <c:v>1.089999999999236E-2</c:v>
                </c:pt>
                <c:pt idx="275">
                  <c:v>1.089999999999236E-2</c:v>
                </c:pt>
                <c:pt idx="276">
                  <c:v>1.089999999999236E-2</c:v>
                </c:pt>
                <c:pt idx="277">
                  <c:v>1.089999999999236E-2</c:v>
                </c:pt>
                <c:pt idx="278">
                  <c:v>1.089999999999236E-2</c:v>
                </c:pt>
                <c:pt idx="279">
                  <c:v>1.089999999999236E-2</c:v>
                </c:pt>
                <c:pt idx="280">
                  <c:v>1.089999999999236E-2</c:v>
                </c:pt>
                <c:pt idx="281">
                  <c:v>1.089999999999236E-2</c:v>
                </c:pt>
                <c:pt idx="282">
                  <c:v>1.089999999999236E-2</c:v>
                </c:pt>
                <c:pt idx="283">
                  <c:v>1.089999999999236E-2</c:v>
                </c:pt>
                <c:pt idx="284">
                  <c:v>1.089999999999236E-2</c:v>
                </c:pt>
                <c:pt idx="285">
                  <c:v>1.089999999999236E-2</c:v>
                </c:pt>
                <c:pt idx="286">
                  <c:v>1.089999999999236E-2</c:v>
                </c:pt>
                <c:pt idx="287">
                  <c:v>1.089999999999236E-2</c:v>
                </c:pt>
                <c:pt idx="288">
                  <c:v>1.089999999999236E-2</c:v>
                </c:pt>
                <c:pt idx="289">
                  <c:v>1.089999999999236E-2</c:v>
                </c:pt>
                <c:pt idx="290">
                  <c:v>1.089999999999236E-2</c:v>
                </c:pt>
                <c:pt idx="291">
                  <c:v>1.089999999999236E-2</c:v>
                </c:pt>
                <c:pt idx="292">
                  <c:v>1.089999999999236E-2</c:v>
                </c:pt>
                <c:pt idx="293">
                  <c:v>1.089999999999236E-2</c:v>
                </c:pt>
                <c:pt idx="294">
                  <c:v>1.089999999999236E-2</c:v>
                </c:pt>
                <c:pt idx="295">
                  <c:v>1.089999999999236E-2</c:v>
                </c:pt>
                <c:pt idx="296">
                  <c:v>1.089999999999236E-2</c:v>
                </c:pt>
                <c:pt idx="297">
                  <c:v>1.089999999999236E-2</c:v>
                </c:pt>
                <c:pt idx="298">
                  <c:v>1.089999999999236E-2</c:v>
                </c:pt>
                <c:pt idx="299">
                  <c:v>1.089999999999236E-2</c:v>
                </c:pt>
                <c:pt idx="300">
                  <c:v>1.089999999999236E-2</c:v>
                </c:pt>
                <c:pt idx="301">
                  <c:v>1.089999999999236E-2</c:v>
                </c:pt>
                <c:pt idx="302">
                  <c:v>1.089999999999236E-2</c:v>
                </c:pt>
                <c:pt idx="303">
                  <c:v>1.089999999999236E-2</c:v>
                </c:pt>
                <c:pt idx="304">
                  <c:v>1.089999999999236E-2</c:v>
                </c:pt>
                <c:pt idx="305">
                  <c:v>1.089999999999236E-2</c:v>
                </c:pt>
                <c:pt idx="306">
                  <c:v>1.089999999999236E-2</c:v>
                </c:pt>
                <c:pt idx="307">
                  <c:v>1.089999999999236E-2</c:v>
                </c:pt>
                <c:pt idx="308">
                  <c:v>1.089999999999236E-2</c:v>
                </c:pt>
                <c:pt idx="309">
                  <c:v>1.089999999999236E-2</c:v>
                </c:pt>
                <c:pt idx="310">
                  <c:v>1.089999999999236E-2</c:v>
                </c:pt>
                <c:pt idx="311">
                  <c:v>1.089999999999236E-2</c:v>
                </c:pt>
                <c:pt idx="312">
                  <c:v>1.089999999999236E-2</c:v>
                </c:pt>
                <c:pt idx="313">
                  <c:v>1.089999999999236E-2</c:v>
                </c:pt>
                <c:pt idx="314">
                  <c:v>1.089999999999236E-2</c:v>
                </c:pt>
                <c:pt idx="315">
                  <c:v>1.1200000000030741E-2</c:v>
                </c:pt>
                <c:pt idx="316">
                  <c:v>1.160000000004402E-2</c:v>
                </c:pt>
                <c:pt idx="317">
                  <c:v>1.1799999999993815E-2</c:v>
                </c:pt>
                <c:pt idx="318">
                  <c:v>1.1900000000025557E-2</c:v>
                </c:pt>
                <c:pt idx="319">
                  <c:v>1.2000000000000455E-2</c:v>
                </c:pt>
                <c:pt idx="320">
                  <c:v>1.2100000000032196E-2</c:v>
                </c:pt>
                <c:pt idx="321">
                  <c:v>1.2100000000032196E-2</c:v>
                </c:pt>
                <c:pt idx="322">
                  <c:v>1.2200000000007094E-2</c:v>
                </c:pt>
                <c:pt idx="323">
                  <c:v>1.2200000000007094E-2</c:v>
                </c:pt>
                <c:pt idx="324">
                  <c:v>1.2200000000007094E-2</c:v>
                </c:pt>
                <c:pt idx="325">
                  <c:v>1.2300000000038835E-2</c:v>
                </c:pt>
                <c:pt idx="326">
                  <c:v>1.2300000000038835E-2</c:v>
                </c:pt>
                <c:pt idx="327">
                  <c:v>1.2300000000038835E-2</c:v>
                </c:pt>
                <c:pt idx="328">
                  <c:v>1.2300000000038835E-2</c:v>
                </c:pt>
                <c:pt idx="329">
                  <c:v>1.2300000000038835E-2</c:v>
                </c:pt>
                <c:pt idx="330">
                  <c:v>1.2300000000038835E-2</c:v>
                </c:pt>
                <c:pt idx="331">
                  <c:v>1.2300000000038835E-2</c:v>
                </c:pt>
                <c:pt idx="332">
                  <c:v>1.2300000000038835E-2</c:v>
                </c:pt>
                <c:pt idx="333">
                  <c:v>1.2300000000038835E-2</c:v>
                </c:pt>
                <c:pt idx="334">
                  <c:v>1.2300000000038835E-2</c:v>
                </c:pt>
                <c:pt idx="335">
                  <c:v>1.2300000000038835E-2</c:v>
                </c:pt>
                <c:pt idx="336">
                  <c:v>1.2300000000038835E-2</c:v>
                </c:pt>
                <c:pt idx="337">
                  <c:v>1.2300000000038835E-2</c:v>
                </c:pt>
                <c:pt idx="338">
                  <c:v>1.2300000000038835E-2</c:v>
                </c:pt>
                <c:pt idx="339">
                  <c:v>1.2300000000038835E-2</c:v>
                </c:pt>
                <c:pt idx="340">
                  <c:v>1.2100000000032196E-2</c:v>
                </c:pt>
                <c:pt idx="341">
                  <c:v>1.160000000004402E-2</c:v>
                </c:pt>
                <c:pt idx="342">
                  <c:v>1.1099999999999E-2</c:v>
                </c:pt>
                <c:pt idx="343">
                  <c:v>1.089999999999236E-2</c:v>
                </c:pt>
                <c:pt idx="344">
                  <c:v>1.0700000000042564E-2</c:v>
                </c:pt>
                <c:pt idx="345">
                  <c:v>1.0500000000035925E-2</c:v>
                </c:pt>
                <c:pt idx="346">
                  <c:v>1.0400000000004184E-2</c:v>
                </c:pt>
                <c:pt idx="347">
                  <c:v>1.0400000000004184E-2</c:v>
                </c:pt>
                <c:pt idx="348">
                  <c:v>1.0300000000029286E-2</c:v>
                </c:pt>
                <c:pt idx="349">
                  <c:v>1.0199999999997544E-2</c:v>
                </c:pt>
                <c:pt idx="350">
                  <c:v>1.0199999999997544E-2</c:v>
                </c:pt>
                <c:pt idx="351">
                  <c:v>1.0199999999997544E-2</c:v>
                </c:pt>
                <c:pt idx="352">
                  <c:v>1.0199999999997544E-2</c:v>
                </c:pt>
                <c:pt idx="353">
                  <c:v>1.0100000000022646E-2</c:v>
                </c:pt>
                <c:pt idx="354">
                  <c:v>1.0100000000022646E-2</c:v>
                </c:pt>
                <c:pt idx="355">
                  <c:v>1.0100000000022646E-2</c:v>
                </c:pt>
                <c:pt idx="356">
                  <c:v>1.0100000000022646E-2</c:v>
                </c:pt>
                <c:pt idx="357">
                  <c:v>1.0100000000022646E-2</c:v>
                </c:pt>
                <c:pt idx="358">
                  <c:v>1.0100000000022646E-2</c:v>
                </c:pt>
                <c:pt idx="359">
                  <c:v>1.0000000000047748E-2</c:v>
                </c:pt>
                <c:pt idx="360">
                  <c:v>1.0000000000047748E-2</c:v>
                </c:pt>
                <c:pt idx="361">
                  <c:v>1.0000000000047748E-2</c:v>
                </c:pt>
                <c:pt idx="362">
                  <c:v>1.0000000000047748E-2</c:v>
                </c:pt>
                <c:pt idx="363">
                  <c:v>1.0000000000047748E-2</c:v>
                </c:pt>
                <c:pt idx="364">
                  <c:v>1.0000000000047748E-2</c:v>
                </c:pt>
                <c:pt idx="365">
                  <c:v>1.0000000000047748E-2</c:v>
                </c:pt>
                <c:pt idx="366">
                  <c:v>1.0000000000047748E-2</c:v>
                </c:pt>
                <c:pt idx="367">
                  <c:v>1.0000000000047748E-2</c:v>
                </c:pt>
                <c:pt idx="368">
                  <c:v>1.0000000000047748E-2</c:v>
                </c:pt>
                <c:pt idx="369">
                  <c:v>1.0000000000047748E-2</c:v>
                </c:pt>
                <c:pt idx="370">
                  <c:v>1.0000000000047748E-2</c:v>
                </c:pt>
                <c:pt idx="371">
                  <c:v>1.0000000000047748E-2</c:v>
                </c:pt>
                <c:pt idx="372">
                  <c:v>1.0300000000029286E-2</c:v>
                </c:pt>
                <c:pt idx="373">
                  <c:v>1.0500000000035925E-2</c:v>
                </c:pt>
                <c:pt idx="374">
                  <c:v>1.0600000000010823E-2</c:v>
                </c:pt>
                <c:pt idx="375">
                  <c:v>1.0800000000017462E-2</c:v>
                </c:pt>
                <c:pt idx="376">
                  <c:v>1.0800000000017462E-2</c:v>
                </c:pt>
                <c:pt idx="377">
                  <c:v>1.089999999999236E-2</c:v>
                </c:pt>
                <c:pt idx="378">
                  <c:v>1.089999999999236E-2</c:v>
                </c:pt>
                <c:pt idx="379">
                  <c:v>1.089999999999236E-2</c:v>
                </c:pt>
                <c:pt idx="380">
                  <c:v>1.1000000000024102E-2</c:v>
                </c:pt>
                <c:pt idx="381">
                  <c:v>1.1000000000024102E-2</c:v>
                </c:pt>
                <c:pt idx="382">
                  <c:v>1.1000000000024102E-2</c:v>
                </c:pt>
                <c:pt idx="383">
                  <c:v>1.1000000000024102E-2</c:v>
                </c:pt>
                <c:pt idx="384">
                  <c:v>1.1000000000024102E-2</c:v>
                </c:pt>
                <c:pt idx="385">
                  <c:v>1.1000000000024102E-2</c:v>
                </c:pt>
                <c:pt idx="386">
                  <c:v>1.1099999999999E-2</c:v>
                </c:pt>
                <c:pt idx="387">
                  <c:v>1.1099999999999E-2</c:v>
                </c:pt>
                <c:pt idx="388">
                  <c:v>1.1099999999999E-2</c:v>
                </c:pt>
                <c:pt idx="389">
                  <c:v>1.1099999999999E-2</c:v>
                </c:pt>
                <c:pt idx="390">
                  <c:v>1.1099999999999E-2</c:v>
                </c:pt>
                <c:pt idx="391">
                  <c:v>1.1099999999999E-2</c:v>
                </c:pt>
                <c:pt idx="392">
                  <c:v>1.1099999999999E-2</c:v>
                </c:pt>
                <c:pt idx="393">
                  <c:v>1.1099999999999E-2</c:v>
                </c:pt>
                <c:pt idx="394">
                  <c:v>1.1099999999999E-2</c:v>
                </c:pt>
                <c:pt idx="395">
                  <c:v>1.1099999999999E-2</c:v>
                </c:pt>
                <c:pt idx="396">
                  <c:v>1.1099999999999E-2</c:v>
                </c:pt>
                <c:pt idx="397">
                  <c:v>1.1099999999999E-2</c:v>
                </c:pt>
                <c:pt idx="398">
                  <c:v>1.1099999999999E-2</c:v>
                </c:pt>
                <c:pt idx="399">
                  <c:v>1.1099999999999E-2</c:v>
                </c:pt>
                <c:pt idx="400">
                  <c:v>1.1099999999999E-2</c:v>
                </c:pt>
                <c:pt idx="401">
                  <c:v>1.1099999999999E-2</c:v>
                </c:pt>
                <c:pt idx="402">
                  <c:v>1.1099999999999E-2</c:v>
                </c:pt>
                <c:pt idx="403">
                  <c:v>1.1099999999999E-2</c:v>
                </c:pt>
                <c:pt idx="404">
                  <c:v>1.1099999999999E-2</c:v>
                </c:pt>
                <c:pt idx="405">
                  <c:v>1.1099999999999E-2</c:v>
                </c:pt>
                <c:pt idx="406">
                  <c:v>1.1099999999999E-2</c:v>
                </c:pt>
                <c:pt idx="407">
                  <c:v>1.1099999999999E-2</c:v>
                </c:pt>
                <c:pt idx="408">
                  <c:v>1.1099999999999E-2</c:v>
                </c:pt>
                <c:pt idx="409">
                  <c:v>1.1099999999999E-2</c:v>
                </c:pt>
                <c:pt idx="410">
                  <c:v>1.1099999999999E-2</c:v>
                </c:pt>
                <c:pt idx="411">
                  <c:v>1.1099999999999E-2</c:v>
                </c:pt>
                <c:pt idx="412">
                  <c:v>1.1099999999999E-2</c:v>
                </c:pt>
                <c:pt idx="413">
                  <c:v>1.1099999999999E-2</c:v>
                </c:pt>
                <c:pt idx="414">
                  <c:v>1.1099999999999E-2</c:v>
                </c:pt>
                <c:pt idx="415">
                  <c:v>1.1099999999999E-2</c:v>
                </c:pt>
                <c:pt idx="416">
                  <c:v>1.1099999999999E-2</c:v>
                </c:pt>
                <c:pt idx="417">
                  <c:v>1.1099999999999E-2</c:v>
                </c:pt>
                <c:pt idx="418">
                  <c:v>1.1099999999999E-2</c:v>
                </c:pt>
                <c:pt idx="419">
                  <c:v>1.1099999999999E-2</c:v>
                </c:pt>
                <c:pt idx="420">
                  <c:v>1.1099999999999E-2</c:v>
                </c:pt>
                <c:pt idx="421">
                  <c:v>1.1099999999999E-2</c:v>
                </c:pt>
                <c:pt idx="422">
                  <c:v>1.1099999999999E-2</c:v>
                </c:pt>
                <c:pt idx="423">
                  <c:v>1.1000000000024102E-2</c:v>
                </c:pt>
                <c:pt idx="424">
                  <c:v>1.1000000000024102E-2</c:v>
                </c:pt>
                <c:pt idx="425">
                  <c:v>1.089999999999236E-2</c:v>
                </c:pt>
                <c:pt idx="426">
                  <c:v>1.089999999999236E-2</c:v>
                </c:pt>
                <c:pt idx="427">
                  <c:v>1.089999999999236E-2</c:v>
                </c:pt>
                <c:pt idx="428">
                  <c:v>1.089999999999236E-2</c:v>
                </c:pt>
                <c:pt idx="429">
                  <c:v>1.089999999999236E-2</c:v>
                </c:pt>
                <c:pt idx="430">
                  <c:v>1.089999999999236E-2</c:v>
                </c:pt>
                <c:pt idx="431">
                  <c:v>1.089999999999236E-2</c:v>
                </c:pt>
                <c:pt idx="432">
                  <c:v>1.089999999999236E-2</c:v>
                </c:pt>
                <c:pt idx="433">
                  <c:v>1.089999999999236E-2</c:v>
                </c:pt>
                <c:pt idx="434">
                  <c:v>1.089999999999236E-2</c:v>
                </c:pt>
                <c:pt idx="435">
                  <c:v>1.089999999999236E-2</c:v>
                </c:pt>
                <c:pt idx="436">
                  <c:v>1.089999999999236E-2</c:v>
                </c:pt>
                <c:pt idx="437">
                  <c:v>1.089999999999236E-2</c:v>
                </c:pt>
                <c:pt idx="438">
                  <c:v>1.089999999999236E-2</c:v>
                </c:pt>
                <c:pt idx="439">
                  <c:v>1.089999999999236E-2</c:v>
                </c:pt>
                <c:pt idx="440">
                  <c:v>1.089999999999236E-2</c:v>
                </c:pt>
                <c:pt idx="441">
                  <c:v>1.089999999999236E-2</c:v>
                </c:pt>
                <c:pt idx="442">
                  <c:v>1.089999999999236E-2</c:v>
                </c:pt>
                <c:pt idx="443">
                  <c:v>1.089999999999236E-2</c:v>
                </c:pt>
                <c:pt idx="444">
                  <c:v>1.089999999999236E-2</c:v>
                </c:pt>
                <c:pt idx="445">
                  <c:v>1.089999999999236E-2</c:v>
                </c:pt>
                <c:pt idx="446">
                  <c:v>1.089999999999236E-2</c:v>
                </c:pt>
                <c:pt idx="447">
                  <c:v>1.089999999999236E-2</c:v>
                </c:pt>
                <c:pt idx="448">
                  <c:v>1.089999999999236E-2</c:v>
                </c:pt>
                <c:pt idx="449">
                  <c:v>1.089999999999236E-2</c:v>
                </c:pt>
                <c:pt idx="450">
                  <c:v>1.089999999999236E-2</c:v>
                </c:pt>
                <c:pt idx="451">
                  <c:v>1.089999999999236E-2</c:v>
                </c:pt>
                <c:pt idx="452">
                  <c:v>1.089999999999236E-2</c:v>
                </c:pt>
                <c:pt idx="453">
                  <c:v>1.089999999999236E-2</c:v>
                </c:pt>
                <c:pt idx="454">
                  <c:v>1.089999999999236E-2</c:v>
                </c:pt>
                <c:pt idx="455">
                  <c:v>1.089999999999236E-2</c:v>
                </c:pt>
                <c:pt idx="456">
                  <c:v>1.089999999999236E-2</c:v>
                </c:pt>
                <c:pt idx="457">
                  <c:v>1.089999999999236E-2</c:v>
                </c:pt>
                <c:pt idx="458">
                  <c:v>1.089999999999236E-2</c:v>
                </c:pt>
                <c:pt idx="459">
                  <c:v>1.089999999999236E-2</c:v>
                </c:pt>
                <c:pt idx="460">
                  <c:v>1.089999999999236E-2</c:v>
                </c:pt>
                <c:pt idx="461">
                  <c:v>1.089999999999236E-2</c:v>
                </c:pt>
                <c:pt idx="462">
                  <c:v>1.089999999999236E-2</c:v>
                </c:pt>
                <c:pt idx="463">
                  <c:v>1.089999999999236E-2</c:v>
                </c:pt>
                <c:pt idx="464">
                  <c:v>1.089999999999236E-2</c:v>
                </c:pt>
                <c:pt idx="465">
                  <c:v>1.089999999999236E-2</c:v>
                </c:pt>
                <c:pt idx="466">
                  <c:v>1.089999999999236E-2</c:v>
                </c:pt>
                <c:pt idx="467">
                  <c:v>1.089999999999236E-2</c:v>
                </c:pt>
                <c:pt idx="468">
                  <c:v>1.089999999999236E-2</c:v>
                </c:pt>
                <c:pt idx="469">
                  <c:v>1.089999999999236E-2</c:v>
                </c:pt>
                <c:pt idx="470">
                  <c:v>1.089999999999236E-2</c:v>
                </c:pt>
                <c:pt idx="471">
                  <c:v>1.089999999999236E-2</c:v>
                </c:pt>
                <c:pt idx="472">
                  <c:v>1.089999999999236E-2</c:v>
                </c:pt>
                <c:pt idx="473">
                  <c:v>1.089999999999236E-2</c:v>
                </c:pt>
                <c:pt idx="474">
                  <c:v>1.1300000000005639E-2</c:v>
                </c:pt>
                <c:pt idx="475">
                  <c:v>1.160000000004402E-2</c:v>
                </c:pt>
                <c:pt idx="476">
                  <c:v>1.1799999999993815E-2</c:v>
                </c:pt>
                <c:pt idx="477">
                  <c:v>1.1900000000025557E-2</c:v>
                </c:pt>
                <c:pt idx="478">
                  <c:v>1.2000000000000455E-2</c:v>
                </c:pt>
                <c:pt idx="479">
                  <c:v>1.2100000000032196E-2</c:v>
                </c:pt>
                <c:pt idx="480">
                  <c:v>1.2200000000007094E-2</c:v>
                </c:pt>
                <c:pt idx="481">
                  <c:v>1.2200000000007094E-2</c:v>
                </c:pt>
                <c:pt idx="482">
                  <c:v>1.2200000000007094E-2</c:v>
                </c:pt>
                <c:pt idx="483">
                  <c:v>1.2200000000007094E-2</c:v>
                </c:pt>
                <c:pt idx="484">
                  <c:v>1.2300000000038835E-2</c:v>
                </c:pt>
                <c:pt idx="485">
                  <c:v>1.2300000000038835E-2</c:v>
                </c:pt>
                <c:pt idx="486">
                  <c:v>1.2300000000038835E-2</c:v>
                </c:pt>
                <c:pt idx="487">
                  <c:v>1.2300000000038835E-2</c:v>
                </c:pt>
                <c:pt idx="488">
                  <c:v>1.2300000000038835E-2</c:v>
                </c:pt>
                <c:pt idx="489">
                  <c:v>1.2300000000038835E-2</c:v>
                </c:pt>
                <c:pt idx="490">
                  <c:v>1.2300000000038835E-2</c:v>
                </c:pt>
                <c:pt idx="491">
                  <c:v>1.2300000000038835E-2</c:v>
                </c:pt>
                <c:pt idx="492">
                  <c:v>1.2300000000038835E-2</c:v>
                </c:pt>
                <c:pt idx="493">
                  <c:v>1.2300000000038835E-2</c:v>
                </c:pt>
                <c:pt idx="494">
                  <c:v>1.2300000000038835E-2</c:v>
                </c:pt>
                <c:pt idx="495">
                  <c:v>1.2300000000038835E-2</c:v>
                </c:pt>
                <c:pt idx="496">
                  <c:v>1.2300000000038835E-2</c:v>
                </c:pt>
                <c:pt idx="497">
                  <c:v>1.2300000000038835E-2</c:v>
                </c:pt>
                <c:pt idx="498">
                  <c:v>1.2300000000038835E-2</c:v>
                </c:pt>
                <c:pt idx="499">
                  <c:v>1.2000000000000455E-2</c:v>
                </c:pt>
                <c:pt idx="500">
                  <c:v>1.1500000000012278E-2</c:v>
                </c:pt>
                <c:pt idx="501">
                  <c:v>1.1099999999999E-2</c:v>
                </c:pt>
                <c:pt idx="502">
                  <c:v>1.0800000000017462E-2</c:v>
                </c:pt>
                <c:pt idx="503">
                  <c:v>1.0600000000010823E-2</c:v>
                </c:pt>
                <c:pt idx="504">
                  <c:v>1.0500000000035925E-2</c:v>
                </c:pt>
                <c:pt idx="505">
                  <c:v>1.0400000000004184E-2</c:v>
                </c:pt>
                <c:pt idx="506">
                  <c:v>1.0300000000029286E-2</c:v>
                </c:pt>
                <c:pt idx="507">
                  <c:v>1.0300000000029286E-2</c:v>
                </c:pt>
                <c:pt idx="508">
                  <c:v>1.0199999999997544E-2</c:v>
                </c:pt>
                <c:pt idx="509">
                  <c:v>1.0199999999997544E-2</c:v>
                </c:pt>
                <c:pt idx="510">
                  <c:v>1.0199999999997544E-2</c:v>
                </c:pt>
                <c:pt idx="511">
                  <c:v>1.0100000000022646E-2</c:v>
                </c:pt>
                <c:pt idx="512">
                  <c:v>1.0100000000022646E-2</c:v>
                </c:pt>
                <c:pt idx="513">
                  <c:v>1.0100000000022646E-2</c:v>
                </c:pt>
                <c:pt idx="514">
                  <c:v>1.0100000000022646E-2</c:v>
                </c:pt>
                <c:pt idx="515">
                  <c:v>1.0100000000022646E-2</c:v>
                </c:pt>
                <c:pt idx="516">
                  <c:v>1.0100000000022646E-2</c:v>
                </c:pt>
                <c:pt idx="517">
                  <c:v>1.0100000000022646E-2</c:v>
                </c:pt>
                <c:pt idx="518">
                  <c:v>1.0000000000047748E-2</c:v>
                </c:pt>
                <c:pt idx="519">
                  <c:v>1.0000000000047748E-2</c:v>
                </c:pt>
                <c:pt idx="520">
                  <c:v>1.0000000000047748E-2</c:v>
                </c:pt>
                <c:pt idx="521">
                  <c:v>1.0000000000047748E-2</c:v>
                </c:pt>
                <c:pt idx="522">
                  <c:v>1.0000000000047748E-2</c:v>
                </c:pt>
                <c:pt idx="523">
                  <c:v>1.0000000000047748E-2</c:v>
                </c:pt>
                <c:pt idx="524">
                  <c:v>1.0000000000047748E-2</c:v>
                </c:pt>
                <c:pt idx="525">
                  <c:v>1.0000000000047748E-2</c:v>
                </c:pt>
                <c:pt idx="526">
                  <c:v>1.0000000000047748E-2</c:v>
                </c:pt>
                <c:pt idx="527">
                  <c:v>1.0000000000047748E-2</c:v>
                </c:pt>
                <c:pt idx="528">
                  <c:v>1.0000000000047748E-2</c:v>
                </c:pt>
                <c:pt idx="529">
                  <c:v>1.0000000000047748E-2</c:v>
                </c:pt>
                <c:pt idx="530">
                  <c:v>1.0300000000029286E-2</c:v>
                </c:pt>
                <c:pt idx="531">
                  <c:v>1.0500000000035925E-2</c:v>
                </c:pt>
                <c:pt idx="532">
                  <c:v>1.0700000000042564E-2</c:v>
                </c:pt>
              </c:numCache>
            </c:numRef>
          </c:yVal>
          <c:smooth val="1"/>
          <c:extLst>
            <c:ext xmlns:c16="http://schemas.microsoft.com/office/drawing/2014/chart" uri="{C3380CC4-5D6E-409C-BE32-E72D297353CC}">
              <c16:uniqueId val="{00000022-1510-4437-9CAD-7ED8315A59D8}"/>
            </c:ext>
          </c:extLst>
        </c:ser>
        <c:ser>
          <c:idx val="35"/>
          <c:order val="35"/>
          <c:tx>
            <c:strRef>
              <c:f>SM50000_TEMPSoc5l2_50000!$PX$1</c:f>
              <c:strCache>
                <c:ptCount val="1"/>
                <c:pt idx="0">
                  <c:v>TELE_SM_INTERIOR.295</c:v>
                </c:pt>
              </c:strCache>
            </c:strRef>
          </c:tx>
          <c:spPr>
            <a:ln w="19050" cap="rnd">
              <a:solidFill>
                <a:schemeClr val="accent6">
                  <a:lumMod val="50000"/>
                </a:schemeClr>
              </a:solidFill>
              <a:round/>
            </a:ln>
            <a:effectLst/>
          </c:spPr>
          <c:marker>
            <c:symbol val="circle"/>
            <c:size val="5"/>
            <c:spPr>
              <a:solidFill>
                <a:schemeClr val="accent6">
                  <a:lumMod val="50000"/>
                </a:schemeClr>
              </a:solidFill>
              <a:ln w="9525">
                <a:solidFill>
                  <a:schemeClr val="accent6">
                    <a:lumMod val="5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SM50000_TEMPSoc5l2_50000!$PX$2:$PX$536</c:f>
              <c:numCache>
                <c:formatCode>General</c:formatCode>
                <c:ptCount val="533"/>
                <c:pt idx="0">
                  <c:v>0</c:v>
                </c:pt>
                <c:pt idx="1">
                  <c:v>3.4999999999740794E-3</c:v>
                </c:pt>
                <c:pt idx="2">
                  <c:v>5.2000000000020918E-3</c:v>
                </c:pt>
                <c:pt idx="3">
                  <c:v>6.2999999999533429E-3</c:v>
                </c:pt>
                <c:pt idx="4">
                  <c:v>6.9999999999481588E-3</c:v>
                </c:pt>
                <c:pt idx="5">
                  <c:v>7.5999999999680767E-3</c:v>
                </c:pt>
                <c:pt idx="6">
                  <c:v>7.9999999999813554E-3</c:v>
                </c:pt>
                <c:pt idx="7">
                  <c:v>8.2999999999628926E-3</c:v>
                </c:pt>
                <c:pt idx="8">
                  <c:v>8.6000000000012733E-3</c:v>
                </c:pt>
                <c:pt idx="9">
                  <c:v>8.7999999999510692E-3</c:v>
                </c:pt>
                <c:pt idx="10">
                  <c:v>9.0999999999894499E-3</c:v>
                </c:pt>
                <c:pt idx="11">
                  <c:v>9.2999999999960892E-3</c:v>
                </c:pt>
                <c:pt idx="12">
                  <c:v>9.3999999999709871E-3</c:v>
                </c:pt>
                <c:pt idx="13">
                  <c:v>9.5999999999776264E-3</c:v>
                </c:pt>
                <c:pt idx="14">
                  <c:v>9.7999999999842657E-3</c:v>
                </c:pt>
                <c:pt idx="15">
                  <c:v>9.8999999999591637E-3</c:v>
                </c:pt>
                <c:pt idx="16">
                  <c:v>1.0099999999965803E-2</c:v>
                </c:pt>
                <c:pt idx="17">
                  <c:v>1.0199999999997544E-2</c:v>
                </c:pt>
                <c:pt idx="18">
                  <c:v>1.0299999999972442E-2</c:v>
                </c:pt>
                <c:pt idx="19">
                  <c:v>1.0499999999979082E-2</c:v>
                </c:pt>
                <c:pt idx="20">
                  <c:v>1.059999999995398E-2</c:v>
                </c:pt>
                <c:pt idx="21">
                  <c:v>1.0699999999985721E-2</c:v>
                </c:pt>
                <c:pt idx="22">
                  <c:v>1.0799999999960619E-2</c:v>
                </c:pt>
                <c:pt idx="23">
                  <c:v>1.089999999999236E-2</c:v>
                </c:pt>
                <c:pt idx="24">
                  <c:v>1.089999999999236E-2</c:v>
                </c:pt>
                <c:pt idx="25">
                  <c:v>1.0999999999967258E-2</c:v>
                </c:pt>
                <c:pt idx="26">
                  <c:v>1.0999999999967258E-2</c:v>
                </c:pt>
                <c:pt idx="27">
                  <c:v>1.059999999995398E-2</c:v>
                </c:pt>
                <c:pt idx="28">
                  <c:v>1.0199999999997544E-2</c:v>
                </c:pt>
                <c:pt idx="29">
                  <c:v>9.9999999999909051E-3</c:v>
                </c:pt>
                <c:pt idx="30">
                  <c:v>9.7999999999842657E-3</c:v>
                </c:pt>
                <c:pt idx="31">
                  <c:v>9.7999999999842657E-3</c:v>
                </c:pt>
                <c:pt idx="32">
                  <c:v>9.6999999999525244E-3</c:v>
                </c:pt>
                <c:pt idx="33">
                  <c:v>9.6999999999525244E-3</c:v>
                </c:pt>
                <c:pt idx="34">
                  <c:v>9.6999999999525244E-3</c:v>
                </c:pt>
                <c:pt idx="35">
                  <c:v>9.6999999999525244E-3</c:v>
                </c:pt>
                <c:pt idx="36">
                  <c:v>9.6999999999525244E-3</c:v>
                </c:pt>
                <c:pt idx="37">
                  <c:v>9.6999999999525244E-3</c:v>
                </c:pt>
                <c:pt idx="38">
                  <c:v>9.6999999999525244E-3</c:v>
                </c:pt>
                <c:pt idx="39">
                  <c:v>9.6999999999525244E-3</c:v>
                </c:pt>
                <c:pt idx="40">
                  <c:v>9.6999999999525244E-3</c:v>
                </c:pt>
                <c:pt idx="41">
                  <c:v>9.6999999999525244E-3</c:v>
                </c:pt>
                <c:pt idx="42">
                  <c:v>9.6999999999525244E-3</c:v>
                </c:pt>
                <c:pt idx="43">
                  <c:v>9.7999999999842657E-3</c:v>
                </c:pt>
                <c:pt idx="44">
                  <c:v>9.7999999999842657E-3</c:v>
                </c:pt>
                <c:pt idx="45">
                  <c:v>9.7999999999842657E-3</c:v>
                </c:pt>
                <c:pt idx="46">
                  <c:v>9.7999999999842657E-3</c:v>
                </c:pt>
                <c:pt idx="47">
                  <c:v>9.7999999999842657E-3</c:v>
                </c:pt>
                <c:pt idx="48">
                  <c:v>9.7999999999842657E-3</c:v>
                </c:pt>
                <c:pt idx="49">
                  <c:v>9.7999999999842657E-3</c:v>
                </c:pt>
                <c:pt idx="50">
                  <c:v>9.7999999999842657E-3</c:v>
                </c:pt>
                <c:pt idx="51">
                  <c:v>9.8999999999591637E-3</c:v>
                </c:pt>
                <c:pt idx="52">
                  <c:v>9.8999999999591637E-3</c:v>
                </c:pt>
                <c:pt idx="53">
                  <c:v>9.8999999999591637E-3</c:v>
                </c:pt>
                <c:pt idx="54">
                  <c:v>9.8999999999591637E-3</c:v>
                </c:pt>
                <c:pt idx="55">
                  <c:v>9.8999999999591637E-3</c:v>
                </c:pt>
                <c:pt idx="56">
                  <c:v>9.8999999999591637E-3</c:v>
                </c:pt>
                <c:pt idx="57">
                  <c:v>1.0099999999965803E-2</c:v>
                </c:pt>
                <c:pt idx="58">
                  <c:v>1.0299999999972442E-2</c:v>
                </c:pt>
                <c:pt idx="59">
                  <c:v>1.0499999999979082E-2</c:v>
                </c:pt>
                <c:pt idx="60">
                  <c:v>1.059999999995398E-2</c:v>
                </c:pt>
                <c:pt idx="61">
                  <c:v>1.0699999999985721E-2</c:v>
                </c:pt>
                <c:pt idx="62">
                  <c:v>1.0799999999960619E-2</c:v>
                </c:pt>
                <c:pt idx="63">
                  <c:v>1.0799999999960619E-2</c:v>
                </c:pt>
                <c:pt idx="64">
                  <c:v>1.089999999999236E-2</c:v>
                </c:pt>
                <c:pt idx="65">
                  <c:v>1.089999999999236E-2</c:v>
                </c:pt>
                <c:pt idx="66">
                  <c:v>1.089999999999236E-2</c:v>
                </c:pt>
                <c:pt idx="67">
                  <c:v>1.089999999999236E-2</c:v>
                </c:pt>
                <c:pt idx="68">
                  <c:v>1.0999999999967258E-2</c:v>
                </c:pt>
                <c:pt idx="69">
                  <c:v>1.0999999999967258E-2</c:v>
                </c:pt>
                <c:pt idx="70">
                  <c:v>1.0999999999967258E-2</c:v>
                </c:pt>
                <c:pt idx="71">
                  <c:v>1.0999999999967258E-2</c:v>
                </c:pt>
                <c:pt idx="72">
                  <c:v>1.0999999999967258E-2</c:v>
                </c:pt>
                <c:pt idx="73">
                  <c:v>1.0999999999967258E-2</c:v>
                </c:pt>
                <c:pt idx="74">
                  <c:v>1.0999999999967258E-2</c:v>
                </c:pt>
                <c:pt idx="75">
                  <c:v>1.0999999999967258E-2</c:v>
                </c:pt>
                <c:pt idx="76">
                  <c:v>1.0999999999967258E-2</c:v>
                </c:pt>
                <c:pt idx="77">
                  <c:v>1.1099999999999E-2</c:v>
                </c:pt>
                <c:pt idx="78">
                  <c:v>1.1099999999999E-2</c:v>
                </c:pt>
                <c:pt idx="79">
                  <c:v>1.1099999999999E-2</c:v>
                </c:pt>
                <c:pt idx="80">
                  <c:v>1.1099999999999E-2</c:v>
                </c:pt>
                <c:pt idx="81">
                  <c:v>1.1099999999999E-2</c:v>
                </c:pt>
                <c:pt idx="82">
                  <c:v>1.1099999999999E-2</c:v>
                </c:pt>
                <c:pt idx="83">
                  <c:v>1.1099999999999E-2</c:v>
                </c:pt>
                <c:pt idx="84">
                  <c:v>1.1099999999999E-2</c:v>
                </c:pt>
                <c:pt idx="85">
                  <c:v>1.1099999999999E-2</c:v>
                </c:pt>
                <c:pt idx="86">
                  <c:v>1.1099999999999E-2</c:v>
                </c:pt>
                <c:pt idx="87">
                  <c:v>1.1099999999999E-2</c:v>
                </c:pt>
                <c:pt idx="88">
                  <c:v>1.1099999999999E-2</c:v>
                </c:pt>
                <c:pt idx="89">
                  <c:v>1.1099999999999E-2</c:v>
                </c:pt>
                <c:pt idx="90">
                  <c:v>1.1099999999999E-2</c:v>
                </c:pt>
                <c:pt idx="91">
                  <c:v>1.1099999999999E-2</c:v>
                </c:pt>
                <c:pt idx="92">
                  <c:v>1.1099999999999E-2</c:v>
                </c:pt>
                <c:pt idx="93">
                  <c:v>1.1099999999999E-2</c:v>
                </c:pt>
                <c:pt idx="94">
                  <c:v>1.1099999999999E-2</c:v>
                </c:pt>
                <c:pt idx="95">
                  <c:v>1.1099999999999E-2</c:v>
                </c:pt>
                <c:pt idx="96">
                  <c:v>1.1099999999999E-2</c:v>
                </c:pt>
                <c:pt idx="97">
                  <c:v>1.1099999999999E-2</c:v>
                </c:pt>
                <c:pt idx="98">
                  <c:v>1.1099999999999E-2</c:v>
                </c:pt>
                <c:pt idx="99">
                  <c:v>1.1099999999999E-2</c:v>
                </c:pt>
                <c:pt idx="100">
                  <c:v>1.1099999999999E-2</c:v>
                </c:pt>
                <c:pt idx="101">
                  <c:v>1.1099999999999E-2</c:v>
                </c:pt>
                <c:pt idx="102">
                  <c:v>1.1099999999999E-2</c:v>
                </c:pt>
                <c:pt idx="103">
                  <c:v>1.1099999999999E-2</c:v>
                </c:pt>
                <c:pt idx="104">
                  <c:v>1.1099999999999E-2</c:v>
                </c:pt>
                <c:pt idx="105">
                  <c:v>1.1099999999999E-2</c:v>
                </c:pt>
                <c:pt idx="106">
                  <c:v>1.1099999999999E-2</c:v>
                </c:pt>
                <c:pt idx="107">
                  <c:v>1.1099999999999E-2</c:v>
                </c:pt>
                <c:pt idx="108">
                  <c:v>1.1099999999999E-2</c:v>
                </c:pt>
                <c:pt idx="109">
                  <c:v>1.0999999999967258E-2</c:v>
                </c:pt>
                <c:pt idx="110">
                  <c:v>1.089999999999236E-2</c:v>
                </c:pt>
                <c:pt idx="111">
                  <c:v>1.0799999999960619E-2</c:v>
                </c:pt>
                <c:pt idx="112">
                  <c:v>1.0799999999960619E-2</c:v>
                </c:pt>
                <c:pt idx="113">
                  <c:v>1.0799999999960619E-2</c:v>
                </c:pt>
                <c:pt idx="114">
                  <c:v>1.0799999999960619E-2</c:v>
                </c:pt>
                <c:pt idx="115">
                  <c:v>1.0799999999960619E-2</c:v>
                </c:pt>
                <c:pt idx="116">
                  <c:v>1.0799999999960619E-2</c:v>
                </c:pt>
                <c:pt idx="117">
                  <c:v>1.0799999999960619E-2</c:v>
                </c:pt>
                <c:pt idx="118">
                  <c:v>1.0699999999985721E-2</c:v>
                </c:pt>
                <c:pt idx="119">
                  <c:v>1.0699999999985721E-2</c:v>
                </c:pt>
                <c:pt idx="120">
                  <c:v>1.0699999999985721E-2</c:v>
                </c:pt>
                <c:pt idx="121">
                  <c:v>1.0699999999985721E-2</c:v>
                </c:pt>
                <c:pt idx="122">
                  <c:v>1.0699999999985721E-2</c:v>
                </c:pt>
                <c:pt idx="123">
                  <c:v>1.0699999999985721E-2</c:v>
                </c:pt>
                <c:pt idx="124">
                  <c:v>1.0699999999985721E-2</c:v>
                </c:pt>
                <c:pt idx="125">
                  <c:v>1.0699999999985721E-2</c:v>
                </c:pt>
                <c:pt idx="126">
                  <c:v>1.0699999999985721E-2</c:v>
                </c:pt>
                <c:pt idx="127">
                  <c:v>1.0699999999985721E-2</c:v>
                </c:pt>
                <c:pt idx="128">
                  <c:v>1.0699999999985721E-2</c:v>
                </c:pt>
                <c:pt idx="129">
                  <c:v>1.0699999999985721E-2</c:v>
                </c:pt>
                <c:pt idx="130">
                  <c:v>1.0699999999985721E-2</c:v>
                </c:pt>
                <c:pt idx="131">
                  <c:v>1.0699999999985721E-2</c:v>
                </c:pt>
                <c:pt idx="132">
                  <c:v>1.0699999999985721E-2</c:v>
                </c:pt>
                <c:pt idx="133">
                  <c:v>1.0699999999985721E-2</c:v>
                </c:pt>
                <c:pt idx="134">
                  <c:v>1.0699999999985721E-2</c:v>
                </c:pt>
                <c:pt idx="135">
                  <c:v>1.0699999999985721E-2</c:v>
                </c:pt>
                <c:pt idx="136">
                  <c:v>1.0699999999985721E-2</c:v>
                </c:pt>
                <c:pt idx="137">
                  <c:v>1.0699999999985721E-2</c:v>
                </c:pt>
                <c:pt idx="138">
                  <c:v>1.0699999999985721E-2</c:v>
                </c:pt>
                <c:pt idx="139">
                  <c:v>1.0699999999985721E-2</c:v>
                </c:pt>
                <c:pt idx="140">
                  <c:v>1.0699999999985721E-2</c:v>
                </c:pt>
                <c:pt idx="141">
                  <c:v>1.0699999999985721E-2</c:v>
                </c:pt>
                <c:pt idx="142">
                  <c:v>1.0699999999985721E-2</c:v>
                </c:pt>
                <c:pt idx="143">
                  <c:v>1.0699999999985721E-2</c:v>
                </c:pt>
                <c:pt idx="144">
                  <c:v>1.0699999999985721E-2</c:v>
                </c:pt>
                <c:pt idx="145">
                  <c:v>1.0699999999985721E-2</c:v>
                </c:pt>
                <c:pt idx="146">
                  <c:v>1.0699999999985721E-2</c:v>
                </c:pt>
                <c:pt idx="147">
                  <c:v>1.0699999999985721E-2</c:v>
                </c:pt>
                <c:pt idx="148">
                  <c:v>1.0699999999985721E-2</c:v>
                </c:pt>
                <c:pt idx="149">
                  <c:v>1.0699999999985721E-2</c:v>
                </c:pt>
                <c:pt idx="150">
                  <c:v>1.0799999999960619E-2</c:v>
                </c:pt>
                <c:pt idx="151">
                  <c:v>1.0799999999960619E-2</c:v>
                </c:pt>
                <c:pt idx="152">
                  <c:v>1.0799999999960619E-2</c:v>
                </c:pt>
                <c:pt idx="153">
                  <c:v>1.0799999999960619E-2</c:v>
                </c:pt>
                <c:pt idx="154">
                  <c:v>1.0799999999960619E-2</c:v>
                </c:pt>
                <c:pt idx="155">
                  <c:v>1.0799999999960619E-2</c:v>
                </c:pt>
                <c:pt idx="156">
                  <c:v>1.0799999999960619E-2</c:v>
                </c:pt>
                <c:pt idx="157">
                  <c:v>1.0799999999960619E-2</c:v>
                </c:pt>
                <c:pt idx="158">
                  <c:v>1.1099999999999E-2</c:v>
                </c:pt>
                <c:pt idx="159">
                  <c:v>1.1399999999980537E-2</c:v>
                </c:pt>
                <c:pt idx="160">
                  <c:v>1.1599999999987176E-2</c:v>
                </c:pt>
                <c:pt idx="161">
                  <c:v>1.1799999999993815E-2</c:v>
                </c:pt>
                <c:pt idx="162">
                  <c:v>1.1899999999968713E-2</c:v>
                </c:pt>
                <c:pt idx="163">
                  <c:v>1.1899999999968713E-2</c:v>
                </c:pt>
                <c:pt idx="164">
                  <c:v>1.2000000000000455E-2</c:v>
                </c:pt>
                <c:pt idx="165">
                  <c:v>1.2000000000000455E-2</c:v>
                </c:pt>
                <c:pt idx="166">
                  <c:v>1.2099999999975353E-2</c:v>
                </c:pt>
                <c:pt idx="167">
                  <c:v>1.2099999999975353E-2</c:v>
                </c:pt>
                <c:pt idx="168">
                  <c:v>1.2099999999975353E-2</c:v>
                </c:pt>
                <c:pt idx="169">
                  <c:v>1.2099999999975353E-2</c:v>
                </c:pt>
                <c:pt idx="170">
                  <c:v>1.2099999999975353E-2</c:v>
                </c:pt>
                <c:pt idx="171">
                  <c:v>1.2099999999975353E-2</c:v>
                </c:pt>
                <c:pt idx="172">
                  <c:v>1.2199999999950251E-2</c:v>
                </c:pt>
                <c:pt idx="173">
                  <c:v>1.2199999999950251E-2</c:v>
                </c:pt>
                <c:pt idx="174">
                  <c:v>1.2199999999950251E-2</c:v>
                </c:pt>
                <c:pt idx="175">
                  <c:v>1.2199999999950251E-2</c:v>
                </c:pt>
                <c:pt idx="176">
                  <c:v>1.2199999999950251E-2</c:v>
                </c:pt>
                <c:pt idx="177">
                  <c:v>1.2199999999950251E-2</c:v>
                </c:pt>
                <c:pt idx="178">
                  <c:v>1.2199999999950251E-2</c:v>
                </c:pt>
                <c:pt idx="179">
                  <c:v>1.2199999999950251E-2</c:v>
                </c:pt>
                <c:pt idx="180">
                  <c:v>1.2199999999950251E-2</c:v>
                </c:pt>
                <c:pt idx="181">
                  <c:v>1.2199999999950251E-2</c:v>
                </c:pt>
                <c:pt idx="182">
                  <c:v>1.2199999999950251E-2</c:v>
                </c:pt>
                <c:pt idx="183">
                  <c:v>1.2000000000000455E-2</c:v>
                </c:pt>
                <c:pt idx="184">
                  <c:v>1.1499999999955435E-2</c:v>
                </c:pt>
                <c:pt idx="185">
                  <c:v>1.1099999999999E-2</c:v>
                </c:pt>
                <c:pt idx="186">
                  <c:v>1.0799999999960619E-2</c:v>
                </c:pt>
                <c:pt idx="187">
                  <c:v>1.0699999999985721E-2</c:v>
                </c:pt>
                <c:pt idx="188">
                  <c:v>1.0499999999979082E-2</c:v>
                </c:pt>
                <c:pt idx="189">
                  <c:v>1.039999999994734E-2</c:v>
                </c:pt>
                <c:pt idx="190">
                  <c:v>1.039999999994734E-2</c:v>
                </c:pt>
                <c:pt idx="191">
                  <c:v>1.0299999999972442E-2</c:v>
                </c:pt>
                <c:pt idx="192">
                  <c:v>1.0299999999972442E-2</c:v>
                </c:pt>
                <c:pt idx="193">
                  <c:v>1.0199999999997544E-2</c:v>
                </c:pt>
                <c:pt idx="194">
                  <c:v>1.0199999999997544E-2</c:v>
                </c:pt>
                <c:pt idx="195">
                  <c:v>1.0199999999997544E-2</c:v>
                </c:pt>
                <c:pt idx="196">
                  <c:v>1.0199999999997544E-2</c:v>
                </c:pt>
                <c:pt idx="197">
                  <c:v>1.0199999999997544E-2</c:v>
                </c:pt>
                <c:pt idx="198">
                  <c:v>1.0099999999965803E-2</c:v>
                </c:pt>
                <c:pt idx="199">
                  <c:v>1.0099999999965803E-2</c:v>
                </c:pt>
                <c:pt idx="200">
                  <c:v>1.0099999999965803E-2</c:v>
                </c:pt>
                <c:pt idx="201">
                  <c:v>1.0099999999965803E-2</c:v>
                </c:pt>
                <c:pt idx="202">
                  <c:v>1.0099999999965803E-2</c:v>
                </c:pt>
                <c:pt idx="203">
                  <c:v>1.0099999999965803E-2</c:v>
                </c:pt>
                <c:pt idx="204">
                  <c:v>1.0099999999965803E-2</c:v>
                </c:pt>
                <c:pt idx="205">
                  <c:v>1.0099999999965803E-2</c:v>
                </c:pt>
                <c:pt idx="206">
                  <c:v>1.0099999999965803E-2</c:v>
                </c:pt>
                <c:pt idx="207">
                  <c:v>1.0099999999965803E-2</c:v>
                </c:pt>
                <c:pt idx="208">
                  <c:v>1.0099999999965803E-2</c:v>
                </c:pt>
                <c:pt idx="209">
                  <c:v>1.0099999999965803E-2</c:v>
                </c:pt>
                <c:pt idx="210">
                  <c:v>1.0099999999965803E-2</c:v>
                </c:pt>
                <c:pt idx="211">
                  <c:v>1.0099999999965803E-2</c:v>
                </c:pt>
                <c:pt idx="212">
                  <c:v>1.0099999999965803E-2</c:v>
                </c:pt>
                <c:pt idx="213">
                  <c:v>1.0099999999965803E-2</c:v>
                </c:pt>
                <c:pt idx="214">
                  <c:v>1.0299999999972442E-2</c:v>
                </c:pt>
                <c:pt idx="215">
                  <c:v>1.0499999999979082E-2</c:v>
                </c:pt>
                <c:pt idx="216">
                  <c:v>1.0699999999985721E-2</c:v>
                </c:pt>
                <c:pt idx="217">
                  <c:v>1.0799999999960619E-2</c:v>
                </c:pt>
                <c:pt idx="218">
                  <c:v>1.0799999999960619E-2</c:v>
                </c:pt>
                <c:pt idx="219">
                  <c:v>1.089999999999236E-2</c:v>
                </c:pt>
                <c:pt idx="220">
                  <c:v>1.089999999999236E-2</c:v>
                </c:pt>
                <c:pt idx="221">
                  <c:v>1.0999999999967258E-2</c:v>
                </c:pt>
                <c:pt idx="222">
                  <c:v>1.0999999999967258E-2</c:v>
                </c:pt>
                <c:pt idx="223">
                  <c:v>1.0999999999967258E-2</c:v>
                </c:pt>
                <c:pt idx="224">
                  <c:v>1.0999999999967258E-2</c:v>
                </c:pt>
                <c:pt idx="225">
                  <c:v>1.0999999999967258E-2</c:v>
                </c:pt>
                <c:pt idx="226">
                  <c:v>1.0999999999967258E-2</c:v>
                </c:pt>
                <c:pt idx="227">
                  <c:v>1.0999999999967258E-2</c:v>
                </c:pt>
                <c:pt idx="228">
                  <c:v>1.1099999999999E-2</c:v>
                </c:pt>
                <c:pt idx="229">
                  <c:v>1.1099999999999E-2</c:v>
                </c:pt>
                <c:pt idx="230">
                  <c:v>1.1099999999999E-2</c:v>
                </c:pt>
                <c:pt idx="231">
                  <c:v>1.1099999999999E-2</c:v>
                </c:pt>
                <c:pt idx="232">
                  <c:v>1.1099999999999E-2</c:v>
                </c:pt>
                <c:pt idx="233">
                  <c:v>1.1099999999999E-2</c:v>
                </c:pt>
                <c:pt idx="234">
                  <c:v>1.1099999999999E-2</c:v>
                </c:pt>
                <c:pt idx="235">
                  <c:v>1.1099999999999E-2</c:v>
                </c:pt>
                <c:pt idx="236">
                  <c:v>1.1099999999999E-2</c:v>
                </c:pt>
                <c:pt idx="237">
                  <c:v>1.1099999999999E-2</c:v>
                </c:pt>
                <c:pt idx="238">
                  <c:v>1.1099999999999E-2</c:v>
                </c:pt>
                <c:pt idx="239">
                  <c:v>1.1099999999999E-2</c:v>
                </c:pt>
                <c:pt idx="240">
                  <c:v>1.1099999999999E-2</c:v>
                </c:pt>
                <c:pt idx="241">
                  <c:v>1.1099999999999E-2</c:v>
                </c:pt>
                <c:pt idx="242">
                  <c:v>1.1099999999999E-2</c:v>
                </c:pt>
                <c:pt idx="243">
                  <c:v>1.1099999999999E-2</c:v>
                </c:pt>
                <c:pt idx="244">
                  <c:v>1.1099999999999E-2</c:v>
                </c:pt>
                <c:pt idx="245">
                  <c:v>1.1099999999999E-2</c:v>
                </c:pt>
                <c:pt idx="246">
                  <c:v>1.1099999999999E-2</c:v>
                </c:pt>
                <c:pt idx="247">
                  <c:v>1.1099999999999E-2</c:v>
                </c:pt>
                <c:pt idx="248">
                  <c:v>1.1099999999999E-2</c:v>
                </c:pt>
                <c:pt idx="249">
                  <c:v>1.1099999999999E-2</c:v>
                </c:pt>
                <c:pt idx="250">
                  <c:v>1.1099999999999E-2</c:v>
                </c:pt>
                <c:pt idx="251">
                  <c:v>1.1099999999999E-2</c:v>
                </c:pt>
                <c:pt idx="252">
                  <c:v>1.1099999999999E-2</c:v>
                </c:pt>
                <c:pt idx="253">
                  <c:v>1.1099999999999E-2</c:v>
                </c:pt>
                <c:pt idx="254">
                  <c:v>1.1099999999999E-2</c:v>
                </c:pt>
                <c:pt idx="255">
                  <c:v>1.1099999999999E-2</c:v>
                </c:pt>
                <c:pt idx="256">
                  <c:v>1.1099999999999E-2</c:v>
                </c:pt>
                <c:pt idx="257">
                  <c:v>1.1099999999999E-2</c:v>
                </c:pt>
                <c:pt idx="258">
                  <c:v>1.1099999999999E-2</c:v>
                </c:pt>
                <c:pt idx="259">
                  <c:v>1.1099999999999E-2</c:v>
                </c:pt>
                <c:pt idx="260">
                  <c:v>1.1099999999999E-2</c:v>
                </c:pt>
                <c:pt idx="261">
                  <c:v>1.1099999999999E-2</c:v>
                </c:pt>
                <c:pt idx="262">
                  <c:v>1.1099999999999E-2</c:v>
                </c:pt>
                <c:pt idx="263">
                  <c:v>1.1099999999999E-2</c:v>
                </c:pt>
                <c:pt idx="264">
                  <c:v>1.1099999999999E-2</c:v>
                </c:pt>
                <c:pt idx="265">
                  <c:v>1.1099999999999E-2</c:v>
                </c:pt>
                <c:pt idx="266">
                  <c:v>1.0999999999967258E-2</c:v>
                </c:pt>
                <c:pt idx="267">
                  <c:v>1.089999999999236E-2</c:v>
                </c:pt>
                <c:pt idx="268">
                  <c:v>1.0799999999960619E-2</c:v>
                </c:pt>
                <c:pt idx="269">
                  <c:v>1.0799999999960619E-2</c:v>
                </c:pt>
                <c:pt idx="270">
                  <c:v>1.0799999999960619E-2</c:v>
                </c:pt>
                <c:pt idx="271">
                  <c:v>1.0799999999960619E-2</c:v>
                </c:pt>
                <c:pt idx="272">
                  <c:v>1.0799999999960619E-2</c:v>
                </c:pt>
                <c:pt idx="273">
                  <c:v>1.0799999999960619E-2</c:v>
                </c:pt>
                <c:pt idx="274">
                  <c:v>1.0799999999960619E-2</c:v>
                </c:pt>
                <c:pt idx="275">
                  <c:v>1.0699999999985721E-2</c:v>
                </c:pt>
                <c:pt idx="276">
                  <c:v>1.0699999999985721E-2</c:v>
                </c:pt>
                <c:pt idx="277">
                  <c:v>1.0699999999985721E-2</c:v>
                </c:pt>
                <c:pt idx="278">
                  <c:v>1.0699999999985721E-2</c:v>
                </c:pt>
                <c:pt idx="279">
                  <c:v>1.0699999999985721E-2</c:v>
                </c:pt>
                <c:pt idx="280">
                  <c:v>1.0699999999985721E-2</c:v>
                </c:pt>
                <c:pt idx="281">
                  <c:v>1.0699999999985721E-2</c:v>
                </c:pt>
                <c:pt idx="282">
                  <c:v>1.0699999999985721E-2</c:v>
                </c:pt>
                <c:pt idx="283">
                  <c:v>1.0699999999985721E-2</c:v>
                </c:pt>
                <c:pt idx="284">
                  <c:v>1.0699999999985721E-2</c:v>
                </c:pt>
                <c:pt idx="285">
                  <c:v>1.0699999999985721E-2</c:v>
                </c:pt>
                <c:pt idx="286">
                  <c:v>1.0699999999985721E-2</c:v>
                </c:pt>
                <c:pt idx="287">
                  <c:v>1.0699999999985721E-2</c:v>
                </c:pt>
                <c:pt idx="288">
                  <c:v>1.0699999999985721E-2</c:v>
                </c:pt>
                <c:pt idx="289">
                  <c:v>1.0699999999985721E-2</c:v>
                </c:pt>
                <c:pt idx="290">
                  <c:v>1.0699999999985721E-2</c:v>
                </c:pt>
                <c:pt idx="291">
                  <c:v>1.0699999999985721E-2</c:v>
                </c:pt>
                <c:pt idx="292">
                  <c:v>1.0699999999985721E-2</c:v>
                </c:pt>
                <c:pt idx="293">
                  <c:v>1.0699999999985721E-2</c:v>
                </c:pt>
                <c:pt idx="294">
                  <c:v>1.0699999999985721E-2</c:v>
                </c:pt>
                <c:pt idx="295">
                  <c:v>1.0699999999985721E-2</c:v>
                </c:pt>
                <c:pt idx="296">
                  <c:v>1.0699999999985721E-2</c:v>
                </c:pt>
                <c:pt idx="297">
                  <c:v>1.0699999999985721E-2</c:v>
                </c:pt>
                <c:pt idx="298">
                  <c:v>1.0699999999985721E-2</c:v>
                </c:pt>
                <c:pt idx="299">
                  <c:v>1.0699999999985721E-2</c:v>
                </c:pt>
                <c:pt idx="300">
                  <c:v>1.0699999999985721E-2</c:v>
                </c:pt>
                <c:pt idx="301">
                  <c:v>1.0699999999985721E-2</c:v>
                </c:pt>
                <c:pt idx="302">
                  <c:v>1.0699999999985721E-2</c:v>
                </c:pt>
                <c:pt idx="303">
                  <c:v>1.0699999999985721E-2</c:v>
                </c:pt>
                <c:pt idx="304">
                  <c:v>1.0699999999985721E-2</c:v>
                </c:pt>
                <c:pt idx="305">
                  <c:v>1.0699999999985721E-2</c:v>
                </c:pt>
                <c:pt idx="306">
                  <c:v>1.0699999999985721E-2</c:v>
                </c:pt>
                <c:pt idx="307">
                  <c:v>1.0699999999985721E-2</c:v>
                </c:pt>
                <c:pt idx="308">
                  <c:v>1.0799999999960619E-2</c:v>
                </c:pt>
                <c:pt idx="309">
                  <c:v>1.0799999999960619E-2</c:v>
                </c:pt>
                <c:pt idx="310">
                  <c:v>1.0799999999960619E-2</c:v>
                </c:pt>
                <c:pt idx="311">
                  <c:v>1.0799999999960619E-2</c:v>
                </c:pt>
                <c:pt idx="312">
                  <c:v>1.0799999999960619E-2</c:v>
                </c:pt>
                <c:pt idx="313">
                  <c:v>1.0799999999960619E-2</c:v>
                </c:pt>
                <c:pt idx="314">
                  <c:v>1.0799999999960619E-2</c:v>
                </c:pt>
                <c:pt idx="315">
                  <c:v>1.1099999999999E-2</c:v>
                </c:pt>
                <c:pt idx="316">
                  <c:v>1.1399999999980537E-2</c:v>
                </c:pt>
                <c:pt idx="317">
                  <c:v>1.1599999999987176E-2</c:v>
                </c:pt>
                <c:pt idx="318">
                  <c:v>1.1799999999993815E-2</c:v>
                </c:pt>
                <c:pt idx="319">
                  <c:v>1.1899999999968713E-2</c:v>
                </c:pt>
                <c:pt idx="320">
                  <c:v>1.1899999999968713E-2</c:v>
                </c:pt>
                <c:pt idx="321">
                  <c:v>1.2000000000000455E-2</c:v>
                </c:pt>
                <c:pt idx="322">
                  <c:v>1.2000000000000455E-2</c:v>
                </c:pt>
                <c:pt idx="323">
                  <c:v>1.2099999999975353E-2</c:v>
                </c:pt>
                <c:pt idx="324">
                  <c:v>1.2099999999975353E-2</c:v>
                </c:pt>
                <c:pt idx="325">
                  <c:v>1.2099999999975353E-2</c:v>
                </c:pt>
                <c:pt idx="326">
                  <c:v>1.2099999999975353E-2</c:v>
                </c:pt>
                <c:pt idx="327">
                  <c:v>1.2099999999975353E-2</c:v>
                </c:pt>
                <c:pt idx="328">
                  <c:v>1.2099999999975353E-2</c:v>
                </c:pt>
                <c:pt idx="329">
                  <c:v>1.2199999999950251E-2</c:v>
                </c:pt>
                <c:pt idx="330">
                  <c:v>1.2199999999950251E-2</c:v>
                </c:pt>
                <c:pt idx="331">
                  <c:v>1.2199999999950251E-2</c:v>
                </c:pt>
                <c:pt idx="332">
                  <c:v>1.2199999999950251E-2</c:v>
                </c:pt>
                <c:pt idx="333">
                  <c:v>1.2199999999950251E-2</c:v>
                </c:pt>
                <c:pt idx="334">
                  <c:v>1.2199999999950251E-2</c:v>
                </c:pt>
                <c:pt idx="335">
                  <c:v>1.2199999999950251E-2</c:v>
                </c:pt>
                <c:pt idx="336">
                  <c:v>1.2199999999950251E-2</c:v>
                </c:pt>
                <c:pt idx="337">
                  <c:v>1.2199999999950251E-2</c:v>
                </c:pt>
                <c:pt idx="338">
                  <c:v>1.2199999999950251E-2</c:v>
                </c:pt>
                <c:pt idx="339">
                  <c:v>1.2199999999950251E-2</c:v>
                </c:pt>
                <c:pt idx="340">
                  <c:v>1.1899999999968713E-2</c:v>
                </c:pt>
                <c:pt idx="341">
                  <c:v>1.1399999999980537E-2</c:v>
                </c:pt>
                <c:pt idx="342">
                  <c:v>1.1099999999999E-2</c:v>
                </c:pt>
                <c:pt idx="343">
                  <c:v>1.0799999999960619E-2</c:v>
                </c:pt>
                <c:pt idx="344">
                  <c:v>1.059999999995398E-2</c:v>
                </c:pt>
                <c:pt idx="345">
                  <c:v>1.0499999999979082E-2</c:v>
                </c:pt>
                <c:pt idx="346">
                  <c:v>1.039999999994734E-2</c:v>
                </c:pt>
                <c:pt idx="347">
                  <c:v>1.039999999994734E-2</c:v>
                </c:pt>
                <c:pt idx="348">
                  <c:v>1.0299999999972442E-2</c:v>
                </c:pt>
                <c:pt idx="349">
                  <c:v>1.0299999999972442E-2</c:v>
                </c:pt>
                <c:pt idx="350">
                  <c:v>1.0199999999997544E-2</c:v>
                </c:pt>
                <c:pt idx="351">
                  <c:v>1.0199999999997544E-2</c:v>
                </c:pt>
                <c:pt idx="352">
                  <c:v>1.0199999999997544E-2</c:v>
                </c:pt>
                <c:pt idx="353">
                  <c:v>1.0199999999997544E-2</c:v>
                </c:pt>
                <c:pt idx="354">
                  <c:v>1.0199999999997544E-2</c:v>
                </c:pt>
                <c:pt idx="355">
                  <c:v>1.0099999999965803E-2</c:v>
                </c:pt>
                <c:pt idx="356">
                  <c:v>1.0099999999965803E-2</c:v>
                </c:pt>
                <c:pt idx="357">
                  <c:v>1.0099999999965803E-2</c:v>
                </c:pt>
                <c:pt idx="358">
                  <c:v>1.0099999999965803E-2</c:v>
                </c:pt>
                <c:pt idx="359">
                  <c:v>1.0099999999965803E-2</c:v>
                </c:pt>
                <c:pt idx="360">
                  <c:v>1.0099999999965803E-2</c:v>
                </c:pt>
                <c:pt idx="361">
                  <c:v>1.0099999999965803E-2</c:v>
                </c:pt>
                <c:pt idx="362">
                  <c:v>1.0099999999965803E-2</c:v>
                </c:pt>
                <c:pt idx="363">
                  <c:v>1.0099999999965803E-2</c:v>
                </c:pt>
                <c:pt idx="364">
                  <c:v>1.0099999999965803E-2</c:v>
                </c:pt>
                <c:pt idx="365">
                  <c:v>1.0099999999965803E-2</c:v>
                </c:pt>
                <c:pt idx="366">
                  <c:v>1.0099999999965803E-2</c:v>
                </c:pt>
                <c:pt idx="367">
                  <c:v>1.0099999999965803E-2</c:v>
                </c:pt>
                <c:pt idx="368">
                  <c:v>1.0099999999965803E-2</c:v>
                </c:pt>
                <c:pt idx="369">
                  <c:v>1.0099999999965803E-2</c:v>
                </c:pt>
                <c:pt idx="370">
                  <c:v>1.0099999999965803E-2</c:v>
                </c:pt>
                <c:pt idx="371">
                  <c:v>1.0099999999965803E-2</c:v>
                </c:pt>
                <c:pt idx="372">
                  <c:v>1.0299999999972442E-2</c:v>
                </c:pt>
                <c:pt idx="373">
                  <c:v>1.0499999999979082E-2</c:v>
                </c:pt>
                <c:pt idx="374">
                  <c:v>1.0699999999985721E-2</c:v>
                </c:pt>
                <c:pt idx="375">
                  <c:v>1.0799999999960619E-2</c:v>
                </c:pt>
                <c:pt idx="376">
                  <c:v>1.0799999999960619E-2</c:v>
                </c:pt>
                <c:pt idx="377">
                  <c:v>1.089999999999236E-2</c:v>
                </c:pt>
                <c:pt idx="378">
                  <c:v>1.089999999999236E-2</c:v>
                </c:pt>
                <c:pt idx="379">
                  <c:v>1.0999999999967258E-2</c:v>
                </c:pt>
                <c:pt idx="380">
                  <c:v>1.0999999999967258E-2</c:v>
                </c:pt>
                <c:pt idx="381">
                  <c:v>1.0999999999967258E-2</c:v>
                </c:pt>
                <c:pt idx="382">
                  <c:v>1.0999999999967258E-2</c:v>
                </c:pt>
                <c:pt idx="383">
                  <c:v>1.0999999999967258E-2</c:v>
                </c:pt>
                <c:pt idx="384">
                  <c:v>1.0999999999967258E-2</c:v>
                </c:pt>
                <c:pt idx="385">
                  <c:v>1.0999999999967258E-2</c:v>
                </c:pt>
                <c:pt idx="386">
                  <c:v>1.1099999999999E-2</c:v>
                </c:pt>
                <c:pt idx="387">
                  <c:v>1.1099999999999E-2</c:v>
                </c:pt>
                <c:pt idx="388">
                  <c:v>1.1099999999999E-2</c:v>
                </c:pt>
                <c:pt idx="389">
                  <c:v>1.1099999999999E-2</c:v>
                </c:pt>
                <c:pt idx="390">
                  <c:v>1.1099999999999E-2</c:v>
                </c:pt>
                <c:pt idx="391">
                  <c:v>1.1099999999999E-2</c:v>
                </c:pt>
                <c:pt idx="392">
                  <c:v>1.1099999999999E-2</c:v>
                </c:pt>
                <c:pt idx="393">
                  <c:v>1.1099999999999E-2</c:v>
                </c:pt>
                <c:pt idx="394">
                  <c:v>1.1099999999999E-2</c:v>
                </c:pt>
                <c:pt idx="395">
                  <c:v>1.1099999999999E-2</c:v>
                </c:pt>
                <c:pt idx="396">
                  <c:v>1.1099999999999E-2</c:v>
                </c:pt>
                <c:pt idx="397">
                  <c:v>1.1099999999999E-2</c:v>
                </c:pt>
                <c:pt idx="398">
                  <c:v>1.1099999999999E-2</c:v>
                </c:pt>
                <c:pt idx="399">
                  <c:v>1.1099999999999E-2</c:v>
                </c:pt>
                <c:pt idx="400">
                  <c:v>1.1099999999999E-2</c:v>
                </c:pt>
                <c:pt idx="401">
                  <c:v>1.1099999999999E-2</c:v>
                </c:pt>
                <c:pt idx="402">
                  <c:v>1.1099999999999E-2</c:v>
                </c:pt>
                <c:pt idx="403">
                  <c:v>1.1099999999999E-2</c:v>
                </c:pt>
                <c:pt idx="404">
                  <c:v>1.1099999999999E-2</c:v>
                </c:pt>
                <c:pt idx="405">
                  <c:v>1.1099999999999E-2</c:v>
                </c:pt>
                <c:pt idx="406">
                  <c:v>1.1099999999999E-2</c:v>
                </c:pt>
                <c:pt idx="407">
                  <c:v>1.1099999999999E-2</c:v>
                </c:pt>
                <c:pt idx="408">
                  <c:v>1.1099999999999E-2</c:v>
                </c:pt>
                <c:pt idx="409">
                  <c:v>1.1099999999999E-2</c:v>
                </c:pt>
                <c:pt idx="410">
                  <c:v>1.1099999999999E-2</c:v>
                </c:pt>
                <c:pt idx="411">
                  <c:v>1.1099999999999E-2</c:v>
                </c:pt>
                <c:pt idx="412">
                  <c:v>1.1099999999999E-2</c:v>
                </c:pt>
                <c:pt idx="413">
                  <c:v>1.1099999999999E-2</c:v>
                </c:pt>
                <c:pt idx="414">
                  <c:v>1.1099999999999E-2</c:v>
                </c:pt>
                <c:pt idx="415">
                  <c:v>1.1099999999999E-2</c:v>
                </c:pt>
                <c:pt idx="416">
                  <c:v>1.1099999999999E-2</c:v>
                </c:pt>
                <c:pt idx="417">
                  <c:v>1.1099999999999E-2</c:v>
                </c:pt>
                <c:pt idx="418">
                  <c:v>1.1099999999999E-2</c:v>
                </c:pt>
                <c:pt idx="419">
                  <c:v>1.1099999999999E-2</c:v>
                </c:pt>
                <c:pt idx="420">
                  <c:v>1.1099999999999E-2</c:v>
                </c:pt>
                <c:pt idx="421">
                  <c:v>1.1099999999999E-2</c:v>
                </c:pt>
                <c:pt idx="422">
                  <c:v>1.1099999999999E-2</c:v>
                </c:pt>
                <c:pt idx="423">
                  <c:v>1.0999999999967258E-2</c:v>
                </c:pt>
                <c:pt idx="424">
                  <c:v>1.089999999999236E-2</c:v>
                </c:pt>
                <c:pt idx="425">
                  <c:v>1.089999999999236E-2</c:v>
                </c:pt>
                <c:pt idx="426">
                  <c:v>1.0799999999960619E-2</c:v>
                </c:pt>
                <c:pt idx="427">
                  <c:v>1.0799999999960619E-2</c:v>
                </c:pt>
                <c:pt idx="428">
                  <c:v>1.0799999999960619E-2</c:v>
                </c:pt>
                <c:pt idx="429">
                  <c:v>1.0799999999960619E-2</c:v>
                </c:pt>
                <c:pt idx="430">
                  <c:v>1.0799999999960619E-2</c:v>
                </c:pt>
                <c:pt idx="431">
                  <c:v>1.0799999999960619E-2</c:v>
                </c:pt>
                <c:pt idx="432">
                  <c:v>1.0699999999985721E-2</c:v>
                </c:pt>
                <c:pt idx="433">
                  <c:v>1.0699999999985721E-2</c:v>
                </c:pt>
                <c:pt idx="434">
                  <c:v>1.0699999999985721E-2</c:v>
                </c:pt>
                <c:pt idx="435">
                  <c:v>1.0699999999985721E-2</c:v>
                </c:pt>
                <c:pt idx="436">
                  <c:v>1.0699999999985721E-2</c:v>
                </c:pt>
                <c:pt idx="437">
                  <c:v>1.0699999999985721E-2</c:v>
                </c:pt>
                <c:pt idx="438">
                  <c:v>1.0699999999985721E-2</c:v>
                </c:pt>
                <c:pt idx="439">
                  <c:v>1.0699999999985721E-2</c:v>
                </c:pt>
                <c:pt idx="440">
                  <c:v>1.0699999999985721E-2</c:v>
                </c:pt>
                <c:pt idx="441">
                  <c:v>1.0699999999985721E-2</c:v>
                </c:pt>
                <c:pt idx="442">
                  <c:v>1.0699999999985721E-2</c:v>
                </c:pt>
                <c:pt idx="443">
                  <c:v>1.0699999999985721E-2</c:v>
                </c:pt>
                <c:pt idx="444">
                  <c:v>1.0699999999985721E-2</c:v>
                </c:pt>
                <c:pt idx="445">
                  <c:v>1.0699999999985721E-2</c:v>
                </c:pt>
                <c:pt idx="446">
                  <c:v>1.0699999999985721E-2</c:v>
                </c:pt>
                <c:pt idx="447">
                  <c:v>1.0699999999985721E-2</c:v>
                </c:pt>
                <c:pt idx="448">
                  <c:v>1.0699999999985721E-2</c:v>
                </c:pt>
                <c:pt idx="449">
                  <c:v>1.0699999999985721E-2</c:v>
                </c:pt>
                <c:pt idx="450">
                  <c:v>1.0699999999985721E-2</c:v>
                </c:pt>
                <c:pt idx="451">
                  <c:v>1.0699999999985721E-2</c:v>
                </c:pt>
                <c:pt idx="452">
                  <c:v>1.0699999999985721E-2</c:v>
                </c:pt>
                <c:pt idx="453">
                  <c:v>1.0699999999985721E-2</c:v>
                </c:pt>
                <c:pt idx="454">
                  <c:v>1.0699999999985721E-2</c:v>
                </c:pt>
                <c:pt idx="455">
                  <c:v>1.0699999999985721E-2</c:v>
                </c:pt>
                <c:pt idx="456">
                  <c:v>1.0699999999985721E-2</c:v>
                </c:pt>
                <c:pt idx="457">
                  <c:v>1.0699999999985721E-2</c:v>
                </c:pt>
                <c:pt idx="458">
                  <c:v>1.0699999999985721E-2</c:v>
                </c:pt>
                <c:pt idx="459">
                  <c:v>1.0699999999985721E-2</c:v>
                </c:pt>
                <c:pt idx="460">
                  <c:v>1.0699999999985721E-2</c:v>
                </c:pt>
                <c:pt idx="461">
                  <c:v>1.0699999999985721E-2</c:v>
                </c:pt>
                <c:pt idx="462">
                  <c:v>1.0699999999985721E-2</c:v>
                </c:pt>
                <c:pt idx="463">
                  <c:v>1.0699999999985721E-2</c:v>
                </c:pt>
                <c:pt idx="464">
                  <c:v>1.0699999999985721E-2</c:v>
                </c:pt>
                <c:pt idx="465">
                  <c:v>1.0699999999985721E-2</c:v>
                </c:pt>
                <c:pt idx="466">
                  <c:v>1.0699999999985721E-2</c:v>
                </c:pt>
                <c:pt idx="467">
                  <c:v>1.0799999999960619E-2</c:v>
                </c:pt>
                <c:pt idx="468">
                  <c:v>1.0799999999960619E-2</c:v>
                </c:pt>
                <c:pt idx="469">
                  <c:v>1.0799999999960619E-2</c:v>
                </c:pt>
                <c:pt idx="470">
                  <c:v>1.0799999999960619E-2</c:v>
                </c:pt>
                <c:pt idx="471">
                  <c:v>1.0799999999960619E-2</c:v>
                </c:pt>
                <c:pt idx="472">
                  <c:v>1.0799999999960619E-2</c:v>
                </c:pt>
                <c:pt idx="473">
                  <c:v>1.0799999999960619E-2</c:v>
                </c:pt>
                <c:pt idx="474">
                  <c:v>1.1199999999973898E-2</c:v>
                </c:pt>
                <c:pt idx="475">
                  <c:v>1.1499999999955435E-2</c:v>
                </c:pt>
                <c:pt idx="476">
                  <c:v>1.1699999999962074E-2</c:v>
                </c:pt>
                <c:pt idx="477">
                  <c:v>1.1799999999993815E-2</c:v>
                </c:pt>
                <c:pt idx="478">
                  <c:v>1.1899999999968713E-2</c:v>
                </c:pt>
                <c:pt idx="479">
                  <c:v>1.2000000000000455E-2</c:v>
                </c:pt>
                <c:pt idx="480">
                  <c:v>1.2000000000000455E-2</c:v>
                </c:pt>
                <c:pt idx="481">
                  <c:v>1.2000000000000455E-2</c:v>
                </c:pt>
                <c:pt idx="482">
                  <c:v>1.2099999999975353E-2</c:v>
                </c:pt>
                <c:pt idx="483">
                  <c:v>1.2099999999975353E-2</c:v>
                </c:pt>
                <c:pt idx="484">
                  <c:v>1.2099999999975353E-2</c:v>
                </c:pt>
                <c:pt idx="485">
                  <c:v>1.2099999999975353E-2</c:v>
                </c:pt>
                <c:pt idx="486">
                  <c:v>1.2099999999975353E-2</c:v>
                </c:pt>
                <c:pt idx="487">
                  <c:v>1.2199999999950251E-2</c:v>
                </c:pt>
                <c:pt idx="488">
                  <c:v>1.2199999999950251E-2</c:v>
                </c:pt>
                <c:pt idx="489">
                  <c:v>1.2199999999950251E-2</c:v>
                </c:pt>
                <c:pt idx="490">
                  <c:v>1.2199999999950251E-2</c:v>
                </c:pt>
                <c:pt idx="491">
                  <c:v>1.2199999999950251E-2</c:v>
                </c:pt>
                <c:pt idx="492">
                  <c:v>1.2199999999950251E-2</c:v>
                </c:pt>
                <c:pt idx="493">
                  <c:v>1.2199999999950251E-2</c:v>
                </c:pt>
                <c:pt idx="494">
                  <c:v>1.2199999999950251E-2</c:v>
                </c:pt>
                <c:pt idx="495">
                  <c:v>1.2199999999950251E-2</c:v>
                </c:pt>
                <c:pt idx="496">
                  <c:v>1.2199999999950251E-2</c:v>
                </c:pt>
                <c:pt idx="497">
                  <c:v>1.2199999999950251E-2</c:v>
                </c:pt>
                <c:pt idx="498">
                  <c:v>1.2199999999950251E-2</c:v>
                </c:pt>
                <c:pt idx="499">
                  <c:v>1.1899999999968713E-2</c:v>
                </c:pt>
                <c:pt idx="500">
                  <c:v>1.1399999999980537E-2</c:v>
                </c:pt>
                <c:pt idx="501">
                  <c:v>1.0999999999967258E-2</c:v>
                </c:pt>
                <c:pt idx="502">
                  <c:v>1.0799999999960619E-2</c:v>
                </c:pt>
                <c:pt idx="503">
                  <c:v>1.059999999995398E-2</c:v>
                </c:pt>
                <c:pt idx="504">
                  <c:v>1.0499999999979082E-2</c:v>
                </c:pt>
                <c:pt idx="505">
                  <c:v>1.039999999994734E-2</c:v>
                </c:pt>
                <c:pt idx="506">
                  <c:v>1.039999999994734E-2</c:v>
                </c:pt>
                <c:pt idx="507">
                  <c:v>1.0299999999972442E-2</c:v>
                </c:pt>
                <c:pt idx="508">
                  <c:v>1.0299999999972442E-2</c:v>
                </c:pt>
                <c:pt idx="509">
                  <c:v>1.0199999999997544E-2</c:v>
                </c:pt>
                <c:pt idx="510">
                  <c:v>1.0199999999997544E-2</c:v>
                </c:pt>
                <c:pt idx="511">
                  <c:v>1.0199999999997544E-2</c:v>
                </c:pt>
                <c:pt idx="512">
                  <c:v>1.0199999999997544E-2</c:v>
                </c:pt>
                <c:pt idx="513">
                  <c:v>1.0099999999965803E-2</c:v>
                </c:pt>
                <c:pt idx="514">
                  <c:v>1.0099999999965803E-2</c:v>
                </c:pt>
                <c:pt idx="515">
                  <c:v>1.0099999999965803E-2</c:v>
                </c:pt>
                <c:pt idx="516">
                  <c:v>1.0099999999965803E-2</c:v>
                </c:pt>
                <c:pt idx="517">
                  <c:v>1.0099999999965803E-2</c:v>
                </c:pt>
                <c:pt idx="518">
                  <c:v>1.0099999999965803E-2</c:v>
                </c:pt>
                <c:pt idx="519">
                  <c:v>1.0099999999965803E-2</c:v>
                </c:pt>
                <c:pt idx="520">
                  <c:v>1.0099999999965803E-2</c:v>
                </c:pt>
                <c:pt idx="521">
                  <c:v>1.0099999999965803E-2</c:v>
                </c:pt>
                <c:pt idx="522">
                  <c:v>1.0099999999965803E-2</c:v>
                </c:pt>
                <c:pt idx="523">
                  <c:v>1.0099999999965803E-2</c:v>
                </c:pt>
                <c:pt idx="524">
                  <c:v>1.0099999999965803E-2</c:v>
                </c:pt>
                <c:pt idx="525">
                  <c:v>1.0099999999965803E-2</c:v>
                </c:pt>
                <c:pt idx="526">
                  <c:v>1.0099999999965803E-2</c:v>
                </c:pt>
                <c:pt idx="527">
                  <c:v>1.0099999999965803E-2</c:v>
                </c:pt>
                <c:pt idx="528">
                  <c:v>1.0099999999965803E-2</c:v>
                </c:pt>
                <c:pt idx="529">
                  <c:v>1.0099999999965803E-2</c:v>
                </c:pt>
                <c:pt idx="530">
                  <c:v>1.0299999999972442E-2</c:v>
                </c:pt>
                <c:pt idx="531">
                  <c:v>1.059999999995398E-2</c:v>
                </c:pt>
                <c:pt idx="532">
                  <c:v>1.0699999999985721E-2</c:v>
                </c:pt>
              </c:numCache>
            </c:numRef>
          </c:yVal>
          <c:smooth val="1"/>
          <c:extLst>
            <c:ext xmlns:c16="http://schemas.microsoft.com/office/drawing/2014/chart" uri="{C3380CC4-5D6E-409C-BE32-E72D297353CC}">
              <c16:uniqueId val="{00000023-1510-4437-9CAD-7ED8315A59D8}"/>
            </c:ext>
          </c:extLst>
        </c:ser>
        <c:ser>
          <c:idx val="36"/>
          <c:order val="36"/>
          <c:tx>
            <c:strRef>
              <c:f>SM50000_TEMPSoc5l2_50000!$PY$1</c:f>
              <c:strCache>
                <c:ptCount val="1"/>
                <c:pt idx="0">
                  <c:v>TELE_SM_INTERIOR.296</c:v>
                </c:pt>
              </c:strCache>
            </c:strRef>
          </c:tx>
          <c:spPr>
            <a:ln w="19050" cap="rnd">
              <a:solidFill>
                <a:schemeClr val="accent1">
                  <a:lumMod val="70000"/>
                  <a:lumOff val="30000"/>
                </a:schemeClr>
              </a:solidFill>
              <a:round/>
            </a:ln>
            <a:effectLst/>
          </c:spPr>
          <c:marker>
            <c:symbol val="circle"/>
            <c:size val="5"/>
            <c:spPr>
              <a:solidFill>
                <a:schemeClr val="accent1">
                  <a:lumMod val="70000"/>
                  <a:lumOff val="30000"/>
                </a:schemeClr>
              </a:solidFill>
              <a:ln w="9525">
                <a:solidFill>
                  <a:schemeClr val="accent1">
                    <a:lumMod val="70000"/>
                    <a:lumOff val="3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SM50000_TEMPSoc5l2_50000!$PY$2:$PY$536</c:f>
              <c:numCache>
                <c:formatCode>General</c:formatCode>
                <c:ptCount val="533"/>
                <c:pt idx="0">
                  <c:v>0</c:v>
                </c:pt>
                <c:pt idx="1">
                  <c:v>1.5000000000213731E-3</c:v>
                </c:pt>
                <c:pt idx="2">
                  <c:v>3.1999999999925421E-3</c:v>
                </c:pt>
                <c:pt idx="3">
                  <c:v>4.400000000032378E-3</c:v>
                </c:pt>
                <c:pt idx="4">
                  <c:v>5.3000000000338332E-3</c:v>
                </c:pt>
                <c:pt idx="5">
                  <c:v>5.8999999999969077E-3</c:v>
                </c:pt>
                <c:pt idx="6">
                  <c:v>6.5000000000168257E-3</c:v>
                </c:pt>
                <c:pt idx="7">
                  <c:v>6.9000000000301043E-3</c:v>
                </c:pt>
                <c:pt idx="8">
                  <c:v>7.2999999999865395E-3</c:v>
                </c:pt>
                <c:pt idx="9">
                  <c:v>7.6000000000249202E-3</c:v>
                </c:pt>
                <c:pt idx="10">
                  <c:v>7.9000000000064574E-3</c:v>
                </c:pt>
                <c:pt idx="11">
                  <c:v>8.1999999999879947E-3</c:v>
                </c:pt>
                <c:pt idx="12">
                  <c:v>8.399999999994634E-3</c:v>
                </c:pt>
                <c:pt idx="13">
                  <c:v>8.6000000000012733E-3</c:v>
                </c:pt>
                <c:pt idx="14">
                  <c:v>8.8000000000079126E-3</c:v>
                </c:pt>
                <c:pt idx="15">
                  <c:v>9.0000000000145519E-3</c:v>
                </c:pt>
                <c:pt idx="16">
                  <c:v>9.2000000000211912E-3</c:v>
                </c:pt>
                <c:pt idx="17">
                  <c:v>9.4000000000278305E-3</c:v>
                </c:pt>
                <c:pt idx="18">
                  <c:v>9.5000000000027285E-3</c:v>
                </c:pt>
                <c:pt idx="19">
                  <c:v>9.7000000000093678E-3</c:v>
                </c:pt>
                <c:pt idx="20">
                  <c:v>9.7999999999842657E-3</c:v>
                </c:pt>
                <c:pt idx="21">
                  <c:v>9.9999999999909051E-3</c:v>
                </c:pt>
                <c:pt idx="22">
                  <c:v>1.0100000000022646E-2</c:v>
                </c:pt>
                <c:pt idx="23">
                  <c:v>1.0199999999997544E-2</c:v>
                </c:pt>
                <c:pt idx="24">
                  <c:v>1.0300000000029286E-2</c:v>
                </c:pt>
                <c:pt idx="25">
                  <c:v>1.0400000000004184E-2</c:v>
                </c:pt>
                <c:pt idx="26">
                  <c:v>1.0400000000004184E-2</c:v>
                </c:pt>
                <c:pt idx="27">
                  <c:v>1.0300000000029286E-2</c:v>
                </c:pt>
                <c:pt idx="28">
                  <c:v>1.0100000000022646E-2</c:v>
                </c:pt>
                <c:pt idx="29">
                  <c:v>9.9000000000160071E-3</c:v>
                </c:pt>
                <c:pt idx="30">
                  <c:v>9.7999999999842657E-3</c:v>
                </c:pt>
                <c:pt idx="31">
                  <c:v>9.7000000000093678E-3</c:v>
                </c:pt>
                <c:pt idx="32">
                  <c:v>9.6000000000344698E-3</c:v>
                </c:pt>
                <c:pt idx="33">
                  <c:v>9.6000000000344698E-3</c:v>
                </c:pt>
                <c:pt idx="34">
                  <c:v>9.6000000000344698E-3</c:v>
                </c:pt>
                <c:pt idx="35">
                  <c:v>9.6000000000344698E-3</c:v>
                </c:pt>
                <c:pt idx="36">
                  <c:v>9.6000000000344698E-3</c:v>
                </c:pt>
                <c:pt idx="37">
                  <c:v>9.6000000000344698E-3</c:v>
                </c:pt>
                <c:pt idx="38">
                  <c:v>9.6000000000344698E-3</c:v>
                </c:pt>
                <c:pt idx="39">
                  <c:v>9.6000000000344698E-3</c:v>
                </c:pt>
                <c:pt idx="40">
                  <c:v>9.6000000000344698E-3</c:v>
                </c:pt>
                <c:pt idx="41">
                  <c:v>9.7000000000093678E-3</c:v>
                </c:pt>
                <c:pt idx="42">
                  <c:v>9.7000000000093678E-3</c:v>
                </c:pt>
                <c:pt idx="43">
                  <c:v>9.7000000000093678E-3</c:v>
                </c:pt>
                <c:pt idx="44">
                  <c:v>9.7000000000093678E-3</c:v>
                </c:pt>
                <c:pt idx="45">
                  <c:v>9.7000000000093678E-3</c:v>
                </c:pt>
                <c:pt idx="46">
                  <c:v>9.7000000000093678E-3</c:v>
                </c:pt>
                <c:pt idx="47">
                  <c:v>9.7000000000093678E-3</c:v>
                </c:pt>
                <c:pt idx="48">
                  <c:v>9.7999999999842657E-3</c:v>
                </c:pt>
                <c:pt idx="49">
                  <c:v>9.7999999999842657E-3</c:v>
                </c:pt>
                <c:pt idx="50">
                  <c:v>9.7999999999842657E-3</c:v>
                </c:pt>
                <c:pt idx="51">
                  <c:v>9.7999999999842657E-3</c:v>
                </c:pt>
                <c:pt idx="52">
                  <c:v>9.7999999999842657E-3</c:v>
                </c:pt>
                <c:pt idx="53">
                  <c:v>9.7999999999842657E-3</c:v>
                </c:pt>
                <c:pt idx="54">
                  <c:v>9.7999999999842657E-3</c:v>
                </c:pt>
                <c:pt idx="55">
                  <c:v>9.7999999999842657E-3</c:v>
                </c:pt>
                <c:pt idx="56">
                  <c:v>9.9000000000160071E-3</c:v>
                </c:pt>
                <c:pt idx="57">
                  <c:v>9.9000000000160071E-3</c:v>
                </c:pt>
                <c:pt idx="58">
                  <c:v>1.0100000000022646E-2</c:v>
                </c:pt>
                <c:pt idx="59">
                  <c:v>1.0199999999997544E-2</c:v>
                </c:pt>
                <c:pt idx="60">
                  <c:v>1.0400000000004184E-2</c:v>
                </c:pt>
                <c:pt idx="61">
                  <c:v>1.0400000000004184E-2</c:v>
                </c:pt>
                <c:pt idx="62">
                  <c:v>1.0499999999979082E-2</c:v>
                </c:pt>
                <c:pt idx="63">
                  <c:v>1.0600000000010823E-2</c:v>
                </c:pt>
                <c:pt idx="64">
                  <c:v>1.0600000000010823E-2</c:v>
                </c:pt>
                <c:pt idx="65">
                  <c:v>1.0699999999985721E-2</c:v>
                </c:pt>
                <c:pt idx="66">
                  <c:v>1.0699999999985721E-2</c:v>
                </c:pt>
                <c:pt idx="67">
                  <c:v>1.0699999999985721E-2</c:v>
                </c:pt>
                <c:pt idx="68">
                  <c:v>1.0699999999985721E-2</c:v>
                </c:pt>
                <c:pt idx="69">
                  <c:v>1.0800000000017462E-2</c:v>
                </c:pt>
                <c:pt idx="70">
                  <c:v>1.0800000000017462E-2</c:v>
                </c:pt>
                <c:pt idx="71">
                  <c:v>1.0800000000017462E-2</c:v>
                </c:pt>
                <c:pt idx="72">
                  <c:v>1.0800000000017462E-2</c:v>
                </c:pt>
                <c:pt idx="73">
                  <c:v>1.0800000000017462E-2</c:v>
                </c:pt>
                <c:pt idx="74">
                  <c:v>1.0800000000017462E-2</c:v>
                </c:pt>
                <c:pt idx="75">
                  <c:v>1.0800000000017462E-2</c:v>
                </c:pt>
                <c:pt idx="76">
                  <c:v>1.0800000000017462E-2</c:v>
                </c:pt>
                <c:pt idx="77">
                  <c:v>1.089999999999236E-2</c:v>
                </c:pt>
                <c:pt idx="78">
                  <c:v>1.089999999999236E-2</c:v>
                </c:pt>
                <c:pt idx="79">
                  <c:v>1.089999999999236E-2</c:v>
                </c:pt>
                <c:pt idx="80">
                  <c:v>1.089999999999236E-2</c:v>
                </c:pt>
                <c:pt idx="81">
                  <c:v>1.089999999999236E-2</c:v>
                </c:pt>
                <c:pt idx="82">
                  <c:v>1.089999999999236E-2</c:v>
                </c:pt>
                <c:pt idx="83">
                  <c:v>1.089999999999236E-2</c:v>
                </c:pt>
                <c:pt idx="84">
                  <c:v>1.089999999999236E-2</c:v>
                </c:pt>
                <c:pt idx="85">
                  <c:v>1.089999999999236E-2</c:v>
                </c:pt>
                <c:pt idx="86">
                  <c:v>1.089999999999236E-2</c:v>
                </c:pt>
                <c:pt idx="87">
                  <c:v>1.089999999999236E-2</c:v>
                </c:pt>
                <c:pt idx="88">
                  <c:v>1.089999999999236E-2</c:v>
                </c:pt>
                <c:pt idx="89">
                  <c:v>1.089999999999236E-2</c:v>
                </c:pt>
                <c:pt idx="90">
                  <c:v>1.089999999999236E-2</c:v>
                </c:pt>
                <c:pt idx="91">
                  <c:v>1.089999999999236E-2</c:v>
                </c:pt>
                <c:pt idx="92">
                  <c:v>1.089999999999236E-2</c:v>
                </c:pt>
                <c:pt idx="93">
                  <c:v>1.089999999999236E-2</c:v>
                </c:pt>
                <c:pt idx="94">
                  <c:v>1.089999999999236E-2</c:v>
                </c:pt>
                <c:pt idx="95">
                  <c:v>1.089999999999236E-2</c:v>
                </c:pt>
                <c:pt idx="96">
                  <c:v>1.089999999999236E-2</c:v>
                </c:pt>
                <c:pt idx="97">
                  <c:v>1.089999999999236E-2</c:v>
                </c:pt>
                <c:pt idx="98">
                  <c:v>1.089999999999236E-2</c:v>
                </c:pt>
                <c:pt idx="99">
                  <c:v>1.089999999999236E-2</c:v>
                </c:pt>
                <c:pt idx="100">
                  <c:v>1.089999999999236E-2</c:v>
                </c:pt>
                <c:pt idx="101">
                  <c:v>1.089999999999236E-2</c:v>
                </c:pt>
                <c:pt idx="102">
                  <c:v>1.089999999999236E-2</c:v>
                </c:pt>
                <c:pt idx="103">
                  <c:v>1.089999999999236E-2</c:v>
                </c:pt>
                <c:pt idx="104">
                  <c:v>1.089999999999236E-2</c:v>
                </c:pt>
                <c:pt idx="105">
                  <c:v>1.089999999999236E-2</c:v>
                </c:pt>
                <c:pt idx="106">
                  <c:v>1.089999999999236E-2</c:v>
                </c:pt>
                <c:pt idx="107">
                  <c:v>1.089999999999236E-2</c:v>
                </c:pt>
                <c:pt idx="108">
                  <c:v>1.089999999999236E-2</c:v>
                </c:pt>
                <c:pt idx="109">
                  <c:v>1.0800000000017462E-2</c:v>
                </c:pt>
                <c:pt idx="110">
                  <c:v>1.0800000000017462E-2</c:v>
                </c:pt>
                <c:pt idx="111">
                  <c:v>1.0699999999985721E-2</c:v>
                </c:pt>
                <c:pt idx="112">
                  <c:v>1.0699999999985721E-2</c:v>
                </c:pt>
                <c:pt idx="113">
                  <c:v>1.0600000000010823E-2</c:v>
                </c:pt>
                <c:pt idx="114">
                  <c:v>1.0600000000010823E-2</c:v>
                </c:pt>
                <c:pt idx="115">
                  <c:v>1.0600000000010823E-2</c:v>
                </c:pt>
                <c:pt idx="116">
                  <c:v>1.0600000000010823E-2</c:v>
                </c:pt>
                <c:pt idx="117">
                  <c:v>1.0600000000010823E-2</c:v>
                </c:pt>
                <c:pt idx="118">
                  <c:v>1.0600000000010823E-2</c:v>
                </c:pt>
                <c:pt idx="119">
                  <c:v>1.0600000000010823E-2</c:v>
                </c:pt>
                <c:pt idx="120">
                  <c:v>1.0600000000010823E-2</c:v>
                </c:pt>
                <c:pt idx="121">
                  <c:v>1.0600000000010823E-2</c:v>
                </c:pt>
                <c:pt idx="122">
                  <c:v>1.0600000000010823E-2</c:v>
                </c:pt>
                <c:pt idx="123">
                  <c:v>1.0600000000010823E-2</c:v>
                </c:pt>
                <c:pt idx="124">
                  <c:v>1.0499999999979082E-2</c:v>
                </c:pt>
                <c:pt idx="125">
                  <c:v>1.0499999999979082E-2</c:v>
                </c:pt>
                <c:pt idx="126">
                  <c:v>1.0499999999979082E-2</c:v>
                </c:pt>
                <c:pt idx="127">
                  <c:v>1.0499999999979082E-2</c:v>
                </c:pt>
                <c:pt idx="128">
                  <c:v>1.0499999999979082E-2</c:v>
                </c:pt>
                <c:pt idx="129">
                  <c:v>1.0499999999979082E-2</c:v>
                </c:pt>
                <c:pt idx="130">
                  <c:v>1.0499999999979082E-2</c:v>
                </c:pt>
                <c:pt idx="131">
                  <c:v>1.0499999999979082E-2</c:v>
                </c:pt>
                <c:pt idx="132">
                  <c:v>1.0499999999979082E-2</c:v>
                </c:pt>
                <c:pt idx="133">
                  <c:v>1.0499999999979082E-2</c:v>
                </c:pt>
                <c:pt idx="134">
                  <c:v>1.0499999999979082E-2</c:v>
                </c:pt>
                <c:pt idx="135">
                  <c:v>1.0499999999979082E-2</c:v>
                </c:pt>
                <c:pt idx="136">
                  <c:v>1.0499999999979082E-2</c:v>
                </c:pt>
                <c:pt idx="137">
                  <c:v>1.0499999999979082E-2</c:v>
                </c:pt>
                <c:pt idx="138">
                  <c:v>1.0499999999979082E-2</c:v>
                </c:pt>
                <c:pt idx="139">
                  <c:v>1.0499999999979082E-2</c:v>
                </c:pt>
                <c:pt idx="140">
                  <c:v>1.0499999999979082E-2</c:v>
                </c:pt>
                <c:pt idx="141">
                  <c:v>1.0499999999979082E-2</c:v>
                </c:pt>
                <c:pt idx="142">
                  <c:v>1.0499999999979082E-2</c:v>
                </c:pt>
                <c:pt idx="143">
                  <c:v>1.0499999999979082E-2</c:v>
                </c:pt>
                <c:pt idx="144">
                  <c:v>1.0499999999979082E-2</c:v>
                </c:pt>
                <c:pt idx="145">
                  <c:v>1.0499999999979082E-2</c:v>
                </c:pt>
                <c:pt idx="146">
                  <c:v>1.0600000000010823E-2</c:v>
                </c:pt>
                <c:pt idx="147">
                  <c:v>1.0600000000010823E-2</c:v>
                </c:pt>
                <c:pt idx="148">
                  <c:v>1.0600000000010823E-2</c:v>
                </c:pt>
                <c:pt idx="149">
                  <c:v>1.0600000000010823E-2</c:v>
                </c:pt>
                <c:pt idx="150">
                  <c:v>1.0600000000010823E-2</c:v>
                </c:pt>
                <c:pt idx="151">
                  <c:v>1.0600000000010823E-2</c:v>
                </c:pt>
                <c:pt idx="152">
                  <c:v>1.0600000000010823E-2</c:v>
                </c:pt>
                <c:pt idx="153">
                  <c:v>1.0600000000010823E-2</c:v>
                </c:pt>
                <c:pt idx="154">
                  <c:v>1.0600000000010823E-2</c:v>
                </c:pt>
                <c:pt idx="155">
                  <c:v>1.0600000000010823E-2</c:v>
                </c:pt>
                <c:pt idx="156">
                  <c:v>1.0600000000010823E-2</c:v>
                </c:pt>
                <c:pt idx="157">
                  <c:v>1.0600000000010823E-2</c:v>
                </c:pt>
                <c:pt idx="158">
                  <c:v>1.0699999999985721E-2</c:v>
                </c:pt>
                <c:pt idx="159">
                  <c:v>1.089999999999236E-2</c:v>
                </c:pt>
                <c:pt idx="160">
                  <c:v>1.1099999999999E-2</c:v>
                </c:pt>
                <c:pt idx="161">
                  <c:v>1.1300000000005639E-2</c:v>
                </c:pt>
                <c:pt idx="162">
                  <c:v>1.1399999999980537E-2</c:v>
                </c:pt>
                <c:pt idx="163">
                  <c:v>1.1500000000012278E-2</c:v>
                </c:pt>
                <c:pt idx="164">
                  <c:v>1.1500000000012278E-2</c:v>
                </c:pt>
                <c:pt idx="165">
                  <c:v>1.1599999999987176E-2</c:v>
                </c:pt>
                <c:pt idx="166">
                  <c:v>1.1599999999987176E-2</c:v>
                </c:pt>
                <c:pt idx="167">
                  <c:v>1.1700000000018917E-2</c:v>
                </c:pt>
                <c:pt idx="168">
                  <c:v>1.1700000000018917E-2</c:v>
                </c:pt>
                <c:pt idx="169">
                  <c:v>1.1700000000018917E-2</c:v>
                </c:pt>
                <c:pt idx="170">
                  <c:v>1.1700000000018917E-2</c:v>
                </c:pt>
                <c:pt idx="171">
                  <c:v>1.1700000000018917E-2</c:v>
                </c:pt>
                <c:pt idx="172">
                  <c:v>1.1799999999993815E-2</c:v>
                </c:pt>
                <c:pt idx="173">
                  <c:v>1.1799999999993815E-2</c:v>
                </c:pt>
                <c:pt idx="174">
                  <c:v>1.1799999999993815E-2</c:v>
                </c:pt>
                <c:pt idx="175">
                  <c:v>1.1799999999993815E-2</c:v>
                </c:pt>
                <c:pt idx="176">
                  <c:v>1.1799999999993815E-2</c:v>
                </c:pt>
                <c:pt idx="177">
                  <c:v>1.1799999999993815E-2</c:v>
                </c:pt>
                <c:pt idx="178">
                  <c:v>1.1799999999993815E-2</c:v>
                </c:pt>
                <c:pt idx="179">
                  <c:v>1.1799999999993815E-2</c:v>
                </c:pt>
                <c:pt idx="180">
                  <c:v>1.1799999999993815E-2</c:v>
                </c:pt>
                <c:pt idx="181">
                  <c:v>1.1799999999993815E-2</c:v>
                </c:pt>
                <c:pt idx="182">
                  <c:v>1.1799999999993815E-2</c:v>
                </c:pt>
                <c:pt idx="183">
                  <c:v>1.1799999999993815E-2</c:v>
                </c:pt>
                <c:pt idx="184">
                  <c:v>1.1500000000012278E-2</c:v>
                </c:pt>
                <c:pt idx="185">
                  <c:v>1.1200000000030741E-2</c:v>
                </c:pt>
                <c:pt idx="186">
                  <c:v>1.089999999999236E-2</c:v>
                </c:pt>
                <c:pt idx="187">
                  <c:v>1.0800000000017462E-2</c:v>
                </c:pt>
                <c:pt idx="188">
                  <c:v>1.0600000000010823E-2</c:v>
                </c:pt>
                <c:pt idx="189">
                  <c:v>1.0499999999979082E-2</c:v>
                </c:pt>
                <c:pt idx="190">
                  <c:v>1.0400000000004184E-2</c:v>
                </c:pt>
                <c:pt idx="191">
                  <c:v>1.0400000000004184E-2</c:v>
                </c:pt>
                <c:pt idx="192">
                  <c:v>1.0300000000029286E-2</c:v>
                </c:pt>
                <c:pt idx="193">
                  <c:v>1.0300000000029286E-2</c:v>
                </c:pt>
                <c:pt idx="194">
                  <c:v>1.0300000000029286E-2</c:v>
                </c:pt>
                <c:pt idx="195">
                  <c:v>1.0199999999997544E-2</c:v>
                </c:pt>
                <c:pt idx="196">
                  <c:v>1.0199999999997544E-2</c:v>
                </c:pt>
                <c:pt idx="197">
                  <c:v>1.0199999999997544E-2</c:v>
                </c:pt>
                <c:pt idx="198">
                  <c:v>1.0199999999997544E-2</c:v>
                </c:pt>
                <c:pt idx="199">
                  <c:v>1.0100000000022646E-2</c:v>
                </c:pt>
                <c:pt idx="200">
                  <c:v>1.0100000000022646E-2</c:v>
                </c:pt>
                <c:pt idx="201">
                  <c:v>1.0100000000022646E-2</c:v>
                </c:pt>
                <c:pt idx="202">
                  <c:v>1.0100000000022646E-2</c:v>
                </c:pt>
                <c:pt idx="203">
                  <c:v>1.0100000000022646E-2</c:v>
                </c:pt>
                <c:pt idx="204">
                  <c:v>1.0100000000022646E-2</c:v>
                </c:pt>
                <c:pt idx="205">
                  <c:v>1.0100000000022646E-2</c:v>
                </c:pt>
                <c:pt idx="206">
                  <c:v>1.0100000000022646E-2</c:v>
                </c:pt>
                <c:pt idx="207">
                  <c:v>1.0100000000022646E-2</c:v>
                </c:pt>
                <c:pt idx="208">
                  <c:v>1.0100000000022646E-2</c:v>
                </c:pt>
                <c:pt idx="209">
                  <c:v>9.9999999999909051E-3</c:v>
                </c:pt>
                <c:pt idx="210">
                  <c:v>9.9999999999909051E-3</c:v>
                </c:pt>
                <c:pt idx="211">
                  <c:v>9.9999999999909051E-3</c:v>
                </c:pt>
                <c:pt idx="212">
                  <c:v>9.9999999999909051E-3</c:v>
                </c:pt>
                <c:pt idx="213">
                  <c:v>9.9999999999909051E-3</c:v>
                </c:pt>
                <c:pt idx="214">
                  <c:v>1.0100000000022646E-2</c:v>
                </c:pt>
                <c:pt idx="215">
                  <c:v>1.0300000000029286E-2</c:v>
                </c:pt>
                <c:pt idx="216">
                  <c:v>1.0400000000004184E-2</c:v>
                </c:pt>
                <c:pt idx="217">
                  <c:v>1.0499999999979082E-2</c:v>
                </c:pt>
                <c:pt idx="218">
                  <c:v>1.0600000000010823E-2</c:v>
                </c:pt>
                <c:pt idx="219">
                  <c:v>1.0600000000010823E-2</c:v>
                </c:pt>
                <c:pt idx="220">
                  <c:v>1.0699999999985721E-2</c:v>
                </c:pt>
                <c:pt idx="221">
                  <c:v>1.0699999999985721E-2</c:v>
                </c:pt>
                <c:pt idx="222">
                  <c:v>1.0800000000017462E-2</c:v>
                </c:pt>
                <c:pt idx="223">
                  <c:v>1.0800000000017462E-2</c:v>
                </c:pt>
                <c:pt idx="224">
                  <c:v>1.0800000000017462E-2</c:v>
                </c:pt>
                <c:pt idx="225">
                  <c:v>1.0800000000017462E-2</c:v>
                </c:pt>
                <c:pt idx="226">
                  <c:v>1.0800000000017462E-2</c:v>
                </c:pt>
                <c:pt idx="227">
                  <c:v>1.0800000000017462E-2</c:v>
                </c:pt>
                <c:pt idx="228">
                  <c:v>1.089999999999236E-2</c:v>
                </c:pt>
                <c:pt idx="229">
                  <c:v>1.089999999999236E-2</c:v>
                </c:pt>
                <c:pt idx="230">
                  <c:v>1.089999999999236E-2</c:v>
                </c:pt>
                <c:pt idx="231">
                  <c:v>1.089999999999236E-2</c:v>
                </c:pt>
                <c:pt idx="232">
                  <c:v>1.089999999999236E-2</c:v>
                </c:pt>
                <c:pt idx="233">
                  <c:v>1.089999999999236E-2</c:v>
                </c:pt>
                <c:pt idx="234">
                  <c:v>1.089999999999236E-2</c:v>
                </c:pt>
                <c:pt idx="235">
                  <c:v>1.089999999999236E-2</c:v>
                </c:pt>
                <c:pt idx="236">
                  <c:v>1.089999999999236E-2</c:v>
                </c:pt>
                <c:pt idx="237">
                  <c:v>1.089999999999236E-2</c:v>
                </c:pt>
                <c:pt idx="238">
                  <c:v>1.089999999999236E-2</c:v>
                </c:pt>
                <c:pt idx="239">
                  <c:v>1.089999999999236E-2</c:v>
                </c:pt>
                <c:pt idx="240">
                  <c:v>1.089999999999236E-2</c:v>
                </c:pt>
                <c:pt idx="241">
                  <c:v>1.089999999999236E-2</c:v>
                </c:pt>
                <c:pt idx="242">
                  <c:v>1.089999999999236E-2</c:v>
                </c:pt>
                <c:pt idx="243">
                  <c:v>1.089999999999236E-2</c:v>
                </c:pt>
                <c:pt idx="244">
                  <c:v>1.089999999999236E-2</c:v>
                </c:pt>
                <c:pt idx="245">
                  <c:v>1.089999999999236E-2</c:v>
                </c:pt>
                <c:pt idx="246">
                  <c:v>1.089999999999236E-2</c:v>
                </c:pt>
                <c:pt idx="247">
                  <c:v>1.089999999999236E-2</c:v>
                </c:pt>
                <c:pt idx="248">
                  <c:v>1.089999999999236E-2</c:v>
                </c:pt>
                <c:pt idx="249">
                  <c:v>1.089999999999236E-2</c:v>
                </c:pt>
                <c:pt idx="250">
                  <c:v>1.089999999999236E-2</c:v>
                </c:pt>
                <c:pt idx="251">
                  <c:v>1.089999999999236E-2</c:v>
                </c:pt>
                <c:pt idx="252">
                  <c:v>1.089999999999236E-2</c:v>
                </c:pt>
                <c:pt idx="253">
                  <c:v>1.089999999999236E-2</c:v>
                </c:pt>
                <c:pt idx="254">
                  <c:v>1.089999999999236E-2</c:v>
                </c:pt>
                <c:pt idx="255">
                  <c:v>1.089999999999236E-2</c:v>
                </c:pt>
                <c:pt idx="256">
                  <c:v>1.089999999999236E-2</c:v>
                </c:pt>
                <c:pt idx="257">
                  <c:v>1.089999999999236E-2</c:v>
                </c:pt>
                <c:pt idx="258">
                  <c:v>1.089999999999236E-2</c:v>
                </c:pt>
                <c:pt idx="259">
                  <c:v>1.089999999999236E-2</c:v>
                </c:pt>
                <c:pt idx="260">
                  <c:v>1.089999999999236E-2</c:v>
                </c:pt>
                <c:pt idx="261">
                  <c:v>1.089999999999236E-2</c:v>
                </c:pt>
                <c:pt idx="262">
                  <c:v>1.089999999999236E-2</c:v>
                </c:pt>
                <c:pt idx="263">
                  <c:v>1.089999999999236E-2</c:v>
                </c:pt>
                <c:pt idx="264">
                  <c:v>1.089999999999236E-2</c:v>
                </c:pt>
                <c:pt idx="265">
                  <c:v>1.089999999999236E-2</c:v>
                </c:pt>
                <c:pt idx="266">
                  <c:v>1.0800000000017462E-2</c:v>
                </c:pt>
                <c:pt idx="267">
                  <c:v>1.0800000000017462E-2</c:v>
                </c:pt>
                <c:pt idx="268">
                  <c:v>1.0699999999985721E-2</c:v>
                </c:pt>
                <c:pt idx="269">
                  <c:v>1.0699999999985721E-2</c:v>
                </c:pt>
                <c:pt idx="270">
                  <c:v>1.0600000000010823E-2</c:v>
                </c:pt>
                <c:pt idx="271">
                  <c:v>1.0600000000010823E-2</c:v>
                </c:pt>
                <c:pt idx="272">
                  <c:v>1.0600000000010823E-2</c:v>
                </c:pt>
                <c:pt idx="273">
                  <c:v>1.0600000000010823E-2</c:v>
                </c:pt>
                <c:pt idx="274">
                  <c:v>1.0600000000010823E-2</c:v>
                </c:pt>
                <c:pt idx="275">
                  <c:v>1.0600000000010823E-2</c:v>
                </c:pt>
                <c:pt idx="276">
                  <c:v>1.0600000000010823E-2</c:v>
                </c:pt>
                <c:pt idx="277">
                  <c:v>1.0600000000010823E-2</c:v>
                </c:pt>
                <c:pt idx="278">
                  <c:v>1.0600000000010823E-2</c:v>
                </c:pt>
                <c:pt idx="279">
                  <c:v>1.0600000000010823E-2</c:v>
                </c:pt>
                <c:pt idx="280">
                  <c:v>1.0600000000010823E-2</c:v>
                </c:pt>
                <c:pt idx="281">
                  <c:v>1.0600000000010823E-2</c:v>
                </c:pt>
                <c:pt idx="282">
                  <c:v>1.0499999999979082E-2</c:v>
                </c:pt>
                <c:pt idx="283">
                  <c:v>1.0499999999979082E-2</c:v>
                </c:pt>
                <c:pt idx="284">
                  <c:v>1.0499999999979082E-2</c:v>
                </c:pt>
                <c:pt idx="285">
                  <c:v>1.0499999999979082E-2</c:v>
                </c:pt>
                <c:pt idx="286">
                  <c:v>1.0499999999979082E-2</c:v>
                </c:pt>
                <c:pt idx="287">
                  <c:v>1.0499999999979082E-2</c:v>
                </c:pt>
                <c:pt idx="288">
                  <c:v>1.0499999999979082E-2</c:v>
                </c:pt>
                <c:pt idx="289">
                  <c:v>1.0499999999979082E-2</c:v>
                </c:pt>
                <c:pt idx="290">
                  <c:v>1.0499999999979082E-2</c:v>
                </c:pt>
                <c:pt idx="291">
                  <c:v>1.0499999999979082E-2</c:v>
                </c:pt>
                <c:pt idx="292">
                  <c:v>1.0499999999979082E-2</c:v>
                </c:pt>
                <c:pt idx="293">
                  <c:v>1.0499999999979082E-2</c:v>
                </c:pt>
                <c:pt idx="294">
                  <c:v>1.0499999999979082E-2</c:v>
                </c:pt>
                <c:pt idx="295">
                  <c:v>1.0499999999979082E-2</c:v>
                </c:pt>
                <c:pt idx="296">
                  <c:v>1.0499999999979082E-2</c:v>
                </c:pt>
                <c:pt idx="297">
                  <c:v>1.0499999999979082E-2</c:v>
                </c:pt>
                <c:pt idx="298">
                  <c:v>1.0499999999979082E-2</c:v>
                </c:pt>
                <c:pt idx="299">
                  <c:v>1.0499999999979082E-2</c:v>
                </c:pt>
                <c:pt idx="300">
                  <c:v>1.0499999999979082E-2</c:v>
                </c:pt>
                <c:pt idx="301">
                  <c:v>1.0499999999979082E-2</c:v>
                </c:pt>
                <c:pt idx="302">
                  <c:v>1.0499999999979082E-2</c:v>
                </c:pt>
                <c:pt idx="303">
                  <c:v>1.0600000000010823E-2</c:v>
                </c:pt>
                <c:pt idx="304">
                  <c:v>1.0600000000010823E-2</c:v>
                </c:pt>
                <c:pt idx="305">
                  <c:v>1.0600000000010823E-2</c:v>
                </c:pt>
                <c:pt idx="306">
                  <c:v>1.0600000000010823E-2</c:v>
                </c:pt>
                <c:pt idx="307">
                  <c:v>1.0600000000010823E-2</c:v>
                </c:pt>
                <c:pt idx="308">
                  <c:v>1.0600000000010823E-2</c:v>
                </c:pt>
                <c:pt idx="309">
                  <c:v>1.0600000000010823E-2</c:v>
                </c:pt>
                <c:pt idx="310">
                  <c:v>1.0600000000010823E-2</c:v>
                </c:pt>
                <c:pt idx="311">
                  <c:v>1.0600000000010823E-2</c:v>
                </c:pt>
                <c:pt idx="312">
                  <c:v>1.0600000000010823E-2</c:v>
                </c:pt>
                <c:pt idx="313">
                  <c:v>1.0600000000010823E-2</c:v>
                </c:pt>
                <c:pt idx="314">
                  <c:v>1.0600000000010823E-2</c:v>
                </c:pt>
                <c:pt idx="315">
                  <c:v>1.0699999999985721E-2</c:v>
                </c:pt>
                <c:pt idx="316">
                  <c:v>1.089999999999236E-2</c:v>
                </c:pt>
                <c:pt idx="317">
                  <c:v>1.1099999999999E-2</c:v>
                </c:pt>
                <c:pt idx="318">
                  <c:v>1.1300000000005639E-2</c:v>
                </c:pt>
                <c:pt idx="319">
                  <c:v>1.1399999999980537E-2</c:v>
                </c:pt>
                <c:pt idx="320">
                  <c:v>1.1500000000012278E-2</c:v>
                </c:pt>
                <c:pt idx="321">
                  <c:v>1.1500000000012278E-2</c:v>
                </c:pt>
                <c:pt idx="322">
                  <c:v>1.1599999999987176E-2</c:v>
                </c:pt>
                <c:pt idx="323">
                  <c:v>1.1599999999987176E-2</c:v>
                </c:pt>
                <c:pt idx="324">
                  <c:v>1.1700000000018917E-2</c:v>
                </c:pt>
                <c:pt idx="325">
                  <c:v>1.1700000000018917E-2</c:v>
                </c:pt>
                <c:pt idx="326">
                  <c:v>1.1700000000018917E-2</c:v>
                </c:pt>
                <c:pt idx="327">
                  <c:v>1.1700000000018917E-2</c:v>
                </c:pt>
                <c:pt idx="328">
                  <c:v>1.1700000000018917E-2</c:v>
                </c:pt>
                <c:pt idx="329">
                  <c:v>1.1799999999993815E-2</c:v>
                </c:pt>
                <c:pt idx="330">
                  <c:v>1.1799999999993815E-2</c:v>
                </c:pt>
                <c:pt idx="331">
                  <c:v>1.1799999999993815E-2</c:v>
                </c:pt>
                <c:pt idx="332">
                  <c:v>1.1799999999993815E-2</c:v>
                </c:pt>
                <c:pt idx="333">
                  <c:v>1.1799999999993815E-2</c:v>
                </c:pt>
                <c:pt idx="334">
                  <c:v>1.1799999999993815E-2</c:v>
                </c:pt>
                <c:pt idx="335">
                  <c:v>1.1799999999993815E-2</c:v>
                </c:pt>
                <c:pt idx="336">
                  <c:v>1.1799999999993815E-2</c:v>
                </c:pt>
                <c:pt idx="337">
                  <c:v>1.1799999999993815E-2</c:v>
                </c:pt>
                <c:pt idx="338">
                  <c:v>1.1799999999993815E-2</c:v>
                </c:pt>
                <c:pt idx="339">
                  <c:v>1.1799999999993815E-2</c:v>
                </c:pt>
                <c:pt idx="340">
                  <c:v>1.1700000000018917E-2</c:v>
                </c:pt>
                <c:pt idx="341">
                  <c:v>1.1500000000012278E-2</c:v>
                </c:pt>
                <c:pt idx="342">
                  <c:v>1.1200000000030741E-2</c:v>
                </c:pt>
                <c:pt idx="343">
                  <c:v>1.089999999999236E-2</c:v>
                </c:pt>
                <c:pt idx="344">
                  <c:v>1.0699999999985721E-2</c:v>
                </c:pt>
                <c:pt idx="345">
                  <c:v>1.0600000000010823E-2</c:v>
                </c:pt>
                <c:pt idx="346">
                  <c:v>1.0499999999979082E-2</c:v>
                </c:pt>
                <c:pt idx="347">
                  <c:v>1.0400000000004184E-2</c:v>
                </c:pt>
                <c:pt idx="348">
                  <c:v>1.0400000000004184E-2</c:v>
                </c:pt>
                <c:pt idx="349">
                  <c:v>1.0300000000029286E-2</c:v>
                </c:pt>
                <c:pt idx="350">
                  <c:v>1.0300000000029286E-2</c:v>
                </c:pt>
                <c:pt idx="351">
                  <c:v>1.0199999999997544E-2</c:v>
                </c:pt>
                <c:pt idx="352">
                  <c:v>1.0199999999997544E-2</c:v>
                </c:pt>
                <c:pt idx="353">
                  <c:v>1.0199999999997544E-2</c:v>
                </c:pt>
                <c:pt idx="354">
                  <c:v>1.0199999999997544E-2</c:v>
                </c:pt>
                <c:pt idx="355">
                  <c:v>1.0100000000022646E-2</c:v>
                </c:pt>
                <c:pt idx="356">
                  <c:v>1.0100000000022646E-2</c:v>
                </c:pt>
                <c:pt idx="357">
                  <c:v>1.0100000000022646E-2</c:v>
                </c:pt>
                <c:pt idx="358">
                  <c:v>1.0100000000022646E-2</c:v>
                </c:pt>
                <c:pt idx="359">
                  <c:v>1.0100000000022646E-2</c:v>
                </c:pt>
                <c:pt idx="360">
                  <c:v>1.0100000000022646E-2</c:v>
                </c:pt>
                <c:pt idx="361">
                  <c:v>1.0100000000022646E-2</c:v>
                </c:pt>
                <c:pt idx="362">
                  <c:v>1.0100000000022646E-2</c:v>
                </c:pt>
                <c:pt idx="363">
                  <c:v>1.0100000000022646E-2</c:v>
                </c:pt>
                <c:pt idx="364">
                  <c:v>1.0100000000022646E-2</c:v>
                </c:pt>
                <c:pt idx="365">
                  <c:v>1.0100000000022646E-2</c:v>
                </c:pt>
                <c:pt idx="366">
                  <c:v>9.9999999999909051E-3</c:v>
                </c:pt>
                <c:pt idx="367">
                  <c:v>9.9999999999909051E-3</c:v>
                </c:pt>
                <c:pt idx="368">
                  <c:v>9.9999999999909051E-3</c:v>
                </c:pt>
                <c:pt idx="369">
                  <c:v>9.9999999999909051E-3</c:v>
                </c:pt>
                <c:pt idx="370">
                  <c:v>9.9999999999909051E-3</c:v>
                </c:pt>
                <c:pt idx="371">
                  <c:v>9.9999999999909051E-3</c:v>
                </c:pt>
                <c:pt idx="372">
                  <c:v>1.0100000000022646E-2</c:v>
                </c:pt>
                <c:pt idx="373">
                  <c:v>1.0300000000029286E-2</c:v>
                </c:pt>
                <c:pt idx="374">
                  <c:v>1.0400000000004184E-2</c:v>
                </c:pt>
                <c:pt idx="375">
                  <c:v>1.0499999999979082E-2</c:v>
                </c:pt>
                <c:pt idx="376">
                  <c:v>1.0600000000010823E-2</c:v>
                </c:pt>
                <c:pt idx="377">
                  <c:v>1.0699999999985721E-2</c:v>
                </c:pt>
                <c:pt idx="378">
                  <c:v>1.0699999999985721E-2</c:v>
                </c:pt>
                <c:pt idx="379">
                  <c:v>1.0699999999985721E-2</c:v>
                </c:pt>
                <c:pt idx="380">
                  <c:v>1.0800000000017462E-2</c:v>
                </c:pt>
                <c:pt idx="381">
                  <c:v>1.0800000000017462E-2</c:v>
                </c:pt>
                <c:pt idx="382">
                  <c:v>1.0800000000017462E-2</c:v>
                </c:pt>
                <c:pt idx="383">
                  <c:v>1.0800000000017462E-2</c:v>
                </c:pt>
                <c:pt idx="384">
                  <c:v>1.0800000000017462E-2</c:v>
                </c:pt>
                <c:pt idx="385">
                  <c:v>1.0800000000017462E-2</c:v>
                </c:pt>
                <c:pt idx="386">
                  <c:v>1.089999999999236E-2</c:v>
                </c:pt>
                <c:pt idx="387">
                  <c:v>1.089999999999236E-2</c:v>
                </c:pt>
                <c:pt idx="388">
                  <c:v>1.089999999999236E-2</c:v>
                </c:pt>
                <c:pt idx="389">
                  <c:v>1.089999999999236E-2</c:v>
                </c:pt>
                <c:pt idx="390">
                  <c:v>1.089999999999236E-2</c:v>
                </c:pt>
                <c:pt idx="391">
                  <c:v>1.089999999999236E-2</c:v>
                </c:pt>
                <c:pt idx="392">
                  <c:v>1.089999999999236E-2</c:v>
                </c:pt>
                <c:pt idx="393">
                  <c:v>1.089999999999236E-2</c:v>
                </c:pt>
                <c:pt idx="394">
                  <c:v>1.089999999999236E-2</c:v>
                </c:pt>
                <c:pt idx="395">
                  <c:v>1.089999999999236E-2</c:v>
                </c:pt>
                <c:pt idx="396">
                  <c:v>1.089999999999236E-2</c:v>
                </c:pt>
                <c:pt idx="397">
                  <c:v>1.089999999999236E-2</c:v>
                </c:pt>
                <c:pt idx="398">
                  <c:v>1.089999999999236E-2</c:v>
                </c:pt>
                <c:pt idx="399">
                  <c:v>1.089999999999236E-2</c:v>
                </c:pt>
                <c:pt idx="400">
                  <c:v>1.089999999999236E-2</c:v>
                </c:pt>
                <c:pt idx="401">
                  <c:v>1.089999999999236E-2</c:v>
                </c:pt>
                <c:pt idx="402">
                  <c:v>1.089999999999236E-2</c:v>
                </c:pt>
                <c:pt idx="403">
                  <c:v>1.089999999999236E-2</c:v>
                </c:pt>
                <c:pt idx="404">
                  <c:v>1.089999999999236E-2</c:v>
                </c:pt>
                <c:pt idx="405">
                  <c:v>1.089999999999236E-2</c:v>
                </c:pt>
                <c:pt idx="406">
                  <c:v>1.089999999999236E-2</c:v>
                </c:pt>
                <c:pt idx="407">
                  <c:v>1.089999999999236E-2</c:v>
                </c:pt>
                <c:pt idx="408">
                  <c:v>1.089999999999236E-2</c:v>
                </c:pt>
                <c:pt idx="409">
                  <c:v>1.089999999999236E-2</c:v>
                </c:pt>
                <c:pt idx="410">
                  <c:v>1.089999999999236E-2</c:v>
                </c:pt>
                <c:pt idx="411">
                  <c:v>1.089999999999236E-2</c:v>
                </c:pt>
                <c:pt idx="412">
                  <c:v>1.089999999999236E-2</c:v>
                </c:pt>
                <c:pt idx="413">
                  <c:v>1.089999999999236E-2</c:v>
                </c:pt>
                <c:pt idx="414">
                  <c:v>1.089999999999236E-2</c:v>
                </c:pt>
                <c:pt idx="415">
                  <c:v>1.089999999999236E-2</c:v>
                </c:pt>
                <c:pt idx="416">
                  <c:v>1.089999999999236E-2</c:v>
                </c:pt>
                <c:pt idx="417">
                  <c:v>1.089999999999236E-2</c:v>
                </c:pt>
                <c:pt idx="418">
                  <c:v>1.089999999999236E-2</c:v>
                </c:pt>
                <c:pt idx="419">
                  <c:v>1.089999999999236E-2</c:v>
                </c:pt>
                <c:pt idx="420">
                  <c:v>1.089999999999236E-2</c:v>
                </c:pt>
                <c:pt idx="421">
                  <c:v>1.089999999999236E-2</c:v>
                </c:pt>
                <c:pt idx="422">
                  <c:v>1.089999999999236E-2</c:v>
                </c:pt>
                <c:pt idx="423">
                  <c:v>1.089999999999236E-2</c:v>
                </c:pt>
                <c:pt idx="424">
                  <c:v>1.0800000000017462E-2</c:v>
                </c:pt>
                <c:pt idx="425">
                  <c:v>1.0800000000017462E-2</c:v>
                </c:pt>
                <c:pt idx="426">
                  <c:v>1.0699999999985721E-2</c:v>
                </c:pt>
                <c:pt idx="427">
                  <c:v>1.0699999999985721E-2</c:v>
                </c:pt>
                <c:pt idx="428">
                  <c:v>1.0600000000010823E-2</c:v>
                </c:pt>
                <c:pt idx="429">
                  <c:v>1.0600000000010823E-2</c:v>
                </c:pt>
                <c:pt idx="430">
                  <c:v>1.0600000000010823E-2</c:v>
                </c:pt>
                <c:pt idx="431">
                  <c:v>1.0600000000010823E-2</c:v>
                </c:pt>
                <c:pt idx="432">
                  <c:v>1.0600000000010823E-2</c:v>
                </c:pt>
                <c:pt idx="433">
                  <c:v>1.0600000000010823E-2</c:v>
                </c:pt>
                <c:pt idx="434">
                  <c:v>1.0600000000010823E-2</c:v>
                </c:pt>
                <c:pt idx="435">
                  <c:v>1.0600000000010823E-2</c:v>
                </c:pt>
                <c:pt idx="436">
                  <c:v>1.0600000000010823E-2</c:v>
                </c:pt>
                <c:pt idx="437">
                  <c:v>1.0600000000010823E-2</c:v>
                </c:pt>
                <c:pt idx="438">
                  <c:v>1.0600000000010823E-2</c:v>
                </c:pt>
                <c:pt idx="439">
                  <c:v>1.0499999999979082E-2</c:v>
                </c:pt>
                <c:pt idx="440">
                  <c:v>1.0499999999979082E-2</c:v>
                </c:pt>
                <c:pt idx="441">
                  <c:v>1.0499999999979082E-2</c:v>
                </c:pt>
                <c:pt idx="442">
                  <c:v>1.0499999999979082E-2</c:v>
                </c:pt>
                <c:pt idx="443">
                  <c:v>1.0499999999979082E-2</c:v>
                </c:pt>
                <c:pt idx="444">
                  <c:v>1.0499999999979082E-2</c:v>
                </c:pt>
                <c:pt idx="445">
                  <c:v>1.0499999999979082E-2</c:v>
                </c:pt>
                <c:pt idx="446">
                  <c:v>1.0499999999979082E-2</c:v>
                </c:pt>
                <c:pt idx="447">
                  <c:v>1.0499999999979082E-2</c:v>
                </c:pt>
                <c:pt idx="448">
                  <c:v>1.0499999999979082E-2</c:v>
                </c:pt>
                <c:pt idx="449">
                  <c:v>1.0499999999979082E-2</c:v>
                </c:pt>
                <c:pt idx="450">
                  <c:v>1.0499999999979082E-2</c:v>
                </c:pt>
                <c:pt idx="451">
                  <c:v>1.0499999999979082E-2</c:v>
                </c:pt>
                <c:pt idx="452">
                  <c:v>1.0499999999979082E-2</c:v>
                </c:pt>
                <c:pt idx="453">
                  <c:v>1.0499999999979082E-2</c:v>
                </c:pt>
                <c:pt idx="454">
                  <c:v>1.0499999999979082E-2</c:v>
                </c:pt>
                <c:pt idx="455">
                  <c:v>1.0499999999979082E-2</c:v>
                </c:pt>
                <c:pt idx="456">
                  <c:v>1.0499999999979082E-2</c:v>
                </c:pt>
                <c:pt idx="457">
                  <c:v>1.0499999999979082E-2</c:v>
                </c:pt>
                <c:pt idx="458">
                  <c:v>1.0499999999979082E-2</c:v>
                </c:pt>
                <c:pt idx="459">
                  <c:v>1.0499999999979082E-2</c:v>
                </c:pt>
                <c:pt idx="460">
                  <c:v>1.0499999999979082E-2</c:v>
                </c:pt>
                <c:pt idx="461">
                  <c:v>1.0499999999979082E-2</c:v>
                </c:pt>
                <c:pt idx="462">
                  <c:v>1.0600000000010823E-2</c:v>
                </c:pt>
                <c:pt idx="463">
                  <c:v>1.0600000000010823E-2</c:v>
                </c:pt>
                <c:pt idx="464">
                  <c:v>1.0600000000010823E-2</c:v>
                </c:pt>
                <c:pt idx="465">
                  <c:v>1.0600000000010823E-2</c:v>
                </c:pt>
                <c:pt idx="466">
                  <c:v>1.0600000000010823E-2</c:v>
                </c:pt>
                <c:pt idx="467">
                  <c:v>1.0600000000010823E-2</c:v>
                </c:pt>
                <c:pt idx="468">
                  <c:v>1.0600000000010823E-2</c:v>
                </c:pt>
                <c:pt idx="469">
                  <c:v>1.0600000000010823E-2</c:v>
                </c:pt>
                <c:pt idx="470">
                  <c:v>1.0600000000010823E-2</c:v>
                </c:pt>
                <c:pt idx="471">
                  <c:v>1.0600000000010823E-2</c:v>
                </c:pt>
                <c:pt idx="472">
                  <c:v>1.0600000000010823E-2</c:v>
                </c:pt>
                <c:pt idx="473">
                  <c:v>1.0600000000010823E-2</c:v>
                </c:pt>
                <c:pt idx="474">
                  <c:v>1.0800000000017462E-2</c:v>
                </c:pt>
                <c:pt idx="475">
                  <c:v>1.1000000000024102E-2</c:v>
                </c:pt>
                <c:pt idx="476">
                  <c:v>1.1200000000030741E-2</c:v>
                </c:pt>
                <c:pt idx="477">
                  <c:v>1.1300000000005639E-2</c:v>
                </c:pt>
                <c:pt idx="478">
                  <c:v>1.1399999999980537E-2</c:v>
                </c:pt>
                <c:pt idx="479">
                  <c:v>1.1500000000012278E-2</c:v>
                </c:pt>
                <c:pt idx="480">
                  <c:v>1.1500000000012278E-2</c:v>
                </c:pt>
                <c:pt idx="481">
                  <c:v>1.1599999999987176E-2</c:v>
                </c:pt>
                <c:pt idx="482">
                  <c:v>1.1599999999987176E-2</c:v>
                </c:pt>
                <c:pt idx="483">
                  <c:v>1.1700000000018917E-2</c:v>
                </c:pt>
                <c:pt idx="484">
                  <c:v>1.1700000000018917E-2</c:v>
                </c:pt>
                <c:pt idx="485">
                  <c:v>1.1700000000018917E-2</c:v>
                </c:pt>
                <c:pt idx="486">
                  <c:v>1.1700000000018917E-2</c:v>
                </c:pt>
                <c:pt idx="487">
                  <c:v>1.1700000000018917E-2</c:v>
                </c:pt>
                <c:pt idx="488">
                  <c:v>1.1799999999993815E-2</c:v>
                </c:pt>
                <c:pt idx="489">
                  <c:v>1.1799999999993815E-2</c:v>
                </c:pt>
                <c:pt idx="490">
                  <c:v>1.1799999999993815E-2</c:v>
                </c:pt>
                <c:pt idx="491">
                  <c:v>1.1799999999993815E-2</c:v>
                </c:pt>
                <c:pt idx="492">
                  <c:v>1.1799999999993815E-2</c:v>
                </c:pt>
                <c:pt idx="493">
                  <c:v>1.1799999999993815E-2</c:v>
                </c:pt>
                <c:pt idx="494">
                  <c:v>1.1799999999993815E-2</c:v>
                </c:pt>
                <c:pt idx="495">
                  <c:v>1.1799999999993815E-2</c:v>
                </c:pt>
                <c:pt idx="496">
                  <c:v>1.1799999999993815E-2</c:v>
                </c:pt>
                <c:pt idx="497">
                  <c:v>1.1799999999993815E-2</c:v>
                </c:pt>
                <c:pt idx="498">
                  <c:v>1.1799999999993815E-2</c:v>
                </c:pt>
                <c:pt idx="499">
                  <c:v>1.1700000000018917E-2</c:v>
                </c:pt>
                <c:pt idx="500">
                  <c:v>1.1399999999980537E-2</c:v>
                </c:pt>
                <c:pt idx="501">
                  <c:v>1.1099999999999E-2</c:v>
                </c:pt>
                <c:pt idx="502">
                  <c:v>1.089999999999236E-2</c:v>
                </c:pt>
                <c:pt idx="503">
                  <c:v>1.0699999999985721E-2</c:v>
                </c:pt>
                <c:pt idx="504">
                  <c:v>1.0600000000010823E-2</c:v>
                </c:pt>
                <c:pt idx="505">
                  <c:v>1.0499999999979082E-2</c:v>
                </c:pt>
                <c:pt idx="506">
                  <c:v>1.0400000000004184E-2</c:v>
                </c:pt>
                <c:pt idx="507">
                  <c:v>1.0400000000004184E-2</c:v>
                </c:pt>
                <c:pt idx="508">
                  <c:v>1.0300000000029286E-2</c:v>
                </c:pt>
                <c:pt idx="509">
                  <c:v>1.0300000000029286E-2</c:v>
                </c:pt>
                <c:pt idx="510">
                  <c:v>1.0199999999997544E-2</c:v>
                </c:pt>
                <c:pt idx="511">
                  <c:v>1.0199999999997544E-2</c:v>
                </c:pt>
                <c:pt idx="512">
                  <c:v>1.0199999999997544E-2</c:v>
                </c:pt>
                <c:pt idx="513">
                  <c:v>1.0199999999997544E-2</c:v>
                </c:pt>
                <c:pt idx="514">
                  <c:v>1.0100000000022646E-2</c:v>
                </c:pt>
                <c:pt idx="515">
                  <c:v>1.0100000000022646E-2</c:v>
                </c:pt>
                <c:pt idx="516">
                  <c:v>1.0100000000022646E-2</c:v>
                </c:pt>
                <c:pt idx="517">
                  <c:v>1.0100000000022646E-2</c:v>
                </c:pt>
                <c:pt idx="518">
                  <c:v>1.0100000000022646E-2</c:v>
                </c:pt>
                <c:pt idx="519">
                  <c:v>1.0100000000022646E-2</c:v>
                </c:pt>
                <c:pt idx="520">
                  <c:v>1.0100000000022646E-2</c:v>
                </c:pt>
                <c:pt idx="521">
                  <c:v>1.0100000000022646E-2</c:v>
                </c:pt>
                <c:pt idx="522">
                  <c:v>1.0100000000022646E-2</c:v>
                </c:pt>
                <c:pt idx="523">
                  <c:v>1.0100000000022646E-2</c:v>
                </c:pt>
                <c:pt idx="524">
                  <c:v>9.9999999999909051E-3</c:v>
                </c:pt>
                <c:pt idx="525">
                  <c:v>9.9999999999909051E-3</c:v>
                </c:pt>
                <c:pt idx="526">
                  <c:v>9.9999999999909051E-3</c:v>
                </c:pt>
                <c:pt idx="527">
                  <c:v>9.9999999999909051E-3</c:v>
                </c:pt>
                <c:pt idx="528">
                  <c:v>9.9999999999909051E-3</c:v>
                </c:pt>
                <c:pt idx="529">
                  <c:v>9.9999999999909051E-3</c:v>
                </c:pt>
                <c:pt idx="530">
                  <c:v>1.0199999999997544E-2</c:v>
                </c:pt>
                <c:pt idx="531">
                  <c:v>1.0300000000029286E-2</c:v>
                </c:pt>
                <c:pt idx="532">
                  <c:v>1.0400000000004184E-2</c:v>
                </c:pt>
              </c:numCache>
            </c:numRef>
          </c:yVal>
          <c:smooth val="1"/>
          <c:extLst>
            <c:ext xmlns:c16="http://schemas.microsoft.com/office/drawing/2014/chart" uri="{C3380CC4-5D6E-409C-BE32-E72D297353CC}">
              <c16:uniqueId val="{00000024-1510-4437-9CAD-7ED8315A59D8}"/>
            </c:ext>
          </c:extLst>
        </c:ser>
        <c:ser>
          <c:idx val="37"/>
          <c:order val="37"/>
          <c:tx>
            <c:strRef>
              <c:f>SM50000_TEMPSoc5l2_50000!$PZ$1</c:f>
              <c:strCache>
                <c:ptCount val="1"/>
                <c:pt idx="0">
                  <c:v>TELE_SM_INTERIOR.297</c:v>
                </c:pt>
              </c:strCache>
            </c:strRef>
          </c:tx>
          <c:spPr>
            <a:ln w="19050" cap="rnd">
              <a:solidFill>
                <a:schemeClr val="accent2">
                  <a:lumMod val="70000"/>
                  <a:lumOff val="30000"/>
                </a:schemeClr>
              </a:solidFill>
              <a:round/>
            </a:ln>
            <a:effectLst/>
          </c:spPr>
          <c:marker>
            <c:symbol val="circle"/>
            <c:size val="5"/>
            <c:spPr>
              <a:solidFill>
                <a:schemeClr val="accent2">
                  <a:lumMod val="70000"/>
                  <a:lumOff val="30000"/>
                </a:schemeClr>
              </a:solidFill>
              <a:ln w="9525">
                <a:solidFill>
                  <a:schemeClr val="accent2">
                    <a:lumMod val="70000"/>
                    <a:lumOff val="3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SM50000_TEMPSoc5l2_50000!$PZ$2:$PZ$536</c:f>
              <c:numCache>
                <c:formatCode>General</c:formatCode>
                <c:ptCount val="533"/>
                <c:pt idx="0">
                  <c:v>0</c:v>
                </c:pt>
                <c:pt idx="1">
                  <c:v>6.9999999999481588E-4</c:v>
                </c:pt>
                <c:pt idx="2">
                  <c:v>2.0999999999844476E-3</c:v>
                </c:pt>
                <c:pt idx="3">
                  <c:v>3.1999999999925421E-3</c:v>
                </c:pt>
                <c:pt idx="4">
                  <c:v>4.1999999999688953E-3</c:v>
                </c:pt>
                <c:pt idx="5">
                  <c:v>4.8999999999637112E-3</c:v>
                </c:pt>
                <c:pt idx="6">
                  <c:v>5.6000000000153705E-3</c:v>
                </c:pt>
                <c:pt idx="7">
                  <c:v>6.100000000003547E-3</c:v>
                </c:pt>
                <c:pt idx="8">
                  <c:v>6.5000000000168257E-3</c:v>
                </c:pt>
                <c:pt idx="9">
                  <c:v>6.8999999999732609E-3</c:v>
                </c:pt>
                <c:pt idx="10">
                  <c:v>7.2999999999865395E-3</c:v>
                </c:pt>
                <c:pt idx="11">
                  <c:v>7.5999999999680767E-3</c:v>
                </c:pt>
                <c:pt idx="12">
                  <c:v>7.9000000000064574E-3</c:v>
                </c:pt>
                <c:pt idx="13">
                  <c:v>8.1000000000130967E-3</c:v>
                </c:pt>
                <c:pt idx="14">
                  <c:v>8.399999999994634E-3</c:v>
                </c:pt>
                <c:pt idx="15">
                  <c:v>8.6000000000012733E-3</c:v>
                </c:pt>
                <c:pt idx="16">
                  <c:v>8.8000000000079126E-3</c:v>
                </c:pt>
                <c:pt idx="17">
                  <c:v>9.0000000000145519E-3</c:v>
                </c:pt>
                <c:pt idx="18">
                  <c:v>9.1999999999643478E-3</c:v>
                </c:pt>
                <c:pt idx="19">
                  <c:v>9.3999999999709871E-3</c:v>
                </c:pt>
                <c:pt idx="20">
                  <c:v>9.5000000000027285E-3</c:v>
                </c:pt>
                <c:pt idx="21">
                  <c:v>9.7000000000093678E-3</c:v>
                </c:pt>
                <c:pt idx="22">
                  <c:v>9.7999999999842657E-3</c:v>
                </c:pt>
                <c:pt idx="23">
                  <c:v>9.9000000000160071E-3</c:v>
                </c:pt>
                <c:pt idx="24">
                  <c:v>9.9999999999909051E-3</c:v>
                </c:pt>
                <c:pt idx="25">
                  <c:v>1.0199999999997544E-2</c:v>
                </c:pt>
                <c:pt idx="26">
                  <c:v>1.0199999999997544E-2</c:v>
                </c:pt>
                <c:pt idx="27">
                  <c:v>1.0199999999997544E-2</c:v>
                </c:pt>
                <c:pt idx="28">
                  <c:v>9.9999999999909051E-3</c:v>
                </c:pt>
                <c:pt idx="29">
                  <c:v>9.9000000000160071E-3</c:v>
                </c:pt>
                <c:pt idx="30">
                  <c:v>9.7000000000093678E-3</c:v>
                </c:pt>
                <c:pt idx="31">
                  <c:v>9.5999999999776264E-3</c:v>
                </c:pt>
                <c:pt idx="32">
                  <c:v>9.5999999999776264E-3</c:v>
                </c:pt>
                <c:pt idx="33">
                  <c:v>9.5000000000027285E-3</c:v>
                </c:pt>
                <c:pt idx="34">
                  <c:v>9.5000000000027285E-3</c:v>
                </c:pt>
                <c:pt idx="35">
                  <c:v>9.5000000000027285E-3</c:v>
                </c:pt>
                <c:pt idx="36">
                  <c:v>9.5000000000027285E-3</c:v>
                </c:pt>
                <c:pt idx="37">
                  <c:v>9.5000000000027285E-3</c:v>
                </c:pt>
                <c:pt idx="38">
                  <c:v>9.5000000000027285E-3</c:v>
                </c:pt>
                <c:pt idx="39">
                  <c:v>9.5000000000027285E-3</c:v>
                </c:pt>
                <c:pt idx="40">
                  <c:v>9.5000000000027285E-3</c:v>
                </c:pt>
                <c:pt idx="41">
                  <c:v>9.5000000000027285E-3</c:v>
                </c:pt>
                <c:pt idx="42">
                  <c:v>9.5000000000027285E-3</c:v>
                </c:pt>
                <c:pt idx="43">
                  <c:v>9.5000000000027285E-3</c:v>
                </c:pt>
                <c:pt idx="44">
                  <c:v>9.5999999999776264E-3</c:v>
                </c:pt>
                <c:pt idx="45">
                  <c:v>9.5999999999776264E-3</c:v>
                </c:pt>
                <c:pt idx="46">
                  <c:v>9.5999999999776264E-3</c:v>
                </c:pt>
                <c:pt idx="47">
                  <c:v>9.5999999999776264E-3</c:v>
                </c:pt>
                <c:pt idx="48">
                  <c:v>9.5999999999776264E-3</c:v>
                </c:pt>
                <c:pt idx="49">
                  <c:v>9.5999999999776264E-3</c:v>
                </c:pt>
                <c:pt idx="50">
                  <c:v>9.5999999999776264E-3</c:v>
                </c:pt>
                <c:pt idx="51">
                  <c:v>9.7000000000093678E-3</c:v>
                </c:pt>
                <c:pt idx="52">
                  <c:v>9.7000000000093678E-3</c:v>
                </c:pt>
                <c:pt idx="53">
                  <c:v>9.7000000000093678E-3</c:v>
                </c:pt>
                <c:pt idx="54">
                  <c:v>9.7000000000093678E-3</c:v>
                </c:pt>
                <c:pt idx="55">
                  <c:v>9.7000000000093678E-3</c:v>
                </c:pt>
                <c:pt idx="56">
                  <c:v>9.7000000000093678E-3</c:v>
                </c:pt>
                <c:pt idx="57">
                  <c:v>9.7999999999842657E-3</c:v>
                </c:pt>
                <c:pt idx="58">
                  <c:v>9.9000000000160071E-3</c:v>
                </c:pt>
                <c:pt idx="59">
                  <c:v>9.9999999999909051E-3</c:v>
                </c:pt>
                <c:pt idx="60">
                  <c:v>1.0099999999965803E-2</c:v>
                </c:pt>
                <c:pt idx="61">
                  <c:v>1.0199999999997544E-2</c:v>
                </c:pt>
                <c:pt idx="62">
                  <c:v>1.0299999999972442E-2</c:v>
                </c:pt>
                <c:pt idx="63">
                  <c:v>1.0400000000004184E-2</c:v>
                </c:pt>
                <c:pt idx="64">
                  <c:v>1.0400000000004184E-2</c:v>
                </c:pt>
                <c:pt idx="65">
                  <c:v>1.0499999999979082E-2</c:v>
                </c:pt>
                <c:pt idx="66">
                  <c:v>1.0499999999979082E-2</c:v>
                </c:pt>
                <c:pt idx="67">
                  <c:v>1.0499999999979082E-2</c:v>
                </c:pt>
                <c:pt idx="68">
                  <c:v>1.0600000000010823E-2</c:v>
                </c:pt>
                <c:pt idx="69">
                  <c:v>1.0600000000010823E-2</c:v>
                </c:pt>
                <c:pt idx="70">
                  <c:v>1.0600000000010823E-2</c:v>
                </c:pt>
                <c:pt idx="71">
                  <c:v>1.0600000000010823E-2</c:v>
                </c:pt>
                <c:pt idx="72">
                  <c:v>1.0600000000010823E-2</c:v>
                </c:pt>
                <c:pt idx="73">
                  <c:v>1.0699999999985721E-2</c:v>
                </c:pt>
                <c:pt idx="74">
                  <c:v>1.0699999999985721E-2</c:v>
                </c:pt>
                <c:pt idx="75">
                  <c:v>1.0699999999985721E-2</c:v>
                </c:pt>
                <c:pt idx="76">
                  <c:v>1.0699999999985721E-2</c:v>
                </c:pt>
                <c:pt idx="77">
                  <c:v>1.0699999999985721E-2</c:v>
                </c:pt>
                <c:pt idx="78">
                  <c:v>1.0699999999985721E-2</c:v>
                </c:pt>
                <c:pt idx="79">
                  <c:v>1.0699999999985721E-2</c:v>
                </c:pt>
                <c:pt idx="80">
                  <c:v>1.0699999999985721E-2</c:v>
                </c:pt>
                <c:pt idx="81">
                  <c:v>1.0699999999985721E-2</c:v>
                </c:pt>
                <c:pt idx="82">
                  <c:v>1.0699999999985721E-2</c:v>
                </c:pt>
                <c:pt idx="83">
                  <c:v>1.0699999999985721E-2</c:v>
                </c:pt>
                <c:pt idx="84">
                  <c:v>1.0799999999960619E-2</c:v>
                </c:pt>
                <c:pt idx="85">
                  <c:v>1.0799999999960619E-2</c:v>
                </c:pt>
                <c:pt idx="86">
                  <c:v>1.0799999999960619E-2</c:v>
                </c:pt>
                <c:pt idx="87">
                  <c:v>1.0799999999960619E-2</c:v>
                </c:pt>
                <c:pt idx="88">
                  <c:v>1.0799999999960619E-2</c:v>
                </c:pt>
                <c:pt idx="89">
                  <c:v>1.0799999999960619E-2</c:v>
                </c:pt>
                <c:pt idx="90">
                  <c:v>1.0799999999960619E-2</c:v>
                </c:pt>
                <c:pt idx="91">
                  <c:v>1.0799999999960619E-2</c:v>
                </c:pt>
                <c:pt idx="92">
                  <c:v>1.0799999999960619E-2</c:v>
                </c:pt>
                <c:pt idx="93">
                  <c:v>1.0799999999960619E-2</c:v>
                </c:pt>
                <c:pt idx="94">
                  <c:v>1.0799999999960619E-2</c:v>
                </c:pt>
                <c:pt idx="95">
                  <c:v>1.0799999999960619E-2</c:v>
                </c:pt>
                <c:pt idx="96">
                  <c:v>1.0799999999960619E-2</c:v>
                </c:pt>
                <c:pt idx="97">
                  <c:v>1.0799999999960619E-2</c:v>
                </c:pt>
                <c:pt idx="98">
                  <c:v>1.0799999999960619E-2</c:v>
                </c:pt>
                <c:pt idx="99">
                  <c:v>1.0799999999960619E-2</c:v>
                </c:pt>
                <c:pt idx="100">
                  <c:v>1.0799999999960619E-2</c:v>
                </c:pt>
                <c:pt idx="101">
                  <c:v>1.0799999999960619E-2</c:v>
                </c:pt>
                <c:pt idx="102">
                  <c:v>1.0799999999960619E-2</c:v>
                </c:pt>
                <c:pt idx="103">
                  <c:v>1.0799999999960619E-2</c:v>
                </c:pt>
                <c:pt idx="104">
                  <c:v>1.0799999999960619E-2</c:v>
                </c:pt>
                <c:pt idx="105">
                  <c:v>1.0799999999960619E-2</c:v>
                </c:pt>
                <c:pt idx="106">
                  <c:v>1.0799999999960619E-2</c:v>
                </c:pt>
                <c:pt idx="107">
                  <c:v>1.0799999999960619E-2</c:v>
                </c:pt>
                <c:pt idx="108">
                  <c:v>1.0799999999960619E-2</c:v>
                </c:pt>
                <c:pt idx="109">
                  <c:v>1.0799999999960619E-2</c:v>
                </c:pt>
                <c:pt idx="110">
                  <c:v>1.0699999999985721E-2</c:v>
                </c:pt>
                <c:pt idx="111">
                  <c:v>1.0699999999985721E-2</c:v>
                </c:pt>
                <c:pt idx="112">
                  <c:v>1.0699999999985721E-2</c:v>
                </c:pt>
                <c:pt idx="113">
                  <c:v>1.0699999999985721E-2</c:v>
                </c:pt>
                <c:pt idx="114">
                  <c:v>1.0600000000010823E-2</c:v>
                </c:pt>
                <c:pt idx="115">
                  <c:v>1.0600000000010823E-2</c:v>
                </c:pt>
                <c:pt idx="116">
                  <c:v>1.0600000000010823E-2</c:v>
                </c:pt>
                <c:pt idx="117">
                  <c:v>1.0600000000010823E-2</c:v>
                </c:pt>
                <c:pt idx="118">
                  <c:v>1.0600000000010823E-2</c:v>
                </c:pt>
                <c:pt idx="119">
                  <c:v>1.0600000000010823E-2</c:v>
                </c:pt>
                <c:pt idx="120">
                  <c:v>1.0600000000010823E-2</c:v>
                </c:pt>
                <c:pt idx="121">
                  <c:v>1.0600000000010823E-2</c:v>
                </c:pt>
                <c:pt idx="122">
                  <c:v>1.0600000000010823E-2</c:v>
                </c:pt>
                <c:pt idx="123">
                  <c:v>1.0600000000010823E-2</c:v>
                </c:pt>
                <c:pt idx="124">
                  <c:v>1.0600000000010823E-2</c:v>
                </c:pt>
                <c:pt idx="125">
                  <c:v>1.0600000000010823E-2</c:v>
                </c:pt>
                <c:pt idx="126">
                  <c:v>1.0600000000010823E-2</c:v>
                </c:pt>
                <c:pt idx="127">
                  <c:v>1.0600000000010823E-2</c:v>
                </c:pt>
                <c:pt idx="128">
                  <c:v>1.0600000000010823E-2</c:v>
                </c:pt>
                <c:pt idx="129">
                  <c:v>1.0600000000010823E-2</c:v>
                </c:pt>
                <c:pt idx="130">
                  <c:v>1.0600000000010823E-2</c:v>
                </c:pt>
                <c:pt idx="131">
                  <c:v>1.0600000000010823E-2</c:v>
                </c:pt>
                <c:pt idx="132">
                  <c:v>1.0600000000010823E-2</c:v>
                </c:pt>
                <c:pt idx="133">
                  <c:v>1.0600000000010823E-2</c:v>
                </c:pt>
                <c:pt idx="134">
                  <c:v>1.0600000000010823E-2</c:v>
                </c:pt>
                <c:pt idx="135">
                  <c:v>1.0600000000010823E-2</c:v>
                </c:pt>
                <c:pt idx="136">
                  <c:v>1.0600000000010823E-2</c:v>
                </c:pt>
                <c:pt idx="137">
                  <c:v>1.0600000000010823E-2</c:v>
                </c:pt>
                <c:pt idx="138">
                  <c:v>1.0600000000010823E-2</c:v>
                </c:pt>
                <c:pt idx="139">
                  <c:v>1.0600000000010823E-2</c:v>
                </c:pt>
                <c:pt idx="140">
                  <c:v>1.0600000000010823E-2</c:v>
                </c:pt>
                <c:pt idx="141">
                  <c:v>1.0600000000010823E-2</c:v>
                </c:pt>
                <c:pt idx="142">
                  <c:v>1.0600000000010823E-2</c:v>
                </c:pt>
                <c:pt idx="143">
                  <c:v>1.0600000000010823E-2</c:v>
                </c:pt>
                <c:pt idx="144">
                  <c:v>1.0600000000010823E-2</c:v>
                </c:pt>
                <c:pt idx="145">
                  <c:v>1.0600000000010823E-2</c:v>
                </c:pt>
                <c:pt idx="146">
                  <c:v>1.0600000000010823E-2</c:v>
                </c:pt>
                <c:pt idx="147">
                  <c:v>1.0600000000010823E-2</c:v>
                </c:pt>
                <c:pt idx="148">
                  <c:v>1.0600000000010823E-2</c:v>
                </c:pt>
                <c:pt idx="149">
                  <c:v>1.0600000000010823E-2</c:v>
                </c:pt>
                <c:pt idx="150">
                  <c:v>1.0600000000010823E-2</c:v>
                </c:pt>
                <c:pt idx="151">
                  <c:v>1.0600000000010823E-2</c:v>
                </c:pt>
                <c:pt idx="152">
                  <c:v>1.0600000000010823E-2</c:v>
                </c:pt>
                <c:pt idx="153">
                  <c:v>1.0600000000010823E-2</c:v>
                </c:pt>
                <c:pt idx="154">
                  <c:v>1.0600000000010823E-2</c:v>
                </c:pt>
                <c:pt idx="155">
                  <c:v>1.0600000000010823E-2</c:v>
                </c:pt>
                <c:pt idx="156">
                  <c:v>1.0600000000010823E-2</c:v>
                </c:pt>
                <c:pt idx="157">
                  <c:v>1.0600000000010823E-2</c:v>
                </c:pt>
                <c:pt idx="158">
                  <c:v>1.0699999999985721E-2</c:v>
                </c:pt>
                <c:pt idx="159">
                  <c:v>1.0799999999960619E-2</c:v>
                </c:pt>
                <c:pt idx="160">
                  <c:v>1.0999999999967258E-2</c:v>
                </c:pt>
                <c:pt idx="161">
                  <c:v>1.1099999999999E-2</c:v>
                </c:pt>
                <c:pt idx="162">
                  <c:v>1.1300000000005639E-2</c:v>
                </c:pt>
                <c:pt idx="163">
                  <c:v>1.1399999999980537E-2</c:v>
                </c:pt>
                <c:pt idx="164">
                  <c:v>1.1399999999980537E-2</c:v>
                </c:pt>
                <c:pt idx="165">
                  <c:v>1.1500000000012278E-2</c:v>
                </c:pt>
                <c:pt idx="166">
                  <c:v>1.1500000000012278E-2</c:v>
                </c:pt>
                <c:pt idx="167">
                  <c:v>1.1599999999987176E-2</c:v>
                </c:pt>
                <c:pt idx="168">
                  <c:v>1.1599999999987176E-2</c:v>
                </c:pt>
                <c:pt idx="169">
                  <c:v>1.1599999999987176E-2</c:v>
                </c:pt>
                <c:pt idx="170">
                  <c:v>1.1699999999962074E-2</c:v>
                </c:pt>
                <c:pt idx="171">
                  <c:v>1.1699999999962074E-2</c:v>
                </c:pt>
                <c:pt idx="172">
                  <c:v>1.1699999999962074E-2</c:v>
                </c:pt>
                <c:pt idx="173">
                  <c:v>1.1699999999962074E-2</c:v>
                </c:pt>
                <c:pt idx="174">
                  <c:v>1.1699999999962074E-2</c:v>
                </c:pt>
                <c:pt idx="175">
                  <c:v>1.1699999999962074E-2</c:v>
                </c:pt>
                <c:pt idx="176">
                  <c:v>1.1699999999962074E-2</c:v>
                </c:pt>
                <c:pt idx="177">
                  <c:v>1.1699999999962074E-2</c:v>
                </c:pt>
                <c:pt idx="178">
                  <c:v>1.1699999999962074E-2</c:v>
                </c:pt>
                <c:pt idx="179">
                  <c:v>1.1799999999993815E-2</c:v>
                </c:pt>
                <c:pt idx="180">
                  <c:v>1.1799999999993815E-2</c:v>
                </c:pt>
                <c:pt idx="181">
                  <c:v>1.1799999999993815E-2</c:v>
                </c:pt>
                <c:pt idx="182">
                  <c:v>1.1799999999993815E-2</c:v>
                </c:pt>
                <c:pt idx="183">
                  <c:v>1.1699999999962074E-2</c:v>
                </c:pt>
                <c:pt idx="184">
                  <c:v>1.1500000000012278E-2</c:v>
                </c:pt>
                <c:pt idx="185">
                  <c:v>1.1300000000005639E-2</c:v>
                </c:pt>
                <c:pt idx="186">
                  <c:v>1.1099999999999E-2</c:v>
                </c:pt>
                <c:pt idx="187">
                  <c:v>1.089999999999236E-2</c:v>
                </c:pt>
                <c:pt idx="188">
                  <c:v>1.0699999999985721E-2</c:v>
                </c:pt>
                <c:pt idx="189">
                  <c:v>1.0600000000010823E-2</c:v>
                </c:pt>
                <c:pt idx="190">
                  <c:v>1.0499999999979082E-2</c:v>
                </c:pt>
                <c:pt idx="191">
                  <c:v>1.0400000000004184E-2</c:v>
                </c:pt>
                <c:pt idx="192">
                  <c:v>1.0299999999972442E-2</c:v>
                </c:pt>
                <c:pt idx="193">
                  <c:v>1.0299999999972442E-2</c:v>
                </c:pt>
                <c:pt idx="194">
                  <c:v>1.0199999999997544E-2</c:v>
                </c:pt>
                <c:pt idx="195">
                  <c:v>1.0199999999997544E-2</c:v>
                </c:pt>
                <c:pt idx="196">
                  <c:v>1.0099999999965803E-2</c:v>
                </c:pt>
                <c:pt idx="197">
                  <c:v>1.0099999999965803E-2</c:v>
                </c:pt>
                <c:pt idx="198">
                  <c:v>1.0099999999965803E-2</c:v>
                </c:pt>
                <c:pt idx="199">
                  <c:v>1.0099999999965803E-2</c:v>
                </c:pt>
                <c:pt idx="200">
                  <c:v>9.9999999999909051E-3</c:v>
                </c:pt>
                <c:pt idx="201">
                  <c:v>9.9999999999909051E-3</c:v>
                </c:pt>
                <c:pt idx="202">
                  <c:v>9.9999999999909051E-3</c:v>
                </c:pt>
                <c:pt idx="203">
                  <c:v>9.9999999999909051E-3</c:v>
                </c:pt>
                <c:pt idx="204">
                  <c:v>9.9999999999909051E-3</c:v>
                </c:pt>
                <c:pt idx="205">
                  <c:v>9.9999999999909051E-3</c:v>
                </c:pt>
                <c:pt idx="206">
                  <c:v>9.9999999999909051E-3</c:v>
                </c:pt>
                <c:pt idx="207">
                  <c:v>9.9999999999909051E-3</c:v>
                </c:pt>
                <c:pt idx="208">
                  <c:v>9.9000000000160071E-3</c:v>
                </c:pt>
                <c:pt idx="209">
                  <c:v>9.9000000000160071E-3</c:v>
                </c:pt>
                <c:pt idx="210">
                  <c:v>9.9000000000160071E-3</c:v>
                </c:pt>
                <c:pt idx="211">
                  <c:v>9.9000000000160071E-3</c:v>
                </c:pt>
                <c:pt idx="212">
                  <c:v>9.9000000000160071E-3</c:v>
                </c:pt>
                <c:pt idx="213">
                  <c:v>9.9000000000160071E-3</c:v>
                </c:pt>
                <c:pt idx="214">
                  <c:v>9.9999999999909051E-3</c:v>
                </c:pt>
                <c:pt idx="215">
                  <c:v>1.0099999999965803E-2</c:v>
                </c:pt>
                <c:pt idx="216">
                  <c:v>1.0199999999997544E-2</c:v>
                </c:pt>
                <c:pt idx="217">
                  <c:v>1.0299999999972442E-2</c:v>
                </c:pt>
                <c:pt idx="218">
                  <c:v>1.0400000000004184E-2</c:v>
                </c:pt>
                <c:pt idx="219">
                  <c:v>1.0400000000004184E-2</c:v>
                </c:pt>
                <c:pt idx="220">
                  <c:v>1.0499999999979082E-2</c:v>
                </c:pt>
                <c:pt idx="221">
                  <c:v>1.0499999999979082E-2</c:v>
                </c:pt>
                <c:pt idx="222">
                  <c:v>1.0600000000010823E-2</c:v>
                </c:pt>
                <c:pt idx="223">
                  <c:v>1.0600000000010823E-2</c:v>
                </c:pt>
                <c:pt idx="224">
                  <c:v>1.0600000000010823E-2</c:v>
                </c:pt>
                <c:pt idx="225">
                  <c:v>1.0699999999985721E-2</c:v>
                </c:pt>
                <c:pt idx="226">
                  <c:v>1.0699999999985721E-2</c:v>
                </c:pt>
                <c:pt idx="227">
                  <c:v>1.0699999999985721E-2</c:v>
                </c:pt>
                <c:pt idx="228">
                  <c:v>1.0699999999985721E-2</c:v>
                </c:pt>
                <c:pt idx="229">
                  <c:v>1.0699999999985721E-2</c:v>
                </c:pt>
                <c:pt idx="230">
                  <c:v>1.0699999999985721E-2</c:v>
                </c:pt>
                <c:pt idx="231">
                  <c:v>1.0699999999985721E-2</c:v>
                </c:pt>
                <c:pt idx="232">
                  <c:v>1.0699999999985721E-2</c:v>
                </c:pt>
                <c:pt idx="233">
                  <c:v>1.0799999999960619E-2</c:v>
                </c:pt>
                <c:pt idx="234">
                  <c:v>1.0799999999960619E-2</c:v>
                </c:pt>
                <c:pt idx="235">
                  <c:v>1.0799999999960619E-2</c:v>
                </c:pt>
                <c:pt idx="236">
                  <c:v>1.0799999999960619E-2</c:v>
                </c:pt>
                <c:pt idx="237">
                  <c:v>1.0799999999960619E-2</c:v>
                </c:pt>
                <c:pt idx="238">
                  <c:v>1.0799999999960619E-2</c:v>
                </c:pt>
                <c:pt idx="239">
                  <c:v>1.0799999999960619E-2</c:v>
                </c:pt>
                <c:pt idx="240">
                  <c:v>1.0799999999960619E-2</c:v>
                </c:pt>
                <c:pt idx="241">
                  <c:v>1.0799999999960619E-2</c:v>
                </c:pt>
                <c:pt idx="242">
                  <c:v>1.0799999999960619E-2</c:v>
                </c:pt>
                <c:pt idx="243">
                  <c:v>1.0799999999960619E-2</c:v>
                </c:pt>
                <c:pt idx="244">
                  <c:v>1.0799999999960619E-2</c:v>
                </c:pt>
                <c:pt idx="245">
                  <c:v>1.0799999999960619E-2</c:v>
                </c:pt>
                <c:pt idx="246">
                  <c:v>1.0799999999960619E-2</c:v>
                </c:pt>
                <c:pt idx="247">
                  <c:v>1.0799999999960619E-2</c:v>
                </c:pt>
                <c:pt idx="248">
                  <c:v>1.0799999999960619E-2</c:v>
                </c:pt>
                <c:pt idx="249">
                  <c:v>1.0799999999960619E-2</c:v>
                </c:pt>
                <c:pt idx="250">
                  <c:v>1.0799999999960619E-2</c:v>
                </c:pt>
                <c:pt idx="251">
                  <c:v>1.0799999999960619E-2</c:v>
                </c:pt>
                <c:pt idx="252">
                  <c:v>1.0799999999960619E-2</c:v>
                </c:pt>
                <c:pt idx="253">
                  <c:v>1.0799999999960619E-2</c:v>
                </c:pt>
                <c:pt idx="254">
                  <c:v>1.0799999999960619E-2</c:v>
                </c:pt>
                <c:pt idx="255">
                  <c:v>1.0799999999960619E-2</c:v>
                </c:pt>
                <c:pt idx="256">
                  <c:v>1.0799999999960619E-2</c:v>
                </c:pt>
                <c:pt idx="257">
                  <c:v>1.0799999999960619E-2</c:v>
                </c:pt>
                <c:pt idx="258">
                  <c:v>1.0799999999960619E-2</c:v>
                </c:pt>
                <c:pt idx="259">
                  <c:v>1.0799999999960619E-2</c:v>
                </c:pt>
                <c:pt idx="260">
                  <c:v>1.0799999999960619E-2</c:v>
                </c:pt>
                <c:pt idx="261">
                  <c:v>1.0799999999960619E-2</c:v>
                </c:pt>
                <c:pt idx="262">
                  <c:v>1.0799999999960619E-2</c:v>
                </c:pt>
                <c:pt idx="263">
                  <c:v>1.0799999999960619E-2</c:v>
                </c:pt>
                <c:pt idx="264">
                  <c:v>1.0799999999960619E-2</c:v>
                </c:pt>
                <c:pt idx="265">
                  <c:v>1.0799999999960619E-2</c:v>
                </c:pt>
                <c:pt idx="266">
                  <c:v>1.0799999999960619E-2</c:v>
                </c:pt>
                <c:pt idx="267">
                  <c:v>1.0699999999985721E-2</c:v>
                </c:pt>
                <c:pt idx="268">
                  <c:v>1.0699999999985721E-2</c:v>
                </c:pt>
                <c:pt idx="269">
                  <c:v>1.0699999999985721E-2</c:v>
                </c:pt>
                <c:pt idx="270">
                  <c:v>1.0699999999985721E-2</c:v>
                </c:pt>
                <c:pt idx="271">
                  <c:v>1.0600000000010823E-2</c:v>
                </c:pt>
                <c:pt idx="272">
                  <c:v>1.0600000000010823E-2</c:v>
                </c:pt>
                <c:pt idx="273">
                  <c:v>1.0600000000010823E-2</c:v>
                </c:pt>
                <c:pt idx="274">
                  <c:v>1.0600000000010823E-2</c:v>
                </c:pt>
                <c:pt idx="275">
                  <c:v>1.0600000000010823E-2</c:v>
                </c:pt>
                <c:pt idx="276">
                  <c:v>1.0600000000010823E-2</c:v>
                </c:pt>
                <c:pt idx="277">
                  <c:v>1.0600000000010823E-2</c:v>
                </c:pt>
                <c:pt idx="278">
                  <c:v>1.0600000000010823E-2</c:v>
                </c:pt>
                <c:pt idx="279">
                  <c:v>1.0600000000010823E-2</c:v>
                </c:pt>
                <c:pt idx="280">
                  <c:v>1.0600000000010823E-2</c:v>
                </c:pt>
                <c:pt idx="281">
                  <c:v>1.0600000000010823E-2</c:v>
                </c:pt>
                <c:pt idx="282">
                  <c:v>1.0600000000010823E-2</c:v>
                </c:pt>
                <c:pt idx="283">
                  <c:v>1.0600000000010823E-2</c:v>
                </c:pt>
                <c:pt idx="284">
                  <c:v>1.0600000000010823E-2</c:v>
                </c:pt>
                <c:pt idx="285">
                  <c:v>1.0600000000010823E-2</c:v>
                </c:pt>
                <c:pt idx="286">
                  <c:v>1.0600000000010823E-2</c:v>
                </c:pt>
                <c:pt idx="287">
                  <c:v>1.0600000000010823E-2</c:v>
                </c:pt>
                <c:pt idx="288">
                  <c:v>1.0600000000010823E-2</c:v>
                </c:pt>
                <c:pt idx="289">
                  <c:v>1.0600000000010823E-2</c:v>
                </c:pt>
                <c:pt idx="290">
                  <c:v>1.0600000000010823E-2</c:v>
                </c:pt>
                <c:pt idx="291">
                  <c:v>1.0600000000010823E-2</c:v>
                </c:pt>
                <c:pt idx="292">
                  <c:v>1.0600000000010823E-2</c:v>
                </c:pt>
                <c:pt idx="293">
                  <c:v>1.0600000000010823E-2</c:v>
                </c:pt>
                <c:pt idx="294">
                  <c:v>1.0600000000010823E-2</c:v>
                </c:pt>
                <c:pt idx="295">
                  <c:v>1.0600000000010823E-2</c:v>
                </c:pt>
                <c:pt idx="296">
                  <c:v>1.0600000000010823E-2</c:v>
                </c:pt>
                <c:pt idx="297">
                  <c:v>1.0600000000010823E-2</c:v>
                </c:pt>
                <c:pt idx="298">
                  <c:v>1.0600000000010823E-2</c:v>
                </c:pt>
                <c:pt idx="299">
                  <c:v>1.0600000000010823E-2</c:v>
                </c:pt>
                <c:pt idx="300">
                  <c:v>1.0600000000010823E-2</c:v>
                </c:pt>
                <c:pt idx="301">
                  <c:v>1.0600000000010823E-2</c:v>
                </c:pt>
                <c:pt idx="302">
                  <c:v>1.0600000000010823E-2</c:v>
                </c:pt>
                <c:pt idx="303">
                  <c:v>1.0600000000010823E-2</c:v>
                </c:pt>
                <c:pt idx="304">
                  <c:v>1.0600000000010823E-2</c:v>
                </c:pt>
                <c:pt idx="305">
                  <c:v>1.0600000000010823E-2</c:v>
                </c:pt>
                <c:pt idx="306">
                  <c:v>1.0600000000010823E-2</c:v>
                </c:pt>
                <c:pt idx="307">
                  <c:v>1.0600000000010823E-2</c:v>
                </c:pt>
                <c:pt idx="308">
                  <c:v>1.0600000000010823E-2</c:v>
                </c:pt>
                <c:pt idx="309">
                  <c:v>1.0600000000010823E-2</c:v>
                </c:pt>
                <c:pt idx="310">
                  <c:v>1.0600000000010823E-2</c:v>
                </c:pt>
                <c:pt idx="311">
                  <c:v>1.0600000000010823E-2</c:v>
                </c:pt>
                <c:pt idx="312">
                  <c:v>1.0600000000010823E-2</c:v>
                </c:pt>
                <c:pt idx="313">
                  <c:v>1.0600000000010823E-2</c:v>
                </c:pt>
                <c:pt idx="314">
                  <c:v>1.0600000000010823E-2</c:v>
                </c:pt>
                <c:pt idx="315">
                  <c:v>1.0699999999985721E-2</c:v>
                </c:pt>
                <c:pt idx="316">
                  <c:v>1.089999999999236E-2</c:v>
                </c:pt>
                <c:pt idx="317">
                  <c:v>1.0999999999967258E-2</c:v>
                </c:pt>
                <c:pt idx="318">
                  <c:v>1.1199999999973898E-2</c:v>
                </c:pt>
                <c:pt idx="319">
                  <c:v>1.1300000000005639E-2</c:v>
                </c:pt>
                <c:pt idx="320">
                  <c:v>1.1399999999980537E-2</c:v>
                </c:pt>
                <c:pt idx="321">
                  <c:v>1.1399999999980537E-2</c:v>
                </c:pt>
                <c:pt idx="322">
                  <c:v>1.1500000000012278E-2</c:v>
                </c:pt>
                <c:pt idx="323">
                  <c:v>1.1500000000012278E-2</c:v>
                </c:pt>
                <c:pt idx="324">
                  <c:v>1.1599999999987176E-2</c:v>
                </c:pt>
                <c:pt idx="325">
                  <c:v>1.1599999999987176E-2</c:v>
                </c:pt>
                <c:pt idx="326">
                  <c:v>1.1599999999987176E-2</c:v>
                </c:pt>
                <c:pt idx="327">
                  <c:v>1.1699999999962074E-2</c:v>
                </c:pt>
                <c:pt idx="328">
                  <c:v>1.1699999999962074E-2</c:v>
                </c:pt>
                <c:pt idx="329">
                  <c:v>1.1699999999962074E-2</c:v>
                </c:pt>
                <c:pt idx="330">
                  <c:v>1.1699999999962074E-2</c:v>
                </c:pt>
                <c:pt idx="331">
                  <c:v>1.1699999999962074E-2</c:v>
                </c:pt>
                <c:pt idx="332">
                  <c:v>1.1699999999962074E-2</c:v>
                </c:pt>
                <c:pt idx="333">
                  <c:v>1.1699999999962074E-2</c:v>
                </c:pt>
                <c:pt idx="334">
                  <c:v>1.1699999999962074E-2</c:v>
                </c:pt>
                <c:pt idx="335">
                  <c:v>1.1699999999962074E-2</c:v>
                </c:pt>
                <c:pt idx="336">
                  <c:v>1.1799999999993815E-2</c:v>
                </c:pt>
                <c:pt idx="337">
                  <c:v>1.1799999999993815E-2</c:v>
                </c:pt>
                <c:pt idx="338">
                  <c:v>1.1799999999993815E-2</c:v>
                </c:pt>
                <c:pt idx="339">
                  <c:v>1.1799999999993815E-2</c:v>
                </c:pt>
                <c:pt idx="340">
                  <c:v>1.1699999999962074E-2</c:v>
                </c:pt>
                <c:pt idx="341">
                  <c:v>1.1500000000012278E-2</c:v>
                </c:pt>
                <c:pt idx="342">
                  <c:v>1.1300000000005639E-2</c:v>
                </c:pt>
                <c:pt idx="343">
                  <c:v>1.0999999999967258E-2</c:v>
                </c:pt>
                <c:pt idx="344">
                  <c:v>1.0799999999960619E-2</c:v>
                </c:pt>
                <c:pt idx="345">
                  <c:v>1.0699999999985721E-2</c:v>
                </c:pt>
                <c:pt idx="346">
                  <c:v>1.0600000000010823E-2</c:v>
                </c:pt>
                <c:pt idx="347">
                  <c:v>1.0499999999979082E-2</c:v>
                </c:pt>
                <c:pt idx="348">
                  <c:v>1.0400000000004184E-2</c:v>
                </c:pt>
                <c:pt idx="349">
                  <c:v>1.0299999999972442E-2</c:v>
                </c:pt>
                <c:pt idx="350">
                  <c:v>1.0299999999972442E-2</c:v>
                </c:pt>
                <c:pt idx="351">
                  <c:v>1.0199999999997544E-2</c:v>
                </c:pt>
                <c:pt idx="352">
                  <c:v>1.0199999999997544E-2</c:v>
                </c:pt>
                <c:pt idx="353">
                  <c:v>1.0099999999965803E-2</c:v>
                </c:pt>
                <c:pt idx="354">
                  <c:v>1.0099999999965803E-2</c:v>
                </c:pt>
                <c:pt idx="355">
                  <c:v>1.0099999999965803E-2</c:v>
                </c:pt>
                <c:pt idx="356">
                  <c:v>1.0099999999965803E-2</c:v>
                </c:pt>
                <c:pt idx="357">
                  <c:v>9.9999999999909051E-3</c:v>
                </c:pt>
                <c:pt idx="358">
                  <c:v>9.9999999999909051E-3</c:v>
                </c:pt>
                <c:pt idx="359">
                  <c:v>9.9999999999909051E-3</c:v>
                </c:pt>
                <c:pt idx="360">
                  <c:v>9.9999999999909051E-3</c:v>
                </c:pt>
                <c:pt idx="361">
                  <c:v>9.9999999999909051E-3</c:v>
                </c:pt>
                <c:pt idx="362">
                  <c:v>9.9999999999909051E-3</c:v>
                </c:pt>
                <c:pt idx="363">
                  <c:v>9.9999999999909051E-3</c:v>
                </c:pt>
                <c:pt idx="364">
                  <c:v>9.9999999999909051E-3</c:v>
                </c:pt>
                <c:pt idx="365">
                  <c:v>9.9999999999909051E-3</c:v>
                </c:pt>
                <c:pt idx="366">
                  <c:v>9.9000000000160071E-3</c:v>
                </c:pt>
                <c:pt idx="367">
                  <c:v>9.9000000000160071E-3</c:v>
                </c:pt>
                <c:pt idx="368">
                  <c:v>9.9000000000160071E-3</c:v>
                </c:pt>
                <c:pt idx="369">
                  <c:v>9.9000000000160071E-3</c:v>
                </c:pt>
                <c:pt idx="370">
                  <c:v>9.9000000000160071E-3</c:v>
                </c:pt>
                <c:pt idx="371">
                  <c:v>9.9000000000160071E-3</c:v>
                </c:pt>
                <c:pt idx="372">
                  <c:v>9.9999999999909051E-3</c:v>
                </c:pt>
                <c:pt idx="373">
                  <c:v>1.0099999999965803E-2</c:v>
                </c:pt>
                <c:pt idx="374">
                  <c:v>1.0199999999997544E-2</c:v>
                </c:pt>
                <c:pt idx="375">
                  <c:v>1.0299999999972442E-2</c:v>
                </c:pt>
                <c:pt idx="376">
                  <c:v>1.0400000000004184E-2</c:v>
                </c:pt>
                <c:pt idx="377">
                  <c:v>1.0499999999979082E-2</c:v>
                </c:pt>
                <c:pt idx="378">
                  <c:v>1.0499999999979082E-2</c:v>
                </c:pt>
                <c:pt idx="379">
                  <c:v>1.0600000000010823E-2</c:v>
                </c:pt>
                <c:pt idx="380">
                  <c:v>1.0600000000010823E-2</c:v>
                </c:pt>
                <c:pt idx="381">
                  <c:v>1.0600000000010823E-2</c:v>
                </c:pt>
                <c:pt idx="382">
                  <c:v>1.0600000000010823E-2</c:v>
                </c:pt>
                <c:pt idx="383">
                  <c:v>1.0699999999985721E-2</c:v>
                </c:pt>
                <c:pt idx="384">
                  <c:v>1.0699999999985721E-2</c:v>
                </c:pt>
                <c:pt idx="385">
                  <c:v>1.0699999999985721E-2</c:v>
                </c:pt>
                <c:pt idx="386">
                  <c:v>1.0699999999985721E-2</c:v>
                </c:pt>
                <c:pt idx="387">
                  <c:v>1.0699999999985721E-2</c:v>
                </c:pt>
                <c:pt idx="388">
                  <c:v>1.0699999999985721E-2</c:v>
                </c:pt>
                <c:pt idx="389">
                  <c:v>1.0699999999985721E-2</c:v>
                </c:pt>
                <c:pt idx="390">
                  <c:v>1.0699999999985721E-2</c:v>
                </c:pt>
                <c:pt idx="391">
                  <c:v>1.0799999999960619E-2</c:v>
                </c:pt>
                <c:pt idx="392">
                  <c:v>1.0799999999960619E-2</c:v>
                </c:pt>
                <c:pt idx="393">
                  <c:v>1.0799999999960619E-2</c:v>
                </c:pt>
                <c:pt idx="394">
                  <c:v>1.0799999999960619E-2</c:v>
                </c:pt>
                <c:pt idx="395">
                  <c:v>1.0799999999960619E-2</c:v>
                </c:pt>
                <c:pt idx="396">
                  <c:v>1.0799999999960619E-2</c:v>
                </c:pt>
                <c:pt idx="397">
                  <c:v>1.0799999999960619E-2</c:v>
                </c:pt>
                <c:pt idx="398">
                  <c:v>1.0799999999960619E-2</c:v>
                </c:pt>
                <c:pt idx="399">
                  <c:v>1.0799999999960619E-2</c:v>
                </c:pt>
                <c:pt idx="400">
                  <c:v>1.0799999999960619E-2</c:v>
                </c:pt>
                <c:pt idx="401">
                  <c:v>1.0799999999960619E-2</c:v>
                </c:pt>
                <c:pt idx="402">
                  <c:v>1.0799999999960619E-2</c:v>
                </c:pt>
                <c:pt idx="403">
                  <c:v>1.0799999999960619E-2</c:v>
                </c:pt>
                <c:pt idx="404">
                  <c:v>1.0799999999960619E-2</c:v>
                </c:pt>
                <c:pt idx="405">
                  <c:v>1.0799999999960619E-2</c:v>
                </c:pt>
                <c:pt idx="406">
                  <c:v>1.0799999999960619E-2</c:v>
                </c:pt>
                <c:pt idx="407">
                  <c:v>1.0799999999960619E-2</c:v>
                </c:pt>
                <c:pt idx="408">
                  <c:v>1.0799999999960619E-2</c:v>
                </c:pt>
                <c:pt idx="409">
                  <c:v>1.0799999999960619E-2</c:v>
                </c:pt>
                <c:pt idx="410">
                  <c:v>1.0799999999960619E-2</c:v>
                </c:pt>
                <c:pt idx="411">
                  <c:v>1.0799999999960619E-2</c:v>
                </c:pt>
                <c:pt idx="412">
                  <c:v>1.0799999999960619E-2</c:v>
                </c:pt>
                <c:pt idx="413">
                  <c:v>1.0799999999960619E-2</c:v>
                </c:pt>
                <c:pt idx="414">
                  <c:v>1.0799999999960619E-2</c:v>
                </c:pt>
                <c:pt idx="415">
                  <c:v>1.0799999999960619E-2</c:v>
                </c:pt>
                <c:pt idx="416">
                  <c:v>1.0799999999960619E-2</c:v>
                </c:pt>
                <c:pt idx="417">
                  <c:v>1.0799999999960619E-2</c:v>
                </c:pt>
                <c:pt idx="418">
                  <c:v>1.0799999999960619E-2</c:v>
                </c:pt>
                <c:pt idx="419">
                  <c:v>1.0799999999960619E-2</c:v>
                </c:pt>
                <c:pt idx="420">
                  <c:v>1.0799999999960619E-2</c:v>
                </c:pt>
                <c:pt idx="421">
                  <c:v>1.0799999999960619E-2</c:v>
                </c:pt>
                <c:pt idx="422">
                  <c:v>1.0799999999960619E-2</c:v>
                </c:pt>
                <c:pt idx="423">
                  <c:v>1.0799999999960619E-2</c:v>
                </c:pt>
                <c:pt idx="424">
                  <c:v>1.0799999999960619E-2</c:v>
                </c:pt>
                <c:pt idx="425">
                  <c:v>1.0699999999985721E-2</c:v>
                </c:pt>
                <c:pt idx="426">
                  <c:v>1.0699999999985721E-2</c:v>
                </c:pt>
                <c:pt idx="427">
                  <c:v>1.0699999999985721E-2</c:v>
                </c:pt>
                <c:pt idx="428">
                  <c:v>1.0699999999985721E-2</c:v>
                </c:pt>
                <c:pt idx="429">
                  <c:v>1.0600000000010823E-2</c:v>
                </c:pt>
                <c:pt idx="430">
                  <c:v>1.0600000000010823E-2</c:v>
                </c:pt>
                <c:pt idx="431">
                  <c:v>1.0600000000010823E-2</c:v>
                </c:pt>
                <c:pt idx="432">
                  <c:v>1.0600000000010823E-2</c:v>
                </c:pt>
                <c:pt idx="433">
                  <c:v>1.0600000000010823E-2</c:v>
                </c:pt>
                <c:pt idx="434">
                  <c:v>1.0600000000010823E-2</c:v>
                </c:pt>
                <c:pt idx="435">
                  <c:v>1.0600000000010823E-2</c:v>
                </c:pt>
                <c:pt idx="436">
                  <c:v>1.0600000000010823E-2</c:v>
                </c:pt>
                <c:pt idx="437">
                  <c:v>1.0600000000010823E-2</c:v>
                </c:pt>
                <c:pt idx="438">
                  <c:v>1.0600000000010823E-2</c:v>
                </c:pt>
                <c:pt idx="439">
                  <c:v>1.0600000000010823E-2</c:v>
                </c:pt>
                <c:pt idx="440">
                  <c:v>1.0600000000010823E-2</c:v>
                </c:pt>
                <c:pt idx="441">
                  <c:v>1.0600000000010823E-2</c:v>
                </c:pt>
                <c:pt idx="442">
                  <c:v>1.0600000000010823E-2</c:v>
                </c:pt>
                <c:pt idx="443">
                  <c:v>1.0600000000010823E-2</c:v>
                </c:pt>
                <c:pt idx="444">
                  <c:v>1.0600000000010823E-2</c:v>
                </c:pt>
                <c:pt idx="445">
                  <c:v>1.0600000000010823E-2</c:v>
                </c:pt>
                <c:pt idx="446">
                  <c:v>1.0600000000010823E-2</c:v>
                </c:pt>
                <c:pt idx="447">
                  <c:v>1.0600000000010823E-2</c:v>
                </c:pt>
                <c:pt idx="448">
                  <c:v>1.0600000000010823E-2</c:v>
                </c:pt>
                <c:pt idx="449">
                  <c:v>1.0600000000010823E-2</c:v>
                </c:pt>
                <c:pt idx="450">
                  <c:v>1.0600000000010823E-2</c:v>
                </c:pt>
                <c:pt idx="451">
                  <c:v>1.0600000000010823E-2</c:v>
                </c:pt>
                <c:pt idx="452">
                  <c:v>1.0600000000010823E-2</c:v>
                </c:pt>
                <c:pt idx="453">
                  <c:v>1.0600000000010823E-2</c:v>
                </c:pt>
                <c:pt idx="454">
                  <c:v>1.0600000000010823E-2</c:v>
                </c:pt>
                <c:pt idx="455">
                  <c:v>1.0600000000010823E-2</c:v>
                </c:pt>
                <c:pt idx="456">
                  <c:v>1.0600000000010823E-2</c:v>
                </c:pt>
                <c:pt idx="457">
                  <c:v>1.0600000000010823E-2</c:v>
                </c:pt>
                <c:pt idx="458">
                  <c:v>1.0600000000010823E-2</c:v>
                </c:pt>
                <c:pt idx="459">
                  <c:v>1.0600000000010823E-2</c:v>
                </c:pt>
                <c:pt idx="460">
                  <c:v>1.0600000000010823E-2</c:v>
                </c:pt>
                <c:pt idx="461">
                  <c:v>1.0600000000010823E-2</c:v>
                </c:pt>
                <c:pt idx="462">
                  <c:v>1.0600000000010823E-2</c:v>
                </c:pt>
                <c:pt idx="463">
                  <c:v>1.0600000000010823E-2</c:v>
                </c:pt>
                <c:pt idx="464">
                  <c:v>1.0600000000010823E-2</c:v>
                </c:pt>
                <c:pt idx="465">
                  <c:v>1.0600000000010823E-2</c:v>
                </c:pt>
                <c:pt idx="466">
                  <c:v>1.0600000000010823E-2</c:v>
                </c:pt>
                <c:pt idx="467">
                  <c:v>1.0600000000010823E-2</c:v>
                </c:pt>
                <c:pt idx="468">
                  <c:v>1.0600000000010823E-2</c:v>
                </c:pt>
                <c:pt idx="469">
                  <c:v>1.0600000000010823E-2</c:v>
                </c:pt>
                <c:pt idx="470">
                  <c:v>1.0600000000010823E-2</c:v>
                </c:pt>
                <c:pt idx="471">
                  <c:v>1.0600000000010823E-2</c:v>
                </c:pt>
                <c:pt idx="472">
                  <c:v>1.0600000000010823E-2</c:v>
                </c:pt>
                <c:pt idx="473">
                  <c:v>1.0600000000010823E-2</c:v>
                </c:pt>
                <c:pt idx="474">
                  <c:v>1.0699999999985721E-2</c:v>
                </c:pt>
                <c:pt idx="475">
                  <c:v>1.089999999999236E-2</c:v>
                </c:pt>
                <c:pt idx="476">
                  <c:v>1.0999999999967258E-2</c:v>
                </c:pt>
                <c:pt idx="477">
                  <c:v>1.1199999999973898E-2</c:v>
                </c:pt>
                <c:pt idx="478">
                  <c:v>1.1300000000005639E-2</c:v>
                </c:pt>
                <c:pt idx="479">
                  <c:v>1.1399999999980537E-2</c:v>
                </c:pt>
                <c:pt idx="480">
                  <c:v>1.1399999999980537E-2</c:v>
                </c:pt>
                <c:pt idx="481">
                  <c:v>1.1500000000012278E-2</c:v>
                </c:pt>
                <c:pt idx="482">
                  <c:v>1.1500000000012278E-2</c:v>
                </c:pt>
                <c:pt idx="483">
                  <c:v>1.1599999999987176E-2</c:v>
                </c:pt>
                <c:pt idx="484">
                  <c:v>1.1599999999987176E-2</c:v>
                </c:pt>
                <c:pt idx="485">
                  <c:v>1.1599999999987176E-2</c:v>
                </c:pt>
                <c:pt idx="486">
                  <c:v>1.1699999999962074E-2</c:v>
                </c:pt>
                <c:pt idx="487">
                  <c:v>1.1699999999962074E-2</c:v>
                </c:pt>
                <c:pt idx="488">
                  <c:v>1.1699999999962074E-2</c:v>
                </c:pt>
                <c:pt idx="489">
                  <c:v>1.1699999999962074E-2</c:v>
                </c:pt>
                <c:pt idx="490">
                  <c:v>1.1699999999962074E-2</c:v>
                </c:pt>
                <c:pt idx="491">
                  <c:v>1.1699999999962074E-2</c:v>
                </c:pt>
                <c:pt idx="492">
                  <c:v>1.1699999999962074E-2</c:v>
                </c:pt>
                <c:pt idx="493">
                  <c:v>1.1699999999962074E-2</c:v>
                </c:pt>
                <c:pt idx="494">
                  <c:v>1.1699999999962074E-2</c:v>
                </c:pt>
                <c:pt idx="495">
                  <c:v>1.1799999999993815E-2</c:v>
                </c:pt>
                <c:pt idx="496">
                  <c:v>1.1799999999993815E-2</c:v>
                </c:pt>
                <c:pt idx="497">
                  <c:v>1.1799999999993815E-2</c:v>
                </c:pt>
                <c:pt idx="498">
                  <c:v>1.1799999999993815E-2</c:v>
                </c:pt>
                <c:pt idx="499">
                  <c:v>1.1699999999962074E-2</c:v>
                </c:pt>
                <c:pt idx="500">
                  <c:v>1.1500000000012278E-2</c:v>
                </c:pt>
                <c:pt idx="501">
                  <c:v>1.1199999999973898E-2</c:v>
                </c:pt>
                <c:pt idx="502">
                  <c:v>1.0999999999967258E-2</c:v>
                </c:pt>
                <c:pt idx="503">
                  <c:v>1.0799999999960619E-2</c:v>
                </c:pt>
                <c:pt idx="504">
                  <c:v>1.0699999999985721E-2</c:v>
                </c:pt>
                <c:pt idx="505">
                  <c:v>1.0499999999979082E-2</c:v>
                </c:pt>
                <c:pt idx="506">
                  <c:v>1.0400000000004184E-2</c:v>
                </c:pt>
                <c:pt idx="507">
                  <c:v>1.0400000000004184E-2</c:v>
                </c:pt>
                <c:pt idx="508">
                  <c:v>1.0299999999972442E-2</c:v>
                </c:pt>
                <c:pt idx="509">
                  <c:v>1.0199999999997544E-2</c:v>
                </c:pt>
                <c:pt idx="510">
                  <c:v>1.0199999999997544E-2</c:v>
                </c:pt>
                <c:pt idx="511">
                  <c:v>1.0199999999997544E-2</c:v>
                </c:pt>
                <c:pt idx="512">
                  <c:v>1.0099999999965803E-2</c:v>
                </c:pt>
                <c:pt idx="513">
                  <c:v>1.0099999999965803E-2</c:v>
                </c:pt>
                <c:pt idx="514">
                  <c:v>1.0099999999965803E-2</c:v>
                </c:pt>
                <c:pt idx="515">
                  <c:v>1.0099999999965803E-2</c:v>
                </c:pt>
                <c:pt idx="516">
                  <c:v>9.9999999999909051E-3</c:v>
                </c:pt>
                <c:pt idx="517">
                  <c:v>9.9999999999909051E-3</c:v>
                </c:pt>
                <c:pt idx="518">
                  <c:v>9.9999999999909051E-3</c:v>
                </c:pt>
                <c:pt idx="519">
                  <c:v>9.9999999999909051E-3</c:v>
                </c:pt>
                <c:pt idx="520">
                  <c:v>9.9999999999909051E-3</c:v>
                </c:pt>
                <c:pt idx="521">
                  <c:v>9.9999999999909051E-3</c:v>
                </c:pt>
                <c:pt idx="522">
                  <c:v>9.9999999999909051E-3</c:v>
                </c:pt>
                <c:pt idx="523">
                  <c:v>9.9999999999909051E-3</c:v>
                </c:pt>
                <c:pt idx="524">
                  <c:v>9.9000000000160071E-3</c:v>
                </c:pt>
                <c:pt idx="525">
                  <c:v>9.9000000000160071E-3</c:v>
                </c:pt>
                <c:pt idx="526">
                  <c:v>9.9000000000160071E-3</c:v>
                </c:pt>
                <c:pt idx="527">
                  <c:v>9.9000000000160071E-3</c:v>
                </c:pt>
                <c:pt idx="528">
                  <c:v>9.9000000000160071E-3</c:v>
                </c:pt>
                <c:pt idx="529">
                  <c:v>9.9000000000160071E-3</c:v>
                </c:pt>
                <c:pt idx="530">
                  <c:v>9.9999999999909051E-3</c:v>
                </c:pt>
                <c:pt idx="531">
                  <c:v>1.0099999999965803E-2</c:v>
                </c:pt>
                <c:pt idx="532">
                  <c:v>1.0199999999997544E-2</c:v>
                </c:pt>
              </c:numCache>
            </c:numRef>
          </c:yVal>
          <c:smooth val="1"/>
          <c:extLst>
            <c:ext xmlns:c16="http://schemas.microsoft.com/office/drawing/2014/chart" uri="{C3380CC4-5D6E-409C-BE32-E72D297353CC}">
              <c16:uniqueId val="{00000025-1510-4437-9CAD-7ED8315A59D8}"/>
            </c:ext>
          </c:extLst>
        </c:ser>
        <c:ser>
          <c:idx val="38"/>
          <c:order val="38"/>
          <c:tx>
            <c:strRef>
              <c:f>SM50000_TEMPSoc5l2_50000!$QA$1</c:f>
              <c:strCache>
                <c:ptCount val="1"/>
                <c:pt idx="0">
                  <c:v>TELE_SM_INTERIOR.298</c:v>
                </c:pt>
              </c:strCache>
            </c:strRef>
          </c:tx>
          <c:spPr>
            <a:ln w="19050" cap="rnd">
              <a:solidFill>
                <a:schemeClr val="accent3">
                  <a:lumMod val="70000"/>
                  <a:lumOff val="30000"/>
                </a:schemeClr>
              </a:solidFill>
              <a:round/>
            </a:ln>
            <a:effectLst/>
          </c:spPr>
          <c:marker>
            <c:symbol val="circle"/>
            <c:size val="5"/>
            <c:spPr>
              <a:solidFill>
                <a:schemeClr val="accent3">
                  <a:lumMod val="70000"/>
                  <a:lumOff val="30000"/>
                </a:schemeClr>
              </a:solidFill>
              <a:ln w="9525">
                <a:solidFill>
                  <a:schemeClr val="accent3">
                    <a:lumMod val="70000"/>
                    <a:lumOff val="3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SM50000_TEMPSoc5l2_50000!$QA$2:$QA$536</c:f>
              <c:numCache>
                <c:formatCode>General</c:formatCode>
                <c:ptCount val="533"/>
                <c:pt idx="0">
                  <c:v>0</c:v>
                </c:pt>
                <c:pt idx="1">
                  <c:v>1.4999999999645297E-3</c:v>
                </c:pt>
                <c:pt idx="2">
                  <c:v>3.1999999999925421E-3</c:v>
                </c:pt>
                <c:pt idx="3">
                  <c:v>4.500000000007276E-3</c:v>
                </c:pt>
                <c:pt idx="4">
                  <c:v>5.4000000000087311E-3</c:v>
                </c:pt>
                <c:pt idx="5">
                  <c:v>5.9999999999718057E-3</c:v>
                </c:pt>
                <c:pt idx="6">
                  <c:v>6.5999999999917236E-3</c:v>
                </c:pt>
                <c:pt idx="7">
                  <c:v>7.0000000000050022E-3</c:v>
                </c:pt>
                <c:pt idx="8">
                  <c:v>7.3999999999614374E-3</c:v>
                </c:pt>
                <c:pt idx="9">
                  <c:v>7.799999999974716E-3</c:v>
                </c:pt>
                <c:pt idx="10">
                  <c:v>8.1000000000130967E-3</c:v>
                </c:pt>
                <c:pt idx="11">
                  <c:v>8.2999999999628926E-3</c:v>
                </c:pt>
                <c:pt idx="12">
                  <c:v>8.6000000000012733E-3</c:v>
                </c:pt>
                <c:pt idx="13">
                  <c:v>8.8000000000079126E-3</c:v>
                </c:pt>
                <c:pt idx="14">
                  <c:v>8.9999999999577085E-3</c:v>
                </c:pt>
                <c:pt idx="15">
                  <c:v>9.1999999999643478E-3</c:v>
                </c:pt>
                <c:pt idx="16">
                  <c:v>9.3999999999709871E-3</c:v>
                </c:pt>
                <c:pt idx="17">
                  <c:v>9.5000000000027285E-3</c:v>
                </c:pt>
                <c:pt idx="18">
                  <c:v>9.7000000000093678E-3</c:v>
                </c:pt>
                <c:pt idx="19">
                  <c:v>9.7999999999842657E-3</c:v>
                </c:pt>
                <c:pt idx="20">
                  <c:v>9.9999999999909051E-3</c:v>
                </c:pt>
                <c:pt idx="21">
                  <c:v>1.0099999999965803E-2</c:v>
                </c:pt>
                <c:pt idx="22">
                  <c:v>1.0199999999997544E-2</c:v>
                </c:pt>
                <c:pt idx="23">
                  <c:v>1.0299999999972442E-2</c:v>
                </c:pt>
                <c:pt idx="24">
                  <c:v>1.0400000000004184E-2</c:v>
                </c:pt>
                <c:pt idx="25">
                  <c:v>1.0499999999979082E-2</c:v>
                </c:pt>
                <c:pt idx="26">
                  <c:v>1.0600000000010823E-2</c:v>
                </c:pt>
                <c:pt idx="27">
                  <c:v>1.0400000000004184E-2</c:v>
                </c:pt>
                <c:pt idx="28">
                  <c:v>1.0099999999965803E-2</c:v>
                </c:pt>
                <c:pt idx="29">
                  <c:v>9.8999999999591637E-3</c:v>
                </c:pt>
                <c:pt idx="30">
                  <c:v>9.7999999999842657E-3</c:v>
                </c:pt>
                <c:pt idx="31">
                  <c:v>9.5999999999776264E-3</c:v>
                </c:pt>
                <c:pt idx="32">
                  <c:v>9.5999999999776264E-3</c:v>
                </c:pt>
                <c:pt idx="33">
                  <c:v>9.5000000000027285E-3</c:v>
                </c:pt>
                <c:pt idx="34">
                  <c:v>9.5000000000027285E-3</c:v>
                </c:pt>
                <c:pt idx="35">
                  <c:v>9.5000000000027285E-3</c:v>
                </c:pt>
                <c:pt idx="36">
                  <c:v>9.5000000000027285E-3</c:v>
                </c:pt>
                <c:pt idx="37">
                  <c:v>9.5000000000027285E-3</c:v>
                </c:pt>
                <c:pt idx="38">
                  <c:v>9.5000000000027285E-3</c:v>
                </c:pt>
                <c:pt idx="39">
                  <c:v>9.5000000000027285E-3</c:v>
                </c:pt>
                <c:pt idx="40">
                  <c:v>9.5000000000027285E-3</c:v>
                </c:pt>
                <c:pt idx="41">
                  <c:v>9.5000000000027285E-3</c:v>
                </c:pt>
                <c:pt idx="42">
                  <c:v>9.5000000000027285E-3</c:v>
                </c:pt>
                <c:pt idx="43">
                  <c:v>9.5000000000027285E-3</c:v>
                </c:pt>
                <c:pt idx="44">
                  <c:v>9.5000000000027285E-3</c:v>
                </c:pt>
                <c:pt idx="45">
                  <c:v>9.5000000000027285E-3</c:v>
                </c:pt>
                <c:pt idx="46">
                  <c:v>9.5000000000027285E-3</c:v>
                </c:pt>
                <c:pt idx="47">
                  <c:v>9.5000000000027285E-3</c:v>
                </c:pt>
                <c:pt idx="48">
                  <c:v>9.5999999999776264E-3</c:v>
                </c:pt>
                <c:pt idx="49">
                  <c:v>9.5999999999776264E-3</c:v>
                </c:pt>
                <c:pt idx="50">
                  <c:v>9.5999999999776264E-3</c:v>
                </c:pt>
                <c:pt idx="51">
                  <c:v>9.5999999999776264E-3</c:v>
                </c:pt>
                <c:pt idx="52">
                  <c:v>9.5999999999776264E-3</c:v>
                </c:pt>
                <c:pt idx="53">
                  <c:v>9.5999999999776264E-3</c:v>
                </c:pt>
                <c:pt idx="54">
                  <c:v>9.5999999999776264E-3</c:v>
                </c:pt>
                <c:pt idx="55">
                  <c:v>9.5999999999776264E-3</c:v>
                </c:pt>
                <c:pt idx="56">
                  <c:v>9.5999999999776264E-3</c:v>
                </c:pt>
                <c:pt idx="57">
                  <c:v>9.7000000000093678E-3</c:v>
                </c:pt>
                <c:pt idx="58">
                  <c:v>9.8999999999591637E-3</c:v>
                </c:pt>
                <c:pt idx="59">
                  <c:v>9.9999999999909051E-3</c:v>
                </c:pt>
                <c:pt idx="60">
                  <c:v>1.0199999999997544E-2</c:v>
                </c:pt>
                <c:pt idx="61">
                  <c:v>1.0299999999972442E-2</c:v>
                </c:pt>
                <c:pt idx="62">
                  <c:v>1.0400000000004184E-2</c:v>
                </c:pt>
                <c:pt idx="63">
                  <c:v>1.0400000000004184E-2</c:v>
                </c:pt>
                <c:pt idx="64">
                  <c:v>1.0499999999979082E-2</c:v>
                </c:pt>
                <c:pt idx="65">
                  <c:v>1.0499999999979082E-2</c:v>
                </c:pt>
                <c:pt idx="66">
                  <c:v>1.0499999999979082E-2</c:v>
                </c:pt>
                <c:pt idx="67">
                  <c:v>1.0600000000010823E-2</c:v>
                </c:pt>
                <c:pt idx="68">
                  <c:v>1.0600000000010823E-2</c:v>
                </c:pt>
                <c:pt idx="69">
                  <c:v>1.0600000000010823E-2</c:v>
                </c:pt>
                <c:pt idx="70">
                  <c:v>1.0600000000010823E-2</c:v>
                </c:pt>
                <c:pt idx="71">
                  <c:v>1.0600000000010823E-2</c:v>
                </c:pt>
                <c:pt idx="72">
                  <c:v>1.0699999999985721E-2</c:v>
                </c:pt>
                <c:pt idx="73">
                  <c:v>1.0699999999985721E-2</c:v>
                </c:pt>
                <c:pt idx="74">
                  <c:v>1.0699999999985721E-2</c:v>
                </c:pt>
                <c:pt idx="75">
                  <c:v>1.0699999999985721E-2</c:v>
                </c:pt>
                <c:pt idx="76">
                  <c:v>1.0699999999985721E-2</c:v>
                </c:pt>
                <c:pt idx="77">
                  <c:v>1.0699999999985721E-2</c:v>
                </c:pt>
                <c:pt idx="78">
                  <c:v>1.0699999999985721E-2</c:v>
                </c:pt>
                <c:pt idx="79">
                  <c:v>1.0699999999985721E-2</c:v>
                </c:pt>
                <c:pt idx="80">
                  <c:v>1.0699999999985721E-2</c:v>
                </c:pt>
                <c:pt idx="81">
                  <c:v>1.0699999999985721E-2</c:v>
                </c:pt>
                <c:pt idx="82">
                  <c:v>1.0799999999960619E-2</c:v>
                </c:pt>
                <c:pt idx="83">
                  <c:v>1.0799999999960619E-2</c:v>
                </c:pt>
                <c:pt idx="84">
                  <c:v>1.0799999999960619E-2</c:v>
                </c:pt>
                <c:pt idx="85">
                  <c:v>1.0799999999960619E-2</c:v>
                </c:pt>
                <c:pt idx="86">
                  <c:v>1.0799999999960619E-2</c:v>
                </c:pt>
                <c:pt idx="87">
                  <c:v>1.0799999999960619E-2</c:v>
                </c:pt>
                <c:pt idx="88">
                  <c:v>1.0799999999960619E-2</c:v>
                </c:pt>
                <c:pt idx="89">
                  <c:v>1.0799999999960619E-2</c:v>
                </c:pt>
                <c:pt idx="90">
                  <c:v>1.0799999999960619E-2</c:v>
                </c:pt>
                <c:pt idx="91">
                  <c:v>1.0799999999960619E-2</c:v>
                </c:pt>
                <c:pt idx="92">
                  <c:v>1.0799999999960619E-2</c:v>
                </c:pt>
                <c:pt idx="93">
                  <c:v>1.0799999999960619E-2</c:v>
                </c:pt>
                <c:pt idx="94">
                  <c:v>1.0799999999960619E-2</c:v>
                </c:pt>
                <c:pt idx="95">
                  <c:v>1.0799999999960619E-2</c:v>
                </c:pt>
                <c:pt idx="96">
                  <c:v>1.0799999999960619E-2</c:v>
                </c:pt>
                <c:pt idx="97">
                  <c:v>1.0799999999960619E-2</c:v>
                </c:pt>
                <c:pt idx="98">
                  <c:v>1.0799999999960619E-2</c:v>
                </c:pt>
                <c:pt idx="99">
                  <c:v>1.0799999999960619E-2</c:v>
                </c:pt>
                <c:pt idx="100">
                  <c:v>1.0799999999960619E-2</c:v>
                </c:pt>
                <c:pt idx="101">
                  <c:v>1.0799999999960619E-2</c:v>
                </c:pt>
                <c:pt idx="102">
                  <c:v>1.0799999999960619E-2</c:v>
                </c:pt>
                <c:pt idx="103">
                  <c:v>1.0799999999960619E-2</c:v>
                </c:pt>
                <c:pt idx="104">
                  <c:v>1.0799999999960619E-2</c:v>
                </c:pt>
                <c:pt idx="105">
                  <c:v>1.0799999999960619E-2</c:v>
                </c:pt>
                <c:pt idx="106">
                  <c:v>1.0799999999960619E-2</c:v>
                </c:pt>
                <c:pt idx="107">
                  <c:v>1.0799999999960619E-2</c:v>
                </c:pt>
                <c:pt idx="108">
                  <c:v>1.0799999999960619E-2</c:v>
                </c:pt>
                <c:pt idx="109">
                  <c:v>1.0799999999960619E-2</c:v>
                </c:pt>
                <c:pt idx="110">
                  <c:v>1.0699999999985721E-2</c:v>
                </c:pt>
                <c:pt idx="111">
                  <c:v>1.0699999999985721E-2</c:v>
                </c:pt>
                <c:pt idx="112">
                  <c:v>1.0699999999985721E-2</c:v>
                </c:pt>
                <c:pt idx="113">
                  <c:v>1.0699999999985721E-2</c:v>
                </c:pt>
                <c:pt idx="114">
                  <c:v>1.0699999999985721E-2</c:v>
                </c:pt>
                <c:pt idx="115">
                  <c:v>1.0699999999985721E-2</c:v>
                </c:pt>
                <c:pt idx="116">
                  <c:v>1.0699999999985721E-2</c:v>
                </c:pt>
                <c:pt idx="117">
                  <c:v>1.0699999999985721E-2</c:v>
                </c:pt>
                <c:pt idx="118">
                  <c:v>1.0699999999985721E-2</c:v>
                </c:pt>
                <c:pt idx="119">
                  <c:v>1.0699999999985721E-2</c:v>
                </c:pt>
                <c:pt idx="120">
                  <c:v>1.0699999999985721E-2</c:v>
                </c:pt>
                <c:pt idx="121">
                  <c:v>1.0699999999985721E-2</c:v>
                </c:pt>
                <c:pt idx="122">
                  <c:v>1.0699999999985721E-2</c:v>
                </c:pt>
                <c:pt idx="123">
                  <c:v>1.0699999999985721E-2</c:v>
                </c:pt>
                <c:pt idx="124">
                  <c:v>1.0699999999985721E-2</c:v>
                </c:pt>
                <c:pt idx="125">
                  <c:v>1.0699999999985721E-2</c:v>
                </c:pt>
                <c:pt idx="126">
                  <c:v>1.0699999999985721E-2</c:v>
                </c:pt>
                <c:pt idx="127">
                  <c:v>1.0699999999985721E-2</c:v>
                </c:pt>
                <c:pt idx="128">
                  <c:v>1.0699999999985721E-2</c:v>
                </c:pt>
                <c:pt idx="129">
                  <c:v>1.0699999999985721E-2</c:v>
                </c:pt>
                <c:pt idx="130">
                  <c:v>1.0699999999985721E-2</c:v>
                </c:pt>
                <c:pt idx="131">
                  <c:v>1.0699999999985721E-2</c:v>
                </c:pt>
                <c:pt idx="132">
                  <c:v>1.0699999999985721E-2</c:v>
                </c:pt>
                <c:pt idx="133">
                  <c:v>1.0699999999985721E-2</c:v>
                </c:pt>
                <c:pt idx="134">
                  <c:v>1.0699999999985721E-2</c:v>
                </c:pt>
                <c:pt idx="135">
                  <c:v>1.0699999999985721E-2</c:v>
                </c:pt>
                <c:pt idx="136">
                  <c:v>1.0699999999985721E-2</c:v>
                </c:pt>
                <c:pt idx="137">
                  <c:v>1.0699999999985721E-2</c:v>
                </c:pt>
                <c:pt idx="138">
                  <c:v>1.0699999999985721E-2</c:v>
                </c:pt>
                <c:pt idx="139">
                  <c:v>1.0699999999985721E-2</c:v>
                </c:pt>
                <c:pt idx="140">
                  <c:v>1.0699999999985721E-2</c:v>
                </c:pt>
                <c:pt idx="141">
                  <c:v>1.0699999999985721E-2</c:v>
                </c:pt>
                <c:pt idx="142">
                  <c:v>1.0699999999985721E-2</c:v>
                </c:pt>
                <c:pt idx="143">
                  <c:v>1.0699999999985721E-2</c:v>
                </c:pt>
                <c:pt idx="144">
                  <c:v>1.0699999999985721E-2</c:v>
                </c:pt>
                <c:pt idx="145">
                  <c:v>1.0699999999985721E-2</c:v>
                </c:pt>
                <c:pt idx="146">
                  <c:v>1.0699999999985721E-2</c:v>
                </c:pt>
                <c:pt idx="147">
                  <c:v>1.0699999999985721E-2</c:v>
                </c:pt>
                <c:pt idx="148">
                  <c:v>1.0699999999985721E-2</c:v>
                </c:pt>
                <c:pt idx="149">
                  <c:v>1.0699999999985721E-2</c:v>
                </c:pt>
                <c:pt idx="150">
                  <c:v>1.0699999999985721E-2</c:v>
                </c:pt>
                <c:pt idx="151">
                  <c:v>1.0699999999985721E-2</c:v>
                </c:pt>
                <c:pt idx="152">
                  <c:v>1.0699999999985721E-2</c:v>
                </c:pt>
                <c:pt idx="153">
                  <c:v>1.0699999999985721E-2</c:v>
                </c:pt>
                <c:pt idx="154">
                  <c:v>1.0699999999985721E-2</c:v>
                </c:pt>
                <c:pt idx="155">
                  <c:v>1.0699999999985721E-2</c:v>
                </c:pt>
                <c:pt idx="156">
                  <c:v>1.0699999999985721E-2</c:v>
                </c:pt>
                <c:pt idx="157">
                  <c:v>1.0699999999985721E-2</c:v>
                </c:pt>
                <c:pt idx="158">
                  <c:v>1.089999999999236E-2</c:v>
                </c:pt>
                <c:pt idx="159">
                  <c:v>1.1099999999999E-2</c:v>
                </c:pt>
                <c:pt idx="160">
                  <c:v>1.1300000000005639E-2</c:v>
                </c:pt>
                <c:pt idx="161">
                  <c:v>1.1399999999980537E-2</c:v>
                </c:pt>
                <c:pt idx="162">
                  <c:v>1.1500000000012278E-2</c:v>
                </c:pt>
                <c:pt idx="163">
                  <c:v>1.1599999999987176E-2</c:v>
                </c:pt>
                <c:pt idx="164">
                  <c:v>1.1699999999962074E-2</c:v>
                </c:pt>
                <c:pt idx="165">
                  <c:v>1.1699999999962074E-2</c:v>
                </c:pt>
                <c:pt idx="166">
                  <c:v>1.1799999999993815E-2</c:v>
                </c:pt>
                <c:pt idx="167">
                  <c:v>1.1799999999993815E-2</c:v>
                </c:pt>
                <c:pt idx="168">
                  <c:v>1.1799999999993815E-2</c:v>
                </c:pt>
                <c:pt idx="169">
                  <c:v>1.1899999999968713E-2</c:v>
                </c:pt>
                <c:pt idx="170">
                  <c:v>1.1899999999968713E-2</c:v>
                </c:pt>
                <c:pt idx="171">
                  <c:v>1.1899999999968713E-2</c:v>
                </c:pt>
                <c:pt idx="172">
                  <c:v>1.1899999999968713E-2</c:v>
                </c:pt>
                <c:pt idx="173">
                  <c:v>1.1899999999968713E-2</c:v>
                </c:pt>
                <c:pt idx="174">
                  <c:v>1.1899999999968713E-2</c:v>
                </c:pt>
                <c:pt idx="175">
                  <c:v>1.1899999999968713E-2</c:v>
                </c:pt>
                <c:pt idx="176">
                  <c:v>1.1899999999968713E-2</c:v>
                </c:pt>
                <c:pt idx="177">
                  <c:v>1.2000000000000455E-2</c:v>
                </c:pt>
                <c:pt idx="178">
                  <c:v>1.2000000000000455E-2</c:v>
                </c:pt>
                <c:pt idx="179">
                  <c:v>1.2000000000000455E-2</c:v>
                </c:pt>
                <c:pt idx="180">
                  <c:v>1.2000000000000455E-2</c:v>
                </c:pt>
                <c:pt idx="181">
                  <c:v>1.2000000000000455E-2</c:v>
                </c:pt>
                <c:pt idx="182">
                  <c:v>1.2000000000000455E-2</c:v>
                </c:pt>
                <c:pt idx="183">
                  <c:v>1.1899999999968713E-2</c:v>
                </c:pt>
                <c:pt idx="184">
                  <c:v>1.1599999999987176E-2</c:v>
                </c:pt>
                <c:pt idx="185">
                  <c:v>1.1300000000005639E-2</c:v>
                </c:pt>
                <c:pt idx="186">
                  <c:v>1.0999999999967258E-2</c:v>
                </c:pt>
                <c:pt idx="187">
                  <c:v>1.0699999999985721E-2</c:v>
                </c:pt>
                <c:pt idx="188">
                  <c:v>1.0600000000010823E-2</c:v>
                </c:pt>
                <c:pt idx="189">
                  <c:v>1.0400000000004184E-2</c:v>
                </c:pt>
                <c:pt idx="190">
                  <c:v>1.0299999999972442E-2</c:v>
                </c:pt>
                <c:pt idx="191">
                  <c:v>1.0299999999972442E-2</c:v>
                </c:pt>
                <c:pt idx="192">
                  <c:v>1.0199999999997544E-2</c:v>
                </c:pt>
                <c:pt idx="193">
                  <c:v>1.0099999999965803E-2</c:v>
                </c:pt>
                <c:pt idx="194">
                  <c:v>1.0099999999965803E-2</c:v>
                </c:pt>
                <c:pt idx="195">
                  <c:v>1.0099999999965803E-2</c:v>
                </c:pt>
                <c:pt idx="196">
                  <c:v>9.9999999999909051E-3</c:v>
                </c:pt>
                <c:pt idx="197">
                  <c:v>9.9999999999909051E-3</c:v>
                </c:pt>
                <c:pt idx="198">
                  <c:v>9.9999999999909051E-3</c:v>
                </c:pt>
                <c:pt idx="199">
                  <c:v>9.8999999999591637E-3</c:v>
                </c:pt>
                <c:pt idx="200">
                  <c:v>9.8999999999591637E-3</c:v>
                </c:pt>
                <c:pt idx="201">
                  <c:v>9.8999999999591637E-3</c:v>
                </c:pt>
                <c:pt idx="202">
                  <c:v>9.8999999999591637E-3</c:v>
                </c:pt>
                <c:pt idx="203">
                  <c:v>9.8999999999591637E-3</c:v>
                </c:pt>
                <c:pt idx="204">
                  <c:v>9.8999999999591637E-3</c:v>
                </c:pt>
                <c:pt idx="205">
                  <c:v>9.8999999999591637E-3</c:v>
                </c:pt>
                <c:pt idx="206">
                  <c:v>9.8999999999591637E-3</c:v>
                </c:pt>
                <c:pt idx="207">
                  <c:v>9.8999999999591637E-3</c:v>
                </c:pt>
                <c:pt idx="208">
                  <c:v>9.7999999999842657E-3</c:v>
                </c:pt>
                <c:pt idx="209">
                  <c:v>9.7999999999842657E-3</c:v>
                </c:pt>
                <c:pt idx="210">
                  <c:v>9.7999999999842657E-3</c:v>
                </c:pt>
                <c:pt idx="211">
                  <c:v>9.7999999999842657E-3</c:v>
                </c:pt>
                <c:pt idx="212">
                  <c:v>9.7999999999842657E-3</c:v>
                </c:pt>
                <c:pt idx="213">
                  <c:v>9.7999999999842657E-3</c:v>
                </c:pt>
                <c:pt idx="214">
                  <c:v>9.8999999999591637E-3</c:v>
                </c:pt>
                <c:pt idx="215">
                  <c:v>1.0099999999965803E-2</c:v>
                </c:pt>
                <c:pt idx="216">
                  <c:v>1.0199999999997544E-2</c:v>
                </c:pt>
                <c:pt idx="217">
                  <c:v>1.0299999999972442E-2</c:v>
                </c:pt>
                <c:pt idx="218">
                  <c:v>1.0400000000004184E-2</c:v>
                </c:pt>
                <c:pt idx="219">
                  <c:v>1.0499999999979082E-2</c:v>
                </c:pt>
                <c:pt idx="220">
                  <c:v>1.0499999999979082E-2</c:v>
                </c:pt>
                <c:pt idx="221">
                  <c:v>1.0600000000010823E-2</c:v>
                </c:pt>
                <c:pt idx="222">
                  <c:v>1.0600000000010823E-2</c:v>
                </c:pt>
                <c:pt idx="223">
                  <c:v>1.0600000000010823E-2</c:v>
                </c:pt>
                <c:pt idx="224">
                  <c:v>1.0699999999985721E-2</c:v>
                </c:pt>
                <c:pt idx="225">
                  <c:v>1.0699999999985721E-2</c:v>
                </c:pt>
                <c:pt idx="226">
                  <c:v>1.0699999999985721E-2</c:v>
                </c:pt>
                <c:pt idx="227">
                  <c:v>1.0699999999985721E-2</c:v>
                </c:pt>
                <c:pt idx="228">
                  <c:v>1.0699999999985721E-2</c:v>
                </c:pt>
                <c:pt idx="229">
                  <c:v>1.0699999999985721E-2</c:v>
                </c:pt>
                <c:pt idx="230">
                  <c:v>1.0699999999985721E-2</c:v>
                </c:pt>
                <c:pt idx="231">
                  <c:v>1.0699999999985721E-2</c:v>
                </c:pt>
                <c:pt idx="232">
                  <c:v>1.0799999999960619E-2</c:v>
                </c:pt>
                <c:pt idx="233">
                  <c:v>1.0799999999960619E-2</c:v>
                </c:pt>
                <c:pt idx="234">
                  <c:v>1.0799999999960619E-2</c:v>
                </c:pt>
                <c:pt idx="235">
                  <c:v>1.0799999999960619E-2</c:v>
                </c:pt>
                <c:pt idx="236">
                  <c:v>1.0799999999960619E-2</c:v>
                </c:pt>
                <c:pt idx="237">
                  <c:v>1.0799999999960619E-2</c:v>
                </c:pt>
                <c:pt idx="238">
                  <c:v>1.0799999999960619E-2</c:v>
                </c:pt>
                <c:pt idx="239">
                  <c:v>1.0799999999960619E-2</c:v>
                </c:pt>
                <c:pt idx="240">
                  <c:v>1.0799999999960619E-2</c:v>
                </c:pt>
                <c:pt idx="241">
                  <c:v>1.0799999999960619E-2</c:v>
                </c:pt>
                <c:pt idx="242">
                  <c:v>1.0799999999960619E-2</c:v>
                </c:pt>
                <c:pt idx="243">
                  <c:v>1.0799999999960619E-2</c:v>
                </c:pt>
                <c:pt idx="244">
                  <c:v>1.0799999999960619E-2</c:v>
                </c:pt>
                <c:pt idx="245">
                  <c:v>1.0799999999960619E-2</c:v>
                </c:pt>
                <c:pt idx="246">
                  <c:v>1.0799999999960619E-2</c:v>
                </c:pt>
                <c:pt idx="247">
                  <c:v>1.0799999999960619E-2</c:v>
                </c:pt>
                <c:pt idx="248">
                  <c:v>1.0799999999960619E-2</c:v>
                </c:pt>
                <c:pt idx="249">
                  <c:v>1.0799999999960619E-2</c:v>
                </c:pt>
                <c:pt idx="250">
                  <c:v>1.0799999999960619E-2</c:v>
                </c:pt>
                <c:pt idx="251">
                  <c:v>1.0799999999960619E-2</c:v>
                </c:pt>
                <c:pt idx="252">
                  <c:v>1.0799999999960619E-2</c:v>
                </c:pt>
                <c:pt idx="253">
                  <c:v>1.0799999999960619E-2</c:v>
                </c:pt>
                <c:pt idx="254">
                  <c:v>1.0799999999960619E-2</c:v>
                </c:pt>
                <c:pt idx="255">
                  <c:v>1.0799999999960619E-2</c:v>
                </c:pt>
                <c:pt idx="256">
                  <c:v>1.0799999999960619E-2</c:v>
                </c:pt>
                <c:pt idx="257">
                  <c:v>1.0799999999960619E-2</c:v>
                </c:pt>
                <c:pt idx="258">
                  <c:v>1.0799999999960619E-2</c:v>
                </c:pt>
                <c:pt idx="259">
                  <c:v>1.0799999999960619E-2</c:v>
                </c:pt>
                <c:pt idx="260">
                  <c:v>1.0799999999960619E-2</c:v>
                </c:pt>
                <c:pt idx="261">
                  <c:v>1.0799999999960619E-2</c:v>
                </c:pt>
                <c:pt idx="262">
                  <c:v>1.0799999999960619E-2</c:v>
                </c:pt>
                <c:pt idx="263">
                  <c:v>1.0799999999960619E-2</c:v>
                </c:pt>
                <c:pt idx="264">
                  <c:v>1.0799999999960619E-2</c:v>
                </c:pt>
                <c:pt idx="265">
                  <c:v>1.0799999999960619E-2</c:v>
                </c:pt>
                <c:pt idx="266">
                  <c:v>1.0799999999960619E-2</c:v>
                </c:pt>
                <c:pt idx="267">
                  <c:v>1.0699999999985721E-2</c:v>
                </c:pt>
                <c:pt idx="268">
                  <c:v>1.0699999999985721E-2</c:v>
                </c:pt>
                <c:pt idx="269">
                  <c:v>1.0699999999985721E-2</c:v>
                </c:pt>
                <c:pt idx="270">
                  <c:v>1.0699999999985721E-2</c:v>
                </c:pt>
                <c:pt idx="271">
                  <c:v>1.0699999999985721E-2</c:v>
                </c:pt>
                <c:pt idx="272">
                  <c:v>1.0699999999985721E-2</c:v>
                </c:pt>
                <c:pt idx="273">
                  <c:v>1.0699999999985721E-2</c:v>
                </c:pt>
                <c:pt idx="274">
                  <c:v>1.0699999999985721E-2</c:v>
                </c:pt>
                <c:pt idx="275">
                  <c:v>1.0699999999985721E-2</c:v>
                </c:pt>
                <c:pt idx="276">
                  <c:v>1.0699999999985721E-2</c:v>
                </c:pt>
                <c:pt idx="277">
                  <c:v>1.0699999999985721E-2</c:v>
                </c:pt>
                <c:pt idx="278">
                  <c:v>1.0699999999985721E-2</c:v>
                </c:pt>
                <c:pt idx="279">
                  <c:v>1.0699999999985721E-2</c:v>
                </c:pt>
                <c:pt idx="280">
                  <c:v>1.0699999999985721E-2</c:v>
                </c:pt>
                <c:pt idx="281">
                  <c:v>1.0699999999985721E-2</c:v>
                </c:pt>
                <c:pt idx="282">
                  <c:v>1.0699999999985721E-2</c:v>
                </c:pt>
                <c:pt idx="283">
                  <c:v>1.0699999999985721E-2</c:v>
                </c:pt>
                <c:pt idx="284">
                  <c:v>1.0699999999985721E-2</c:v>
                </c:pt>
                <c:pt idx="285">
                  <c:v>1.0699999999985721E-2</c:v>
                </c:pt>
                <c:pt idx="286">
                  <c:v>1.0699999999985721E-2</c:v>
                </c:pt>
                <c:pt idx="287">
                  <c:v>1.0699999999985721E-2</c:v>
                </c:pt>
                <c:pt idx="288">
                  <c:v>1.0699999999985721E-2</c:v>
                </c:pt>
                <c:pt idx="289">
                  <c:v>1.0699999999985721E-2</c:v>
                </c:pt>
                <c:pt idx="290">
                  <c:v>1.0699999999985721E-2</c:v>
                </c:pt>
                <c:pt idx="291">
                  <c:v>1.0699999999985721E-2</c:v>
                </c:pt>
                <c:pt idx="292">
                  <c:v>1.0699999999985721E-2</c:v>
                </c:pt>
                <c:pt idx="293">
                  <c:v>1.0699999999985721E-2</c:v>
                </c:pt>
                <c:pt idx="294">
                  <c:v>1.0699999999985721E-2</c:v>
                </c:pt>
                <c:pt idx="295">
                  <c:v>1.0699999999985721E-2</c:v>
                </c:pt>
                <c:pt idx="296">
                  <c:v>1.0699999999985721E-2</c:v>
                </c:pt>
                <c:pt idx="297">
                  <c:v>1.0699999999985721E-2</c:v>
                </c:pt>
                <c:pt idx="298">
                  <c:v>1.0699999999985721E-2</c:v>
                </c:pt>
                <c:pt idx="299">
                  <c:v>1.0699999999985721E-2</c:v>
                </c:pt>
                <c:pt idx="300">
                  <c:v>1.0699999999985721E-2</c:v>
                </c:pt>
                <c:pt idx="301">
                  <c:v>1.0699999999985721E-2</c:v>
                </c:pt>
                <c:pt idx="302">
                  <c:v>1.0699999999985721E-2</c:v>
                </c:pt>
                <c:pt idx="303">
                  <c:v>1.0699999999985721E-2</c:v>
                </c:pt>
                <c:pt idx="304">
                  <c:v>1.0699999999985721E-2</c:v>
                </c:pt>
                <c:pt idx="305">
                  <c:v>1.0699999999985721E-2</c:v>
                </c:pt>
                <c:pt idx="306">
                  <c:v>1.0699999999985721E-2</c:v>
                </c:pt>
                <c:pt idx="307">
                  <c:v>1.0699999999985721E-2</c:v>
                </c:pt>
                <c:pt idx="308">
                  <c:v>1.0699999999985721E-2</c:v>
                </c:pt>
                <c:pt idx="309">
                  <c:v>1.0699999999985721E-2</c:v>
                </c:pt>
                <c:pt idx="310">
                  <c:v>1.0699999999985721E-2</c:v>
                </c:pt>
                <c:pt idx="311">
                  <c:v>1.0699999999985721E-2</c:v>
                </c:pt>
                <c:pt idx="312">
                  <c:v>1.0699999999985721E-2</c:v>
                </c:pt>
                <c:pt idx="313">
                  <c:v>1.0699999999985721E-2</c:v>
                </c:pt>
                <c:pt idx="314">
                  <c:v>1.0699999999985721E-2</c:v>
                </c:pt>
                <c:pt idx="315">
                  <c:v>1.089999999999236E-2</c:v>
                </c:pt>
                <c:pt idx="316">
                  <c:v>1.1099999999999E-2</c:v>
                </c:pt>
                <c:pt idx="317">
                  <c:v>1.1300000000005639E-2</c:v>
                </c:pt>
                <c:pt idx="318">
                  <c:v>1.1399999999980537E-2</c:v>
                </c:pt>
                <c:pt idx="319">
                  <c:v>1.1599999999987176E-2</c:v>
                </c:pt>
                <c:pt idx="320">
                  <c:v>1.1599999999987176E-2</c:v>
                </c:pt>
                <c:pt idx="321">
                  <c:v>1.1699999999962074E-2</c:v>
                </c:pt>
                <c:pt idx="322">
                  <c:v>1.1699999999962074E-2</c:v>
                </c:pt>
                <c:pt idx="323">
                  <c:v>1.1799999999993815E-2</c:v>
                </c:pt>
                <c:pt idx="324">
                  <c:v>1.1799999999993815E-2</c:v>
                </c:pt>
                <c:pt idx="325">
                  <c:v>1.1799999999993815E-2</c:v>
                </c:pt>
                <c:pt idx="326">
                  <c:v>1.1899999999968713E-2</c:v>
                </c:pt>
                <c:pt idx="327">
                  <c:v>1.1899999999968713E-2</c:v>
                </c:pt>
                <c:pt idx="328">
                  <c:v>1.1899999999968713E-2</c:v>
                </c:pt>
                <c:pt idx="329">
                  <c:v>1.1899999999968713E-2</c:v>
                </c:pt>
                <c:pt idx="330">
                  <c:v>1.1899999999968713E-2</c:v>
                </c:pt>
                <c:pt idx="331">
                  <c:v>1.1899999999968713E-2</c:v>
                </c:pt>
                <c:pt idx="332">
                  <c:v>1.1899999999968713E-2</c:v>
                </c:pt>
                <c:pt idx="333">
                  <c:v>1.1899999999968713E-2</c:v>
                </c:pt>
                <c:pt idx="334">
                  <c:v>1.2000000000000455E-2</c:v>
                </c:pt>
                <c:pt idx="335">
                  <c:v>1.2000000000000455E-2</c:v>
                </c:pt>
                <c:pt idx="336">
                  <c:v>1.2000000000000455E-2</c:v>
                </c:pt>
                <c:pt idx="337">
                  <c:v>1.2000000000000455E-2</c:v>
                </c:pt>
                <c:pt idx="338">
                  <c:v>1.2000000000000455E-2</c:v>
                </c:pt>
                <c:pt idx="339">
                  <c:v>1.2000000000000455E-2</c:v>
                </c:pt>
                <c:pt idx="340">
                  <c:v>1.1899999999968713E-2</c:v>
                </c:pt>
                <c:pt idx="341">
                  <c:v>1.1599999999987176E-2</c:v>
                </c:pt>
                <c:pt idx="342">
                  <c:v>1.1199999999973898E-2</c:v>
                </c:pt>
                <c:pt idx="343">
                  <c:v>1.089999999999236E-2</c:v>
                </c:pt>
                <c:pt idx="344">
                  <c:v>1.0699999999985721E-2</c:v>
                </c:pt>
                <c:pt idx="345">
                  <c:v>1.0600000000010823E-2</c:v>
                </c:pt>
                <c:pt idx="346">
                  <c:v>1.0400000000004184E-2</c:v>
                </c:pt>
                <c:pt idx="347">
                  <c:v>1.0299999999972442E-2</c:v>
                </c:pt>
                <c:pt idx="348">
                  <c:v>1.0299999999972442E-2</c:v>
                </c:pt>
                <c:pt idx="349">
                  <c:v>1.0199999999997544E-2</c:v>
                </c:pt>
                <c:pt idx="350">
                  <c:v>1.0099999999965803E-2</c:v>
                </c:pt>
                <c:pt idx="351">
                  <c:v>1.0099999999965803E-2</c:v>
                </c:pt>
                <c:pt idx="352">
                  <c:v>1.0099999999965803E-2</c:v>
                </c:pt>
                <c:pt idx="353">
                  <c:v>9.9999999999909051E-3</c:v>
                </c:pt>
                <c:pt idx="354">
                  <c:v>9.9999999999909051E-3</c:v>
                </c:pt>
                <c:pt idx="355">
                  <c:v>9.9999999999909051E-3</c:v>
                </c:pt>
                <c:pt idx="356">
                  <c:v>9.8999999999591637E-3</c:v>
                </c:pt>
                <c:pt idx="357">
                  <c:v>9.8999999999591637E-3</c:v>
                </c:pt>
                <c:pt idx="358">
                  <c:v>9.8999999999591637E-3</c:v>
                </c:pt>
                <c:pt idx="359">
                  <c:v>9.8999999999591637E-3</c:v>
                </c:pt>
                <c:pt idx="360">
                  <c:v>9.8999999999591637E-3</c:v>
                </c:pt>
                <c:pt idx="361">
                  <c:v>9.8999999999591637E-3</c:v>
                </c:pt>
                <c:pt idx="362">
                  <c:v>9.8999999999591637E-3</c:v>
                </c:pt>
                <c:pt idx="363">
                  <c:v>9.8999999999591637E-3</c:v>
                </c:pt>
                <c:pt idx="364">
                  <c:v>9.8999999999591637E-3</c:v>
                </c:pt>
                <c:pt idx="365">
                  <c:v>9.8999999999591637E-3</c:v>
                </c:pt>
                <c:pt idx="366">
                  <c:v>9.7999999999842657E-3</c:v>
                </c:pt>
                <c:pt idx="367">
                  <c:v>9.7999999999842657E-3</c:v>
                </c:pt>
                <c:pt idx="368">
                  <c:v>9.7999999999842657E-3</c:v>
                </c:pt>
                <c:pt idx="369">
                  <c:v>9.7999999999842657E-3</c:v>
                </c:pt>
                <c:pt idx="370">
                  <c:v>9.7999999999842657E-3</c:v>
                </c:pt>
                <c:pt idx="371">
                  <c:v>9.7999999999842657E-3</c:v>
                </c:pt>
                <c:pt idx="372">
                  <c:v>9.8999999999591637E-3</c:v>
                </c:pt>
                <c:pt idx="373">
                  <c:v>1.0099999999965803E-2</c:v>
                </c:pt>
                <c:pt idx="374">
                  <c:v>1.0199999999997544E-2</c:v>
                </c:pt>
                <c:pt idx="375">
                  <c:v>1.0299999999972442E-2</c:v>
                </c:pt>
                <c:pt idx="376">
                  <c:v>1.0400000000004184E-2</c:v>
                </c:pt>
                <c:pt idx="377">
                  <c:v>1.0499999999979082E-2</c:v>
                </c:pt>
                <c:pt idx="378">
                  <c:v>1.0499999999979082E-2</c:v>
                </c:pt>
                <c:pt idx="379">
                  <c:v>1.0600000000010823E-2</c:v>
                </c:pt>
                <c:pt idx="380">
                  <c:v>1.0600000000010823E-2</c:v>
                </c:pt>
                <c:pt idx="381">
                  <c:v>1.0600000000010823E-2</c:v>
                </c:pt>
                <c:pt idx="382">
                  <c:v>1.0699999999985721E-2</c:v>
                </c:pt>
                <c:pt idx="383">
                  <c:v>1.0699999999985721E-2</c:v>
                </c:pt>
                <c:pt idx="384">
                  <c:v>1.0699999999985721E-2</c:v>
                </c:pt>
                <c:pt idx="385">
                  <c:v>1.0699999999985721E-2</c:v>
                </c:pt>
                <c:pt idx="386">
                  <c:v>1.0699999999985721E-2</c:v>
                </c:pt>
                <c:pt idx="387">
                  <c:v>1.0699999999985721E-2</c:v>
                </c:pt>
                <c:pt idx="388">
                  <c:v>1.0699999999985721E-2</c:v>
                </c:pt>
                <c:pt idx="389">
                  <c:v>1.0699999999985721E-2</c:v>
                </c:pt>
                <c:pt idx="390">
                  <c:v>1.0799999999960619E-2</c:v>
                </c:pt>
                <c:pt idx="391">
                  <c:v>1.0799999999960619E-2</c:v>
                </c:pt>
                <c:pt idx="392">
                  <c:v>1.0799999999960619E-2</c:v>
                </c:pt>
                <c:pt idx="393">
                  <c:v>1.0799999999960619E-2</c:v>
                </c:pt>
                <c:pt idx="394">
                  <c:v>1.0799999999960619E-2</c:v>
                </c:pt>
                <c:pt idx="395">
                  <c:v>1.0799999999960619E-2</c:v>
                </c:pt>
                <c:pt idx="396">
                  <c:v>1.0799999999960619E-2</c:v>
                </c:pt>
                <c:pt idx="397">
                  <c:v>1.0799999999960619E-2</c:v>
                </c:pt>
                <c:pt idx="398">
                  <c:v>1.0799999999960619E-2</c:v>
                </c:pt>
                <c:pt idx="399">
                  <c:v>1.0799999999960619E-2</c:v>
                </c:pt>
                <c:pt idx="400">
                  <c:v>1.0799999999960619E-2</c:v>
                </c:pt>
                <c:pt idx="401">
                  <c:v>1.0799999999960619E-2</c:v>
                </c:pt>
                <c:pt idx="402">
                  <c:v>1.0799999999960619E-2</c:v>
                </c:pt>
                <c:pt idx="403">
                  <c:v>1.0799999999960619E-2</c:v>
                </c:pt>
                <c:pt idx="404">
                  <c:v>1.0799999999960619E-2</c:v>
                </c:pt>
                <c:pt idx="405">
                  <c:v>1.0799999999960619E-2</c:v>
                </c:pt>
                <c:pt idx="406">
                  <c:v>1.0799999999960619E-2</c:v>
                </c:pt>
                <c:pt idx="407">
                  <c:v>1.0799999999960619E-2</c:v>
                </c:pt>
                <c:pt idx="408">
                  <c:v>1.0799999999960619E-2</c:v>
                </c:pt>
                <c:pt idx="409">
                  <c:v>1.0799999999960619E-2</c:v>
                </c:pt>
                <c:pt idx="410">
                  <c:v>1.0799999999960619E-2</c:v>
                </c:pt>
                <c:pt idx="411">
                  <c:v>1.0799999999960619E-2</c:v>
                </c:pt>
                <c:pt idx="412">
                  <c:v>1.0799999999960619E-2</c:v>
                </c:pt>
                <c:pt idx="413">
                  <c:v>1.0799999999960619E-2</c:v>
                </c:pt>
                <c:pt idx="414">
                  <c:v>1.0799999999960619E-2</c:v>
                </c:pt>
                <c:pt idx="415">
                  <c:v>1.0799999999960619E-2</c:v>
                </c:pt>
                <c:pt idx="416">
                  <c:v>1.0799999999960619E-2</c:v>
                </c:pt>
                <c:pt idx="417">
                  <c:v>1.0799999999960619E-2</c:v>
                </c:pt>
                <c:pt idx="418">
                  <c:v>1.0799999999960619E-2</c:v>
                </c:pt>
                <c:pt idx="419">
                  <c:v>1.0799999999960619E-2</c:v>
                </c:pt>
                <c:pt idx="420">
                  <c:v>1.0799999999960619E-2</c:v>
                </c:pt>
                <c:pt idx="421">
                  <c:v>1.0799999999960619E-2</c:v>
                </c:pt>
                <c:pt idx="422">
                  <c:v>1.0799999999960619E-2</c:v>
                </c:pt>
                <c:pt idx="423">
                  <c:v>1.0799999999960619E-2</c:v>
                </c:pt>
                <c:pt idx="424">
                  <c:v>1.0799999999960619E-2</c:v>
                </c:pt>
                <c:pt idx="425">
                  <c:v>1.0699999999985721E-2</c:v>
                </c:pt>
                <c:pt idx="426">
                  <c:v>1.0699999999985721E-2</c:v>
                </c:pt>
                <c:pt idx="427">
                  <c:v>1.0699999999985721E-2</c:v>
                </c:pt>
                <c:pt idx="428">
                  <c:v>1.0699999999985721E-2</c:v>
                </c:pt>
                <c:pt idx="429">
                  <c:v>1.0699999999985721E-2</c:v>
                </c:pt>
                <c:pt idx="430">
                  <c:v>1.0699999999985721E-2</c:v>
                </c:pt>
                <c:pt idx="431">
                  <c:v>1.0699999999985721E-2</c:v>
                </c:pt>
                <c:pt idx="432">
                  <c:v>1.0699999999985721E-2</c:v>
                </c:pt>
                <c:pt idx="433">
                  <c:v>1.0699999999985721E-2</c:v>
                </c:pt>
                <c:pt idx="434">
                  <c:v>1.0699999999985721E-2</c:v>
                </c:pt>
                <c:pt idx="435">
                  <c:v>1.0699999999985721E-2</c:v>
                </c:pt>
                <c:pt idx="436">
                  <c:v>1.0699999999985721E-2</c:v>
                </c:pt>
                <c:pt idx="437">
                  <c:v>1.0699999999985721E-2</c:v>
                </c:pt>
                <c:pt idx="438">
                  <c:v>1.0699999999985721E-2</c:v>
                </c:pt>
                <c:pt idx="439">
                  <c:v>1.0699999999985721E-2</c:v>
                </c:pt>
                <c:pt idx="440">
                  <c:v>1.0699999999985721E-2</c:v>
                </c:pt>
                <c:pt idx="441">
                  <c:v>1.0699999999985721E-2</c:v>
                </c:pt>
                <c:pt idx="442">
                  <c:v>1.0699999999985721E-2</c:v>
                </c:pt>
                <c:pt idx="443">
                  <c:v>1.0699999999985721E-2</c:v>
                </c:pt>
                <c:pt idx="444">
                  <c:v>1.0699999999985721E-2</c:v>
                </c:pt>
                <c:pt idx="445">
                  <c:v>1.0699999999985721E-2</c:v>
                </c:pt>
                <c:pt idx="446">
                  <c:v>1.0699999999985721E-2</c:v>
                </c:pt>
                <c:pt idx="447">
                  <c:v>1.0699999999985721E-2</c:v>
                </c:pt>
                <c:pt idx="448">
                  <c:v>1.0699999999985721E-2</c:v>
                </c:pt>
                <c:pt idx="449">
                  <c:v>1.0699999999985721E-2</c:v>
                </c:pt>
                <c:pt idx="450">
                  <c:v>1.0699999999985721E-2</c:v>
                </c:pt>
                <c:pt idx="451">
                  <c:v>1.0699999999985721E-2</c:v>
                </c:pt>
                <c:pt idx="452">
                  <c:v>1.0699999999985721E-2</c:v>
                </c:pt>
                <c:pt idx="453">
                  <c:v>1.0699999999985721E-2</c:v>
                </c:pt>
                <c:pt idx="454">
                  <c:v>1.0699999999985721E-2</c:v>
                </c:pt>
                <c:pt idx="455">
                  <c:v>1.0699999999985721E-2</c:v>
                </c:pt>
                <c:pt idx="456">
                  <c:v>1.0699999999985721E-2</c:v>
                </c:pt>
                <c:pt idx="457">
                  <c:v>1.0699999999985721E-2</c:v>
                </c:pt>
                <c:pt idx="458">
                  <c:v>1.0699999999985721E-2</c:v>
                </c:pt>
                <c:pt idx="459">
                  <c:v>1.0699999999985721E-2</c:v>
                </c:pt>
                <c:pt idx="460">
                  <c:v>1.0699999999985721E-2</c:v>
                </c:pt>
                <c:pt idx="461">
                  <c:v>1.0699999999985721E-2</c:v>
                </c:pt>
                <c:pt idx="462">
                  <c:v>1.0699999999985721E-2</c:v>
                </c:pt>
                <c:pt idx="463">
                  <c:v>1.0699999999985721E-2</c:v>
                </c:pt>
                <c:pt idx="464">
                  <c:v>1.0699999999985721E-2</c:v>
                </c:pt>
                <c:pt idx="465">
                  <c:v>1.0699999999985721E-2</c:v>
                </c:pt>
                <c:pt idx="466">
                  <c:v>1.0699999999985721E-2</c:v>
                </c:pt>
                <c:pt idx="467">
                  <c:v>1.0699999999985721E-2</c:v>
                </c:pt>
                <c:pt idx="468">
                  <c:v>1.0699999999985721E-2</c:v>
                </c:pt>
                <c:pt idx="469">
                  <c:v>1.0699999999985721E-2</c:v>
                </c:pt>
                <c:pt idx="470">
                  <c:v>1.0699999999985721E-2</c:v>
                </c:pt>
                <c:pt idx="471">
                  <c:v>1.0699999999985721E-2</c:v>
                </c:pt>
                <c:pt idx="472">
                  <c:v>1.0699999999985721E-2</c:v>
                </c:pt>
                <c:pt idx="473">
                  <c:v>1.0799999999960619E-2</c:v>
                </c:pt>
                <c:pt idx="474">
                  <c:v>1.089999999999236E-2</c:v>
                </c:pt>
                <c:pt idx="475">
                  <c:v>1.1199999999973898E-2</c:v>
                </c:pt>
                <c:pt idx="476">
                  <c:v>1.1300000000005639E-2</c:v>
                </c:pt>
                <c:pt idx="477">
                  <c:v>1.1500000000012278E-2</c:v>
                </c:pt>
                <c:pt idx="478">
                  <c:v>1.1599999999987176E-2</c:v>
                </c:pt>
                <c:pt idx="479">
                  <c:v>1.1599999999987176E-2</c:v>
                </c:pt>
                <c:pt idx="480">
                  <c:v>1.1699999999962074E-2</c:v>
                </c:pt>
                <c:pt idx="481">
                  <c:v>1.1799999999993815E-2</c:v>
                </c:pt>
                <c:pt idx="482">
                  <c:v>1.1799999999993815E-2</c:v>
                </c:pt>
                <c:pt idx="483">
                  <c:v>1.1799999999993815E-2</c:v>
                </c:pt>
                <c:pt idx="484">
                  <c:v>1.1799999999993815E-2</c:v>
                </c:pt>
                <c:pt idx="485">
                  <c:v>1.1899999999968713E-2</c:v>
                </c:pt>
                <c:pt idx="486">
                  <c:v>1.1899999999968713E-2</c:v>
                </c:pt>
                <c:pt idx="487">
                  <c:v>1.1899999999968713E-2</c:v>
                </c:pt>
                <c:pt idx="488">
                  <c:v>1.1899999999968713E-2</c:v>
                </c:pt>
                <c:pt idx="489">
                  <c:v>1.1899999999968713E-2</c:v>
                </c:pt>
                <c:pt idx="490">
                  <c:v>1.1899999999968713E-2</c:v>
                </c:pt>
                <c:pt idx="491">
                  <c:v>1.1899999999968713E-2</c:v>
                </c:pt>
                <c:pt idx="492">
                  <c:v>1.1899999999968713E-2</c:v>
                </c:pt>
                <c:pt idx="493">
                  <c:v>1.2000000000000455E-2</c:v>
                </c:pt>
                <c:pt idx="494">
                  <c:v>1.2000000000000455E-2</c:v>
                </c:pt>
                <c:pt idx="495">
                  <c:v>1.2000000000000455E-2</c:v>
                </c:pt>
                <c:pt idx="496">
                  <c:v>1.2000000000000455E-2</c:v>
                </c:pt>
                <c:pt idx="497">
                  <c:v>1.2000000000000455E-2</c:v>
                </c:pt>
                <c:pt idx="498">
                  <c:v>1.2000000000000455E-2</c:v>
                </c:pt>
                <c:pt idx="499">
                  <c:v>1.1799999999993815E-2</c:v>
                </c:pt>
                <c:pt idx="500">
                  <c:v>1.1500000000012278E-2</c:v>
                </c:pt>
                <c:pt idx="501">
                  <c:v>1.1199999999973898E-2</c:v>
                </c:pt>
                <c:pt idx="502">
                  <c:v>1.089999999999236E-2</c:v>
                </c:pt>
                <c:pt idx="503">
                  <c:v>1.0699999999985721E-2</c:v>
                </c:pt>
                <c:pt idx="504">
                  <c:v>1.0499999999979082E-2</c:v>
                </c:pt>
                <c:pt idx="505">
                  <c:v>1.0400000000004184E-2</c:v>
                </c:pt>
                <c:pt idx="506">
                  <c:v>1.0299999999972442E-2</c:v>
                </c:pt>
                <c:pt idx="507">
                  <c:v>1.0199999999997544E-2</c:v>
                </c:pt>
                <c:pt idx="508">
                  <c:v>1.0199999999997544E-2</c:v>
                </c:pt>
                <c:pt idx="509">
                  <c:v>1.0099999999965803E-2</c:v>
                </c:pt>
                <c:pt idx="510">
                  <c:v>1.0099999999965803E-2</c:v>
                </c:pt>
                <c:pt idx="511">
                  <c:v>9.9999999999909051E-3</c:v>
                </c:pt>
                <c:pt idx="512">
                  <c:v>9.9999999999909051E-3</c:v>
                </c:pt>
                <c:pt idx="513">
                  <c:v>9.9999999999909051E-3</c:v>
                </c:pt>
                <c:pt idx="514">
                  <c:v>9.9999999999909051E-3</c:v>
                </c:pt>
                <c:pt idx="515">
                  <c:v>9.8999999999591637E-3</c:v>
                </c:pt>
                <c:pt idx="516">
                  <c:v>9.8999999999591637E-3</c:v>
                </c:pt>
                <c:pt idx="517">
                  <c:v>9.8999999999591637E-3</c:v>
                </c:pt>
                <c:pt idx="518">
                  <c:v>9.8999999999591637E-3</c:v>
                </c:pt>
                <c:pt idx="519">
                  <c:v>9.8999999999591637E-3</c:v>
                </c:pt>
                <c:pt idx="520">
                  <c:v>9.8999999999591637E-3</c:v>
                </c:pt>
                <c:pt idx="521">
                  <c:v>9.8999999999591637E-3</c:v>
                </c:pt>
                <c:pt idx="522">
                  <c:v>9.8999999999591637E-3</c:v>
                </c:pt>
                <c:pt idx="523">
                  <c:v>9.8999999999591637E-3</c:v>
                </c:pt>
                <c:pt idx="524">
                  <c:v>9.7999999999842657E-3</c:v>
                </c:pt>
                <c:pt idx="525">
                  <c:v>9.7999999999842657E-3</c:v>
                </c:pt>
                <c:pt idx="526">
                  <c:v>9.7999999999842657E-3</c:v>
                </c:pt>
                <c:pt idx="527">
                  <c:v>9.7999999999842657E-3</c:v>
                </c:pt>
                <c:pt idx="528">
                  <c:v>9.7999999999842657E-3</c:v>
                </c:pt>
                <c:pt idx="529">
                  <c:v>9.7999999999842657E-3</c:v>
                </c:pt>
                <c:pt idx="530">
                  <c:v>9.9999999999909051E-3</c:v>
                </c:pt>
                <c:pt idx="531">
                  <c:v>1.0099999999965803E-2</c:v>
                </c:pt>
                <c:pt idx="532">
                  <c:v>1.0299999999972442E-2</c:v>
                </c:pt>
              </c:numCache>
            </c:numRef>
          </c:yVal>
          <c:smooth val="1"/>
          <c:extLst>
            <c:ext xmlns:c16="http://schemas.microsoft.com/office/drawing/2014/chart" uri="{C3380CC4-5D6E-409C-BE32-E72D297353CC}">
              <c16:uniqueId val="{00000026-1510-4437-9CAD-7ED8315A59D8}"/>
            </c:ext>
          </c:extLst>
        </c:ser>
        <c:ser>
          <c:idx val="39"/>
          <c:order val="39"/>
          <c:tx>
            <c:strRef>
              <c:f>SM50000_TEMPSoc5l2_50000!$QB$1</c:f>
              <c:strCache>
                <c:ptCount val="1"/>
                <c:pt idx="0">
                  <c:v>TELE_SM_INTERIOR.299</c:v>
                </c:pt>
              </c:strCache>
            </c:strRef>
          </c:tx>
          <c:spPr>
            <a:ln w="19050" cap="rnd">
              <a:solidFill>
                <a:schemeClr val="accent4">
                  <a:lumMod val="70000"/>
                  <a:lumOff val="30000"/>
                </a:schemeClr>
              </a:solidFill>
              <a:round/>
            </a:ln>
            <a:effectLst/>
          </c:spPr>
          <c:marker>
            <c:symbol val="circle"/>
            <c:size val="5"/>
            <c:spPr>
              <a:solidFill>
                <a:schemeClr val="accent4">
                  <a:lumMod val="70000"/>
                  <a:lumOff val="30000"/>
                </a:schemeClr>
              </a:solidFill>
              <a:ln w="9525">
                <a:solidFill>
                  <a:schemeClr val="accent4">
                    <a:lumMod val="70000"/>
                    <a:lumOff val="3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SM50000_TEMPSoc5l2_50000!$QB$2:$QB$536</c:f>
              <c:numCache>
                <c:formatCode>General</c:formatCode>
                <c:ptCount val="533"/>
                <c:pt idx="0">
                  <c:v>0</c:v>
                </c:pt>
                <c:pt idx="1">
                  <c:v>3.4999999999740794E-3</c:v>
                </c:pt>
                <c:pt idx="2">
                  <c:v>5.2999999999769898E-3</c:v>
                </c:pt>
                <c:pt idx="3">
                  <c:v>6.3999999999850843E-3</c:v>
                </c:pt>
                <c:pt idx="4">
                  <c:v>7.2000000000116415E-3</c:v>
                </c:pt>
                <c:pt idx="5">
                  <c:v>7.6999999999998181E-3</c:v>
                </c:pt>
                <c:pt idx="6">
                  <c:v>8.1000000000130967E-3</c:v>
                </c:pt>
                <c:pt idx="7">
                  <c:v>8.5000000000263753E-3</c:v>
                </c:pt>
                <c:pt idx="8">
                  <c:v>8.8000000000079126E-3</c:v>
                </c:pt>
                <c:pt idx="9">
                  <c:v>9.0000000000145519E-3</c:v>
                </c:pt>
                <c:pt idx="10">
                  <c:v>9.2000000000211912E-3</c:v>
                </c:pt>
                <c:pt idx="11">
                  <c:v>9.5000000000027285E-3</c:v>
                </c:pt>
                <c:pt idx="12">
                  <c:v>9.5999999999776264E-3</c:v>
                </c:pt>
                <c:pt idx="13">
                  <c:v>9.7999999999842657E-3</c:v>
                </c:pt>
                <c:pt idx="14">
                  <c:v>9.9999999999909051E-3</c:v>
                </c:pt>
                <c:pt idx="15">
                  <c:v>1.0100000000022646E-2</c:v>
                </c:pt>
                <c:pt idx="16">
                  <c:v>1.0300000000029286E-2</c:v>
                </c:pt>
                <c:pt idx="17">
                  <c:v>1.0400000000004184E-2</c:v>
                </c:pt>
                <c:pt idx="18">
                  <c:v>1.0499999999979082E-2</c:v>
                </c:pt>
                <c:pt idx="19">
                  <c:v>1.0699999999985721E-2</c:v>
                </c:pt>
                <c:pt idx="20">
                  <c:v>1.0800000000017462E-2</c:v>
                </c:pt>
                <c:pt idx="21">
                  <c:v>1.089999999999236E-2</c:v>
                </c:pt>
                <c:pt idx="22">
                  <c:v>1.1000000000024102E-2</c:v>
                </c:pt>
                <c:pt idx="23">
                  <c:v>1.1099999999999E-2</c:v>
                </c:pt>
                <c:pt idx="24">
                  <c:v>1.1099999999999E-2</c:v>
                </c:pt>
                <c:pt idx="25">
                  <c:v>1.1199999999973898E-2</c:v>
                </c:pt>
                <c:pt idx="26">
                  <c:v>1.1199999999973898E-2</c:v>
                </c:pt>
                <c:pt idx="27">
                  <c:v>1.0699999999985721E-2</c:v>
                </c:pt>
                <c:pt idx="28">
                  <c:v>1.0300000000029286E-2</c:v>
                </c:pt>
                <c:pt idx="29">
                  <c:v>9.9999999999909051E-3</c:v>
                </c:pt>
                <c:pt idx="30">
                  <c:v>9.9000000000160071E-3</c:v>
                </c:pt>
                <c:pt idx="31">
                  <c:v>9.7999999999842657E-3</c:v>
                </c:pt>
                <c:pt idx="32">
                  <c:v>9.7000000000093678E-3</c:v>
                </c:pt>
                <c:pt idx="33">
                  <c:v>9.7000000000093678E-3</c:v>
                </c:pt>
                <c:pt idx="34">
                  <c:v>9.5999999999776264E-3</c:v>
                </c:pt>
                <c:pt idx="35">
                  <c:v>9.5999999999776264E-3</c:v>
                </c:pt>
                <c:pt idx="36">
                  <c:v>9.5999999999776264E-3</c:v>
                </c:pt>
                <c:pt idx="37">
                  <c:v>9.5999999999776264E-3</c:v>
                </c:pt>
                <c:pt idx="38">
                  <c:v>9.5999999999776264E-3</c:v>
                </c:pt>
                <c:pt idx="39">
                  <c:v>9.5999999999776264E-3</c:v>
                </c:pt>
                <c:pt idx="40">
                  <c:v>9.5999999999776264E-3</c:v>
                </c:pt>
                <c:pt idx="41">
                  <c:v>9.5999999999776264E-3</c:v>
                </c:pt>
                <c:pt idx="42">
                  <c:v>9.5999999999776264E-3</c:v>
                </c:pt>
                <c:pt idx="43">
                  <c:v>9.7000000000093678E-3</c:v>
                </c:pt>
                <c:pt idx="44">
                  <c:v>9.7000000000093678E-3</c:v>
                </c:pt>
                <c:pt idx="45">
                  <c:v>9.7000000000093678E-3</c:v>
                </c:pt>
                <c:pt idx="46">
                  <c:v>9.7000000000093678E-3</c:v>
                </c:pt>
                <c:pt idx="47">
                  <c:v>9.7000000000093678E-3</c:v>
                </c:pt>
                <c:pt idx="48">
                  <c:v>9.7000000000093678E-3</c:v>
                </c:pt>
                <c:pt idx="49">
                  <c:v>9.7000000000093678E-3</c:v>
                </c:pt>
                <c:pt idx="50">
                  <c:v>9.7000000000093678E-3</c:v>
                </c:pt>
                <c:pt idx="51">
                  <c:v>9.7000000000093678E-3</c:v>
                </c:pt>
                <c:pt idx="52">
                  <c:v>9.7999999999842657E-3</c:v>
                </c:pt>
                <c:pt idx="53">
                  <c:v>9.7999999999842657E-3</c:v>
                </c:pt>
                <c:pt idx="54">
                  <c:v>9.7999999999842657E-3</c:v>
                </c:pt>
                <c:pt idx="55">
                  <c:v>9.7999999999842657E-3</c:v>
                </c:pt>
                <c:pt idx="56">
                  <c:v>9.7999999999842657E-3</c:v>
                </c:pt>
                <c:pt idx="57">
                  <c:v>9.9999999999909051E-3</c:v>
                </c:pt>
                <c:pt idx="58">
                  <c:v>1.0199999999997544E-2</c:v>
                </c:pt>
                <c:pt idx="59">
                  <c:v>1.0400000000004184E-2</c:v>
                </c:pt>
                <c:pt idx="60">
                  <c:v>1.0600000000010823E-2</c:v>
                </c:pt>
                <c:pt idx="61">
                  <c:v>1.0600000000010823E-2</c:v>
                </c:pt>
                <c:pt idx="62">
                  <c:v>1.0699999999985721E-2</c:v>
                </c:pt>
                <c:pt idx="63">
                  <c:v>1.0800000000017462E-2</c:v>
                </c:pt>
                <c:pt idx="64">
                  <c:v>1.0800000000017462E-2</c:v>
                </c:pt>
                <c:pt idx="65">
                  <c:v>1.0800000000017462E-2</c:v>
                </c:pt>
                <c:pt idx="66">
                  <c:v>1.089999999999236E-2</c:v>
                </c:pt>
                <c:pt idx="67">
                  <c:v>1.089999999999236E-2</c:v>
                </c:pt>
                <c:pt idx="68">
                  <c:v>1.089999999999236E-2</c:v>
                </c:pt>
                <c:pt idx="69">
                  <c:v>1.089999999999236E-2</c:v>
                </c:pt>
                <c:pt idx="70">
                  <c:v>1.089999999999236E-2</c:v>
                </c:pt>
                <c:pt idx="71">
                  <c:v>1.089999999999236E-2</c:v>
                </c:pt>
                <c:pt idx="72">
                  <c:v>1.1000000000024102E-2</c:v>
                </c:pt>
                <c:pt idx="73">
                  <c:v>1.1000000000024102E-2</c:v>
                </c:pt>
                <c:pt idx="74">
                  <c:v>1.1000000000024102E-2</c:v>
                </c:pt>
                <c:pt idx="75">
                  <c:v>1.1000000000024102E-2</c:v>
                </c:pt>
                <c:pt idx="76">
                  <c:v>1.1000000000024102E-2</c:v>
                </c:pt>
                <c:pt idx="77">
                  <c:v>1.1000000000024102E-2</c:v>
                </c:pt>
                <c:pt idx="78">
                  <c:v>1.1000000000024102E-2</c:v>
                </c:pt>
                <c:pt idx="79">
                  <c:v>1.1000000000024102E-2</c:v>
                </c:pt>
                <c:pt idx="80">
                  <c:v>1.1000000000024102E-2</c:v>
                </c:pt>
                <c:pt idx="81">
                  <c:v>1.1000000000024102E-2</c:v>
                </c:pt>
                <c:pt idx="82">
                  <c:v>1.1000000000024102E-2</c:v>
                </c:pt>
                <c:pt idx="83">
                  <c:v>1.1000000000024102E-2</c:v>
                </c:pt>
                <c:pt idx="84">
                  <c:v>1.1000000000024102E-2</c:v>
                </c:pt>
                <c:pt idx="85">
                  <c:v>1.1000000000024102E-2</c:v>
                </c:pt>
                <c:pt idx="86">
                  <c:v>1.1000000000024102E-2</c:v>
                </c:pt>
                <c:pt idx="87">
                  <c:v>1.1000000000024102E-2</c:v>
                </c:pt>
                <c:pt idx="88">
                  <c:v>1.1000000000024102E-2</c:v>
                </c:pt>
                <c:pt idx="89">
                  <c:v>1.1000000000024102E-2</c:v>
                </c:pt>
                <c:pt idx="90">
                  <c:v>1.1000000000024102E-2</c:v>
                </c:pt>
                <c:pt idx="91">
                  <c:v>1.1000000000024102E-2</c:v>
                </c:pt>
                <c:pt idx="92">
                  <c:v>1.1000000000024102E-2</c:v>
                </c:pt>
                <c:pt idx="93">
                  <c:v>1.1000000000024102E-2</c:v>
                </c:pt>
                <c:pt idx="94">
                  <c:v>1.1000000000024102E-2</c:v>
                </c:pt>
                <c:pt idx="95">
                  <c:v>1.1099999999999E-2</c:v>
                </c:pt>
                <c:pt idx="96">
                  <c:v>1.1099999999999E-2</c:v>
                </c:pt>
                <c:pt idx="97">
                  <c:v>1.1099999999999E-2</c:v>
                </c:pt>
                <c:pt idx="98">
                  <c:v>1.1099999999999E-2</c:v>
                </c:pt>
                <c:pt idx="99">
                  <c:v>1.1099999999999E-2</c:v>
                </c:pt>
                <c:pt idx="100">
                  <c:v>1.1099999999999E-2</c:v>
                </c:pt>
                <c:pt idx="101">
                  <c:v>1.1099999999999E-2</c:v>
                </c:pt>
                <c:pt idx="102">
                  <c:v>1.1099999999999E-2</c:v>
                </c:pt>
                <c:pt idx="103">
                  <c:v>1.1099999999999E-2</c:v>
                </c:pt>
                <c:pt idx="104">
                  <c:v>1.1099999999999E-2</c:v>
                </c:pt>
                <c:pt idx="105">
                  <c:v>1.1099999999999E-2</c:v>
                </c:pt>
                <c:pt idx="106">
                  <c:v>1.1099999999999E-2</c:v>
                </c:pt>
                <c:pt idx="107">
                  <c:v>1.1099999999999E-2</c:v>
                </c:pt>
                <c:pt idx="108">
                  <c:v>1.1000000000024102E-2</c:v>
                </c:pt>
                <c:pt idx="109">
                  <c:v>1.1000000000024102E-2</c:v>
                </c:pt>
                <c:pt idx="110">
                  <c:v>1.089999999999236E-2</c:v>
                </c:pt>
                <c:pt idx="111">
                  <c:v>1.089999999999236E-2</c:v>
                </c:pt>
                <c:pt idx="112">
                  <c:v>1.089999999999236E-2</c:v>
                </c:pt>
                <c:pt idx="113">
                  <c:v>1.089999999999236E-2</c:v>
                </c:pt>
                <c:pt idx="114">
                  <c:v>1.089999999999236E-2</c:v>
                </c:pt>
                <c:pt idx="115">
                  <c:v>1.089999999999236E-2</c:v>
                </c:pt>
                <c:pt idx="116">
                  <c:v>1.089999999999236E-2</c:v>
                </c:pt>
                <c:pt idx="117">
                  <c:v>1.089999999999236E-2</c:v>
                </c:pt>
                <c:pt idx="118">
                  <c:v>1.089999999999236E-2</c:v>
                </c:pt>
                <c:pt idx="119">
                  <c:v>1.089999999999236E-2</c:v>
                </c:pt>
                <c:pt idx="120">
                  <c:v>1.089999999999236E-2</c:v>
                </c:pt>
                <c:pt idx="121">
                  <c:v>1.089999999999236E-2</c:v>
                </c:pt>
                <c:pt idx="122">
                  <c:v>1.089999999999236E-2</c:v>
                </c:pt>
                <c:pt idx="123">
                  <c:v>1.089999999999236E-2</c:v>
                </c:pt>
                <c:pt idx="124">
                  <c:v>1.089999999999236E-2</c:v>
                </c:pt>
                <c:pt idx="125">
                  <c:v>1.089999999999236E-2</c:v>
                </c:pt>
                <c:pt idx="126">
                  <c:v>1.089999999999236E-2</c:v>
                </c:pt>
                <c:pt idx="127">
                  <c:v>1.089999999999236E-2</c:v>
                </c:pt>
                <c:pt idx="128">
                  <c:v>1.089999999999236E-2</c:v>
                </c:pt>
                <c:pt idx="129">
                  <c:v>1.089999999999236E-2</c:v>
                </c:pt>
                <c:pt idx="130">
                  <c:v>1.089999999999236E-2</c:v>
                </c:pt>
                <c:pt idx="131">
                  <c:v>1.089999999999236E-2</c:v>
                </c:pt>
                <c:pt idx="132">
                  <c:v>1.089999999999236E-2</c:v>
                </c:pt>
                <c:pt idx="133">
                  <c:v>1.089999999999236E-2</c:v>
                </c:pt>
                <c:pt idx="134">
                  <c:v>1.089999999999236E-2</c:v>
                </c:pt>
                <c:pt idx="135">
                  <c:v>1.089999999999236E-2</c:v>
                </c:pt>
                <c:pt idx="136">
                  <c:v>1.089999999999236E-2</c:v>
                </c:pt>
                <c:pt idx="137">
                  <c:v>1.089999999999236E-2</c:v>
                </c:pt>
                <c:pt idx="138">
                  <c:v>1.089999999999236E-2</c:v>
                </c:pt>
                <c:pt idx="139">
                  <c:v>1.089999999999236E-2</c:v>
                </c:pt>
                <c:pt idx="140">
                  <c:v>1.089999999999236E-2</c:v>
                </c:pt>
                <c:pt idx="141">
                  <c:v>1.089999999999236E-2</c:v>
                </c:pt>
                <c:pt idx="142">
                  <c:v>1.1000000000024102E-2</c:v>
                </c:pt>
                <c:pt idx="143">
                  <c:v>1.1000000000024102E-2</c:v>
                </c:pt>
                <c:pt idx="144">
                  <c:v>1.1000000000024102E-2</c:v>
                </c:pt>
                <c:pt idx="145">
                  <c:v>1.1000000000024102E-2</c:v>
                </c:pt>
                <c:pt idx="146">
                  <c:v>1.1000000000024102E-2</c:v>
                </c:pt>
                <c:pt idx="147">
                  <c:v>1.1000000000024102E-2</c:v>
                </c:pt>
                <c:pt idx="148">
                  <c:v>1.1000000000024102E-2</c:v>
                </c:pt>
                <c:pt idx="149">
                  <c:v>1.1000000000024102E-2</c:v>
                </c:pt>
                <c:pt idx="150">
                  <c:v>1.1000000000024102E-2</c:v>
                </c:pt>
                <c:pt idx="151">
                  <c:v>1.1000000000024102E-2</c:v>
                </c:pt>
                <c:pt idx="152">
                  <c:v>1.1000000000024102E-2</c:v>
                </c:pt>
                <c:pt idx="153">
                  <c:v>1.1000000000024102E-2</c:v>
                </c:pt>
                <c:pt idx="154">
                  <c:v>1.1000000000024102E-2</c:v>
                </c:pt>
                <c:pt idx="155">
                  <c:v>1.1000000000024102E-2</c:v>
                </c:pt>
                <c:pt idx="156">
                  <c:v>1.1000000000024102E-2</c:v>
                </c:pt>
                <c:pt idx="157">
                  <c:v>1.1000000000024102E-2</c:v>
                </c:pt>
                <c:pt idx="158">
                  <c:v>1.1300000000005639E-2</c:v>
                </c:pt>
                <c:pt idx="159">
                  <c:v>1.1599999999987176E-2</c:v>
                </c:pt>
                <c:pt idx="160">
                  <c:v>1.1799999999993815E-2</c:v>
                </c:pt>
                <c:pt idx="161">
                  <c:v>1.2000000000000455E-2</c:v>
                </c:pt>
                <c:pt idx="162">
                  <c:v>1.2099999999975353E-2</c:v>
                </c:pt>
                <c:pt idx="163">
                  <c:v>1.2200000000007094E-2</c:v>
                </c:pt>
                <c:pt idx="164">
                  <c:v>1.2200000000007094E-2</c:v>
                </c:pt>
                <c:pt idx="165">
                  <c:v>1.2200000000007094E-2</c:v>
                </c:pt>
                <c:pt idx="166">
                  <c:v>1.2299999999981992E-2</c:v>
                </c:pt>
                <c:pt idx="167">
                  <c:v>1.2299999999981992E-2</c:v>
                </c:pt>
                <c:pt idx="168">
                  <c:v>1.2299999999981992E-2</c:v>
                </c:pt>
                <c:pt idx="169">
                  <c:v>1.2299999999981992E-2</c:v>
                </c:pt>
                <c:pt idx="170">
                  <c:v>1.2299999999981992E-2</c:v>
                </c:pt>
                <c:pt idx="171">
                  <c:v>1.2400000000013733E-2</c:v>
                </c:pt>
                <c:pt idx="172">
                  <c:v>1.2400000000013733E-2</c:v>
                </c:pt>
                <c:pt idx="173">
                  <c:v>1.2400000000013733E-2</c:v>
                </c:pt>
                <c:pt idx="174">
                  <c:v>1.2400000000013733E-2</c:v>
                </c:pt>
                <c:pt idx="175">
                  <c:v>1.2400000000013733E-2</c:v>
                </c:pt>
                <c:pt idx="176">
                  <c:v>1.2400000000013733E-2</c:v>
                </c:pt>
                <c:pt idx="177">
                  <c:v>1.2400000000013733E-2</c:v>
                </c:pt>
                <c:pt idx="178">
                  <c:v>1.2400000000013733E-2</c:v>
                </c:pt>
                <c:pt idx="179">
                  <c:v>1.2400000000013733E-2</c:v>
                </c:pt>
                <c:pt idx="180">
                  <c:v>1.2400000000013733E-2</c:v>
                </c:pt>
                <c:pt idx="181">
                  <c:v>1.2400000000013733E-2</c:v>
                </c:pt>
                <c:pt idx="182">
                  <c:v>1.2400000000013733E-2</c:v>
                </c:pt>
                <c:pt idx="183">
                  <c:v>1.2200000000007094E-2</c:v>
                </c:pt>
                <c:pt idx="184">
                  <c:v>1.1599999999987176E-2</c:v>
                </c:pt>
                <c:pt idx="185">
                  <c:v>1.1199999999973898E-2</c:v>
                </c:pt>
                <c:pt idx="186">
                  <c:v>1.089999999999236E-2</c:v>
                </c:pt>
                <c:pt idx="187">
                  <c:v>1.0699999999985721E-2</c:v>
                </c:pt>
                <c:pt idx="188">
                  <c:v>1.0499999999979082E-2</c:v>
                </c:pt>
                <c:pt idx="189">
                  <c:v>1.0400000000004184E-2</c:v>
                </c:pt>
                <c:pt idx="190">
                  <c:v>1.0300000000029286E-2</c:v>
                </c:pt>
                <c:pt idx="191">
                  <c:v>1.0300000000029286E-2</c:v>
                </c:pt>
                <c:pt idx="192">
                  <c:v>1.0199999999997544E-2</c:v>
                </c:pt>
                <c:pt idx="193">
                  <c:v>1.0199999999997544E-2</c:v>
                </c:pt>
                <c:pt idx="194">
                  <c:v>1.0100000000022646E-2</c:v>
                </c:pt>
                <c:pt idx="195">
                  <c:v>1.0100000000022646E-2</c:v>
                </c:pt>
                <c:pt idx="196">
                  <c:v>1.0100000000022646E-2</c:v>
                </c:pt>
                <c:pt idx="197">
                  <c:v>1.0100000000022646E-2</c:v>
                </c:pt>
                <c:pt idx="198">
                  <c:v>9.9999999999909051E-3</c:v>
                </c:pt>
                <c:pt idx="199">
                  <c:v>9.9999999999909051E-3</c:v>
                </c:pt>
                <c:pt idx="200">
                  <c:v>9.9999999999909051E-3</c:v>
                </c:pt>
                <c:pt idx="201">
                  <c:v>9.9999999999909051E-3</c:v>
                </c:pt>
                <c:pt idx="202">
                  <c:v>9.9999999999909051E-3</c:v>
                </c:pt>
                <c:pt idx="203">
                  <c:v>9.9999999999909051E-3</c:v>
                </c:pt>
                <c:pt idx="204">
                  <c:v>9.9999999999909051E-3</c:v>
                </c:pt>
                <c:pt idx="205">
                  <c:v>9.9999999999909051E-3</c:v>
                </c:pt>
                <c:pt idx="206">
                  <c:v>9.9999999999909051E-3</c:v>
                </c:pt>
                <c:pt idx="207">
                  <c:v>9.9999999999909051E-3</c:v>
                </c:pt>
                <c:pt idx="208">
                  <c:v>9.9999999999909051E-3</c:v>
                </c:pt>
                <c:pt idx="209">
                  <c:v>9.9999999999909051E-3</c:v>
                </c:pt>
                <c:pt idx="210">
                  <c:v>9.9999999999909051E-3</c:v>
                </c:pt>
                <c:pt idx="211">
                  <c:v>9.9999999999909051E-3</c:v>
                </c:pt>
                <c:pt idx="212">
                  <c:v>9.9999999999909051E-3</c:v>
                </c:pt>
                <c:pt idx="213">
                  <c:v>9.9999999999909051E-3</c:v>
                </c:pt>
                <c:pt idx="214">
                  <c:v>1.0199999999997544E-2</c:v>
                </c:pt>
                <c:pt idx="215">
                  <c:v>1.0400000000004184E-2</c:v>
                </c:pt>
                <c:pt idx="216">
                  <c:v>1.0600000000010823E-2</c:v>
                </c:pt>
                <c:pt idx="217">
                  <c:v>1.0699999999985721E-2</c:v>
                </c:pt>
                <c:pt idx="218">
                  <c:v>1.0800000000017462E-2</c:v>
                </c:pt>
                <c:pt idx="219">
                  <c:v>1.0800000000017462E-2</c:v>
                </c:pt>
                <c:pt idx="220">
                  <c:v>1.089999999999236E-2</c:v>
                </c:pt>
                <c:pt idx="221">
                  <c:v>1.089999999999236E-2</c:v>
                </c:pt>
                <c:pt idx="222">
                  <c:v>1.089999999999236E-2</c:v>
                </c:pt>
                <c:pt idx="223">
                  <c:v>1.089999999999236E-2</c:v>
                </c:pt>
                <c:pt idx="224">
                  <c:v>1.1000000000024102E-2</c:v>
                </c:pt>
                <c:pt idx="225">
                  <c:v>1.1000000000024102E-2</c:v>
                </c:pt>
                <c:pt idx="226">
                  <c:v>1.1000000000024102E-2</c:v>
                </c:pt>
                <c:pt idx="227">
                  <c:v>1.1000000000024102E-2</c:v>
                </c:pt>
                <c:pt idx="228">
                  <c:v>1.1000000000024102E-2</c:v>
                </c:pt>
                <c:pt idx="229">
                  <c:v>1.1000000000024102E-2</c:v>
                </c:pt>
                <c:pt idx="230">
                  <c:v>1.1000000000024102E-2</c:v>
                </c:pt>
                <c:pt idx="231">
                  <c:v>1.1000000000024102E-2</c:v>
                </c:pt>
                <c:pt idx="232">
                  <c:v>1.1000000000024102E-2</c:v>
                </c:pt>
                <c:pt idx="233">
                  <c:v>1.1000000000024102E-2</c:v>
                </c:pt>
                <c:pt idx="234">
                  <c:v>1.1000000000024102E-2</c:v>
                </c:pt>
                <c:pt idx="235">
                  <c:v>1.1000000000024102E-2</c:v>
                </c:pt>
                <c:pt idx="236">
                  <c:v>1.1000000000024102E-2</c:v>
                </c:pt>
                <c:pt idx="237">
                  <c:v>1.1000000000024102E-2</c:v>
                </c:pt>
                <c:pt idx="238">
                  <c:v>1.1099999999999E-2</c:v>
                </c:pt>
                <c:pt idx="239">
                  <c:v>1.1099999999999E-2</c:v>
                </c:pt>
                <c:pt idx="240">
                  <c:v>1.1099999999999E-2</c:v>
                </c:pt>
                <c:pt idx="241">
                  <c:v>1.1099999999999E-2</c:v>
                </c:pt>
                <c:pt idx="242">
                  <c:v>1.1099999999999E-2</c:v>
                </c:pt>
                <c:pt idx="243">
                  <c:v>1.1099999999999E-2</c:v>
                </c:pt>
                <c:pt idx="244">
                  <c:v>1.1099999999999E-2</c:v>
                </c:pt>
                <c:pt idx="245">
                  <c:v>1.1099999999999E-2</c:v>
                </c:pt>
                <c:pt idx="246">
                  <c:v>1.1099999999999E-2</c:v>
                </c:pt>
                <c:pt idx="247">
                  <c:v>1.1099999999999E-2</c:v>
                </c:pt>
                <c:pt idx="248">
                  <c:v>1.1099999999999E-2</c:v>
                </c:pt>
                <c:pt idx="249">
                  <c:v>1.1099999999999E-2</c:v>
                </c:pt>
                <c:pt idx="250">
                  <c:v>1.1099999999999E-2</c:v>
                </c:pt>
                <c:pt idx="251">
                  <c:v>1.1099999999999E-2</c:v>
                </c:pt>
                <c:pt idx="252">
                  <c:v>1.1099999999999E-2</c:v>
                </c:pt>
                <c:pt idx="253">
                  <c:v>1.1099999999999E-2</c:v>
                </c:pt>
                <c:pt idx="254">
                  <c:v>1.1099999999999E-2</c:v>
                </c:pt>
                <c:pt idx="255">
                  <c:v>1.1099999999999E-2</c:v>
                </c:pt>
                <c:pt idx="256">
                  <c:v>1.1099999999999E-2</c:v>
                </c:pt>
                <c:pt idx="257">
                  <c:v>1.1099999999999E-2</c:v>
                </c:pt>
                <c:pt idx="258">
                  <c:v>1.1099999999999E-2</c:v>
                </c:pt>
                <c:pt idx="259">
                  <c:v>1.1099999999999E-2</c:v>
                </c:pt>
                <c:pt idx="260">
                  <c:v>1.1099999999999E-2</c:v>
                </c:pt>
                <c:pt idx="261">
                  <c:v>1.1099999999999E-2</c:v>
                </c:pt>
                <c:pt idx="262">
                  <c:v>1.1099999999999E-2</c:v>
                </c:pt>
                <c:pt idx="263">
                  <c:v>1.1099999999999E-2</c:v>
                </c:pt>
                <c:pt idx="264">
                  <c:v>1.1099999999999E-2</c:v>
                </c:pt>
                <c:pt idx="265">
                  <c:v>1.1099999999999E-2</c:v>
                </c:pt>
                <c:pt idx="266">
                  <c:v>1.1000000000024102E-2</c:v>
                </c:pt>
                <c:pt idx="267">
                  <c:v>1.089999999999236E-2</c:v>
                </c:pt>
                <c:pt idx="268">
                  <c:v>1.089999999999236E-2</c:v>
                </c:pt>
                <c:pt idx="269">
                  <c:v>1.089999999999236E-2</c:v>
                </c:pt>
                <c:pt idx="270">
                  <c:v>1.089999999999236E-2</c:v>
                </c:pt>
                <c:pt idx="271">
                  <c:v>1.089999999999236E-2</c:v>
                </c:pt>
                <c:pt idx="272">
                  <c:v>1.089999999999236E-2</c:v>
                </c:pt>
                <c:pt idx="273">
                  <c:v>1.089999999999236E-2</c:v>
                </c:pt>
                <c:pt idx="274">
                  <c:v>1.089999999999236E-2</c:v>
                </c:pt>
                <c:pt idx="275">
                  <c:v>1.089999999999236E-2</c:v>
                </c:pt>
                <c:pt idx="276">
                  <c:v>1.089999999999236E-2</c:v>
                </c:pt>
                <c:pt idx="277">
                  <c:v>1.089999999999236E-2</c:v>
                </c:pt>
                <c:pt idx="278">
                  <c:v>1.089999999999236E-2</c:v>
                </c:pt>
                <c:pt idx="279">
                  <c:v>1.089999999999236E-2</c:v>
                </c:pt>
                <c:pt idx="280">
                  <c:v>1.089999999999236E-2</c:v>
                </c:pt>
                <c:pt idx="281">
                  <c:v>1.089999999999236E-2</c:v>
                </c:pt>
                <c:pt idx="282">
                  <c:v>1.089999999999236E-2</c:v>
                </c:pt>
                <c:pt idx="283">
                  <c:v>1.089999999999236E-2</c:v>
                </c:pt>
                <c:pt idx="284">
                  <c:v>1.089999999999236E-2</c:v>
                </c:pt>
                <c:pt idx="285">
                  <c:v>1.089999999999236E-2</c:v>
                </c:pt>
                <c:pt idx="286">
                  <c:v>1.089999999999236E-2</c:v>
                </c:pt>
                <c:pt idx="287">
                  <c:v>1.089999999999236E-2</c:v>
                </c:pt>
                <c:pt idx="288">
                  <c:v>1.089999999999236E-2</c:v>
                </c:pt>
                <c:pt idx="289">
                  <c:v>1.089999999999236E-2</c:v>
                </c:pt>
                <c:pt idx="290">
                  <c:v>1.089999999999236E-2</c:v>
                </c:pt>
                <c:pt idx="291">
                  <c:v>1.089999999999236E-2</c:v>
                </c:pt>
                <c:pt idx="292">
                  <c:v>1.089999999999236E-2</c:v>
                </c:pt>
                <c:pt idx="293">
                  <c:v>1.089999999999236E-2</c:v>
                </c:pt>
                <c:pt idx="294">
                  <c:v>1.089999999999236E-2</c:v>
                </c:pt>
                <c:pt idx="295">
                  <c:v>1.089999999999236E-2</c:v>
                </c:pt>
                <c:pt idx="296">
                  <c:v>1.089999999999236E-2</c:v>
                </c:pt>
                <c:pt idx="297">
                  <c:v>1.089999999999236E-2</c:v>
                </c:pt>
                <c:pt idx="298">
                  <c:v>1.089999999999236E-2</c:v>
                </c:pt>
                <c:pt idx="299">
                  <c:v>1.1000000000024102E-2</c:v>
                </c:pt>
                <c:pt idx="300">
                  <c:v>1.1000000000024102E-2</c:v>
                </c:pt>
                <c:pt idx="301">
                  <c:v>1.1000000000024102E-2</c:v>
                </c:pt>
                <c:pt idx="302">
                  <c:v>1.1000000000024102E-2</c:v>
                </c:pt>
                <c:pt idx="303">
                  <c:v>1.1000000000024102E-2</c:v>
                </c:pt>
                <c:pt idx="304">
                  <c:v>1.1000000000024102E-2</c:v>
                </c:pt>
                <c:pt idx="305">
                  <c:v>1.1000000000024102E-2</c:v>
                </c:pt>
                <c:pt idx="306">
                  <c:v>1.1000000000024102E-2</c:v>
                </c:pt>
                <c:pt idx="307">
                  <c:v>1.1000000000024102E-2</c:v>
                </c:pt>
                <c:pt idx="308">
                  <c:v>1.1000000000024102E-2</c:v>
                </c:pt>
                <c:pt idx="309">
                  <c:v>1.1000000000024102E-2</c:v>
                </c:pt>
                <c:pt idx="310">
                  <c:v>1.1000000000024102E-2</c:v>
                </c:pt>
                <c:pt idx="311">
                  <c:v>1.1000000000024102E-2</c:v>
                </c:pt>
                <c:pt idx="312">
                  <c:v>1.1000000000024102E-2</c:v>
                </c:pt>
                <c:pt idx="313">
                  <c:v>1.1000000000024102E-2</c:v>
                </c:pt>
                <c:pt idx="314">
                  <c:v>1.1000000000024102E-2</c:v>
                </c:pt>
                <c:pt idx="315">
                  <c:v>1.1300000000005639E-2</c:v>
                </c:pt>
                <c:pt idx="316">
                  <c:v>1.1599999999987176E-2</c:v>
                </c:pt>
                <c:pt idx="317">
                  <c:v>1.1900000000025557E-2</c:v>
                </c:pt>
                <c:pt idx="318">
                  <c:v>1.2000000000000455E-2</c:v>
                </c:pt>
                <c:pt idx="319">
                  <c:v>1.2099999999975353E-2</c:v>
                </c:pt>
                <c:pt idx="320">
                  <c:v>1.2200000000007094E-2</c:v>
                </c:pt>
                <c:pt idx="321">
                  <c:v>1.2200000000007094E-2</c:v>
                </c:pt>
                <c:pt idx="322">
                  <c:v>1.2200000000007094E-2</c:v>
                </c:pt>
                <c:pt idx="323">
                  <c:v>1.2299999999981992E-2</c:v>
                </c:pt>
                <c:pt idx="324">
                  <c:v>1.2299999999981992E-2</c:v>
                </c:pt>
                <c:pt idx="325">
                  <c:v>1.2299999999981992E-2</c:v>
                </c:pt>
                <c:pt idx="326">
                  <c:v>1.2299999999981992E-2</c:v>
                </c:pt>
                <c:pt idx="327">
                  <c:v>1.2299999999981992E-2</c:v>
                </c:pt>
                <c:pt idx="328">
                  <c:v>1.2400000000013733E-2</c:v>
                </c:pt>
                <c:pt idx="329">
                  <c:v>1.2400000000013733E-2</c:v>
                </c:pt>
                <c:pt idx="330">
                  <c:v>1.2400000000013733E-2</c:v>
                </c:pt>
                <c:pt idx="331">
                  <c:v>1.2400000000013733E-2</c:v>
                </c:pt>
                <c:pt idx="332">
                  <c:v>1.2400000000013733E-2</c:v>
                </c:pt>
                <c:pt idx="333">
                  <c:v>1.2400000000013733E-2</c:v>
                </c:pt>
                <c:pt idx="334">
                  <c:v>1.2400000000013733E-2</c:v>
                </c:pt>
                <c:pt idx="335">
                  <c:v>1.2400000000013733E-2</c:v>
                </c:pt>
                <c:pt idx="336">
                  <c:v>1.2400000000013733E-2</c:v>
                </c:pt>
                <c:pt idx="337">
                  <c:v>1.2400000000013733E-2</c:v>
                </c:pt>
                <c:pt idx="338">
                  <c:v>1.2400000000013733E-2</c:v>
                </c:pt>
                <c:pt idx="339">
                  <c:v>1.2400000000013733E-2</c:v>
                </c:pt>
                <c:pt idx="340">
                  <c:v>1.2099999999975353E-2</c:v>
                </c:pt>
                <c:pt idx="341">
                  <c:v>1.1599999999987176E-2</c:v>
                </c:pt>
                <c:pt idx="342">
                  <c:v>1.1199999999973898E-2</c:v>
                </c:pt>
                <c:pt idx="343">
                  <c:v>1.089999999999236E-2</c:v>
                </c:pt>
                <c:pt idx="344">
                  <c:v>1.0699999999985721E-2</c:v>
                </c:pt>
                <c:pt idx="345">
                  <c:v>1.0499999999979082E-2</c:v>
                </c:pt>
                <c:pt idx="346">
                  <c:v>1.0400000000004184E-2</c:v>
                </c:pt>
                <c:pt idx="347">
                  <c:v>1.0300000000029286E-2</c:v>
                </c:pt>
                <c:pt idx="348">
                  <c:v>1.0300000000029286E-2</c:v>
                </c:pt>
                <c:pt idx="349">
                  <c:v>1.0199999999997544E-2</c:v>
                </c:pt>
                <c:pt idx="350">
                  <c:v>1.0199999999997544E-2</c:v>
                </c:pt>
                <c:pt idx="351">
                  <c:v>1.0100000000022646E-2</c:v>
                </c:pt>
                <c:pt idx="352">
                  <c:v>1.0100000000022646E-2</c:v>
                </c:pt>
                <c:pt idx="353">
                  <c:v>1.0100000000022646E-2</c:v>
                </c:pt>
                <c:pt idx="354">
                  <c:v>1.0100000000022646E-2</c:v>
                </c:pt>
                <c:pt idx="355">
                  <c:v>9.9999999999909051E-3</c:v>
                </c:pt>
                <c:pt idx="356">
                  <c:v>9.9999999999909051E-3</c:v>
                </c:pt>
                <c:pt idx="357">
                  <c:v>9.9999999999909051E-3</c:v>
                </c:pt>
                <c:pt idx="358">
                  <c:v>9.9999999999909051E-3</c:v>
                </c:pt>
                <c:pt idx="359">
                  <c:v>9.9999999999909051E-3</c:v>
                </c:pt>
                <c:pt idx="360">
                  <c:v>9.9999999999909051E-3</c:v>
                </c:pt>
                <c:pt idx="361">
                  <c:v>9.9999999999909051E-3</c:v>
                </c:pt>
                <c:pt idx="362">
                  <c:v>9.9999999999909051E-3</c:v>
                </c:pt>
                <c:pt idx="363">
                  <c:v>9.9999999999909051E-3</c:v>
                </c:pt>
                <c:pt idx="364">
                  <c:v>9.9999999999909051E-3</c:v>
                </c:pt>
                <c:pt idx="365">
                  <c:v>9.9999999999909051E-3</c:v>
                </c:pt>
                <c:pt idx="366">
                  <c:v>9.9999999999909051E-3</c:v>
                </c:pt>
                <c:pt idx="367">
                  <c:v>9.9999999999909051E-3</c:v>
                </c:pt>
                <c:pt idx="368">
                  <c:v>9.9999999999909051E-3</c:v>
                </c:pt>
                <c:pt idx="369">
                  <c:v>9.9999999999909051E-3</c:v>
                </c:pt>
                <c:pt idx="370">
                  <c:v>9.9000000000160071E-3</c:v>
                </c:pt>
                <c:pt idx="371">
                  <c:v>9.9999999999909051E-3</c:v>
                </c:pt>
                <c:pt idx="372">
                  <c:v>1.0199999999997544E-2</c:v>
                </c:pt>
                <c:pt idx="373">
                  <c:v>1.0400000000004184E-2</c:v>
                </c:pt>
                <c:pt idx="374">
                  <c:v>1.0600000000010823E-2</c:v>
                </c:pt>
                <c:pt idx="375">
                  <c:v>1.0699999999985721E-2</c:v>
                </c:pt>
                <c:pt idx="376">
                  <c:v>1.0800000000017462E-2</c:v>
                </c:pt>
                <c:pt idx="377">
                  <c:v>1.0800000000017462E-2</c:v>
                </c:pt>
                <c:pt idx="378">
                  <c:v>1.089999999999236E-2</c:v>
                </c:pt>
                <c:pt idx="379">
                  <c:v>1.089999999999236E-2</c:v>
                </c:pt>
                <c:pt idx="380">
                  <c:v>1.089999999999236E-2</c:v>
                </c:pt>
                <c:pt idx="381">
                  <c:v>1.089999999999236E-2</c:v>
                </c:pt>
                <c:pt idx="382">
                  <c:v>1.1000000000024102E-2</c:v>
                </c:pt>
                <c:pt idx="383">
                  <c:v>1.1000000000024102E-2</c:v>
                </c:pt>
                <c:pt idx="384">
                  <c:v>1.1000000000024102E-2</c:v>
                </c:pt>
                <c:pt idx="385">
                  <c:v>1.1000000000024102E-2</c:v>
                </c:pt>
                <c:pt idx="386">
                  <c:v>1.1000000000024102E-2</c:v>
                </c:pt>
                <c:pt idx="387">
                  <c:v>1.1000000000024102E-2</c:v>
                </c:pt>
                <c:pt idx="388">
                  <c:v>1.1000000000024102E-2</c:v>
                </c:pt>
                <c:pt idx="389">
                  <c:v>1.1000000000024102E-2</c:v>
                </c:pt>
                <c:pt idx="390">
                  <c:v>1.1000000000024102E-2</c:v>
                </c:pt>
                <c:pt idx="391">
                  <c:v>1.1000000000024102E-2</c:v>
                </c:pt>
                <c:pt idx="392">
                  <c:v>1.1000000000024102E-2</c:v>
                </c:pt>
                <c:pt idx="393">
                  <c:v>1.1000000000024102E-2</c:v>
                </c:pt>
                <c:pt idx="394">
                  <c:v>1.1000000000024102E-2</c:v>
                </c:pt>
                <c:pt idx="395">
                  <c:v>1.1000000000024102E-2</c:v>
                </c:pt>
                <c:pt idx="396">
                  <c:v>1.1099999999999E-2</c:v>
                </c:pt>
                <c:pt idx="397">
                  <c:v>1.1099999999999E-2</c:v>
                </c:pt>
                <c:pt idx="398">
                  <c:v>1.1099999999999E-2</c:v>
                </c:pt>
                <c:pt idx="399">
                  <c:v>1.1099999999999E-2</c:v>
                </c:pt>
                <c:pt idx="400">
                  <c:v>1.1099999999999E-2</c:v>
                </c:pt>
                <c:pt idx="401">
                  <c:v>1.1099999999999E-2</c:v>
                </c:pt>
                <c:pt idx="402">
                  <c:v>1.1099999999999E-2</c:v>
                </c:pt>
                <c:pt idx="403">
                  <c:v>1.1099999999999E-2</c:v>
                </c:pt>
                <c:pt idx="404">
                  <c:v>1.1099999999999E-2</c:v>
                </c:pt>
                <c:pt idx="405">
                  <c:v>1.1099999999999E-2</c:v>
                </c:pt>
                <c:pt idx="406">
                  <c:v>1.1099999999999E-2</c:v>
                </c:pt>
                <c:pt idx="407">
                  <c:v>1.1099999999999E-2</c:v>
                </c:pt>
                <c:pt idx="408">
                  <c:v>1.1099999999999E-2</c:v>
                </c:pt>
                <c:pt idx="409">
                  <c:v>1.1099999999999E-2</c:v>
                </c:pt>
                <c:pt idx="410">
                  <c:v>1.1099999999999E-2</c:v>
                </c:pt>
                <c:pt idx="411">
                  <c:v>1.1099999999999E-2</c:v>
                </c:pt>
                <c:pt idx="412">
                  <c:v>1.1099999999999E-2</c:v>
                </c:pt>
                <c:pt idx="413">
                  <c:v>1.1099999999999E-2</c:v>
                </c:pt>
                <c:pt idx="414">
                  <c:v>1.1099999999999E-2</c:v>
                </c:pt>
                <c:pt idx="415">
                  <c:v>1.1099999999999E-2</c:v>
                </c:pt>
                <c:pt idx="416">
                  <c:v>1.1099999999999E-2</c:v>
                </c:pt>
                <c:pt idx="417">
                  <c:v>1.1099999999999E-2</c:v>
                </c:pt>
                <c:pt idx="418">
                  <c:v>1.1099999999999E-2</c:v>
                </c:pt>
                <c:pt idx="419">
                  <c:v>1.1099999999999E-2</c:v>
                </c:pt>
                <c:pt idx="420">
                  <c:v>1.1099999999999E-2</c:v>
                </c:pt>
                <c:pt idx="421">
                  <c:v>1.1099999999999E-2</c:v>
                </c:pt>
                <c:pt idx="422">
                  <c:v>1.1099999999999E-2</c:v>
                </c:pt>
                <c:pt idx="423">
                  <c:v>1.1000000000024102E-2</c:v>
                </c:pt>
                <c:pt idx="424">
                  <c:v>1.1000000000024102E-2</c:v>
                </c:pt>
                <c:pt idx="425">
                  <c:v>1.089999999999236E-2</c:v>
                </c:pt>
                <c:pt idx="426">
                  <c:v>1.089999999999236E-2</c:v>
                </c:pt>
                <c:pt idx="427">
                  <c:v>1.089999999999236E-2</c:v>
                </c:pt>
                <c:pt idx="428">
                  <c:v>1.089999999999236E-2</c:v>
                </c:pt>
                <c:pt idx="429">
                  <c:v>1.089999999999236E-2</c:v>
                </c:pt>
                <c:pt idx="430">
                  <c:v>1.089999999999236E-2</c:v>
                </c:pt>
                <c:pt idx="431">
                  <c:v>1.089999999999236E-2</c:v>
                </c:pt>
                <c:pt idx="432">
                  <c:v>1.089999999999236E-2</c:v>
                </c:pt>
                <c:pt idx="433">
                  <c:v>1.089999999999236E-2</c:v>
                </c:pt>
                <c:pt idx="434">
                  <c:v>1.089999999999236E-2</c:v>
                </c:pt>
                <c:pt idx="435">
                  <c:v>1.089999999999236E-2</c:v>
                </c:pt>
                <c:pt idx="436">
                  <c:v>1.089999999999236E-2</c:v>
                </c:pt>
                <c:pt idx="437">
                  <c:v>1.089999999999236E-2</c:v>
                </c:pt>
                <c:pt idx="438">
                  <c:v>1.089999999999236E-2</c:v>
                </c:pt>
                <c:pt idx="439">
                  <c:v>1.089999999999236E-2</c:v>
                </c:pt>
                <c:pt idx="440">
                  <c:v>1.089999999999236E-2</c:v>
                </c:pt>
                <c:pt idx="441">
                  <c:v>1.089999999999236E-2</c:v>
                </c:pt>
                <c:pt idx="442">
                  <c:v>1.089999999999236E-2</c:v>
                </c:pt>
                <c:pt idx="443">
                  <c:v>1.089999999999236E-2</c:v>
                </c:pt>
                <c:pt idx="444">
                  <c:v>1.089999999999236E-2</c:v>
                </c:pt>
                <c:pt idx="445">
                  <c:v>1.089999999999236E-2</c:v>
                </c:pt>
                <c:pt idx="446">
                  <c:v>1.089999999999236E-2</c:v>
                </c:pt>
                <c:pt idx="447">
                  <c:v>1.089999999999236E-2</c:v>
                </c:pt>
                <c:pt idx="448">
                  <c:v>1.089999999999236E-2</c:v>
                </c:pt>
                <c:pt idx="449">
                  <c:v>1.089999999999236E-2</c:v>
                </c:pt>
                <c:pt idx="450">
                  <c:v>1.089999999999236E-2</c:v>
                </c:pt>
                <c:pt idx="451">
                  <c:v>1.089999999999236E-2</c:v>
                </c:pt>
                <c:pt idx="452">
                  <c:v>1.089999999999236E-2</c:v>
                </c:pt>
                <c:pt idx="453">
                  <c:v>1.089999999999236E-2</c:v>
                </c:pt>
                <c:pt idx="454">
                  <c:v>1.089999999999236E-2</c:v>
                </c:pt>
                <c:pt idx="455">
                  <c:v>1.089999999999236E-2</c:v>
                </c:pt>
                <c:pt idx="456">
                  <c:v>1.089999999999236E-2</c:v>
                </c:pt>
                <c:pt idx="457">
                  <c:v>1.089999999999236E-2</c:v>
                </c:pt>
                <c:pt idx="458">
                  <c:v>1.1000000000024102E-2</c:v>
                </c:pt>
                <c:pt idx="459">
                  <c:v>1.1000000000024102E-2</c:v>
                </c:pt>
                <c:pt idx="460">
                  <c:v>1.1000000000024102E-2</c:v>
                </c:pt>
                <c:pt idx="461">
                  <c:v>1.1000000000024102E-2</c:v>
                </c:pt>
                <c:pt idx="462">
                  <c:v>1.1000000000024102E-2</c:v>
                </c:pt>
                <c:pt idx="463">
                  <c:v>1.1000000000024102E-2</c:v>
                </c:pt>
                <c:pt idx="464">
                  <c:v>1.1000000000024102E-2</c:v>
                </c:pt>
                <c:pt idx="465">
                  <c:v>1.1000000000024102E-2</c:v>
                </c:pt>
                <c:pt idx="466">
                  <c:v>1.1000000000024102E-2</c:v>
                </c:pt>
                <c:pt idx="467">
                  <c:v>1.1000000000024102E-2</c:v>
                </c:pt>
                <c:pt idx="468">
                  <c:v>1.1000000000024102E-2</c:v>
                </c:pt>
                <c:pt idx="469">
                  <c:v>1.1000000000024102E-2</c:v>
                </c:pt>
                <c:pt idx="470">
                  <c:v>1.1000000000024102E-2</c:v>
                </c:pt>
                <c:pt idx="471">
                  <c:v>1.1000000000024102E-2</c:v>
                </c:pt>
                <c:pt idx="472">
                  <c:v>1.1000000000024102E-2</c:v>
                </c:pt>
                <c:pt idx="473">
                  <c:v>1.1000000000024102E-2</c:v>
                </c:pt>
                <c:pt idx="474">
                  <c:v>1.1399999999980537E-2</c:v>
                </c:pt>
                <c:pt idx="475">
                  <c:v>1.1700000000018917E-2</c:v>
                </c:pt>
                <c:pt idx="476">
                  <c:v>1.1900000000025557E-2</c:v>
                </c:pt>
                <c:pt idx="477">
                  <c:v>1.2000000000000455E-2</c:v>
                </c:pt>
                <c:pt idx="478">
                  <c:v>1.2099999999975353E-2</c:v>
                </c:pt>
                <c:pt idx="479">
                  <c:v>1.2200000000007094E-2</c:v>
                </c:pt>
                <c:pt idx="480">
                  <c:v>1.2200000000007094E-2</c:v>
                </c:pt>
                <c:pt idx="481">
                  <c:v>1.2200000000007094E-2</c:v>
                </c:pt>
                <c:pt idx="482">
                  <c:v>1.2299999999981992E-2</c:v>
                </c:pt>
                <c:pt idx="483">
                  <c:v>1.2299999999981992E-2</c:v>
                </c:pt>
                <c:pt idx="484">
                  <c:v>1.2299999999981992E-2</c:v>
                </c:pt>
                <c:pt idx="485">
                  <c:v>1.2299999999981992E-2</c:v>
                </c:pt>
                <c:pt idx="486">
                  <c:v>1.2299999999981992E-2</c:v>
                </c:pt>
                <c:pt idx="487">
                  <c:v>1.2400000000013733E-2</c:v>
                </c:pt>
                <c:pt idx="488">
                  <c:v>1.2400000000013733E-2</c:v>
                </c:pt>
                <c:pt idx="489">
                  <c:v>1.2400000000013733E-2</c:v>
                </c:pt>
                <c:pt idx="490">
                  <c:v>1.2400000000013733E-2</c:v>
                </c:pt>
                <c:pt idx="491">
                  <c:v>1.2400000000013733E-2</c:v>
                </c:pt>
                <c:pt idx="492">
                  <c:v>1.2400000000013733E-2</c:v>
                </c:pt>
                <c:pt idx="493">
                  <c:v>1.2400000000013733E-2</c:v>
                </c:pt>
                <c:pt idx="494">
                  <c:v>1.2400000000013733E-2</c:v>
                </c:pt>
                <c:pt idx="495">
                  <c:v>1.2400000000013733E-2</c:v>
                </c:pt>
                <c:pt idx="496">
                  <c:v>1.2400000000013733E-2</c:v>
                </c:pt>
                <c:pt idx="497">
                  <c:v>1.2400000000013733E-2</c:v>
                </c:pt>
                <c:pt idx="498">
                  <c:v>1.2400000000013733E-2</c:v>
                </c:pt>
                <c:pt idx="499">
                  <c:v>1.2000000000000455E-2</c:v>
                </c:pt>
                <c:pt idx="500">
                  <c:v>1.1500000000012278E-2</c:v>
                </c:pt>
                <c:pt idx="501">
                  <c:v>1.1099999999999E-2</c:v>
                </c:pt>
                <c:pt idx="502">
                  <c:v>1.0800000000017462E-2</c:v>
                </c:pt>
                <c:pt idx="503">
                  <c:v>1.0600000000010823E-2</c:v>
                </c:pt>
                <c:pt idx="504">
                  <c:v>1.0499999999979082E-2</c:v>
                </c:pt>
                <c:pt idx="505">
                  <c:v>1.0400000000004184E-2</c:v>
                </c:pt>
                <c:pt idx="506">
                  <c:v>1.0300000000029286E-2</c:v>
                </c:pt>
                <c:pt idx="507">
                  <c:v>1.0300000000029286E-2</c:v>
                </c:pt>
                <c:pt idx="508">
                  <c:v>1.0199999999997544E-2</c:v>
                </c:pt>
                <c:pt idx="509">
                  <c:v>1.0199999999997544E-2</c:v>
                </c:pt>
                <c:pt idx="510">
                  <c:v>1.0100000000022646E-2</c:v>
                </c:pt>
                <c:pt idx="511">
                  <c:v>1.0100000000022646E-2</c:v>
                </c:pt>
                <c:pt idx="512">
                  <c:v>1.0100000000022646E-2</c:v>
                </c:pt>
                <c:pt idx="513">
                  <c:v>1.0100000000022646E-2</c:v>
                </c:pt>
                <c:pt idx="514">
                  <c:v>9.9999999999909051E-3</c:v>
                </c:pt>
                <c:pt idx="515">
                  <c:v>9.9999999999909051E-3</c:v>
                </c:pt>
                <c:pt idx="516">
                  <c:v>9.9999999999909051E-3</c:v>
                </c:pt>
                <c:pt idx="517">
                  <c:v>9.9999999999909051E-3</c:v>
                </c:pt>
                <c:pt idx="518">
                  <c:v>9.9999999999909051E-3</c:v>
                </c:pt>
                <c:pt idx="519">
                  <c:v>9.9999999999909051E-3</c:v>
                </c:pt>
                <c:pt idx="520">
                  <c:v>9.9999999999909051E-3</c:v>
                </c:pt>
                <c:pt idx="521">
                  <c:v>9.9999999999909051E-3</c:v>
                </c:pt>
                <c:pt idx="522">
                  <c:v>9.9999999999909051E-3</c:v>
                </c:pt>
                <c:pt idx="523">
                  <c:v>9.9999999999909051E-3</c:v>
                </c:pt>
                <c:pt idx="524">
                  <c:v>9.9999999999909051E-3</c:v>
                </c:pt>
                <c:pt idx="525">
                  <c:v>9.9999999999909051E-3</c:v>
                </c:pt>
                <c:pt idx="526">
                  <c:v>9.9999999999909051E-3</c:v>
                </c:pt>
                <c:pt idx="527">
                  <c:v>9.9999999999909051E-3</c:v>
                </c:pt>
                <c:pt idx="528">
                  <c:v>9.9000000000160071E-3</c:v>
                </c:pt>
                <c:pt idx="529">
                  <c:v>9.9999999999909051E-3</c:v>
                </c:pt>
                <c:pt idx="530">
                  <c:v>1.0199999999997544E-2</c:v>
                </c:pt>
                <c:pt idx="531">
                  <c:v>1.0499999999979082E-2</c:v>
                </c:pt>
                <c:pt idx="532">
                  <c:v>1.0600000000010823E-2</c:v>
                </c:pt>
              </c:numCache>
            </c:numRef>
          </c:yVal>
          <c:smooth val="1"/>
          <c:extLst>
            <c:ext xmlns:c16="http://schemas.microsoft.com/office/drawing/2014/chart" uri="{C3380CC4-5D6E-409C-BE32-E72D297353CC}">
              <c16:uniqueId val="{00000027-1510-4437-9CAD-7ED8315A59D8}"/>
            </c:ext>
          </c:extLst>
        </c:ser>
        <c:ser>
          <c:idx val="40"/>
          <c:order val="40"/>
          <c:tx>
            <c:strRef>
              <c:f>SM50000_TEMPSoc5l2_50000!$QC$1</c:f>
              <c:strCache>
                <c:ptCount val="1"/>
                <c:pt idx="0">
                  <c:v>TELE_SM_INTERIOR.300</c:v>
                </c:pt>
              </c:strCache>
            </c:strRef>
          </c:tx>
          <c:spPr>
            <a:ln w="19050" cap="rnd">
              <a:solidFill>
                <a:schemeClr val="accent5">
                  <a:lumMod val="70000"/>
                  <a:lumOff val="30000"/>
                </a:schemeClr>
              </a:solidFill>
              <a:round/>
            </a:ln>
            <a:effectLst/>
          </c:spPr>
          <c:marker>
            <c:symbol val="circle"/>
            <c:size val="5"/>
            <c:spPr>
              <a:solidFill>
                <a:schemeClr val="accent5">
                  <a:lumMod val="70000"/>
                  <a:lumOff val="30000"/>
                </a:schemeClr>
              </a:solidFill>
              <a:ln w="9525">
                <a:solidFill>
                  <a:schemeClr val="accent5">
                    <a:lumMod val="70000"/>
                    <a:lumOff val="30000"/>
                  </a:schemeClr>
                </a:solidFill>
              </a:ln>
              <a:effectLst/>
            </c:spPr>
          </c:marker>
          <c:xVal>
            <c:numRef>
              <c:f>SM50000_TEMPSoc5l2_50000!$ON$2:$ON$536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SM50000_TEMPSoc5l2_50000!$QC$2:$QC$536</c:f>
              <c:numCache>
                <c:formatCode>General</c:formatCode>
                <c:ptCount val="533"/>
                <c:pt idx="0">
                  <c:v>0</c:v>
                </c:pt>
                <c:pt idx="1">
                  <c:v>3.5999999999489773E-3</c:v>
                </c:pt>
                <c:pt idx="2">
                  <c:v>5.3999999999518877E-3</c:v>
                </c:pt>
                <c:pt idx="3">
                  <c:v>6.4999999999599822E-3</c:v>
                </c:pt>
                <c:pt idx="4">
                  <c:v>7.1999999999547981E-3</c:v>
                </c:pt>
                <c:pt idx="5">
                  <c:v>7.799999999974716E-3</c:v>
                </c:pt>
                <c:pt idx="6">
                  <c:v>8.1999999999879947E-3</c:v>
                </c:pt>
                <c:pt idx="7">
                  <c:v>8.6000000000012733E-3</c:v>
                </c:pt>
                <c:pt idx="8">
                  <c:v>8.7999999999510692E-3</c:v>
                </c:pt>
                <c:pt idx="9">
                  <c:v>9.0999999999894499E-3</c:v>
                </c:pt>
                <c:pt idx="10">
                  <c:v>9.2999999999960892E-3</c:v>
                </c:pt>
                <c:pt idx="11">
                  <c:v>9.5000000000027285E-3</c:v>
                </c:pt>
                <c:pt idx="12">
                  <c:v>9.6999999999525244E-3</c:v>
                </c:pt>
                <c:pt idx="13">
                  <c:v>9.8999999999591637E-3</c:v>
                </c:pt>
                <c:pt idx="14">
                  <c:v>1.0099999999965803E-2</c:v>
                </c:pt>
                <c:pt idx="15">
                  <c:v>1.0199999999997544E-2</c:v>
                </c:pt>
                <c:pt idx="16">
                  <c:v>1.0400000000004184E-2</c:v>
                </c:pt>
                <c:pt idx="17">
                  <c:v>1.0499999999979082E-2</c:v>
                </c:pt>
                <c:pt idx="18">
                  <c:v>1.059999999995398E-2</c:v>
                </c:pt>
                <c:pt idx="19">
                  <c:v>1.0699999999985721E-2</c:v>
                </c:pt>
                <c:pt idx="20">
                  <c:v>1.0799999999960619E-2</c:v>
                </c:pt>
                <c:pt idx="21">
                  <c:v>1.089999999999236E-2</c:v>
                </c:pt>
                <c:pt idx="22">
                  <c:v>1.0999999999967258E-2</c:v>
                </c:pt>
                <c:pt idx="23">
                  <c:v>1.1099999999999E-2</c:v>
                </c:pt>
                <c:pt idx="24">
                  <c:v>1.1199999999973898E-2</c:v>
                </c:pt>
                <c:pt idx="25">
                  <c:v>1.1299999999948795E-2</c:v>
                </c:pt>
                <c:pt idx="26">
                  <c:v>1.1199999999973898E-2</c:v>
                </c:pt>
                <c:pt idx="27">
                  <c:v>1.0699999999985721E-2</c:v>
                </c:pt>
                <c:pt idx="28">
                  <c:v>1.0299999999972442E-2</c:v>
                </c:pt>
                <c:pt idx="29">
                  <c:v>9.9999999999909051E-3</c:v>
                </c:pt>
                <c:pt idx="30">
                  <c:v>9.7999999999842657E-3</c:v>
                </c:pt>
                <c:pt idx="31">
                  <c:v>9.6999999999525244E-3</c:v>
                </c:pt>
                <c:pt idx="32">
                  <c:v>9.6999999999525244E-3</c:v>
                </c:pt>
                <c:pt idx="33">
                  <c:v>9.5999999999776264E-3</c:v>
                </c:pt>
                <c:pt idx="34">
                  <c:v>9.5999999999776264E-3</c:v>
                </c:pt>
                <c:pt idx="35">
                  <c:v>9.5999999999776264E-3</c:v>
                </c:pt>
                <c:pt idx="36">
                  <c:v>9.5999999999776264E-3</c:v>
                </c:pt>
                <c:pt idx="37">
                  <c:v>9.5999999999776264E-3</c:v>
                </c:pt>
                <c:pt idx="38">
                  <c:v>9.5999999999776264E-3</c:v>
                </c:pt>
                <c:pt idx="39">
                  <c:v>9.5999999999776264E-3</c:v>
                </c:pt>
                <c:pt idx="40">
                  <c:v>9.5999999999776264E-3</c:v>
                </c:pt>
                <c:pt idx="41">
                  <c:v>9.5999999999776264E-3</c:v>
                </c:pt>
                <c:pt idx="42">
                  <c:v>9.5999999999776264E-3</c:v>
                </c:pt>
                <c:pt idx="43">
                  <c:v>9.5999999999776264E-3</c:v>
                </c:pt>
                <c:pt idx="44">
                  <c:v>9.5999999999776264E-3</c:v>
                </c:pt>
                <c:pt idx="45">
                  <c:v>9.5999999999776264E-3</c:v>
                </c:pt>
                <c:pt idx="46">
                  <c:v>9.5999999999776264E-3</c:v>
                </c:pt>
                <c:pt idx="47">
                  <c:v>9.5999999999776264E-3</c:v>
                </c:pt>
                <c:pt idx="48">
                  <c:v>9.5999999999776264E-3</c:v>
                </c:pt>
                <c:pt idx="49">
                  <c:v>9.5999999999776264E-3</c:v>
                </c:pt>
                <c:pt idx="50">
                  <c:v>9.6999999999525244E-3</c:v>
                </c:pt>
                <c:pt idx="51">
                  <c:v>9.6999999999525244E-3</c:v>
                </c:pt>
                <c:pt idx="52">
                  <c:v>9.6999999999525244E-3</c:v>
                </c:pt>
                <c:pt idx="53">
                  <c:v>9.6999999999525244E-3</c:v>
                </c:pt>
                <c:pt idx="54">
                  <c:v>9.6999999999525244E-3</c:v>
                </c:pt>
                <c:pt idx="55">
                  <c:v>9.6999999999525244E-3</c:v>
                </c:pt>
                <c:pt idx="56">
                  <c:v>9.6999999999525244E-3</c:v>
                </c:pt>
                <c:pt idx="57">
                  <c:v>9.8999999999591637E-3</c:v>
                </c:pt>
                <c:pt idx="58">
                  <c:v>1.0199999999997544E-2</c:v>
                </c:pt>
                <c:pt idx="59">
                  <c:v>1.0400000000004184E-2</c:v>
                </c:pt>
                <c:pt idx="60">
                  <c:v>1.0499999999979082E-2</c:v>
                </c:pt>
                <c:pt idx="61">
                  <c:v>1.059999999995398E-2</c:v>
                </c:pt>
                <c:pt idx="62">
                  <c:v>1.059999999995398E-2</c:v>
                </c:pt>
                <c:pt idx="63">
                  <c:v>1.0699999999985721E-2</c:v>
                </c:pt>
                <c:pt idx="64">
                  <c:v>1.0699999999985721E-2</c:v>
                </c:pt>
                <c:pt idx="65">
                  <c:v>1.0799999999960619E-2</c:v>
                </c:pt>
                <c:pt idx="66">
                  <c:v>1.0799999999960619E-2</c:v>
                </c:pt>
                <c:pt idx="67">
                  <c:v>1.0799999999960619E-2</c:v>
                </c:pt>
                <c:pt idx="68">
                  <c:v>1.0799999999960619E-2</c:v>
                </c:pt>
                <c:pt idx="69">
                  <c:v>1.089999999999236E-2</c:v>
                </c:pt>
                <c:pt idx="70">
                  <c:v>1.089999999999236E-2</c:v>
                </c:pt>
                <c:pt idx="71">
                  <c:v>1.089999999999236E-2</c:v>
                </c:pt>
                <c:pt idx="72">
                  <c:v>1.089999999999236E-2</c:v>
                </c:pt>
                <c:pt idx="73">
                  <c:v>1.089999999999236E-2</c:v>
                </c:pt>
                <c:pt idx="74">
                  <c:v>1.089999999999236E-2</c:v>
                </c:pt>
                <c:pt idx="75">
                  <c:v>1.089999999999236E-2</c:v>
                </c:pt>
                <c:pt idx="76">
                  <c:v>1.089999999999236E-2</c:v>
                </c:pt>
                <c:pt idx="77">
                  <c:v>1.089999999999236E-2</c:v>
                </c:pt>
                <c:pt idx="78">
                  <c:v>1.089999999999236E-2</c:v>
                </c:pt>
                <c:pt idx="79">
                  <c:v>1.0999999999967258E-2</c:v>
                </c:pt>
                <c:pt idx="80">
                  <c:v>1.0999999999967258E-2</c:v>
                </c:pt>
                <c:pt idx="81">
                  <c:v>1.0999999999967258E-2</c:v>
                </c:pt>
                <c:pt idx="82">
                  <c:v>1.0999999999967258E-2</c:v>
                </c:pt>
                <c:pt idx="83">
                  <c:v>1.0999999999967258E-2</c:v>
                </c:pt>
                <c:pt idx="84">
                  <c:v>1.0999999999967258E-2</c:v>
                </c:pt>
                <c:pt idx="85">
                  <c:v>1.0999999999967258E-2</c:v>
                </c:pt>
                <c:pt idx="86">
                  <c:v>1.0999999999967258E-2</c:v>
                </c:pt>
                <c:pt idx="87">
                  <c:v>1.0999999999967258E-2</c:v>
                </c:pt>
                <c:pt idx="88">
                  <c:v>1.0999999999967258E-2</c:v>
                </c:pt>
                <c:pt idx="89">
                  <c:v>1.0999999999967258E-2</c:v>
                </c:pt>
                <c:pt idx="90">
                  <c:v>1.0999999999967258E-2</c:v>
                </c:pt>
                <c:pt idx="91">
                  <c:v>1.0999999999967258E-2</c:v>
                </c:pt>
                <c:pt idx="92">
                  <c:v>1.0999999999967258E-2</c:v>
                </c:pt>
                <c:pt idx="93">
                  <c:v>1.0999999999967258E-2</c:v>
                </c:pt>
                <c:pt idx="94">
                  <c:v>1.0999999999967258E-2</c:v>
                </c:pt>
                <c:pt idx="95">
                  <c:v>1.0999999999967258E-2</c:v>
                </c:pt>
                <c:pt idx="96">
                  <c:v>1.0999999999967258E-2</c:v>
                </c:pt>
                <c:pt idx="97">
                  <c:v>1.0999999999967258E-2</c:v>
                </c:pt>
                <c:pt idx="98">
                  <c:v>1.0999999999967258E-2</c:v>
                </c:pt>
                <c:pt idx="99">
                  <c:v>1.0999999999967258E-2</c:v>
                </c:pt>
                <c:pt idx="100">
                  <c:v>1.0999999999967258E-2</c:v>
                </c:pt>
                <c:pt idx="101">
                  <c:v>1.0999999999967258E-2</c:v>
                </c:pt>
                <c:pt idx="102">
                  <c:v>1.0999999999967258E-2</c:v>
                </c:pt>
                <c:pt idx="103">
                  <c:v>1.0999999999967258E-2</c:v>
                </c:pt>
                <c:pt idx="104">
                  <c:v>1.0999999999967258E-2</c:v>
                </c:pt>
                <c:pt idx="105">
                  <c:v>1.0999999999967258E-2</c:v>
                </c:pt>
                <c:pt idx="106">
                  <c:v>1.0999999999967258E-2</c:v>
                </c:pt>
                <c:pt idx="107">
                  <c:v>1.0999999999967258E-2</c:v>
                </c:pt>
                <c:pt idx="108">
                  <c:v>1.0999999999967258E-2</c:v>
                </c:pt>
                <c:pt idx="109">
                  <c:v>1.089999999999236E-2</c:v>
                </c:pt>
                <c:pt idx="110">
                  <c:v>1.089999999999236E-2</c:v>
                </c:pt>
                <c:pt idx="111">
                  <c:v>1.089999999999236E-2</c:v>
                </c:pt>
                <c:pt idx="112">
                  <c:v>1.089999999999236E-2</c:v>
                </c:pt>
                <c:pt idx="113">
                  <c:v>1.089999999999236E-2</c:v>
                </c:pt>
                <c:pt idx="114">
                  <c:v>1.089999999999236E-2</c:v>
                </c:pt>
                <c:pt idx="115">
                  <c:v>1.0999999999967258E-2</c:v>
                </c:pt>
                <c:pt idx="116">
                  <c:v>1.0999999999967258E-2</c:v>
                </c:pt>
                <c:pt idx="117">
                  <c:v>1.0999999999967258E-2</c:v>
                </c:pt>
                <c:pt idx="118">
                  <c:v>1.0999999999967258E-2</c:v>
                </c:pt>
                <c:pt idx="119">
                  <c:v>1.0999999999967258E-2</c:v>
                </c:pt>
                <c:pt idx="120">
                  <c:v>1.0999999999967258E-2</c:v>
                </c:pt>
                <c:pt idx="121">
                  <c:v>1.0999999999967258E-2</c:v>
                </c:pt>
                <c:pt idx="122">
                  <c:v>1.0999999999967258E-2</c:v>
                </c:pt>
                <c:pt idx="123">
                  <c:v>1.0999999999967258E-2</c:v>
                </c:pt>
                <c:pt idx="124">
                  <c:v>1.0999999999967258E-2</c:v>
                </c:pt>
                <c:pt idx="125">
                  <c:v>1.0999999999967258E-2</c:v>
                </c:pt>
                <c:pt idx="126">
                  <c:v>1.0999999999967258E-2</c:v>
                </c:pt>
                <c:pt idx="127">
                  <c:v>1.0999999999967258E-2</c:v>
                </c:pt>
                <c:pt idx="128">
                  <c:v>1.0999999999967258E-2</c:v>
                </c:pt>
                <c:pt idx="129">
                  <c:v>1.0999999999967258E-2</c:v>
                </c:pt>
                <c:pt idx="130">
                  <c:v>1.0999999999967258E-2</c:v>
                </c:pt>
                <c:pt idx="131">
                  <c:v>1.0999999999967258E-2</c:v>
                </c:pt>
                <c:pt idx="132">
                  <c:v>1.0999999999967258E-2</c:v>
                </c:pt>
                <c:pt idx="133">
                  <c:v>1.0999999999967258E-2</c:v>
                </c:pt>
                <c:pt idx="134">
                  <c:v>1.0999999999967258E-2</c:v>
                </c:pt>
                <c:pt idx="135">
                  <c:v>1.0999999999967258E-2</c:v>
                </c:pt>
                <c:pt idx="136">
                  <c:v>1.0999999999967258E-2</c:v>
                </c:pt>
                <c:pt idx="137">
                  <c:v>1.0999999999967258E-2</c:v>
                </c:pt>
                <c:pt idx="138">
                  <c:v>1.0999999999967258E-2</c:v>
                </c:pt>
                <c:pt idx="139">
                  <c:v>1.0999999999967258E-2</c:v>
                </c:pt>
                <c:pt idx="140">
                  <c:v>1.0999999999967258E-2</c:v>
                </c:pt>
                <c:pt idx="141">
                  <c:v>1.0999999999967258E-2</c:v>
                </c:pt>
                <c:pt idx="142">
                  <c:v>1.0999999999967258E-2</c:v>
                </c:pt>
                <c:pt idx="143">
                  <c:v>1.0999999999967258E-2</c:v>
                </c:pt>
                <c:pt idx="144">
                  <c:v>1.0999999999967258E-2</c:v>
                </c:pt>
                <c:pt idx="145">
                  <c:v>1.0999999999967258E-2</c:v>
                </c:pt>
                <c:pt idx="146">
                  <c:v>1.0999999999967258E-2</c:v>
                </c:pt>
                <c:pt idx="147">
                  <c:v>1.0999999999967258E-2</c:v>
                </c:pt>
                <c:pt idx="148">
                  <c:v>1.0999999999967258E-2</c:v>
                </c:pt>
                <c:pt idx="149">
                  <c:v>1.0999999999967258E-2</c:v>
                </c:pt>
                <c:pt idx="150">
                  <c:v>1.0999999999967258E-2</c:v>
                </c:pt>
                <c:pt idx="151">
                  <c:v>1.0999999999967258E-2</c:v>
                </c:pt>
                <c:pt idx="152">
                  <c:v>1.0999999999967258E-2</c:v>
                </c:pt>
                <c:pt idx="153">
                  <c:v>1.0999999999967258E-2</c:v>
                </c:pt>
                <c:pt idx="154">
                  <c:v>1.0999999999967258E-2</c:v>
                </c:pt>
                <c:pt idx="155">
                  <c:v>1.0999999999967258E-2</c:v>
                </c:pt>
                <c:pt idx="156">
                  <c:v>1.0999999999967258E-2</c:v>
                </c:pt>
                <c:pt idx="157">
                  <c:v>1.1099999999999E-2</c:v>
                </c:pt>
                <c:pt idx="158">
                  <c:v>1.1399999999980537E-2</c:v>
                </c:pt>
                <c:pt idx="159">
                  <c:v>1.1699999999962074E-2</c:v>
                </c:pt>
                <c:pt idx="160">
                  <c:v>1.1899999999968713E-2</c:v>
                </c:pt>
                <c:pt idx="161">
                  <c:v>1.2099999999975353E-2</c:v>
                </c:pt>
                <c:pt idx="162">
                  <c:v>1.2199999999950251E-2</c:v>
                </c:pt>
                <c:pt idx="163">
                  <c:v>1.2199999999950251E-2</c:v>
                </c:pt>
                <c:pt idx="164">
                  <c:v>1.2299999999981992E-2</c:v>
                </c:pt>
                <c:pt idx="165">
                  <c:v>1.2299999999981992E-2</c:v>
                </c:pt>
                <c:pt idx="166">
                  <c:v>1.2299999999981992E-2</c:v>
                </c:pt>
                <c:pt idx="167">
                  <c:v>1.239999999995689E-2</c:v>
                </c:pt>
                <c:pt idx="168">
                  <c:v>1.239999999995689E-2</c:v>
                </c:pt>
                <c:pt idx="169">
                  <c:v>1.239999999995689E-2</c:v>
                </c:pt>
                <c:pt idx="170">
                  <c:v>1.239999999995689E-2</c:v>
                </c:pt>
                <c:pt idx="171">
                  <c:v>1.239999999995689E-2</c:v>
                </c:pt>
                <c:pt idx="172">
                  <c:v>1.239999999995689E-2</c:v>
                </c:pt>
                <c:pt idx="173">
                  <c:v>1.239999999995689E-2</c:v>
                </c:pt>
                <c:pt idx="174">
                  <c:v>1.239999999995689E-2</c:v>
                </c:pt>
                <c:pt idx="175">
                  <c:v>1.239999999995689E-2</c:v>
                </c:pt>
                <c:pt idx="176">
                  <c:v>1.239999999995689E-2</c:v>
                </c:pt>
                <c:pt idx="177">
                  <c:v>1.239999999995689E-2</c:v>
                </c:pt>
                <c:pt idx="178">
                  <c:v>1.239999999995689E-2</c:v>
                </c:pt>
                <c:pt idx="179">
                  <c:v>1.239999999995689E-2</c:v>
                </c:pt>
                <c:pt idx="180">
                  <c:v>1.239999999995689E-2</c:v>
                </c:pt>
                <c:pt idx="181">
                  <c:v>1.239999999995689E-2</c:v>
                </c:pt>
                <c:pt idx="182">
                  <c:v>1.239999999995689E-2</c:v>
                </c:pt>
                <c:pt idx="183">
                  <c:v>1.2199999999950251E-2</c:v>
                </c:pt>
                <c:pt idx="184">
                  <c:v>1.1699999999962074E-2</c:v>
                </c:pt>
                <c:pt idx="185">
                  <c:v>1.1199999999973898E-2</c:v>
                </c:pt>
                <c:pt idx="186">
                  <c:v>1.089999999999236E-2</c:v>
                </c:pt>
                <c:pt idx="187">
                  <c:v>1.059999999995398E-2</c:v>
                </c:pt>
                <c:pt idx="188">
                  <c:v>1.0499999999979082E-2</c:v>
                </c:pt>
                <c:pt idx="189">
                  <c:v>1.0400000000004184E-2</c:v>
                </c:pt>
                <c:pt idx="190">
                  <c:v>1.0299999999972442E-2</c:v>
                </c:pt>
                <c:pt idx="191">
                  <c:v>1.0199999999997544E-2</c:v>
                </c:pt>
                <c:pt idx="192">
                  <c:v>1.0199999999997544E-2</c:v>
                </c:pt>
                <c:pt idx="193">
                  <c:v>1.0099999999965803E-2</c:v>
                </c:pt>
                <c:pt idx="194">
                  <c:v>1.0099999999965803E-2</c:v>
                </c:pt>
                <c:pt idx="195">
                  <c:v>9.9999999999909051E-3</c:v>
                </c:pt>
                <c:pt idx="196">
                  <c:v>9.9999999999909051E-3</c:v>
                </c:pt>
                <c:pt idx="197">
                  <c:v>9.9999999999909051E-3</c:v>
                </c:pt>
                <c:pt idx="198">
                  <c:v>9.9999999999909051E-3</c:v>
                </c:pt>
                <c:pt idx="199">
                  <c:v>9.9999999999909051E-3</c:v>
                </c:pt>
                <c:pt idx="200">
                  <c:v>9.8999999999591637E-3</c:v>
                </c:pt>
                <c:pt idx="201">
                  <c:v>9.8999999999591637E-3</c:v>
                </c:pt>
                <c:pt idx="202">
                  <c:v>9.8999999999591637E-3</c:v>
                </c:pt>
                <c:pt idx="203">
                  <c:v>9.8999999999591637E-3</c:v>
                </c:pt>
                <c:pt idx="204">
                  <c:v>9.8999999999591637E-3</c:v>
                </c:pt>
                <c:pt idx="205">
                  <c:v>9.8999999999591637E-3</c:v>
                </c:pt>
                <c:pt idx="206">
                  <c:v>9.8999999999591637E-3</c:v>
                </c:pt>
                <c:pt idx="207">
                  <c:v>9.8999999999591637E-3</c:v>
                </c:pt>
                <c:pt idx="208">
                  <c:v>9.8999999999591637E-3</c:v>
                </c:pt>
                <c:pt idx="209">
                  <c:v>9.8999999999591637E-3</c:v>
                </c:pt>
                <c:pt idx="210">
                  <c:v>9.8999999999591637E-3</c:v>
                </c:pt>
                <c:pt idx="211">
                  <c:v>9.8999999999591637E-3</c:v>
                </c:pt>
                <c:pt idx="212">
                  <c:v>9.8999999999591637E-3</c:v>
                </c:pt>
                <c:pt idx="213">
                  <c:v>9.8999999999591637E-3</c:v>
                </c:pt>
                <c:pt idx="214">
                  <c:v>1.0099999999965803E-2</c:v>
                </c:pt>
                <c:pt idx="215">
                  <c:v>1.0299999999972442E-2</c:v>
                </c:pt>
                <c:pt idx="216">
                  <c:v>1.0499999999979082E-2</c:v>
                </c:pt>
                <c:pt idx="217">
                  <c:v>1.059999999995398E-2</c:v>
                </c:pt>
                <c:pt idx="218">
                  <c:v>1.0699999999985721E-2</c:v>
                </c:pt>
                <c:pt idx="219">
                  <c:v>1.0799999999960619E-2</c:v>
                </c:pt>
                <c:pt idx="220">
                  <c:v>1.0799999999960619E-2</c:v>
                </c:pt>
                <c:pt idx="221">
                  <c:v>1.0799999999960619E-2</c:v>
                </c:pt>
                <c:pt idx="222">
                  <c:v>1.089999999999236E-2</c:v>
                </c:pt>
                <c:pt idx="223">
                  <c:v>1.089999999999236E-2</c:v>
                </c:pt>
                <c:pt idx="224">
                  <c:v>1.089999999999236E-2</c:v>
                </c:pt>
                <c:pt idx="225">
                  <c:v>1.089999999999236E-2</c:v>
                </c:pt>
                <c:pt idx="226">
                  <c:v>1.089999999999236E-2</c:v>
                </c:pt>
                <c:pt idx="227">
                  <c:v>1.089999999999236E-2</c:v>
                </c:pt>
                <c:pt idx="228">
                  <c:v>1.089999999999236E-2</c:v>
                </c:pt>
                <c:pt idx="229">
                  <c:v>1.0999999999967258E-2</c:v>
                </c:pt>
                <c:pt idx="230">
                  <c:v>1.0999999999967258E-2</c:v>
                </c:pt>
                <c:pt idx="231">
                  <c:v>1.0999999999967258E-2</c:v>
                </c:pt>
                <c:pt idx="232">
                  <c:v>1.0999999999967258E-2</c:v>
                </c:pt>
                <c:pt idx="233">
                  <c:v>1.0999999999967258E-2</c:v>
                </c:pt>
                <c:pt idx="234">
                  <c:v>1.0999999999967258E-2</c:v>
                </c:pt>
                <c:pt idx="235">
                  <c:v>1.0999999999967258E-2</c:v>
                </c:pt>
                <c:pt idx="236">
                  <c:v>1.0999999999967258E-2</c:v>
                </c:pt>
                <c:pt idx="237">
                  <c:v>1.0999999999967258E-2</c:v>
                </c:pt>
                <c:pt idx="238">
                  <c:v>1.0999999999967258E-2</c:v>
                </c:pt>
                <c:pt idx="239">
                  <c:v>1.0999999999967258E-2</c:v>
                </c:pt>
                <c:pt idx="240">
                  <c:v>1.0999999999967258E-2</c:v>
                </c:pt>
                <c:pt idx="241">
                  <c:v>1.0999999999967258E-2</c:v>
                </c:pt>
                <c:pt idx="242">
                  <c:v>1.0999999999967258E-2</c:v>
                </c:pt>
                <c:pt idx="243">
                  <c:v>1.0999999999967258E-2</c:v>
                </c:pt>
                <c:pt idx="244">
                  <c:v>1.0999999999967258E-2</c:v>
                </c:pt>
                <c:pt idx="245">
                  <c:v>1.0999999999967258E-2</c:v>
                </c:pt>
                <c:pt idx="246">
                  <c:v>1.0999999999967258E-2</c:v>
                </c:pt>
                <c:pt idx="247">
                  <c:v>1.0999999999967258E-2</c:v>
                </c:pt>
                <c:pt idx="248">
                  <c:v>1.0999999999967258E-2</c:v>
                </c:pt>
                <c:pt idx="249">
                  <c:v>1.0999999999967258E-2</c:v>
                </c:pt>
                <c:pt idx="250">
                  <c:v>1.0999999999967258E-2</c:v>
                </c:pt>
                <c:pt idx="251">
                  <c:v>1.0999999999967258E-2</c:v>
                </c:pt>
                <c:pt idx="252">
                  <c:v>1.0999999999967258E-2</c:v>
                </c:pt>
                <c:pt idx="253">
                  <c:v>1.0999999999967258E-2</c:v>
                </c:pt>
                <c:pt idx="254">
                  <c:v>1.0999999999967258E-2</c:v>
                </c:pt>
                <c:pt idx="255">
                  <c:v>1.0999999999967258E-2</c:v>
                </c:pt>
                <c:pt idx="256">
                  <c:v>1.0999999999967258E-2</c:v>
                </c:pt>
                <c:pt idx="257">
                  <c:v>1.0999999999967258E-2</c:v>
                </c:pt>
                <c:pt idx="258">
                  <c:v>1.0999999999967258E-2</c:v>
                </c:pt>
                <c:pt idx="259">
                  <c:v>1.0999999999967258E-2</c:v>
                </c:pt>
                <c:pt idx="260">
                  <c:v>1.0999999999967258E-2</c:v>
                </c:pt>
                <c:pt idx="261">
                  <c:v>1.0999999999967258E-2</c:v>
                </c:pt>
                <c:pt idx="262">
                  <c:v>1.0999999999967258E-2</c:v>
                </c:pt>
                <c:pt idx="263">
                  <c:v>1.0999999999967258E-2</c:v>
                </c:pt>
                <c:pt idx="264">
                  <c:v>1.0999999999967258E-2</c:v>
                </c:pt>
                <c:pt idx="265">
                  <c:v>1.0999999999967258E-2</c:v>
                </c:pt>
                <c:pt idx="266">
                  <c:v>1.0999999999967258E-2</c:v>
                </c:pt>
                <c:pt idx="267">
                  <c:v>1.089999999999236E-2</c:v>
                </c:pt>
                <c:pt idx="268">
                  <c:v>1.089999999999236E-2</c:v>
                </c:pt>
                <c:pt idx="269">
                  <c:v>1.089999999999236E-2</c:v>
                </c:pt>
                <c:pt idx="270">
                  <c:v>1.089999999999236E-2</c:v>
                </c:pt>
                <c:pt idx="271">
                  <c:v>1.0999999999967258E-2</c:v>
                </c:pt>
                <c:pt idx="272">
                  <c:v>1.0999999999967258E-2</c:v>
                </c:pt>
                <c:pt idx="273">
                  <c:v>1.0999999999967258E-2</c:v>
                </c:pt>
                <c:pt idx="274">
                  <c:v>1.0999999999967258E-2</c:v>
                </c:pt>
                <c:pt idx="275">
                  <c:v>1.0999999999967258E-2</c:v>
                </c:pt>
                <c:pt idx="276">
                  <c:v>1.0999999999967258E-2</c:v>
                </c:pt>
                <c:pt idx="277">
                  <c:v>1.0999999999967258E-2</c:v>
                </c:pt>
                <c:pt idx="278">
                  <c:v>1.0999999999967258E-2</c:v>
                </c:pt>
                <c:pt idx="279">
                  <c:v>1.0999999999967258E-2</c:v>
                </c:pt>
                <c:pt idx="280">
                  <c:v>1.0999999999967258E-2</c:v>
                </c:pt>
                <c:pt idx="281">
                  <c:v>1.0999999999967258E-2</c:v>
                </c:pt>
                <c:pt idx="282">
                  <c:v>1.0999999999967258E-2</c:v>
                </c:pt>
                <c:pt idx="283">
                  <c:v>1.0999999999967258E-2</c:v>
                </c:pt>
                <c:pt idx="284">
                  <c:v>1.0999999999967258E-2</c:v>
                </c:pt>
                <c:pt idx="285">
                  <c:v>1.0999999999967258E-2</c:v>
                </c:pt>
                <c:pt idx="286">
                  <c:v>1.0999999999967258E-2</c:v>
                </c:pt>
                <c:pt idx="287">
                  <c:v>1.0999999999967258E-2</c:v>
                </c:pt>
                <c:pt idx="288">
                  <c:v>1.0999999999967258E-2</c:v>
                </c:pt>
                <c:pt idx="289">
                  <c:v>1.0999999999967258E-2</c:v>
                </c:pt>
                <c:pt idx="290">
                  <c:v>1.0999999999967258E-2</c:v>
                </c:pt>
                <c:pt idx="291">
                  <c:v>1.0999999999967258E-2</c:v>
                </c:pt>
                <c:pt idx="292">
                  <c:v>1.0999999999967258E-2</c:v>
                </c:pt>
                <c:pt idx="293">
                  <c:v>1.0999999999967258E-2</c:v>
                </c:pt>
                <c:pt idx="294">
                  <c:v>1.0999999999967258E-2</c:v>
                </c:pt>
                <c:pt idx="295">
                  <c:v>1.0999999999967258E-2</c:v>
                </c:pt>
                <c:pt idx="296">
                  <c:v>1.0999999999967258E-2</c:v>
                </c:pt>
                <c:pt idx="297">
                  <c:v>1.0999999999967258E-2</c:v>
                </c:pt>
                <c:pt idx="298">
                  <c:v>1.0999999999967258E-2</c:v>
                </c:pt>
                <c:pt idx="299">
                  <c:v>1.0999999999967258E-2</c:v>
                </c:pt>
                <c:pt idx="300">
                  <c:v>1.0999999999967258E-2</c:v>
                </c:pt>
                <c:pt idx="301">
                  <c:v>1.0999999999967258E-2</c:v>
                </c:pt>
                <c:pt idx="302">
                  <c:v>1.0999999999967258E-2</c:v>
                </c:pt>
                <c:pt idx="303">
                  <c:v>1.0999999999967258E-2</c:v>
                </c:pt>
                <c:pt idx="304">
                  <c:v>1.0999999999967258E-2</c:v>
                </c:pt>
                <c:pt idx="305">
                  <c:v>1.0999999999967258E-2</c:v>
                </c:pt>
                <c:pt idx="306">
                  <c:v>1.0999999999967258E-2</c:v>
                </c:pt>
                <c:pt idx="307">
                  <c:v>1.0999999999967258E-2</c:v>
                </c:pt>
                <c:pt idx="308">
                  <c:v>1.0999999999967258E-2</c:v>
                </c:pt>
                <c:pt idx="309">
                  <c:v>1.0999999999967258E-2</c:v>
                </c:pt>
                <c:pt idx="310">
                  <c:v>1.0999999999967258E-2</c:v>
                </c:pt>
                <c:pt idx="311">
                  <c:v>1.0999999999967258E-2</c:v>
                </c:pt>
                <c:pt idx="312">
                  <c:v>1.0999999999967258E-2</c:v>
                </c:pt>
                <c:pt idx="313">
                  <c:v>1.0999999999967258E-2</c:v>
                </c:pt>
                <c:pt idx="314">
                  <c:v>1.1099999999999E-2</c:v>
                </c:pt>
                <c:pt idx="315">
                  <c:v>1.1399999999980537E-2</c:v>
                </c:pt>
                <c:pt idx="316">
                  <c:v>1.1699999999962074E-2</c:v>
                </c:pt>
                <c:pt idx="317">
                  <c:v>1.1899999999968713E-2</c:v>
                </c:pt>
                <c:pt idx="318">
                  <c:v>1.2099999999975353E-2</c:v>
                </c:pt>
                <c:pt idx="319">
                  <c:v>1.2199999999950251E-2</c:v>
                </c:pt>
                <c:pt idx="320">
                  <c:v>1.2199999999950251E-2</c:v>
                </c:pt>
                <c:pt idx="321">
                  <c:v>1.2299999999981992E-2</c:v>
                </c:pt>
                <c:pt idx="322">
                  <c:v>1.2299999999981992E-2</c:v>
                </c:pt>
                <c:pt idx="323">
                  <c:v>1.2299999999981992E-2</c:v>
                </c:pt>
                <c:pt idx="324">
                  <c:v>1.239999999995689E-2</c:v>
                </c:pt>
                <c:pt idx="325">
                  <c:v>1.239999999995689E-2</c:v>
                </c:pt>
                <c:pt idx="326">
                  <c:v>1.239999999995689E-2</c:v>
                </c:pt>
                <c:pt idx="327">
                  <c:v>1.239999999995689E-2</c:v>
                </c:pt>
                <c:pt idx="328">
                  <c:v>1.239999999995689E-2</c:v>
                </c:pt>
                <c:pt idx="329">
                  <c:v>1.239999999995689E-2</c:v>
                </c:pt>
                <c:pt idx="330">
                  <c:v>1.239999999995689E-2</c:v>
                </c:pt>
                <c:pt idx="331">
                  <c:v>1.239999999995689E-2</c:v>
                </c:pt>
                <c:pt idx="332">
                  <c:v>1.239999999995689E-2</c:v>
                </c:pt>
                <c:pt idx="333">
                  <c:v>1.239999999995689E-2</c:v>
                </c:pt>
                <c:pt idx="334">
                  <c:v>1.239999999995689E-2</c:v>
                </c:pt>
                <c:pt idx="335">
                  <c:v>1.239999999995689E-2</c:v>
                </c:pt>
                <c:pt idx="336">
                  <c:v>1.239999999995689E-2</c:v>
                </c:pt>
                <c:pt idx="337">
                  <c:v>1.239999999995689E-2</c:v>
                </c:pt>
                <c:pt idx="338">
                  <c:v>1.239999999995689E-2</c:v>
                </c:pt>
                <c:pt idx="339">
                  <c:v>1.239999999995689E-2</c:v>
                </c:pt>
                <c:pt idx="340">
                  <c:v>1.2199999999950251E-2</c:v>
                </c:pt>
                <c:pt idx="341">
                  <c:v>1.1599999999987176E-2</c:v>
                </c:pt>
                <c:pt idx="342">
                  <c:v>1.1099999999999E-2</c:v>
                </c:pt>
                <c:pt idx="343">
                  <c:v>1.0799999999960619E-2</c:v>
                </c:pt>
                <c:pt idx="344">
                  <c:v>1.059999999995398E-2</c:v>
                </c:pt>
                <c:pt idx="345">
                  <c:v>1.0499999999979082E-2</c:v>
                </c:pt>
                <c:pt idx="346">
                  <c:v>1.0400000000004184E-2</c:v>
                </c:pt>
                <c:pt idx="347">
                  <c:v>1.0299999999972442E-2</c:v>
                </c:pt>
                <c:pt idx="348">
                  <c:v>1.0199999999997544E-2</c:v>
                </c:pt>
                <c:pt idx="349">
                  <c:v>1.0199999999997544E-2</c:v>
                </c:pt>
                <c:pt idx="350">
                  <c:v>1.0099999999965803E-2</c:v>
                </c:pt>
                <c:pt idx="351">
                  <c:v>1.0099999999965803E-2</c:v>
                </c:pt>
                <c:pt idx="352">
                  <c:v>9.9999999999909051E-3</c:v>
                </c:pt>
                <c:pt idx="353">
                  <c:v>9.9999999999909051E-3</c:v>
                </c:pt>
                <c:pt idx="354">
                  <c:v>9.9999999999909051E-3</c:v>
                </c:pt>
                <c:pt idx="355">
                  <c:v>9.9999999999909051E-3</c:v>
                </c:pt>
                <c:pt idx="356">
                  <c:v>9.8999999999591637E-3</c:v>
                </c:pt>
                <c:pt idx="357">
                  <c:v>9.8999999999591637E-3</c:v>
                </c:pt>
                <c:pt idx="358">
                  <c:v>9.8999999999591637E-3</c:v>
                </c:pt>
                <c:pt idx="359">
                  <c:v>9.8999999999591637E-3</c:v>
                </c:pt>
                <c:pt idx="360">
                  <c:v>9.8999999999591637E-3</c:v>
                </c:pt>
                <c:pt idx="361">
                  <c:v>9.8999999999591637E-3</c:v>
                </c:pt>
                <c:pt idx="362">
                  <c:v>9.8999999999591637E-3</c:v>
                </c:pt>
                <c:pt idx="363">
                  <c:v>9.8999999999591637E-3</c:v>
                </c:pt>
                <c:pt idx="364">
                  <c:v>9.8999999999591637E-3</c:v>
                </c:pt>
                <c:pt idx="365">
                  <c:v>9.8999999999591637E-3</c:v>
                </c:pt>
                <c:pt idx="366">
                  <c:v>9.8999999999591637E-3</c:v>
                </c:pt>
                <c:pt idx="367">
                  <c:v>9.8999999999591637E-3</c:v>
                </c:pt>
                <c:pt idx="368">
                  <c:v>9.8999999999591637E-3</c:v>
                </c:pt>
                <c:pt idx="369">
                  <c:v>9.8999999999591637E-3</c:v>
                </c:pt>
                <c:pt idx="370">
                  <c:v>9.8999999999591637E-3</c:v>
                </c:pt>
                <c:pt idx="371">
                  <c:v>9.8999999999591637E-3</c:v>
                </c:pt>
                <c:pt idx="372">
                  <c:v>1.0099999999965803E-2</c:v>
                </c:pt>
                <c:pt idx="373">
                  <c:v>1.0400000000004184E-2</c:v>
                </c:pt>
                <c:pt idx="374">
                  <c:v>1.0499999999979082E-2</c:v>
                </c:pt>
                <c:pt idx="375">
                  <c:v>1.059999999995398E-2</c:v>
                </c:pt>
                <c:pt idx="376">
                  <c:v>1.0699999999985721E-2</c:v>
                </c:pt>
                <c:pt idx="377">
                  <c:v>1.0799999999960619E-2</c:v>
                </c:pt>
                <c:pt idx="378">
                  <c:v>1.0799999999960619E-2</c:v>
                </c:pt>
                <c:pt idx="379">
                  <c:v>1.0799999999960619E-2</c:v>
                </c:pt>
                <c:pt idx="380">
                  <c:v>1.089999999999236E-2</c:v>
                </c:pt>
                <c:pt idx="381">
                  <c:v>1.089999999999236E-2</c:v>
                </c:pt>
                <c:pt idx="382">
                  <c:v>1.089999999999236E-2</c:v>
                </c:pt>
                <c:pt idx="383">
                  <c:v>1.089999999999236E-2</c:v>
                </c:pt>
                <c:pt idx="384">
                  <c:v>1.089999999999236E-2</c:v>
                </c:pt>
                <c:pt idx="385">
                  <c:v>1.089999999999236E-2</c:v>
                </c:pt>
                <c:pt idx="386">
                  <c:v>1.089999999999236E-2</c:v>
                </c:pt>
                <c:pt idx="387">
                  <c:v>1.0999999999967258E-2</c:v>
                </c:pt>
                <c:pt idx="388">
                  <c:v>1.0999999999967258E-2</c:v>
                </c:pt>
                <c:pt idx="389">
                  <c:v>1.0999999999967258E-2</c:v>
                </c:pt>
                <c:pt idx="390">
                  <c:v>1.0999999999967258E-2</c:v>
                </c:pt>
                <c:pt idx="391">
                  <c:v>1.0999999999967258E-2</c:v>
                </c:pt>
                <c:pt idx="392">
                  <c:v>1.0999999999967258E-2</c:v>
                </c:pt>
                <c:pt idx="393">
                  <c:v>1.0999999999967258E-2</c:v>
                </c:pt>
                <c:pt idx="394">
                  <c:v>1.0999999999967258E-2</c:v>
                </c:pt>
                <c:pt idx="395">
                  <c:v>1.0999999999967258E-2</c:v>
                </c:pt>
                <c:pt idx="396">
                  <c:v>1.0999999999967258E-2</c:v>
                </c:pt>
                <c:pt idx="397">
                  <c:v>1.0999999999967258E-2</c:v>
                </c:pt>
                <c:pt idx="398">
                  <c:v>1.0999999999967258E-2</c:v>
                </c:pt>
                <c:pt idx="399">
                  <c:v>1.0999999999967258E-2</c:v>
                </c:pt>
                <c:pt idx="400">
                  <c:v>1.0999999999967258E-2</c:v>
                </c:pt>
                <c:pt idx="401">
                  <c:v>1.0999999999967258E-2</c:v>
                </c:pt>
                <c:pt idx="402">
                  <c:v>1.0999999999967258E-2</c:v>
                </c:pt>
                <c:pt idx="403">
                  <c:v>1.0999999999967258E-2</c:v>
                </c:pt>
                <c:pt idx="404">
                  <c:v>1.0999999999967258E-2</c:v>
                </c:pt>
                <c:pt idx="405">
                  <c:v>1.0999999999967258E-2</c:v>
                </c:pt>
                <c:pt idx="406">
                  <c:v>1.0999999999967258E-2</c:v>
                </c:pt>
                <c:pt idx="407">
                  <c:v>1.0999999999967258E-2</c:v>
                </c:pt>
                <c:pt idx="408">
                  <c:v>1.0999999999967258E-2</c:v>
                </c:pt>
                <c:pt idx="409">
                  <c:v>1.0999999999967258E-2</c:v>
                </c:pt>
                <c:pt idx="410">
                  <c:v>1.0999999999967258E-2</c:v>
                </c:pt>
                <c:pt idx="411">
                  <c:v>1.0999999999967258E-2</c:v>
                </c:pt>
                <c:pt idx="412">
                  <c:v>1.0999999999967258E-2</c:v>
                </c:pt>
                <c:pt idx="413">
                  <c:v>1.0999999999967258E-2</c:v>
                </c:pt>
                <c:pt idx="414">
                  <c:v>1.0999999999967258E-2</c:v>
                </c:pt>
                <c:pt idx="415">
                  <c:v>1.0999999999967258E-2</c:v>
                </c:pt>
                <c:pt idx="416">
                  <c:v>1.0999999999967258E-2</c:v>
                </c:pt>
                <c:pt idx="417">
                  <c:v>1.0999999999967258E-2</c:v>
                </c:pt>
                <c:pt idx="418">
                  <c:v>1.0999999999967258E-2</c:v>
                </c:pt>
                <c:pt idx="419">
                  <c:v>1.0999999999967258E-2</c:v>
                </c:pt>
                <c:pt idx="420">
                  <c:v>1.0999999999967258E-2</c:v>
                </c:pt>
                <c:pt idx="421">
                  <c:v>1.0999999999967258E-2</c:v>
                </c:pt>
                <c:pt idx="422">
                  <c:v>1.0999999999967258E-2</c:v>
                </c:pt>
                <c:pt idx="423">
                  <c:v>1.0999999999967258E-2</c:v>
                </c:pt>
                <c:pt idx="424">
                  <c:v>1.089999999999236E-2</c:v>
                </c:pt>
                <c:pt idx="425">
                  <c:v>1.089999999999236E-2</c:v>
                </c:pt>
                <c:pt idx="426">
                  <c:v>1.089999999999236E-2</c:v>
                </c:pt>
                <c:pt idx="427">
                  <c:v>1.089999999999236E-2</c:v>
                </c:pt>
                <c:pt idx="428">
                  <c:v>1.089999999999236E-2</c:v>
                </c:pt>
                <c:pt idx="429">
                  <c:v>1.0999999999967258E-2</c:v>
                </c:pt>
                <c:pt idx="430">
                  <c:v>1.0999999999967258E-2</c:v>
                </c:pt>
                <c:pt idx="431">
                  <c:v>1.0999999999967258E-2</c:v>
                </c:pt>
                <c:pt idx="432">
                  <c:v>1.0999999999967258E-2</c:v>
                </c:pt>
                <c:pt idx="433">
                  <c:v>1.0999999999967258E-2</c:v>
                </c:pt>
                <c:pt idx="434">
                  <c:v>1.0999999999967258E-2</c:v>
                </c:pt>
                <c:pt idx="435">
                  <c:v>1.0999999999967258E-2</c:v>
                </c:pt>
                <c:pt idx="436">
                  <c:v>1.0999999999967258E-2</c:v>
                </c:pt>
                <c:pt idx="437">
                  <c:v>1.0999999999967258E-2</c:v>
                </c:pt>
                <c:pt idx="438">
                  <c:v>1.0999999999967258E-2</c:v>
                </c:pt>
                <c:pt idx="439">
                  <c:v>1.0999999999967258E-2</c:v>
                </c:pt>
                <c:pt idx="440">
                  <c:v>1.0999999999967258E-2</c:v>
                </c:pt>
                <c:pt idx="441">
                  <c:v>1.0999999999967258E-2</c:v>
                </c:pt>
                <c:pt idx="442">
                  <c:v>1.0999999999967258E-2</c:v>
                </c:pt>
                <c:pt idx="443">
                  <c:v>1.0999999999967258E-2</c:v>
                </c:pt>
                <c:pt idx="444">
                  <c:v>1.0999999999967258E-2</c:v>
                </c:pt>
                <c:pt idx="445">
                  <c:v>1.0999999999967258E-2</c:v>
                </c:pt>
                <c:pt idx="446">
                  <c:v>1.0999999999967258E-2</c:v>
                </c:pt>
                <c:pt idx="447">
                  <c:v>1.0999999999967258E-2</c:v>
                </c:pt>
                <c:pt idx="448">
                  <c:v>1.0999999999967258E-2</c:v>
                </c:pt>
                <c:pt idx="449">
                  <c:v>1.0999999999967258E-2</c:v>
                </c:pt>
                <c:pt idx="450">
                  <c:v>1.0999999999967258E-2</c:v>
                </c:pt>
                <c:pt idx="451">
                  <c:v>1.0999999999967258E-2</c:v>
                </c:pt>
                <c:pt idx="452">
                  <c:v>1.0999999999967258E-2</c:v>
                </c:pt>
                <c:pt idx="453">
                  <c:v>1.0999999999967258E-2</c:v>
                </c:pt>
                <c:pt idx="454">
                  <c:v>1.0999999999967258E-2</c:v>
                </c:pt>
                <c:pt idx="455">
                  <c:v>1.0999999999967258E-2</c:v>
                </c:pt>
                <c:pt idx="456">
                  <c:v>1.0999999999967258E-2</c:v>
                </c:pt>
                <c:pt idx="457">
                  <c:v>1.0999999999967258E-2</c:v>
                </c:pt>
                <c:pt idx="458">
                  <c:v>1.0999999999967258E-2</c:v>
                </c:pt>
                <c:pt idx="459">
                  <c:v>1.0999999999967258E-2</c:v>
                </c:pt>
                <c:pt idx="460">
                  <c:v>1.0999999999967258E-2</c:v>
                </c:pt>
                <c:pt idx="461">
                  <c:v>1.0999999999967258E-2</c:v>
                </c:pt>
                <c:pt idx="462">
                  <c:v>1.0999999999967258E-2</c:v>
                </c:pt>
                <c:pt idx="463">
                  <c:v>1.0999999999967258E-2</c:v>
                </c:pt>
                <c:pt idx="464">
                  <c:v>1.0999999999967258E-2</c:v>
                </c:pt>
                <c:pt idx="465">
                  <c:v>1.0999999999967258E-2</c:v>
                </c:pt>
                <c:pt idx="466">
                  <c:v>1.0999999999967258E-2</c:v>
                </c:pt>
                <c:pt idx="467">
                  <c:v>1.0999999999967258E-2</c:v>
                </c:pt>
                <c:pt idx="468">
                  <c:v>1.0999999999967258E-2</c:v>
                </c:pt>
                <c:pt idx="469">
                  <c:v>1.0999999999967258E-2</c:v>
                </c:pt>
                <c:pt idx="470">
                  <c:v>1.0999999999967258E-2</c:v>
                </c:pt>
                <c:pt idx="471">
                  <c:v>1.0999999999967258E-2</c:v>
                </c:pt>
                <c:pt idx="472">
                  <c:v>1.0999999999967258E-2</c:v>
                </c:pt>
                <c:pt idx="473">
                  <c:v>1.1099999999999E-2</c:v>
                </c:pt>
                <c:pt idx="474">
                  <c:v>1.1499999999955435E-2</c:v>
                </c:pt>
                <c:pt idx="475">
                  <c:v>1.1799999999993815E-2</c:v>
                </c:pt>
                <c:pt idx="476">
                  <c:v>1.2000000000000455E-2</c:v>
                </c:pt>
                <c:pt idx="477">
                  <c:v>1.2099999999975353E-2</c:v>
                </c:pt>
                <c:pt idx="478">
                  <c:v>1.2199999999950251E-2</c:v>
                </c:pt>
                <c:pt idx="479">
                  <c:v>1.2199999999950251E-2</c:v>
                </c:pt>
                <c:pt idx="480">
                  <c:v>1.2299999999981992E-2</c:v>
                </c:pt>
                <c:pt idx="481">
                  <c:v>1.2299999999981992E-2</c:v>
                </c:pt>
                <c:pt idx="482">
                  <c:v>1.2299999999981992E-2</c:v>
                </c:pt>
                <c:pt idx="483">
                  <c:v>1.239999999995689E-2</c:v>
                </c:pt>
                <c:pt idx="484">
                  <c:v>1.239999999995689E-2</c:v>
                </c:pt>
                <c:pt idx="485">
                  <c:v>1.239999999995689E-2</c:v>
                </c:pt>
                <c:pt idx="486">
                  <c:v>1.239999999995689E-2</c:v>
                </c:pt>
                <c:pt idx="487">
                  <c:v>1.239999999995689E-2</c:v>
                </c:pt>
                <c:pt idx="488">
                  <c:v>1.239999999995689E-2</c:v>
                </c:pt>
                <c:pt idx="489">
                  <c:v>1.239999999995689E-2</c:v>
                </c:pt>
                <c:pt idx="490">
                  <c:v>1.239999999995689E-2</c:v>
                </c:pt>
                <c:pt idx="491">
                  <c:v>1.239999999995689E-2</c:v>
                </c:pt>
                <c:pt idx="492">
                  <c:v>1.239999999995689E-2</c:v>
                </c:pt>
                <c:pt idx="493">
                  <c:v>1.239999999995689E-2</c:v>
                </c:pt>
                <c:pt idx="494">
                  <c:v>1.239999999995689E-2</c:v>
                </c:pt>
                <c:pt idx="495">
                  <c:v>1.239999999995689E-2</c:v>
                </c:pt>
                <c:pt idx="496">
                  <c:v>1.239999999995689E-2</c:v>
                </c:pt>
                <c:pt idx="497">
                  <c:v>1.239999999995689E-2</c:v>
                </c:pt>
                <c:pt idx="498">
                  <c:v>1.239999999995689E-2</c:v>
                </c:pt>
                <c:pt idx="499">
                  <c:v>1.2099999999975353E-2</c:v>
                </c:pt>
                <c:pt idx="500">
                  <c:v>1.1499999999955435E-2</c:v>
                </c:pt>
                <c:pt idx="501">
                  <c:v>1.1099999999999E-2</c:v>
                </c:pt>
                <c:pt idx="502">
                  <c:v>1.0799999999960619E-2</c:v>
                </c:pt>
                <c:pt idx="503">
                  <c:v>1.059999999995398E-2</c:v>
                </c:pt>
                <c:pt idx="504">
                  <c:v>1.0400000000004184E-2</c:v>
                </c:pt>
                <c:pt idx="505">
                  <c:v>1.0299999999972442E-2</c:v>
                </c:pt>
                <c:pt idx="506">
                  <c:v>1.0299999999972442E-2</c:v>
                </c:pt>
                <c:pt idx="507">
                  <c:v>1.0199999999997544E-2</c:v>
                </c:pt>
                <c:pt idx="508">
                  <c:v>1.0099999999965803E-2</c:v>
                </c:pt>
                <c:pt idx="509">
                  <c:v>1.0099999999965803E-2</c:v>
                </c:pt>
                <c:pt idx="510">
                  <c:v>1.0099999999965803E-2</c:v>
                </c:pt>
                <c:pt idx="511">
                  <c:v>9.9999999999909051E-3</c:v>
                </c:pt>
                <c:pt idx="512">
                  <c:v>9.9999999999909051E-3</c:v>
                </c:pt>
                <c:pt idx="513">
                  <c:v>9.9999999999909051E-3</c:v>
                </c:pt>
                <c:pt idx="514">
                  <c:v>9.9999999999909051E-3</c:v>
                </c:pt>
                <c:pt idx="515">
                  <c:v>9.8999999999591637E-3</c:v>
                </c:pt>
                <c:pt idx="516">
                  <c:v>9.8999999999591637E-3</c:v>
                </c:pt>
                <c:pt idx="517">
                  <c:v>9.8999999999591637E-3</c:v>
                </c:pt>
                <c:pt idx="518">
                  <c:v>9.8999999999591637E-3</c:v>
                </c:pt>
                <c:pt idx="519">
                  <c:v>9.8999999999591637E-3</c:v>
                </c:pt>
                <c:pt idx="520">
                  <c:v>9.8999999999591637E-3</c:v>
                </c:pt>
                <c:pt idx="521">
                  <c:v>9.8999999999591637E-3</c:v>
                </c:pt>
                <c:pt idx="522">
                  <c:v>9.8999999999591637E-3</c:v>
                </c:pt>
                <c:pt idx="523">
                  <c:v>9.8999999999591637E-3</c:v>
                </c:pt>
                <c:pt idx="524">
                  <c:v>9.8999999999591637E-3</c:v>
                </c:pt>
                <c:pt idx="525">
                  <c:v>9.8999999999591637E-3</c:v>
                </c:pt>
                <c:pt idx="526">
                  <c:v>9.8999999999591637E-3</c:v>
                </c:pt>
                <c:pt idx="527">
                  <c:v>9.8999999999591637E-3</c:v>
                </c:pt>
                <c:pt idx="528">
                  <c:v>9.8999999999591637E-3</c:v>
                </c:pt>
                <c:pt idx="529">
                  <c:v>9.8999999999591637E-3</c:v>
                </c:pt>
                <c:pt idx="530">
                  <c:v>1.0199999999997544E-2</c:v>
                </c:pt>
                <c:pt idx="531">
                  <c:v>1.0400000000004184E-2</c:v>
                </c:pt>
                <c:pt idx="532">
                  <c:v>1.0499999999979082E-2</c:v>
                </c:pt>
              </c:numCache>
            </c:numRef>
          </c:yVal>
          <c:smooth val="1"/>
          <c:extLst>
            <c:ext xmlns:c16="http://schemas.microsoft.com/office/drawing/2014/chart" uri="{C3380CC4-5D6E-409C-BE32-E72D297353CC}">
              <c16:uniqueId val="{00000028-1510-4437-9CAD-7ED8315A59D8}"/>
            </c:ext>
          </c:extLst>
        </c:ser>
        <c:dLbls>
          <c:showLegendKey val="0"/>
          <c:showVal val="0"/>
          <c:showCatName val="0"/>
          <c:showSerName val="0"/>
          <c:showPercent val="0"/>
          <c:showBubbleSize val="0"/>
        </c:dLbls>
        <c:axId val="360957592"/>
        <c:axId val="360957200"/>
      </c:scatterChart>
      <c:valAx>
        <c:axId val="36095759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t</a:t>
                </a:r>
                <a:r>
                  <a:rPr lang="en-US" baseline="0" dirty="0"/>
                  <a:t> (SEC)</a:t>
                </a:r>
                <a:endParaRPr lang="en-US" dirty="0"/>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0957200"/>
        <c:crosses val="autoZero"/>
        <c:crossBetween val="midCat"/>
      </c:valAx>
      <c:valAx>
        <c:axId val="36095720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T</a:t>
                </a:r>
                <a:r>
                  <a:rPr lang="en-US" baseline="0" dirty="0"/>
                  <a:t> (K)</a:t>
                </a:r>
                <a:endParaRPr lang="en-US" dirty="0"/>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095759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CGI</a:t>
            </a:r>
            <a:r>
              <a:rPr lang="en-US" baseline="0" dirty="0"/>
              <a:t> DM THERMAL STABILITY 50,000 MONTE CARLO RAYS</a:t>
            </a:r>
            <a:endParaRPr lang="en-US" dirty="0"/>
          </a:p>
        </c:rich>
      </c:tx>
      <c:layout>
        <c:manualLayout>
          <c:xMode val="edge"/>
          <c:yMode val="edge"/>
          <c:x val="0.30105278221660026"/>
          <c:y val="1.2082988246677535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smoothMarker"/>
        <c:varyColors val="0"/>
        <c:ser>
          <c:idx val="0"/>
          <c:order val="0"/>
          <c:tx>
            <c:strRef>
              <c:f>N50000_VV_TEMPS_oc5l2_50000!$BB$1</c:f>
              <c:strCache>
                <c:ptCount val="1"/>
                <c:pt idx="0">
                  <c:v>CGI_DM1.1</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N50000_VV_TEMPS_oc5l2_50000!$BA$2:$BA$536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N50000_VV_TEMPS_oc5l2_50000!$BB$2:$BB$536</c:f>
              <c:numCache>
                <c:formatCode>General</c:formatCode>
                <c:ptCount val="533"/>
                <c:pt idx="0">
                  <c:v>0</c:v>
                </c:pt>
                <c:pt idx="1">
                  <c:v>4.43000000000211E-2</c:v>
                </c:pt>
                <c:pt idx="2">
                  <c:v>4.1400000000010095E-2</c:v>
                </c:pt>
                <c:pt idx="3">
                  <c:v>3.2699999999977081E-2</c:v>
                </c:pt>
                <c:pt idx="4">
                  <c:v>3.9299999999968804E-2</c:v>
                </c:pt>
                <c:pt idx="5">
                  <c:v>3.6900000000002819E-2</c:v>
                </c:pt>
                <c:pt idx="6">
                  <c:v>3.7300000000016098E-2</c:v>
                </c:pt>
                <c:pt idx="7">
                  <c:v>3.7699999999972533E-2</c:v>
                </c:pt>
                <c:pt idx="8">
                  <c:v>3.7399999999990996E-2</c:v>
                </c:pt>
                <c:pt idx="9">
                  <c:v>3.7599999999997635E-2</c:v>
                </c:pt>
                <c:pt idx="10">
                  <c:v>3.7599999999997635E-2</c:v>
                </c:pt>
                <c:pt idx="11">
                  <c:v>3.7599999999997635E-2</c:v>
                </c:pt>
                <c:pt idx="12">
                  <c:v>3.7599999999997635E-2</c:v>
                </c:pt>
                <c:pt idx="13">
                  <c:v>3.7599999999997635E-2</c:v>
                </c:pt>
                <c:pt idx="14">
                  <c:v>3.7599999999997635E-2</c:v>
                </c:pt>
                <c:pt idx="15">
                  <c:v>3.7599999999997635E-2</c:v>
                </c:pt>
                <c:pt idx="16">
                  <c:v>3.7599999999997635E-2</c:v>
                </c:pt>
                <c:pt idx="17">
                  <c:v>3.7699999999972533E-2</c:v>
                </c:pt>
                <c:pt idx="18">
                  <c:v>3.7699999999972533E-2</c:v>
                </c:pt>
                <c:pt idx="19">
                  <c:v>3.7699999999972533E-2</c:v>
                </c:pt>
                <c:pt idx="20">
                  <c:v>3.7699999999972533E-2</c:v>
                </c:pt>
                <c:pt idx="21">
                  <c:v>3.7699999999972533E-2</c:v>
                </c:pt>
                <c:pt idx="22">
                  <c:v>3.7699999999972533E-2</c:v>
                </c:pt>
                <c:pt idx="23">
                  <c:v>3.7699999999972533E-2</c:v>
                </c:pt>
                <c:pt idx="24">
                  <c:v>3.7699999999972533E-2</c:v>
                </c:pt>
                <c:pt idx="25">
                  <c:v>3.7699999999972533E-2</c:v>
                </c:pt>
                <c:pt idx="26">
                  <c:v>3.7699999999972533E-2</c:v>
                </c:pt>
                <c:pt idx="27">
                  <c:v>3.7800000000004275E-2</c:v>
                </c:pt>
                <c:pt idx="28">
                  <c:v>3.7800000000004275E-2</c:v>
                </c:pt>
                <c:pt idx="29">
                  <c:v>3.7899999999979173E-2</c:v>
                </c:pt>
                <c:pt idx="30">
                  <c:v>3.7899999999979173E-2</c:v>
                </c:pt>
                <c:pt idx="31">
                  <c:v>3.8000000000010914E-2</c:v>
                </c:pt>
                <c:pt idx="32">
                  <c:v>3.8099999999985812E-2</c:v>
                </c:pt>
                <c:pt idx="33">
                  <c:v>3.8099999999985812E-2</c:v>
                </c:pt>
                <c:pt idx="34">
                  <c:v>3.8200000000017553E-2</c:v>
                </c:pt>
                <c:pt idx="35">
                  <c:v>3.8200000000017553E-2</c:v>
                </c:pt>
                <c:pt idx="36">
                  <c:v>3.8200000000017553E-2</c:v>
                </c:pt>
                <c:pt idx="37">
                  <c:v>3.8299999999992451E-2</c:v>
                </c:pt>
                <c:pt idx="38">
                  <c:v>3.8299999999992451E-2</c:v>
                </c:pt>
                <c:pt idx="39">
                  <c:v>3.8399999999967349E-2</c:v>
                </c:pt>
                <c:pt idx="40">
                  <c:v>3.8399999999967349E-2</c:v>
                </c:pt>
                <c:pt idx="41">
                  <c:v>3.8399999999967349E-2</c:v>
                </c:pt>
                <c:pt idx="42">
                  <c:v>3.8399999999967349E-2</c:v>
                </c:pt>
                <c:pt idx="43">
                  <c:v>3.8499999999999091E-2</c:v>
                </c:pt>
                <c:pt idx="44">
                  <c:v>3.8499999999999091E-2</c:v>
                </c:pt>
                <c:pt idx="45">
                  <c:v>3.8499999999999091E-2</c:v>
                </c:pt>
                <c:pt idx="46">
                  <c:v>3.8499999999999091E-2</c:v>
                </c:pt>
                <c:pt idx="47">
                  <c:v>3.8499999999999091E-2</c:v>
                </c:pt>
                <c:pt idx="48">
                  <c:v>3.8599999999973988E-2</c:v>
                </c:pt>
                <c:pt idx="49">
                  <c:v>3.8599999999973988E-2</c:v>
                </c:pt>
                <c:pt idx="50">
                  <c:v>3.8599999999973988E-2</c:v>
                </c:pt>
                <c:pt idx="51">
                  <c:v>3.8599999999973988E-2</c:v>
                </c:pt>
                <c:pt idx="52">
                  <c:v>3.8599999999973988E-2</c:v>
                </c:pt>
                <c:pt idx="53">
                  <c:v>3.8599999999973988E-2</c:v>
                </c:pt>
                <c:pt idx="54">
                  <c:v>3.8599999999973988E-2</c:v>
                </c:pt>
                <c:pt idx="55">
                  <c:v>3.870000000000573E-2</c:v>
                </c:pt>
                <c:pt idx="56">
                  <c:v>3.870000000000573E-2</c:v>
                </c:pt>
                <c:pt idx="57">
                  <c:v>3.8599999999973988E-2</c:v>
                </c:pt>
                <c:pt idx="58">
                  <c:v>3.8599999999973988E-2</c:v>
                </c:pt>
                <c:pt idx="59">
                  <c:v>3.8499999999999091E-2</c:v>
                </c:pt>
                <c:pt idx="60">
                  <c:v>3.8499999999999091E-2</c:v>
                </c:pt>
                <c:pt idx="61">
                  <c:v>3.8399999999967349E-2</c:v>
                </c:pt>
                <c:pt idx="62">
                  <c:v>3.8399999999967349E-2</c:v>
                </c:pt>
                <c:pt idx="63">
                  <c:v>3.8399999999967349E-2</c:v>
                </c:pt>
                <c:pt idx="64">
                  <c:v>3.8299999999992451E-2</c:v>
                </c:pt>
                <c:pt idx="65">
                  <c:v>3.8299999999992451E-2</c:v>
                </c:pt>
                <c:pt idx="66">
                  <c:v>3.8299999999992451E-2</c:v>
                </c:pt>
                <c:pt idx="67">
                  <c:v>3.8200000000017553E-2</c:v>
                </c:pt>
                <c:pt idx="68">
                  <c:v>3.8200000000017553E-2</c:v>
                </c:pt>
                <c:pt idx="69">
                  <c:v>3.8200000000017553E-2</c:v>
                </c:pt>
                <c:pt idx="70">
                  <c:v>3.8200000000017553E-2</c:v>
                </c:pt>
                <c:pt idx="71">
                  <c:v>3.8200000000017553E-2</c:v>
                </c:pt>
                <c:pt idx="72">
                  <c:v>3.8099999999985812E-2</c:v>
                </c:pt>
                <c:pt idx="73">
                  <c:v>3.8099999999985812E-2</c:v>
                </c:pt>
                <c:pt idx="74">
                  <c:v>3.8099999999985812E-2</c:v>
                </c:pt>
                <c:pt idx="75">
                  <c:v>3.8099999999985812E-2</c:v>
                </c:pt>
                <c:pt idx="76">
                  <c:v>3.8099999999985812E-2</c:v>
                </c:pt>
                <c:pt idx="77">
                  <c:v>3.8099999999985812E-2</c:v>
                </c:pt>
                <c:pt idx="78">
                  <c:v>3.8099999999985812E-2</c:v>
                </c:pt>
                <c:pt idx="79">
                  <c:v>3.8099999999985812E-2</c:v>
                </c:pt>
                <c:pt idx="80">
                  <c:v>3.8000000000010914E-2</c:v>
                </c:pt>
                <c:pt idx="81">
                  <c:v>3.8000000000010914E-2</c:v>
                </c:pt>
                <c:pt idx="82">
                  <c:v>3.8000000000010914E-2</c:v>
                </c:pt>
                <c:pt idx="83">
                  <c:v>3.8000000000010914E-2</c:v>
                </c:pt>
                <c:pt idx="84">
                  <c:v>3.8000000000010914E-2</c:v>
                </c:pt>
                <c:pt idx="85">
                  <c:v>3.8000000000010914E-2</c:v>
                </c:pt>
                <c:pt idx="86">
                  <c:v>3.8000000000010914E-2</c:v>
                </c:pt>
                <c:pt idx="87">
                  <c:v>3.8000000000010914E-2</c:v>
                </c:pt>
                <c:pt idx="88">
                  <c:v>3.8000000000010914E-2</c:v>
                </c:pt>
                <c:pt idx="89">
                  <c:v>3.8000000000010914E-2</c:v>
                </c:pt>
                <c:pt idx="90">
                  <c:v>3.8000000000010914E-2</c:v>
                </c:pt>
                <c:pt idx="91">
                  <c:v>3.8000000000010914E-2</c:v>
                </c:pt>
                <c:pt idx="92">
                  <c:v>3.8000000000010914E-2</c:v>
                </c:pt>
                <c:pt idx="93">
                  <c:v>3.8000000000010914E-2</c:v>
                </c:pt>
                <c:pt idx="94">
                  <c:v>3.8000000000010914E-2</c:v>
                </c:pt>
                <c:pt idx="95">
                  <c:v>3.8000000000010914E-2</c:v>
                </c:pt>
                <c:pt idx="96">
                  <c:v>3.8000000000010914E-2</c:v>
                </c:pt>
                <c:pt idx="97">
                  <c:v>3.8000000000010914E-2</c:v>
                </c:pt>
                <c:pt idx="98">
                  <c:v>3.8000000000010914E-2</c:v>
                </c:pt>
                <c:pt idx="99">
                  <c:v>3.8000000000010914E-2</c:v>
                </c:pt>
                <c:pt idx="100">
                  <c:v>3.8000000000010914E-2</c:v>
                </c:pt>
                <c:pt idx="101">
                  <c:v>3.8000000000010914E-2</c:v>
                </c:pt>
                <c:pt idx="102">
                  <c:v>3.8000000000010914E-2</c:v>
                </c:pt>
                <c:pt idx="103">
                  <c:v>3.8000000000010914E-2</c:v>
                </c:pt>
                <c:pt idx="104">
                  <c:v>3.8000000000010914E-2</c:v>
                </c:pt>
                <c:pt idx="105">
                  <c:v>3.8000000000010914E-2</c:v>
                </c:pt>
                <c:pt idx="106">
                  <c:v>3.8000000000010914E-2</c:v>
                </c:pt>
                <c:pt idx="107">
                  <c:v>3.8000000000010914E-2</c:v>
                </c:pt>
                <c:pt idx="108">
                  <c:v>3.8099999999985812E-2</c:v>
                </c:pt>
                <c:pt idx="109">
                  <c:v>3.8099999999985812E-2</c:v>
                </c:pt>
                <c:pt idx="110">
                  <c:v>3.8099999999985812E-2</c:v>
                </c:pt>
                <c:pt idx="111">
                  <c:v>3.8099999999985812E-2</c:v>
                </c:pt>
                <c:pt idx="112">
                  <c:v>3.8099999999985812E-2</c:v>
                </c:pt>
                <c:pt idx="113">
                  <c:v>3.8099999999985812E-2</c:v>
                </c:pt>
                <c:pt idx="114">
                  <c:v>3.8200000000017553E-2</c:v>
                </c:pt>
                <c:pt idx="115">
                  <c:v>3.8200000000017553E-2</c:v>
                </c:pt>
                <c:pt idx="116">
                  <c:v>3.8200000000017553E-2</c:v>
                </c:pt>
                <c:pt idx="117">
                  <c:v>3.8200000000017553E-2</c:v>
                </c:pt>
                <c:pt idx="118">
                  <c:v>3.8200000000017553E-2</c:v>
                </c:pt>
                <c:pt idx="119">
                  <c:v>3.8200000000017553E-2</c:v>
                </c:pt>
                <c:pt idx="120">
                  <c:v>3.8200000000017553E-2</c:v>
                </c:pt>
                <c:pt idx="121">
                  <c:v>3.8299999999992451E-2</c:v>
                </c:pt>
                <c:pt idx="122">
                  <c:v>3.8299999999992451E-2</c:v>
                </c:pt>
                <c:pt idx="123">
                  <c:v>3.8299999999992451E-2</c:v>
                </c:pt>
                <c:pt idx="124">
                  <c:v>3.8299999999992451E-2</c:v>
                </c:pt>
                <c:pt idx="125">
                  <c:v>3.8299999999992451E-2</c:v>
                </c:pt>
                <c:pt idx="126">
                  <c:v>3.8299999999992451E-2</c:v>
                </c:pt>
                <c:pt idx="127">
                  <c:v>3.8299999999992451E-2</c:v>
                </c:pt>
                <c:pt idx="128">
                  <c:v>3.8299999999992451E-2</c:v>
                </c:pt>
                <c:pt idx="129">
                  <c:v>3.8299999999992451E-2</c:v>
                </c:pt>
                <c:pt idx="130">
                  <c:v>3.8299999999992451E-2</c:v>
                </c:pt>
                <c:pt idx="131">
                  <c:v>3.8299999999992451E-2</c:v>
                </c:pt>
                <c:pt idx="132">
                  <c:v>3.8299999999992451E-2</c:v>
                </c:pt>
                <c:pt idx="133">
                  <c:v>3.8299999999992451E-2</c:v>
                </c:pt>
                <c:pt idx="134">
                  <c:v>3.8399999999967349E-2</c:v>
                </c:pt>
                <c:pt idx="135">
                  <c:v>3.8399999999967349E-2</c:v>
                </c:pt>
                <c:pt idx="136">
                  <c:v>3.8399999999967349E-2</c:v>
                </c:pt>
                <c:pt idx="137">
                  <c:v>3.8399999999967349E-2</c:v>
                </c:pt>
                <c:pt idx="138">
                  <c:v>3.8399999999967349E-2</c:v>
                </c:pt>
                <c:pt idx="139">
                  <c:v>3.8399999999967349E-2</c:v>
                </c:pt>
                <c:pt idx="140">
                  <c:v>3.8399999999967349E-2</c:v>
                </c:pt>
                <c:pt idx="141">
                  <c:v>3.8399999999967349E-2</c:v>
                </c:pt>
                <c:pt idx="142">
                  <c:v>3.8399999999967349E-2</c:v>
                </c:pt>
                <c:pt idx="143">
                  <c:v>3.8399999999967349E-2</c:v>
                </c:pt>
                <c:pt idx="144">
                  <c:v>3.8399999999967349E-2</c:v>
                </c:pt>
                <c:pt idx="145">
                  <c:v>3.8399999999967349E-2</c:v>
                </c:pt>
                <c:pt idx="146">
                  <c:v>3.8399999999967349E-2</c:v>
                </c:pt>
                <c:pt idx="147">
                  <c:v>3.8399999999967349E-2</c:v>
                </c:pt>
                <c:pt idx="148">
                  <c:v>3.8399999999967349E-2</c:v>
                </c:pt>
                <c:pt idx="149">
                  <c:v>3.8399999999967349E-2</c:v>
                </c:pt>
                <c:pt idx="150">
                  <c:v>3.8399999999967349E-2</c:v>
                </c:pt>
                <c:pt idx="151">
                  <c:v>3.8399999999967349E-2</c:v>
                </c:pt>
                <c:pt idx="152">
                  <c:v>3.8399999999967349E-2</c:v>
                </c:pt>
                <c:pt idx="153">
                  <c:v>3.8399999999967349E-2</c:v>
                </c:pt>
                <c:pt idx="154">
                  <c:v>3.8399999999967349E-2</c:v>
                </c:pt>
                <c:pt idx="155">
                  <c:v>3.8399999999967349E-2</c:v>
                </c:pt>
                <c:pt idx="156">
                  <c:v>3.8399999999967349E-2</c:v>
                </c:pt>
                <c:pt idx="157">
                  <c:v>3.8399999999967349E-2</c:v>
                </c:pt>
                <c:pt idx="158">
                  <c:v>3.8299999999992451E-2</c:v>
                </c:pt>
                <c:pt idx="159">
                  <c:v>3.8299999999992451E-2</c:v>
                </c:pt>
                <c:pt idx="160">
                  <c:v>3.8200000000017553E-2</c:v>
                </c:pt>
                <c:pt idx="161">
                  <c:v>3.8200000000017553E-2</c:v>
                </c:pt>
                <c:pt idx="162">
                  <c:v>3.8200000000017553E-2</c:v>
                </c:pt>
                <c:pt idx="163">
                  <c:v>3.8099999999985812E-2</c:v>
                </c:pt>
                <c:pt idx="164">
                  <c:v>3.8099999999985812E-2</c:v>
                </c:pt>
                <c:pt idx="165">
                  <c:v>3.8099999999985812E-2</c:v>
                </c:pt>
                <c:pt idx="166">
                  <c:v>3.8000000000010914E-2</c:v>
                </c:pt>
                <c:pt idx="167">
                  <c:v>3.8000000000010914E-2</c:v>
                </c:pt>
                <c:pt idx="168">
                  <c:v>3.8000000000010914E-2</c:v>
                </c:pt>
                <c:pt idx="169">
                  <c:v>3.8000000000010914E-2</c:v>
                </c:pt>
                <c:pt idx="170">
                  <c:v>3.7899999999979173E-2</c:v>
                </c:pt>
                <c:pt idx="171">
                  <c:v>3.7899999999979173E-2</c:v>
                </c:pt>
                <c:pt idx="172">
                  <c:v>3.7899999999979173E-2</c:v>
                </c:pt>
                <c:pt idx="173">
                  <c:v>3.7899999999979173E-2</c:v>
                </c:pt>
                <c:pt idx="174">
                  <c:v>3.7899999999979173E-2</c:v>
                </c:pt>
                <c:pt idx="175">
                  <c:v>3.7800000000004275E-2</c:v>
                </c:pt>
                <c:pt idx="176">
                  <c:v>3.7800000000004275E-2</c:v>
                </c:pt>
                <c:pt idx="177">
                  <c:v>3.7800000000004275E-2</c:v>
                </c:pt>
                <c:pt idx="178">
                  <c:v>3.7800000000004275E-2</c:v>
                </c:pt>
                <c:pt idx="179">
                  <c:v>3.7800000000004275E-2</c:v>
                </c:pt>
                <c:pt idx="180">
                  <c:v>3.7800000000004275E-2</c:v>
                </c:pt>
                <c:pt idx="181">
                  <c:v>3.7800000000004275E-2</c:v>
                </c:pt>
                <c:pt idx="182">
                  <c:v>3.7699999999972533E-2</c:v>
                </c:pt>
                <c:pt idx="183">
                  <c:v>3.7800000000004275E-2</c:v>
                </c:pt>
                <c:pt idx="184">
                  <c:v>3.7899999999979173E-2</c:v>
                </c:pt>
                <c:pt idx="185">
                  <c:v>3.7899999999979173E-2</c:v>
                </c:pt>
                <c:pt idx="186">
                  <c:v>3.8000000000010914E-2</c:v>
                </c:pt>
                <c:pt idx="187">
                  <c:v>3.8000000000010914E-2</c:v>
                </c:pt>
                <c:pt idx="188">
                  <c:v>3.8099999999985812E-2</c:v>
                </c:pt>
                <c:pt idx="189">
                  <c:v>3.8099999999985812E-2</c:v>
                </c:pt>
                <c:pt idx="190">
                  <c:v>3.8200000000017553E-2</c:v>
                </c:pt>
                <c:pt idx="191">
                  <c:v>3.8200000000017553E-2</c:v>
                </c:pt>
                <c:pt idx="192">
                  <c:v>3.8200000000017553E-2</c:v>
                </c:pt>
                <c:pt idx="193">
                  <c:v>3.8299999999992451E-2</c:v>
                </c:pt>
                <c:pt idx="194">
                  <c:v>3.8299999999992451E-2</c:v>
                </c:pt>
                <c:pt idx="195">
                  <c:v>3.8399999999967349E-2</c:v>
                </c:pt>
                <c:pt idx="196">
                  <c:v>3.8399999999967349E-2</c:v>
                </c:pt>
                <c:pt idx="197">
                  <c:v>3.8399999999967349E-2</c:v>
                </c:pt>
                <c:pt idx="198">
                  <c:v>3.8399999999967349E-2</c:v>
                </c:pt>
                <c:pt idx="199">
                  <c:v>3.8499999999999091E-2</c:v>
                </c:pt>
                <c:pt idx="200">
                  <c:v>3.8499999999999091E-2</c:v>
                </c:pt>
                <c:pt idx="201">
                  <c:v>3.8499999999999091E-2</c:v>
                </c:pt>
                <c:pt idx="202">
                  <c:v>3.8499999999999091E-2</c:v>
                </c:pt>
                <c:pt idx="203">
                  <c:v>3.8499999999999091E-2</c:v>
                </c:pt>
                <c:pt idx="204">
                  <c:v>3.8599999999973988E-2</c:v>
                </c:pt>
                <c:pt idx="205">
                  <c:v>3.8599999999973988E-2</c:v>
                </c:pt>
                <c:pt idx="206">
                  <c:v>3.8599999999973988E-2</c:v>
                </c:pt>
                <c:pt idx="207">
                  <c:v>3.8599999999973988E-2</c:v>
                </c:pt>
                <c:pt idx="208">
                  <c:v>3.8599999999973988E-2</c:v>
                </c:pt>
                <c:pt idx="209">
                  <c:v>3.8599999999973988E-2</c:v>
                </c:pt>
                <c:pt idx="210">
                  <c:v>3.8599999999973988E-2</c:v>
                </c:pt>
                <c:pt idx="211">
                  <c:v>3.870000000000573E-2</c:v>
                </c:pt>
                <c:pt idx="212">
                  <c:v>3.870000000000573E-2</c:v>
                </c:pt>
                <c:pt idx="213">
                  <c:v>3.870000000000573E-2</c:v>
                </c:pt>
                <c:pt idx="214">
                  <c:v>3.8599999999973988E-2</c:v>
                </c:pt>
                <c:pt idx="215">
                  <c:v>3.8599999999973988E-2</c:v>
                </c:pt>
                <c:pt idx="216">
                  <c:v>3.8499999999999091E-2</c:v>
                </c:pt>
                <c:pt idx="217">
                  <c:v>3.8499999999999091E-2</c:v>
                </c:pt>
                <c:pt idx="218">
                  <c:v>3.8399999999967349E-2</c:v>
                </c:pt>
                <c:pt idx="219">
                  <c:v>3.8399999999967349E-2</c:v>
                </c:pt>
                <c:pt idx="220">
                  <c:v>3.8399999999967349E-2</c:v>
                </c:pt>
                <c:pt idx="221">
                  <c:v>3.8299999999992451E-2</c:v>
                </c:pt>
                <c:pt idx="222">
                  <c:v>3.8299999999992451E-2</c:v>
                </c:pt>
                <c:pt idx="223">
                  <c:v>3.8299999999992451E-2</c:v>
                </c:pt>
                <c:pt idx="224">
                  <c:v>3.8200000000017553E-2</c:v>
                </c:pt>
                <c:pt idx="225">
                  <c:v>3.8200000000017553E-2</c:v>
                </c:pt>
                <c:pt idx="226">
                  <c:v>3.8200000000017553E-2</c:v>
                </c:pt>
                <c:pt idx="227">
                  <c:v>3.8200000000017553E-2</c:v>
                </c:pt>
                <c:pt idx="228">
                  <c:v>3.8200000000017553E-2</c:v>
                </c:pt>
                <c:pt idx="229">
                  <c:v>3.8099999999985812E-2</c:v>
                </c:pt>
                <c:pt idx="230">
                  <c:v>3.8099999999985812E-2</c:v>
                </c:pt>
                <c:pt idx="231">
                  <c:v>3.8099999999985812E-2</c:v>
                </c:pt>
                <c:pt idx="232">
                  <c:v>3.8099999999985812E-2</c:v>
                </c:pt>
                <c:pt idx="233">
                  <c:v>3.8099999999985812E-2</c:v>
                </c:pt>
                <c:pt idx="234">
                  <c:v>3.8099999999985812E-2</c:v>
                </c:pt>
                <c:pt idx="235">
                  <c:v>3.8099999999985812E-2</c:v>
                </c:pt>
                <c:pt idx="236">
                  <c:v>3.8099999999985812E-2</c:v>
                </c:pt>
                <c:pt idx="237">
                  <c:v>3.8000000000010914E-2</c:v>
                </c:pt>
                <c:pt idx="238">
                  <c:v>3.8000000000010914E-2</c:v>
                </c:pt>
                <c:pt idx="239">
                  <c:v>3.8000000000010914E-2</c:v>
                </c:pt>
                <c:pt idx="240">
                  <c:v>3.8000000000010914E-2</c:v>
                </c:pt>
                <c:pt idx="241">
                  <c:v>3.8000000000010914E-2</c:v>
                </c:pt>
                <c:pt idx="242">
                  <c:v>3.8000000000010914E-2</c:v>
                </c:pt>
                <c:pt idx="243">
                  <c:v>3.8000000000010914E-2</c:v>
                </c:pt>
                <c:pt idx="244">
                  <c:v>3.8000000000010914E-2</c:v>
                </c:pt>
                <c:pt idx="245">
                  <c:v>3.8000000000010914E-2</c:v>
                </c:pt>
                <c:pt idx="246">
                  <c:v>3.8000000000010914E-2</c:v>
                </c:pt>
                <c:pt idx="247">
                  <c:v>3.8000000000010914E-2</c:v>
                </c:pt>
                <c:pt idx="248">
                  <c:v>3.8000000000010914E-2</c:v>
                </c:pt>
                <c:pt idx="249">
                  <c:v>3.8000000000010914E-2</c:v>
                </c:pt>
                <c:pt idx="250">
                  <c:v>3.8000000000010914E-2</c:v>
                </c:pt>
                <c:pt idx="251">
                  <c:v>3.8000000000010914E-2</c:v>
                </c:pt>
                <c:pt idx="252">
                  <c:v>3.8000000000010914E-2</c:v>
                </c:pt>
                <c:pt idx="253">
                  <c:v>3.8000000000010914E-2</c:v>
                </c:pt>
                <c:pt idx="254">
                  <c:v>3.8000000000010914E-2</c:v>
                </c:pt>
                <c:pt idx="255">
                  <c:v>3.8000000000010914E-2</c:v>
                </c:pt>
                <c:pt idx="256">
                  <c:v>3.8000000000010914E-2</c:v>
                </c:pt>
                <c:pt idx="257">
                  <c:v>3.8000000000010914E-2</c:v>
                </c:pt>
                <c:pt idx="258">
                  <c:v>3.8000000000010914E-2</c:v>
                </c:pt>
                <c:pt idx="259">
                  <c:v>3.8000000000010914E-2</c:v>
                </c:pt>
                <c:pt idx="260">
                  <c:v>3.8000000000010914E-2</c:v>
                </c:pt>
                <c:pt idx="261">
                  <c:v>3.8000000000010914E-2</c:v>
                </c:pt>
                <c:pt idx="262">
                  <c:v>3.8000000000010914E-2</c:v>
                </c:pt>
                <c:pt idx="263">
                  <c:v>3.8000000000010914E-2</c:v>
                </c:pt>
                <c:pt idx="264">
                  <c:v>3.8000000000010914E-2</c:v>
                </c:pt>
                <c:pt idx="265">
                  <c:v>3.8099999999985812E-2</c:v>
                </c:pt>
                <c:pt idx="266">
                  <c:v>3.8099999999985812E-2</c:v>
                </c:pt>
                <c:pt idx="267">
                  <c:v>3.8099999999985812E-2</c:v>
                </c:pt>
                <c:pt idx="268">
                  <c:v>3.8099999999985812E-2</c:v>
                </c:pt>
                <c:pt idx="269">
                  <c:v>3.8099999999985812E-2</c:v>
                </c:pt>
                <c:pt idx="270">
                  <c:v>3.8200000000017553E-2</c:v>
                </c:pt>
                <c:pt idx="271">
                  <c:v>3.8200000000017553E-2</c:v>
                </c:pt>
                <c:pt idx="272">
                  <c:v>3.8200000000017553E-2</c:v>
                </c:pt>
                <c:pt idx="273">
                  <c:v>3.8200000000017553E-2</c:v>
                </c:pt>
                <c:pt idx="274">
                  <c:v>3.8200000000017553E-2</c:v>
                </c:pt>
                <c:pt idx="275">
                  <c:v>3.8200000000017553E-2</c:v>
                </c:pt>
                <c:pt idx="276">
                  <c:v>3.8200000000017553E-2</c:v>
                </c:pt>
                <c:pt idx="277">
                  <c:v>3.8299999999992451E-2</c:v>
                </c:pt>
                <c:pt idx="278">
                  <c:v>3.8299999999992451E-2</c:v>
                </c:pt>
                <c:pt idx="279">
                  <c:v>3.8299999999992451E-2</c:v>
                </c:pt>
                <c:pt idx="280">
                  <c:v>3.8299999999992451E-2</c:v>
                </c:pt>
                <c:pt idx="281">
                  <c:v>3.8299999999992451E-2</c:v>
                </c:pt>
                <c:pt idx="282">
                  <c:v>3.8299999999992451E-2</c:v>
                </c:pt>
                <c:pt idx="283">
                  <c:v>3.8299999999992451E-2</c:v>
                </c:pt>
                <c:pt idx="284">
                  <c:v>3.8299999999992451E-2</c:v>
                </c:pt>
                <c:pt idx="285">
                  <c:v>3.8299999999992451E-2</c:v>
                </c:pt>
                <c:pt idx="286">
                  <c:v>3.8299999999992451E-2</c:v>
                </c:pt>
                <c:pt idx="287">
                  <c:v>3.8299999999992451E-2</c:v>
                </c:pt>
                <c:pt idx="288">
                  <c:v>3.8299999999992451E-2</c:v>
                </c:pt>
                <c:pt idx="289">
                  <c:v>3.8299999999992451E-2</c:v>
                </c:pt>
                <c:pt idx="290">
                  <c:v>3.8299999999992451E-2</c:v>
                </c:pt>
                <c:pt idx="291">
                  <c:v>3.8399999999967349E-2</c:v>
                </c:pt>
                <c:pt idx="292">
                  <c:v>3.8399999999967349E-2</c:v>
                </c:pt>
                <c:pt idx="293">
                  <c:v>3.8399999999967349E-2</c:v>
                </c:pt>
                <c:pt idx="294">
                  <c:v>3.8399999999967349E-2</c:v>
                </c:pt>
                <c:pt idx="295">
                  <c:v>3.8399999999967349E-2</c:v>
                </c:pt>
                <c:pt idx="296">
                  <c:v>3.8399999999967349E-2</c:v>
                </c:pt>
                <c:pt idx="297">
                  <c:v>3.8399999999967349E-2</c:v>
                </c:pt>
                <c:pt idx="298">
                  <c:v>3.8399999999967349E-2</c:v>
                </c:pt>
                <c:pt idx="299">
                  <c:v>3.8399999999967349E-2</c:v>
                </c:pt>
                <c:pt idx="300">
                  <c:v>3.8399999999967349E-2</c:v>
                </c:pt>
                <c:pt idx="301">
                  <c:v>3.8399999999967349E-2</c:v>
                </c:pt>
                <c:pt idx="302">
                  <c:v>3.8399999999967349E-2</c:v>
                </c:pt>
                <c:pt idx="303">
                  <c:v>3.8399999999967349E-2</c:v>
                </c:pt>
                <c:pt idx="304">
                  <c:v>3.8399999999967349E-2</c:v>
                </c:pt>
                <c:pt idx="305">
                  <c:v>3.8399999999967349E-2</c:v>
                </c:pt>
                <c:pt idx="306">
                  <c:v>3.8399999999967349E-2</c:v>
                </c:pt>
                <c:pt idx="307">
                  <c:v>3.8399999999967349E-2</c:v>
                </c:pt>
                <c:pt idx="308">
                  <c:v>3.8399999999967349E-2</c:v>
                </c:pt>
                <c:pt idx="309">
                  <c:v>3.8399999999967349E-2</c:v>
                </c:pt>
                <c:pt idx="310">
                  <c:v>3.8399999999967349E-2</c:v>
                </c:pt>
                <c:pt idx="311">
                  <c:v>3.8399999999967349E-2</c:v>
                </c:pt>
                <c:pt idx="312">
                  <c:v>3.8399999999967349E-2</c:v>
                </c:pt>
                <c:pt idx="313">
                  <c:v>3.8399999999967349E-2</c:v>
                </c:pt>
                <c:pt idx="314">
                  <c:v>3.8399999999967349E-2</c:v>
                </c:pt>
                <c:pt idx="315">
                  <c:v>3.8299999999992451E-2</c:v>
                </c:pt>
                <c:pt idx="316">
                  <c:v>3.8299999999992451E-2</c:v>
                </c:pt>
                <c:pt idx="317">
                  <c:v>3.8200000000017553E-2</c:v>
                </c:pt>
                <c:pt idx="318">
                  <c:v>3.8200000000017553E-2</c:v>
                </c:pt>
                <c:pt idx="319">
                  <c:v>3.8099999999985812E-2</c:v>
                </c:pt>
                <c:pt idx="320">
                  <c:v>3.8099999999985812E-2</c:v>
                </c:pt>
                <c:pt idx="321">
                  <c:v>3.8099999999985812E-2</c:v>
                </c:pt>
                <c:pt idx="322">
                  <c:v>3.8099999999985812E-2</c:v>
                </c:pt>
                <c:pt idx="323">
                  <c:v>3.8000000000010914E-2</c:v>
                </c:pt>
                <c:pt idx="324">
                  <c:v>3.8000000000010914E-2</c:v>
                </c:pt>
                <c:pt idx="325">
                  <c:v>3.8000000000010914E-2</c:v>
                </c:pt>
                <c:pt idx="326">
                  <c:v>3.8000000000010914E-2</c:v>
                </c:pt>
                <c:pt idx="327">
                  <c:v>3.7899999999979173E-2</c:v>
                </c:pt>
                <c:pt idx="328">
                  <c:v>3.7899999999979173E-2</c:v>
                </c:pt>
                <c:pt idx="329">
                  <c:v>3.7899999999979173E-2</c:v>
                </c:pt>
                <c:pt idx="330">
                  <c:v>3.7899999999979173E-2</c:v>
                </c:pt>
                <c:pt idx="331">
                  <c:v>3.7899999999979173E-2</c:v>
                </c:pt>
                <c:pt idx="332">
                  <c:v>3.7800000000004275E-2</c:v>
                </c:pt>
                <c:pt idx="333">
                  <c:v>3.7800000000004275E-2</c:v>
                </c:pt>
                <c:pt idx="334">
                  <c:v>3.7800000000004275E-2</c:v>
                </c:pt>
                <c:pt idx="335">
                  <c:v>3.7800000000004275E-2</c:v>
                </c:pt>
                <c:pt idx="336">
                  <c:v>3.7800000000004275E-2</c:v>
                </c:pt>
                <c:pt idx="337">
                  <c:v>3.7800000000004275E-2</c:v>
                </c:pt>
                <c:pt idx="338">
                  <c:v>3.7800000000004275E-2</c:v>
                </c:pt>
                <c:pt idx="339">
                  <c:v>3.7699999999972533E-2</c:v>
                </c:pt>
                <c:pt idx="340">
                  <c:v>3.7800000000004275E-2</c:v>
                </c:pt>
                <c:pt idx="341">
                  <c:v>3.7899999999979173E-2</c:v>
                </c:pt>
                <c:pt idx="342">
                  <c:v>3.7899999999979173E-2</c:v>
                </c:pt>
                <c:pt idx="343">
                  <c:v>3.8000000000010914E-2</c:v>
                </c:pt>
                <c:pt idx="344">
                  <c:v>3.8000000000010914E-2</c:v>
                </c:pt>
                <c:pt idx="345">
                  <c:v>3.8099999999985812E-2</c:v>
                </c:pt>
                <c:pt idx="346">
                  <c:v>3.8099999999985812E-2</c:v>
                </c:pt>
                <c:pt idx="347">
                  <c:v>3.8200000000017553E-2</c:v>
                </c:pt>
                <c:pt idx="348">
                  <c:v>3.8200000000017553E-2</c:v>
                </c:pt>
                <c:pt idx="349">
                  <c:v>3.8200000000017553E-2</c:v>
                </c:pt>
                <c:pt idx="350">
                  <c:v>3.8299999999992451E-2</c:v>
                </c:pt>
                <c:pt idx="351">
                  <c:v>3.8299999999992451E-2</c:v>
                </c:pt>
                <c:pt idx="352">
                  <c:v>3.8399999999967349E-2</c:v>
                </c:pt>
                <c:pt idx="353">
                  <c:v>3.8399999999967349E-2</c:v>
                </c:pt>
                <c:pt idx="354">
                  <c:v>3.8399999999967349E-2</c:v>
                </c:pt>
                <c:pt idx="355">
                  <c:v>3.8399999999967349E-2</c:v>
                </c:pt>
                <c:pt idx="356">
                  <c:v>3.8499999999999091E-2</c:v>
                </c:pt>
                <c:pt idx="357">
                  <c:v>3.8499999999999091E-2</c:v>
                </c:pt>
                <c:pt idx="358">
                  <c:v>3.8499999999999091E-2</c:v>
                </c:pt>
                <c:pt idx="359">
                  <c:v>3.8499999999999091E-2</c:v>
                </c:pt>
                <c:pt idx="360">
                  <c:v>3.8599999999973988E-2</c:v>
                </c:pt>
                <c:pt idx="361">
                  <c:v>3.8599999999973988E-2</c:v>
                </c:pt>
                <c:pt idx="362">
                  <c:v>3.8599999999973988E-2</c:v>
                </c:pt>
                <c:pt idx="363">
                  <c:v>3.8599999999973988E-2</c:v>
                </c:pt>
                <c:pt idx="364">
                  <c:v>3.8599999999973988E-2</c:v>
                </c:pt>
                <c:pt idx="365">
                  <c:v>3.8599999999973988E-2</c:v>
                </c:pt>
                <c:pt idx="366">
                  <c:v>3.8599999999973988E-2</c:v>
                </c:pt>
                <c:pt idx="367">
                  <c:v>3.8599999999973988E-2</c:v>
                </c:pt>
                <c:pt idx="368">
                  <c:v>3.8599999999973988E-2</c:v>
                </c:pt>
                <c:pt idx="369">
                  <c:v>3.870000000000573E-2</c:v>
                </c:pt>
                <c:pt idx="370">
                  <c:v>3.870000000000573E-2</c:v>
                </c:pt>
                <c:pt idx="371">
                  <c:v>3.870000000000573E-2</c:v>
                </c:pt>
                <c:pt idx="372">
                  <c:v>3.8599999999973988E-2</c:v>
                </c:pt>
                <c:pt idx="373">
                  <c:v>3.8599999999973988E-2</c:v>
                </c:pt>
                <c:pt idx="374">
                  <c:v>3.8499999999999091E-2</c:v>
                </c:pt>
                <c:pt idx="375">
                  <c:v>3.8499999999999091E-2</c:v>
                </c:pt>
                <c:pt idx="376">
                  <c:v>3.8399999999967349E-2</c:v>
                </c:pt>
                <c:pt idx="377">
                  <c:v>3.8399999999967349E-2</c:v>
                </c:pt>
                <c:pt idx="378">
                  <c:v>3.8399999999967349E-2</c:v>
                </c:pt>
                <c:pt idx="379">
                  <c:v>3.8299999999992451E-2</c:v>
                </c:pt>
                <c:pt idx="380">
                  <c:v>3.8299999999992451E-2</c:v>
                </c:pt>
                <c:pt idx="381">
                  <c:v>3.8299999999992451E-2</c:v>
                </c:pt>
                <c:pt idx="382">
                  <c:v>3.8200000000017553E-2</c:v>
                </c:pt>
                <c:pt idx="383">
                  <c:v>3.8200000000017553E-2</c:v>
                </c:pt>
                <c:pt idx="384">
                  <c:v>3.8200000000017553E-2</c:v>
                </c:pt>
                <c:pt idx="385">
                  <c:v>3.8200000000017553E-2</c:v>
                </c:pt>
                <c:pt idx="386">
                  <c:v>3.8200000000017553E-2</c:v>
                </c:pt>
                <c:pt idx="387">
                  <c:v>3.8099999999985812E-2</c:v>
                </c:pt>
                <c:pt idx="388">
                  <c:v>3.8099999999985812E-2</c:v>
                </c:pt>
                <c:pt idx="389">
                  <c:v>3.8099999999985812E-2</c:v>
                </c:pt>
                <c:pt idx="390">
                  <c:v>3.8099999999985812E-2</c:v>
                </c:pt>
                <c:pt idx="391">
                  <c:v>3.8099999999985812E-2</c:v>
                </c:pt>
                <c:pt idx="392">
                  <c:v>3.8099999999985812E-2</c:v>
                </c:pt>
                <c:pt idx="393">
                  <c:v>3.8099999999985812E-2</c:v>
                </c:pt>
                <c:pt idx="394">
                  <c:v>3.8099999999985812E-2</c:v>
                </c:pt>
                <c:pt idx="395">
                  <c:v>3.8000000000010914E-2</c:v>
                </c:pt>
                <c:pt idx="396">
                  <c:v>3.8000000000010914E-2</c:v>
                </c:pt>
                <c:pt idx="397">
                  <c:v>3.8000000000010914E-2</c:v>
                </c:pt>
                <c:pt idx="398">
                  <c:v>3.8000000000010914E-2</c:v>
                </c:pt>
                <c:pt idx="399">
                  <c:v>3.8000000000010914E-2</c:v>
                </c:pt>
                <c:pt idx="400">
                  <c:v>3.8000000000010914E-2</c:v>
                </c:pt>
                <c:pt idx="401">
                  <c:v>3.8000000000010914E-2</c:v>
                </c:pt>
                <c:pt idx="402">
                  <c:v>3.8000000000010914E-2</c:v>
                </c:pt>
                <c:pt idx="403">
                  <c:v>3.8000000000010914E-2</c:v>
                </c:pt>
                <c:pt idx="404">
                  <c:v>3.8000000000010914E-2</c:v>
                </c:pt>
                <c:pt idx="405">
                  <c:v>3.8000000000010914E-2</c:v>
                </c:pt>
                <c:pt idx="406">
                  <c:v>3.8000000000010914E-2</c:v>
                </c:pt>
                <c:pt idx="407">
                  <c:v>3.8000000000010914E-2</c:v>
                </c:pt>
                <c:pt idx="408">
                  <c:v>3.8000000000010914E-2</c:v>
                </c:pt>
                <c:pt idx="409">
                  <c:v>3.8000000000010914E-2</c:v>
                </c:pt>
                <c:pt idx="410">
                  <c:v>3.8000000000010914E-2</c:v>
                </c:pt>
                <c:pt idx="411">
                  <c:v>3.8000000000010914E-2</c:v>
                </c:pt>
                <c:pt idx="412">
                  <c:v>3.8000000000010914E-2</c:v>
                </c:pt>
                <c:pt idx="413">
                  <c:v>3.8000000000010914E-2</c:v>
                </c:pt>
                <c:pt idx="414">
                  <c:v>3.8000000000010914E-2</c:v>
                </c:pt>
                <c:pt idx="415">
                  <c:v>3.8000000000010914E-2</c:v>
                </c:pt>
                <c:pt idx="416">
                  <c:v>3.8000000000010914E-2</c:v>
                </c:pt>
                <c:pt idx="417">
                  <c:v>3.8000000000010914E-2</c:v>
                </c:pt>
                <c:pt idx="418">
                  <c:v>3.8000000000010914E-2</c:v>
                </c:pt>
                <c:pt idx="419">
                  <c:v>3.8000000000010914E-2</c:v>
                </c:pt>
                <c:pt idx="420">
                  <c:v>3.8000000000010914E-2</c:v>
                </c:pt>
                <c:pt idx="421">
                  <c:v>3.8000000000010914E-2</c:v>
                </c:pt>
                <c:pt idx="422">
                  <c:v>3.8000000000010914E-2</c:v>
                </c:pt>
                <c:pt idx="423">
                  <c:v>3.8099999999985812E-2</c:v>
                </c:pt>
                <c:pt idx="424">
                  <c:v>3.8099999999985812E-2</c:v>
                </c:pt>
                <c:pt idx="425">
                  <c:v>3.8099999999985812E-2</c:v>
                </c:pt>
                <c:pt idx="426">
                  <c:v>3.8099999999985812E-2</c:v>
                </c:pt>
                <c:pt idx="427">
                  <c:v>3.8099999999985812E-2</c:v>
                </c:pt>
                <c:pt idx="428">
                  <c:v>3.8200000000017553E-2</c:v>
                </c:pt>
                <c:pt idx="429">
                  <c:v>3.8200000000017553E-2</c:v>
                </c:pt>
                <c:pt idx="430">
                  <c:v>3.8200000000017553E-2</c:v>
                </c:pt>
                <c:pt idx="431">
                  <c:v>3.8200000000017553E-2</c:v>
                </c:pt>
                <c:pt idx="432">
                  <c:v>3.8200000000017553E-2</c:v>
                </c:pt>
                <c:pt idx="433">
                  <c:v>3.8200000000017553E-2</c:v>
                </c:pt>
                <c:pt idx="434">
                  <c:v>3.8200000000017553E-2</c:v>
                </c:pt>
                <c:pt idx="435">
                  <c:v>3.8299999999992451E-2</c:v>
                </c:pt>
                <c:pt idx="436">
                  <c:v>3.8299999999992451E-2</c:v>
                </c:pt>
                <c:pt idx="437">
                  <c:v>3.8299999999992451E-2</c:v>
                </c:pt>
                <c:pt idx="438">
                  <c:v>3.8299999999992451E-2</c:v>
                </c:pt>
                <c:pt idx="439">
                  <c:v>3.8299999999992451E-2</c:v>
                </c:pt>
                <c:pt idx="440">
                  <c:v>3.8299999999992451E-2</c:v>
                </c:pt>
                <c:pt idx="441">
                  <c:v>3.8299999999992451E-2</c:v>
                </c:pt>
                <c:pt idx="442">
                  <c:v>3.8299999999992451E-2</c:v>
                </c:pt>
                <c:pt idx="443">
                  <c:v>3.8299999999992451E-2</c:v>
                </c:pt>
                <c:pt idx="444">
                  <c:v>3.8299999999992451E-2</c:v>
                </c:pt>
                <c:pt idx="445">
                  <c:v>3.8299999999992451E-2</c:v>
                </c:pt>
                <c:pt idx="446">
                  <c:v>3.8299999999992451E-2</c:v>
                </c:pt>
                <c:pt idx="447">
                  <c:v>3.8299999999992451E-2</c:v>
                </c:pt>
                <c:pt idx="448">
                  <c:v>3.8399999999967349E-2</c:v>
                </c:pt>
                <c:pt idx="449">
                  <c:v>3.8399999999967349E-2</c:v>
                </c:pt>
                <c:pt idx="450">
                  <c:v>3.8399999999967349E-2</c:v>
                </c:pt>
                <c:pt idx="451">
                  <c:v>3.8399999999967349E-2</c:v>
                </c:pt>
                <c:pt idx="452">
                  <c:v>3.8399999999967349E-2</c:v>
                </c:pt>
                <c:pt idx="453">
                  <c:v>3.8399999999967349E-2</c:v>
                </c:pt>
                <c:pt idx="454">
                  <c:v>3.8399999999967349E-2</c:v>
                </c:pt>
                <c:pt idx="455">
                  <c:v>3.8399999999967349E-2</c:v>
                </c:pt>
                <c:pt idx="456">
                  <c:v>3.8399999999967349E-2</c:v>
                </c:pt>
                <c:pt idx="457">
                  <c:v>3.8399999999967349E-2</c:v>
                </c:pt>
                <c:pt idx="458">
                  <c:v>3.8399999999967349E-2</c:v>
                </c:pt>
                <c:pt idx="459">
                  <c:v>3.8399999999967349E-2</c:v>
                </c:pt>
                <c:pt idx="460">
                  <c:v>3.8399999999967349E-2</c:v>
                </c:pt>
                <c:pt idx="461">
                  <c:v>3.8399999999967349E-2</c:v>
                </c:pt>
                <c:pt idx="462">
                  <c:v>3.8399999999967349E-2</c:v>
                </c:pt>
                <c:pt idx="463">
                  <c:v>3.8399999999967349E-2</c:v>
                </c:pt>
                <c:pt idx="464">
                  <c:v>3.8399999999967349E-2</c:v>
                </c:pt>
                <c:pt idx="465">
                  <c:v>3.8399999999967349E-2</c:v>
                </c:pt>
                <c:pt idx="466">
                  <c:v>3.8399999999967349E-2</c:v>
                </c:pt>
                <c:pt idx="467">
                  <c:v>3.8399999999967349E-2</c:v>
                </c:pt>
                <c:pt idx="468">
                  <c:v>3.8399999999967349E-2</c:v>
                </c:pt>
                <c:pt idx="469">
                  <c:v>3.8399999999967349E-2</c:v>
                </c:pt>
                <c:pt idx="470">
                  <c:v>3.8399999999967349E-2</c:v>
                </c:pt>
                <c:pt idx="471">
                  <c:v>3.8399999999967349E-2</c:v>
                </c:pt>
                <c:pt idx="472">
                  <c:v>3.8399999999967349E-2</c:v>
                </c:pt>
                <c:pt idx="473">
                  <c:v>3.8399999999967349E-2</c:v>
                </c:pt>
                <c:pt idx="474">
                  <c:v>3.8299999999992451E-2</c:v>
                </c:pt>
                <c:pt idx="475">
                  <c:v>3.8299999999992451E-2</c:v>
                </c:pt>
                <c:pt idx="476">
                  <c:v>3.8200000000017553E-2</c:v>
                </c:pt>
                <c:pt idx="477">
                  <c:v>3.8200000000017553E-2</c:v>
                </c:pt>
                <c:pt idx="478">
                  <c:v>3.8099999999985812E-2</c:v>
                </c:pt>
                <c:pt idx="479">
                  <c:v>3.8099999999985812E-2</c:v>
                </c:pt>
                <c:pt idx="480">
                  <c:v>3.8099999999985812E-2</c:v>
                </c:pt>
                <c:pt idx="481">
                  <c:v>3.8000000000010914E-2</c:v>
                </c:pt>
                <c:pt idx="482">
                  <c:v>3.8000000000010914E-2</c:v>
                </c:pt>
                <c:pt idx="483">
                  <c:v>3.8000000000010914E-2</c:v>
                </c:pt>
                <c:pt idx="484">
                  <c:v>3.8000000000010914E-2</c:v>
                </c:pt>
                <c:pt idx="485">
                  <c:v>3.7899999999979173E-2</c:v>
                </c:pt>
                <c:pt idx="486">
                  <c:v>3.7899999999979173E-2</c:v>
                </c:pt>
                <c:pt idx="487">
                  <c:v>3.7899999999979173E-2</c:v>
                </c:pt>
                <c:pt idx="488">
                  <c:v>3.7899999999979173E-2</c:v>
                </c:pt>
                <c:pt idx="489">
                  <c:v>3.7899999999979173E-2</c:v>
                </c:pt>
                <c:pt idx="490">
                  <c:v>3.7800000000004275E-2</c:v>
                </c:pt>
                <c:pt idx="491">
                  <c:v>3.7800000000004275E-2</c:v>
                </c:pt>
                <c:pt idx="492">
                  <c:v>3.7800000000004275E-2</c:v>
                </c:pt>
                <c:pt idx="493">
                  <c:v>3.7800000000004275E-2</c:v>
                </c:pt>
                <c:pt idx="494">
                  <c:v>3.7800000000004275E-2</c:v>
                </c:pt>
                <c:pt idx="495">
                  <c:v>3.7800000000004275E-2</c:v>
                </c:pt>
                <c:pt idx="496">
                  <c:v>3.7800000000004275E-2</c:v>
                </c:pt>
                <c:pt idx="497">
                  <c:v>3.7800000000004275E-2</c:v>
                </c:pt>
                <c:pt idx="498">
                  <c:v>3.7699999999972533E-2</c:v>
                </c:pt>
                <c:pt idx="499">
                  <c:v>3.7800000000004275E-2</c:v>
                </c:pt>
                <c:pt idx="500">
                  <c:v>3.7899999999979173E-2</c:v>
                </c:pt>
                <c:pt idx="501">
                  <c:v>3.7899999999979173E-2</c:v>
                </c:pt>
                <c:pt idx="502">
                  <c:v>3.8000000000010914E-2</c:v>
                </c:pt>
                <c:pt idx="503">
                  <c:v>3.8000000000010914E-2</c:v>
                </c:pt>
                <c:pt idx="504">
                  <c:v>3.8099999999985812E-2</c:v>
                </c:pt>
                <c:pt idx="505">
                  <c:v>3.8099999999985812E-2</c:v>
                </c:pt>
                <c:pt idx="506">
                  <c:v>3.8200000000017553E-2</c:v>
                </c:pt>
                <c:pt idx="507">
                  <c:v>3.8200000000017553E-2</c:v>
                </c:pt>
                <c:pt idx="508">
                  <c:v>3.8299999999992451E-2</c:v>
                </c:pt>
                <c:pt idx="509">
                  <c:v>3.8299999999992451E-2</c:v>
                </c:pt>
                <c:pt idx="510">
                  <c:v>3.8299999999992451E-2</c:v>
                </c:pt>
                <c:pt idx="511">
                  <c:v>3.8399999999967349E-2</c:v>
                </c:pt>
                <c:pt idx="512">
                  <c:v>3.8399999999967349E-2</c:v>
                </c:pt>
                <c:pt idx="513">
                  <c:v>3.8399999999967349E-2</c:v>
                </c:pt>
                <c:pt idx="514">
                  <c:v>3.8399999999967349E-2</c:v>
                </c:pt>
                <c:pt idx="515">
                  <c:v>3.8499999999999091E-2</c:v>
                </c:pt>
                <c:pt idx="516">
                  <c:v>3.8499999999999091E-2</c:v>
                </c:pt>
                <c:pt idx="517">
                  <c:v>3.8499999999999091E-2</c:v>
                </c:pt>
                <c:pt idx="518">
                  <c:v>3.8499999999999091E-2</c:v>
                </c:pt>
                <c:pt idx="519">
                  <c:v>3.8599999999973988E-2</c:v>
                </c:pt>
                <c:pt idx="520">
                  <c:v>3.8599999999973988E-2</c:v>
                </c:pt>
                <c:pt idx="521">
                  <c:v>3.8599999999973988E-2</c:v>
                </c:pt>
                <c:pt idx="522">
                  <c:v>3.8599999999973988E-2</c:v>
                </c:pt>
                <c:pt idx="523">
                  <c:v>3.8599999999973988E-2</c:v>
                </c:pt>
                <c:pt idx="524">
                  <c:v>3.8599999999973988E-2</c:v>
                </c:pt>
                <c:pt idx="525">
                  <c:v>3.8599999999973988E-2</c:v>
                </c:pt>
                <c:pt idx="526">
                  <c:v>3.8599999999973988E-2</c:v>
                </c:pt>
                <c:pt idx="527">
                  <c:v>3.870000000000573E-2</c:v>
                </c:pt>
                <c:pt idx="528">
                  <c:v>3.870000000000573E-2</c:v>
                </c:pt>
                <c:pt idx="529">
                  <c:v>3.8599999999973988E-2</c:v>
                </c:pt>
                <c:pt idx="530">
                  <c:v>3.8599999999973988E-2</c:v>
                </c:pt>
                <c:pt idx="531">
                  <c:v>3.8599999999973988E-2</c:v>
                </c:pt>
                <c:pt idx="532">
                  <c:v>3.8499999999999091E-2</c:v>
                </c:pt>
              </c:numCache>
            </c:numRef>
          </c:yVal>
          <c:smooth val="1"/>
          <c:extLst>
            <c:ext xmlns:c16="http://schemas.microsoft.com/office/drawing/2014/chart" uri="{C3380CC4-5D6E-409C-BE32-E72D297353CC}">
              <c16:uniqueId val="{00000000-070C-47F8-AF40-B045CA708FE7}"/>
            </c:ext>
          </c:extLst>
        </c:ser>
        <c:ser>
          <c:idx val="1"/>
          <c:order val="1"/>
          <c:tx>
            <c:strRef>
              <c:f>N50000_VV_TEMPS_oc5l2_50000!$BC$1</c:f>
              <c:strCache>
                <c:ptCount val="1"/>
                <c:pt idx="0">
                  <c:v>CGI_DM1.2</c:v>
                </c:pt>
              </c:strCache>
            </c:strRef>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N50000_VV_TEMPS_oc5l2_50000!$BA$2:$BA$536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N50000_VV_TEMPS_oc5l2_50000!$BC$2:$BC$536</c:f>
              <c:numCache>
                <c:formatCode>General</c:formatCode>
                <c:ptCount val="533"/>
                <c:pt idx="0">
                  <c:v>0</c:v>
                </c:pt>
                <c:pt idx="1">
                  <c:v>4.1100000000028558E-2</c:v>
                </c:pt>
                <c:pt idx="2">
                  <c:v>2.7899999999988268E-2</c:v>
                </c:pt>
                <c:pt idx="3">
                  <c:v>2.1700000000009823E-2</c:v>
                </c:pt>
                <c:pt idx="4">
                  <c:v>2.780000000001337E-2</c:v>
                </c:pt>
                <c:pt idx="5">
                  <c:v>2.4900000000002365E-2</c:v>
                </c:pt>
                <c:pt idx="6">
                  <c:v>2.5599999999997181E-2</c:v>
                </c:pt>
                <c:pt idx="7">
                  <c:v>2.580000000000382E-2</c:v>
                </c:pt>
                <c:pt idx="8">
                  <c:v>2.5500000000022283E-2</c:v>
                </c:pt>
                <c:pt idx="9">
                  <c:v>2.5700000000028922E-2</c:v>
                </c:pt>
                <c:pt idx="10">
                  <c:v>2.5599999999997181E-2</c:v>
                </c:pt>
                <c:pt idx="11">
                  <c:v>2.5599999999997181E-2</c:v>
                </c:pt>
                <c:pt idx="12">
                  <c:v>2.5700000000028922E-2</c:v>
                </c:pt>
                <c:pt idx="13">
                  <c:v>2.5700000000028922E-2</c:v>
                </c:pt>
                <c:pt idx="14">
                  <c:v>2.5700000000028922E-2</c:v>
                </c:pt>
                <c:pt idx="15">
                  <c:v>2.5700000000028922E-2</c:v>
                </c:pt>
                <c:pt idx="16">
                  <c:v>2.5700000000028922E-2</c:v>
                </c:pt>
                <c:pt idx="17">
                  <c:v>2.5700000000028922E-2</c:v>
                </c:pt>
                <c:pt idx="18">
                  <c:v>2.5700000000028922E-2</c:v>
                </c:pt>
                <c:pt idx="19">
                  <c:v>2.5700000000028922E-2</c:v>
                </c:pt>
                <c:pt idx="20">
                  <c:v>2.5700000000028922E-2</c:v>
                </c:pt>
                <c:pt idx="21">
                  <c:v>2.5700000000028922E-2</c:v>
                </c:pt>
                <c:pt idx="22">
                  <c:v>2.5700000000028922E-2</c:v>
                </c:pt>
                <c:pt idx="23">
                  <c:v>2.5700000000028922E-2</c:v>
                </c:pt>
                <c:pt idx="24">
                  <c:v>2.5700000000028922E-2</c:v>
                </c:pt>
                <c:pt idx="25">
                  <c:v>2.5700000000028922E-2</c:v>
                </c:pt>
                <c:pt idx="26">
                  <c:v>2.5700000000028922E-2</c:v>
                </c:pt>
                <c:pt idx="27">
                  <c:v>2.580000000000382E-2</c:v>
                </c:pt>
                <c:pt idx="28">
                  <c:v>2.580000000000382E-2</c:v>
                </c:pt>
                <c:pt idx="29">
                  <c:v>2.580000000000382E-2</c:v>
                </c:pt>
                <c:pt idx="30">
                  <c:v>2.5899999999978718E-2</c:v>
                </c:pt>
                <c:pt idx="31">
                  <c:v>2.5899999999978718E-2</c:v>
                </c:pt>
                <c:pt idx="32">
                  <c:v>2.5899999999978718E-2</c:v>
                </c:pt>
                <c:pt idx="33">
                  <c:v>2.6000000000010459E-2</c:v>
                </c:pt>
                <c:pt idx="34">
                  <c:v>2.6000000000010459E-2</c:v>
                </c:pt>
                <c:pt idx="35">
                  <c:v>2.6000000000010459E-2</c:v>
                </c:pt>
                <c:pt idx="36">
                  <c:v>2.6000000000010459E-2</c:v>
                </c:pt>
                <c:pt idx="37">
                  <c:v>2.6099999999985357E-2</c:v>
                </c:pt>
                <c:pt idx="38">
                  <c:v>2.6099999999985357E-2</c:v>
                </c:pt>
                <c:pt idx="39">
                  <c:v>2.6099999999985357E-2</c:v>
                </c:pt>
                <c:pt idx="40">
                  <c:v>2.6099999999985357E-2</c:v>
                </c:pt>
                <c:pt idx="41">
                  <c:v>2.6099999999985357E-2</c:v>
                </c:pt>
                <c:pt idx="42">
                  <c:v>2.6099999999985357E-2</c:v>
                </c:pt>
                <c:pt idx="43">
                  <c:v>2.6200000000017099E-2</c:v>
                </c:pt>
                <c:pt idx="44">
                  <c:v>2.6200000000017099E-2</c:v>
                </c:pt>
                <c:pt idx="45">
                  <c:v>2.6200000000017099E-2</c:v>
                </c:pt>
                <c:pt idx="46">
                  <c:v>2.6200000000017099E-2</c:v>
                </c:pt>
                <c:pt idx="47">
                  <c:v>2.6200000000017099E-2</c:v>
                </c:pt>
                <c:pt idx="48">
                  <c:v>2.6200000000017099E-2</c:v>
                </c:pt>
                <c:pt idx="49">
                  <c:v>2.6200000000017099E-2</c:v>
                </c:pt>
                <c:pt idx="50">
                  <c:v>2.6200000000017099E-2</c:v>
                </c:pt>
                <c:pt idx="51">
                  <c:v>2.6200000000017099E-2</c:v>
                </c:pt>
                <c:pt idx="52">
                  <c:v>2.6200000000017099E-2</c:v>
                </c:pt>
                <c:pt idx="53">
                  <c:v>2.6299999999991996E-2</c:v>
                </c:pt>
                <c:pt idx="54">
                  <c:v>2.6299999999991996E-2</c:v>
                </c:pt>
                <c:pt idx="55">
                  <c:v>2.6299999999991996E-2</c:v>
                </c:pt>
                <c:pt idx="56">
                  <c:v>2.6299999999991996E-2</c:v>
                </c:pt>
                <c:pt idx="57">
                  <c:v>2.6200000000017099E-2</c:v>
                </c:pt>
                <c:pt idx="58">
                  <c:v>2.6200000000017099E-2</c:v>
                </c:pt>
                <c:pt idx="59">
                  <c:v>2.6200000000017099E-2</c:v>
                </c:pt>
                <c:pt idx="60">
                  <c:v>2.6099999999985357E-2</c:v>
                </c:pt>
                <c:pt idx="61">
                  <c:v>2.6099999999985357E-2</c:v>
                </c:pt>
                <c:pt idx="62">
                  <c:v>2.6099999999985357E-2</c:v>
                </c:pt>
                <c:pt idx="63">
                  <c:v>2.6099999999985357E-2</c:v>
                </c:pt>
                <c:pt idx="64">
                  <c:v>2.6099999999985357E-2</c:v>
                </c:pt>
                <c:pt idx="65">
                  <c:v>2.6000000000010459E-2</c:v>
                </c:pt>
                <c:pt idx="66">
                  <c:v>2.6000000000010459E-2</c:v>
                </c:pt>
                <c:pt idx="67">
                  <c:v>2.6000000000010459E-2</c:v>
                </c:pt>
                <c:pt idx="68">
                  <c:v>2.6000000000010459E-2</c:v>
                </c:pt>
                <c:pt idx="69">
                  <c:v>2.6000000000010459E-2</c:v>
                </c:pt>
                <c:pt idx="70">
                  <c:v>2.6000000000010459E-2</c:v>
                </c:pt>
                <c:pt idx="71">
                  <c:v>2.6000000000010459E-2</c:v>
                </c:pt>
                <c:pt idx="72">
                  <c:v>2.6000000000010459E-2</c:v>
                </c:pt>
                <c:pt idx="73">
                  <c:v>2.5899999999978718E-2</c:v>
                </c:pt>
                <c:pt idx="74">
                  <c:v>2.5899999999978718E-2</c:v>
                </c:pt>
                <c:pt idx="75">
                  <c:v>2.5899999999978718E-2</c:v>
                </c:pt>
                <c:pt idx="76">
                  <c:v>2.5899999999978718E-2</c:v>
                </c:pt>
                <c:pt idx="77">
                  <c:v>2.5899999999978718E-2</c:v>
                </c:pt>
                <c:pt idx="78">
                  <c:v>2.5899999999978718E-2</c:v>
                </c:pt>
                <c:pt idx="79">
                  <c:v>2.5899999999978718E-2</c:v>
                </c:pt>
                <c:pt idx="80">
                  <c:v>2.5899999999978718E-2</c:v>
                </c:pt>
                <c:pt idx="81">
                  <c:v>2.5899999999978718E-2</c:v>
                </c:pt>
                <c:pt idx="82">
                  <c:v>2.5899999999978718E-2</c:v>
                </c:pt>
                <c:pt idx="83">
                  <c:v>2.5899999999978718E-2</c:v>
                </c:pt>
                <c:pt idx="84">
                  <c:v>2.5899999999978718E-2</c:v>
                </c:pt>
                <c:pt idx="85">
                  <c:v>2.5899999999978718E-2</c:v>
                </c:pt>
                <c:pt idx="86">
                  <c:v>2.5899999999978718E-2</c:v>
                </c:pt>
                <c:pt idx="87">
                  <c:v>2.5899999999978718E-2</c:v>
                </c:pt>
                <c:pt idx="88">
                  <c:v>2.5899999999978718E-2</c:v>
                </c:pt>
                <c:pt idx="89">
                  <c:v>2.5899999999978718E-2</c:v>
                </c:pt>
                <c:pt idx="90">
                  <c:v>2.5899999999978718E-2</c:v>
                </c:pt>
                <c:pt idx="91">
                  <c:v>2.5899999999978718E-2</c:v>
                </c:pt>
                <c:pt idx="92">
                  <c:v>2.5899999999978718E-2</c:v>
                </c:pt>
                <c:pt idx="93">
                  <c:v>2.5899999999978718E-2</c:v>
                </c:pt>
                <c:pt idx="94">
                  <c:v>2.5899999999978718E-2</c:v>
                </c:pt>
                <c:pt idx="95">
                  <c:v>2.5899999999978718E-2</c:v>
                </c:pt>
                <c:pt idx="96">
                  <c:v>2.5899999999978718E-2</c:v>
                </c:pt>
                <c:pt idx="97">
                  <c:v>2.5899999999978718E-2</c:v>
                </c:pt>
                <c:pt idx="98">
                  <c:v>2.5899999999978718E-2</c:v>
                </c:pt>
                <c:pt idx="99">
                  <c:v>2.5899999999978718E-2</c:v>
                </c:pt>
                <c:pt idx="100">
                  <c:v>2.5899999999978718E-2</c:v>
                </c:pt>
                <c:pt idx="101">
                  <c:v>2.5899999999978718E-2</c:v>
                </c:pt>
                <c:pt idx="102">
                  <c:v>2.5899999999978718E-2</c:v>
                </c:pt>
                <c:pt idx="103">
                  <c:v>2.5899999999978718E-2</c:v>
                </c:pt>
                <c:pt idx="104">
                  <c:v>2.5899999999978718E-2</c:v>
                </c:pt>
                <c:pt idx="105">
                  <c:v>2.5899999999978718E-2</c:v>
                </c:pt>
                <c:pt idx="106">
                  <c:v>2.5899999999978718E-2</c:v>
                </c:pt>
                <c:pt idx="107">
                  <c:v>2.5899999999978718E-2</c:v>
                </c:pt>
                <c:pt idx="108">
                  <c:v>2.5899999999978718E-2</c:v>
                </c:pt>
                <c:pt idx="109">
                  <c:v>2.5899999999978718E-2</c:v>
                </c:pt>
                <c:pt idx="110">
                  <c:v>2.5899999999978718E-2</c:v>
                </c:pt>
                <c:pt idx="111">
                  <c:v>2.5899999999978718E-2</c:v>
                </c:pt>
                <c:pt idx="112">
                  <c:v>2.6000000000010459E-2</c:v>
                </c:pt>
                <c:pt idx="113">
                  <c:v>2.6000000000010459E-2</c:v>
                </c:pt>
                <c:pt idx="114">
                  <c:v>2.6000000000010459E-2</c:v>
                </c:pt>
                <c:pt idx="115">
                  <c:v>2.6000000000010459E-2</c:v>
                </c:pt>
                <c:pt idx="116">
                  <c:v>2.6000000000010459E-2</c:v>
                </c:pt>
                <c:pt idx="117">
                  <c:v>2.6000000000010459E-2</c:v>
                </c:pt>
                <c:pt idx="118">
                  <c:v>2.6000000000010459E-2</c:v>
                </c:pt>
                <c:pt idx="119">
                  <c:v>2.6000000000010459E-2</c:v>
                </c:pt>
                <c:pt idx="120">
                  <c:v>2.6000000000010459E-2</c:v>
                </c:pt>
                <c:pt idx="121">
                  <c:v>2.6000000000010459E-2</c:v>
                </c:pt>
                <c:pt idx="122">
                  <c:v>2.6000000000010459E-2</c:v>
                </c:pt>
                <c:pt idx="123">
                  <c:v>2.6000000000010459E-2</c:v>
                </c:pt>
                <c:pt idx="124">
                  <c:v>2.6000000000010459E-2</c:v>
                </c:pt>
                <c:pt idx="125">
                  <c:v>2.6099999999985357E-2</c:v>
                </c:pt>
                <c:pt idx="126">
                  <c:v>2.6099999999985357E-2</c:v>
                </c:pt>
                <c:pt idx="127">
                  <c:v>2.6099999999985357E-2</c:v>
                </c:pt>
                <c:pt idx="128">
                  <c:v>2.6099999999985357E-2</c:v>
                </c:pt>
                <c:pt idx="129">
                  <c:v>2.6099999999985357E-2</c:v>
                </c:pt>
                <c:pt idx="130">
                  <c:v>2.6099999999985357E-2</c:v>
                </c:pt>
                <c:pt idx="131">
                  <c:v>2.6099999999985357E-2</c:v>
                </c:pt>
                <c:pt idx="132">
                  <c:v>2.6099999999985357E-2</c:v>
                </c:pt>
                <c:pt idx="133">
                  <c:v>2.6099999999985357E-2</c:v>
                </c:pt>
                <c:pt idx="134">
                  <c:v>2.6099999999985357E-2</c:v>
                </c:pt>
                <c:pt idx="135">
                  <c:v>2.6099999999985357E-2</c:v>
                </c:pt>
                <c:pt idx="136">
                  <c:v>2.6099999999985357E-2</c:v>
                </c:pt>
                <c:pt idx="137">
                  <c:v>2.6099999999985357E-2</c:v>
                </c:pt>
                <c:pt idx="138">
                  <c:v>2.6099999999985357E-2</c:v>
                </c:pt>
                <c:pt idx="139">
                  <c:v>2.6099999999985357E-2</c:v>
                </c:pt>
                <c:pt idx="140">
                  <c:v>2.6099999999985357E-2</c:v>
                </c:pt>
                <c:pt idx="141">
                  <c:v>2.6099999999985357E-2</c:v>
                </c:pt>
                <c:pt idx="142">
                  <c:v>2.6099999999985357E-2</c:v>
                </c:pt>
                <c:pt idx="143">
                  <c:v>2.6099999999985357E-2</c:v>
                </c:pt>
                <c:pt idx="144">
                  <c:v>2.6099999999985357E-2</c:v>
                </c:pt>
                <c:pt idx="145">
                  <c:v>2.6099999999985357E-2</c:v>
                </c:pt>
                <c:pt idx="146">
                  <c:v>2.6099999999985357E-2</c:v>
                </c:pt>
                <c:pt idx="147">
                  <c:v>2.6099999999985357E-2</c:v>
                </c:pt>
                <c:pt idx="148">
                  <c:v>2.6099999999985357E-2</c:v>
                </c:pt>
                <c:pt idx="149">
                  <c:v>2.6099999999985357E-2</c:v>
                </c:pt>
                <c:pt idx="150">
                  <c:v>2.6099999999985357E-2</c:v>
                </c:pt>
                <c:pt idx="151">
                  <c:v>2.6099999999985357E-2</c:v>
                </c:pt>
                <c:pt idx="152">
                  <c:v>2.6099999999985357E-2</c:v>
                </c:pt>
                <c:pt idx="153">
                  <c:v>2.6099999999985357E-2</c:v>
                </c:pt>
                <c:pt idx="154">
                  <c:v>2.6099999999985357E-2</c:v>
                </c:pt>
                <c:pt idx="155">
                  <c:v>2.6099999999985357E-2</c:v>
                </c:pt>
                <c:pt idx="156">
                  <c:v>2.6099999999985357E-2</c:v>
                </c:pt>
                <c:pt idx="157">
                  <c:v>2.6099999999985357E-2</c:v>
                </c:pt>
                <c:pt idx="158">
                  <c:v>2.6000000000010459E-2</c:v>
                </c:pt>
                <c:pt idx="159">
                  <c:v>2.6000000000010459E-2</c:v>
                </c:pt>
                <c:pt idx="160">
                  <c:v>2.6000000000010459E-2</c:v>
                </c:pt>
                <c:pt idx="161">
                  <c:v>2.6000000000010459E-2</c:v>
                </c:pt>
                <c:pt idx="162">
                  <c:v>2.6000000000010459E-2</c:v>
                </c:pt>
                <c:pt idx="163">
                  <c:v>2.5899999999978718E-2</c:v>
                </c:pt>
                <c:pt idx="164">
                  <c:v>2.5899999999978718E-2</c:v>
                </c:pt>
                <c:pt idx="165">
                  <c:v>2.5899999999978718E-2</c:v>
                </c:pt>
                <c:pt idx="166">
                  <c:v>2.5899999999978718E-2</c:v>
                </c:pt>
                <c:pt idx="167">
                  <c:v>2.5899999999978718E-2</c:v>
                </c:pt>
                <c:pt idx="168">
                  <c:v>2.5899999999978718E-2</c:v>
                </c:pt>
                <c:pt idx="169">
                  <c:v>2.580000000000382E-2</c:v>
                </c:pt>
                <c:pt idx="170">
                  <c:v>2.580000000000382E-2</c:v>
                </c:pt>
                <c:pt idx="171">
                  <c:v>2.580000000000382E-2</c:v>
                </c:pt>
                <c:pt idx="172">
                  <c:v>2.580000000000382E-2</c:v>
                </c:pt>
                <c:pt idx="173">
                  <c:v>2.580000000000382E-2</c:v>
                </c:pt>
                <c:pt idx="174">
                  <c:v>2.580000000000382E-2</c:v>
                </c:pt>
                <c:pt idx="175">
                  <c:v>2.580000000000382E-2</c:v>
                </c:pt>
                <c:pt idx="176">
                  <c:v>2.580000000000382E-2</c:v>
                </c:pt>
                <c:pt idx="177">
                  <c:v>2.580000000000382E-2</c:v>
                </c:pt>
                <c:pt idx="178">
                  <c:v>2.5700000000028922E-2</c:v>
                </c:pt>
                <c:pt idx="179">
                  <c:v>2.5700000000028922E-2</c:v>
                </c:pt>
                <c:pt idx="180">
                  <c:v>2.5700000000028922E-2</c:v>
                </c:pt>
                <c:pt idx="181">
                  <c:v>2.5700000000028922E-2</c:v>
                </c:pt>
                <c:pt idx="182">
                  <c:v>2.5700000000028922E-2</c:v>
                </c:pt>
                <c:pt idx="183">
                  <c:v>2.580000000000382E-2</c:v>
                </c:pt>
                <c:pt idx="184">
                  <c:v>2.580000000000382E-2</c:v>
                </c:pt>
                <c:pt idx="185">
                  <c:v>2.580000000000382E-2</c:v>
                </c:pt>
                <c:pt idx="186">
                  <c:v>2.5899999999978718E-2</c:v>
                </c:pt>
                <c:pt idx="187">
                  <c:v>2.5899999999978718E-2</c:v>
                </c:pt>
                <c:pt idx="188">
                  <c:v>2.5899999999978718E-2</c:v>
                </c:pt>
                <c:pt idx="189">
                  <c:v>2.6000000000010459E-2</c:v>
                </c:pt>
                <c:pt idx="190">
                  <c:v>2.6000000000010459E-2</c:v>
                </c:pt>
                <c:pt idx="191">
                  <c:v>2.6000000000010459E-2</c:v>
                </c:pt>
                <c:pt idx="192">
                  <c:v>2.6000000000010459E-2</c:v>
                </c:pt>
                <c:pt idx="193">
                  <c:v>2.6099999999985357E-2</c:v>
                </c:pt>
                <c:pt idx="194">
                  <c:v>2.6099999999985357E-2</c:v>
                </c:pt>
                <c:pt idx="195">
                  <c:v>2.6099999999985357E-2</c:v>
                </c:pt>
                <c:pt idx="196">
                  <c:v>2.6099999999985357E-2</c:v>
                </c:pt>
                <c:pt idx="197">
                  <c:v>2.6099999999985357E-2</c:v>
                </c:pt>
                <c:pt idx="198">
                  <c:v>2.6099999999985357E-2</c:v>
                </c:pt>
                <c:pt idx="199">
                  <c:v>2.6200000000017099E-2</c:v>
                </c:pt>
                <c:pt idx="200">
                  <c:v>2.6200000000017099E-2</c:v>
                </c:pt>
                <c:pt idx="201">
                  <c:v>2.6200000000017099E-2</c:v>
                </c:pt>
                <c:pt idx="202">
                  <c:v>2.6200000000017099E-2</c:v>
                </c:pt>
                <c:pt idx="203">
                  <c:v>2.6200000000017099E-2</c:v>
                </c:pt>
                <c:pt idx="204">
                  <c:v>2.6200000000017099E-2</c:v>
                </c:pt>
                <c:pt idx="205">
                  <c:v>2.6200000000017099E-2</c:v>
                </c:pt>
                <c:pt idx="206">
                  <c:v>2.6200000000017099E-2</c:v>
                </c:pt>
                <c:pt idx="207">
                  <c:v>2.6200000000017099E-2</c:v>
                </c:pt>
                <c:pt idx="208">
                  <c:v>2.6200000000017099E-2</c:v>
                </c:pt>
                <c:pt idx="209">
                  <c:v>2.6299999999991996E-2</c:v>
                </c:pt>
                <c:pt idx="210">
                  <c:v>2.6299999999991996E-2</c:v>
                </c:pt>
                <c:pt idx="211">
                  <c:v>2.6299999999991996E-2</c:v>
                </c:pt>
                <c:pt idx="212">
                  <c:v>2.6299999999991996E-2</c:v>
                </c:pt>
                <c:pt idx="213">
                  <c:v>2.6299999999991996E-2</c:v>
                </c:pt>
                <c:pt idx="214">
                  <c:v>2.6200000000017099E-2</c:v>
                </c:pt>
                <c:pt idx="215">
                  <c:v>2.6200000000017099E-2</c:v>
                </c:pt>
                <c:pt idx="216">
                  <c:v>2.6200000000017099E-2</c:v>
                </c:pt>
                <c:pt idx="217">
                  <c:v>2.6099999999985357E-2</c:v>
                </c:pt>
                <c:pt idx="218">
                  <c:v>2.6099999999985357E-2</c:v>
                </c:pt>
                <c:pt idx="219">
                  <c:v>2.6099999999985357E-2</c:v>
                </c:pt>
                <c:pt idx="220">
                  <c:v>2.6099999999985357E-2</c:v>
                </c:pt>
                <c:pt idx="221">
                  <c:v>2.6099999999985357E-2</c:v>
                </c:pt>
                <c:pt idx="222">
                  <c:v>2.6000000000010459E-2</c:v>
                </c:pt>
                <c:pt idx="223">
                  <c:v>2.6000000000010459E-2</c:v>
                </c:pt>
                <c:pt idx="224">
                  <c:v>2.6000000000010459E-2</c:v>
                </c:pt>
                <c:pt idx="225">
                  <c:v>2.6000000000010459E-2</c:v>
                </c:pt>
                <c:pt idx="226">
                  <c:v>2.6000000000010459E-2</c:v>
                </c:pt>
                <c:pt idx="227">
                  <c:v>2.6000000000010459E-2</c:v>
                </c:pt>
                <c:pt idx="228">
                  <c:v>2.6000000000010459E-2</c:v>
                </c:pt>
                <c:pt idx="229">
                  <c:v>2.6000000000010459E-2</c:v>
                </c:pt>
                <c:pt idx="230">
                  <c:v>2.5899999999978718E-2</c:v>
                </c:pt>
                <c:pt idx="231">
                  <c:v>2.5899999999978718E-2</c:v>
                </c:pt>
                <c:pt idx="232">
                  <c:v>2.5899999999978718E-2</c:v>
                </c:pt>
                <c:pt idx="233">
                  <c:v>2.5899999999978718E-2</c:v>
                </c:pt>
                <c:pt idx="234">
                  <c:v>2.5899999999978718E-2</c:v>
                </c:pt>
                <c:pt idx="235">
                  <c:v>2.5899999999978718E-2</c:v>
                </c:pt>
                <c:pt idx="236">
                  <c:v>2.5899999999978718E-2</c:v>
                </c:pt>
                <c:pt idx="237">
                  <c:v>2.5899999999978718E-2</c:v>
                </c:pt>
                <c:pt idx="238">
                  <c:v>2.5899999999978718E-2</c:v>
                </c:pt>
                <c:pt idx="239">
                  <c:v>2.5899999999978718E-2</c:v>
                </c:pt>
                <c:pt idx="240">
                  <c:v>2.5899999999978718E-2</c:v>
                </c:pt>
                <c:pt idx="241">
                  <c:v>2.5899999999978718E-2</c:v>
                </c:pt>
                <c:pt idx="242">
                  <c:v>2.5899999999978718E-2</c:v>
                </c:pt>
                <c:pt idx="243">
                  <c:v>2.5899999999978718E-2</c:v>
                </c:pt>
                <c:pt idx="244">
                  <c:v>2.5899999999978718E-2</c:v>
                </c:pt>
                <c:pt idx="245">
                  <c:v>2.5899999999978718E-2</c:v>
                </c:pt>
                <c:pt idx="246">
                  <c:v>2.5899999999978718E-2</c:v>
                </c:pt>
                <c:pt idx="247">
                  <c:v>2.5899999999978718E-2</c:v>
                </c:pt>
                <c:pt idx="248">
                  <c:v>2.5899999999978718E-2</c:v>
                </c:pt>
                <c:pt idx="249">
                  <c:v>2.5899999999978718E-2</c:v>
                </c:pt>
                <c:pt idx="250">
                  <c:v>2.5899999999978718E-2</c:v>
                </c:pt>
                <c:pt idx="251">
                  <c:v>2.5899999999978718E-2</c:v>
                </c:pt>
                <c:pt idx="252">
                  <c:v>2.5899999999978718E-2</c:v>
                </c:pt>
                <c:pt idx="253">
                  <c:v>2.5899999999978718E-2</c:v>
                </c:pt>
                <c:pt idx="254">
                  <c:v>2.5899999999978718E-2</c:v>
                </c:pt>
                <c:pt idx="255">
                  <c:v>2.5899999999978718E-2</c:v>
                </c:pt>
                <c:pt idx="256">
                  <c:v>2.5899999999978718E-2</c:v>
                </c:pt>
                <c:pt idx="257">
                  <c:v>2.5899999999978718E-2</c:v>
                </c:pt>
                <c:pt idx="258">
                  <c:v>2.5899999999978718E-2</c:v>
                </c:pt>
                <c:pt idx="259">
                  <c:v>2.5899999999978718E-2</c:v>
                </c:pt>
                <c:pt idx="260">
                  <c:v>2.5899999999978718E-2</c:v>
                </c:pt>
                <c:pt idx="261">
                  <c:v>2.5899999999978718E-2</c:v>
                </c:pt>
                <c:pt idx="262">
                  <c:v>2.5899999999978718E-2</c:v>
                </c:pt>
                <c:pt idx="263">
                  <c:v>2.5899999999978718E-2</c:v>
                </c:pt>
                <c:pt idx="264">
                  <c:v>2.5899999999978718E-2</c:v>
                </c:pt>
                <c:pt idx="265">
                  <c:v>2.5899999999978718E-2</c:v>
                </c:pt>
                <c:pt idx="266">
                  <c:v>2.5899999999978718E-2</c:v>
                </c:pt>
                <c:pt idx="267">
                  <c:v>2.5899999999978718E-2</c:v>
                </c:pt>
                <c:pt idx="268">
                  <c:v>2.5899999999978718E-2</c:v>
                </c:pt>
                <c:pt idx="269">
                  <c:v>2.6000000000010459E-2</c:v>
                </c:pt>
                <c:pt idx="270">
                  <c:v>2.6000000000010459E-2</c:v>
                </c:pt>
                <c:pt idx="271">
                  <c:v>2.6000000000010459E-2</c:v>
                </c:pt>
                <c:pt idx="272">
                  <c:v>2.6000000000010459E-2</c:v>
                </c:pt>
                <c:pt idx="273">
                  <c:v>2.6000000000010459E-2</c:v>
                </c:pt>
                <c:pt idx="274">
                  <c:v>2.6000000000010459E-2</c:v>
                </c:pt>
                <c:pt idx="275">
                  <c:v>2.6000000000010459E-2</c:v>
                </c:pt>
                <c:pt idx="276">
                  <c:v>2.6000000000010459E-2</c:v>
                </c:pt>
                <c:pt idx="277">
                  <c:v>2.6000000000010459E-2</c:v>
                </c:pt>
                <c:pt idx="278">
                  <c:v>2.6000000000010459E-2</c:v>
                </c:pt>
                <c:pt idx="279">
                  <c:v>2.6000000000010459E-2</c:v>
                </c:pt>
                <c:pt idx="280">
                  <c:v>2.6000000000010459E-2</c:v>
                </c:pt>
                <c:pt idx="281">
                  <c:v>2.6000000000010459E-2</c:v>
                </c:pt>
                <c:pt idx="282">
                  <c:v>2.6099999999985357E-2</c:v>
                </c:pt>
                <c:pt idx="283">
                  <c:v>2.6099999999985357E-2</c:v>
                </c:pt>
                <c:pt idx="284">
                  <c:v>2.6099999999985357E-2</c:v>
                </c:pt>
                <c:pt idx="285">
                  <c:v>2.6099999999985357E-2</c:v>
                </c:pt>
                <c:pt idx="286">
                  <c:v>2.6099999999985357E-2</c:v>
                </c:pt>
                <c:pt idx="287">
                  <c:v>2.6099999999985357E-2</c:v>
                </c:pt>
                <c:pt idx="288">
                  <c:v>2.6099999999985357E-2</c:v>
                </c:pt>
                <c:pt idx="289">
                  <c:v>2.6099999999985357E-2</c:v>
                </c:pt>
                <c:pt idx="290">
                  <c:v>2.6099999999985357E-2</c:v>
                </c:pt>
                <c:pt idx="291">
                  <c:v>2.6099999999985357E-2</c:v>
                </c:pt>
                <c:pt idx="292">
                  <c:v>2.6099999999985357E-2</c:v>
                </c:pt>
                <c:pt idx="293">
                  <c:v>2.6099999999985357E-2</c:v>
                </c:pt>
                <c:pt idx="294">
                  <c:v>2.6099999999985357E-2</c:v>
                </c:pt>
                <c:pt idx="295">
                  <c:v>2.6099999999985357E-2</c:v>
                </c:pt>
                <c:pt idx="296">
                  <c:v>2.6099999999985357E-2</c:v>
                </c:pt>
                <c:pt idx="297">
                  <c:v>2.6099999999985357E-2</c:v>
                </c:pt>
                <c:pt idx="298">
                  <c:v>2.6099999999985357E-2</c:v>
                </c:pt>
                <c:pt idx="299">
                  <c:v>2.6099999999985357E-2</c:v>
                </c:pt>
                <c:pt idx="300">
                  <c:v>2.6099999999985357E-2</c:v>
                </c:pt>
                <c:pt idx="301">
                  <c:v>2.6099999999985357E-2</c:v>
                </c:pt>
                <c:pt idx="302">
                  <c:v>2.6099999999985357E-2</c:v>
                </c:pt>
                <c:pt idx="303">
                  <c:v>2.6099999999985357E-2</c:v>
                </c:pt>
                <c:pt idx="304">
                  <c:v>2.6099999999985357E-2</c:v>
                </c:pt>
                <c:pt idx="305">
                  <c:v>2.6099999999985357E-2</c:v>
                </c:pt>
                <c:pt idx="306">
                  <c:v>2.6099999999985357E-2</c:v>
                </c:pt>
                <c:pt idx="307">
                  <c:v>2.6099999999985357E-2</c:v>
                </c:pt>
                <c:pt idx="308">
                  <c:v>2.6099999999985357E-2</c:v>
                </c:pt>
                <c:pt idx="309">
                  <c:v>2.6099999999985357E-2</c:v>
                </c:pt>
                <c:pt idx="310">
                  <c:v>2.6099999999985357E-2</c:v>
                </c:pt>
                <c:pt idx="311">
                  <c:v>2.6099999999985357E-2</c:v>
                </c:pt>
                <c:pt idx="312">
                  <c:v>2.6099999999985357E-2</c:v>
                </c:pt>
                <c:pt idx="313">
                  <c:v>2.6099999999985357E-2</c:v>
                </c:pt>
                <c:pt idx="314">
                  <c:v>2.6099999999985357E-2</c:v>
                </c:pt>
                <c:pt idx="315">
                  <c:v>2.6000000000010459E-2</c:v>
                </c:pt>
                <c:pt idx="316">
                  <c:v>2.6000000000010459E-2</c:v>
                </c:pt>
                <c:pt idx="317">
                  <c:v>2.6000000000010459E-2</c:v>
                </c:pt>
                <c:pt idx="318">
                  <c:v>2.6000000000010459E-2</c:v>
                </c:pt>
                <c:pt idx="319">
                  <c:v>2.6000000000010459E-2</c:v>
                </c:pt>
                <c:pt idx="320">
                  <c:v>2.5899999999978718E-2</c:v>
                </c:pt>
                <c:pt idx="321">
                  <c:v>2.5899999999978718E-2</c:v>
                </c:pt>
                <c:pt idx="322">
                  <c:v>2.5899999999978718E-2</c:v>
                </c:pt>
                <c:pt idx="323">
                  <c:v>2.5899999999978718E-2</c:v>
                </c:pt>
                <c:pt idx="324">
                  <c:v>2.5899999999978718E-2</c:v>
                </c:pt>
                <c:pt idx="325">
                  <c:v>2.580000000000382E-2</c:v>
                </c:pt>
                <c:pt idx="326">
                  <c:v>2.580000000000382E-2</c:v>
                </c:pt>
                <c:pt idx="327">
                  <c:v>2.580000000000382E-2</c:v>
                </c:pt>
                <c:pt idx="328">
                  <c:v>2.580000000000382E-2</c:v>
                </c:pt>
                <c:pt idx="329">
                  <c:v>2.580000000000382E-2</c:v>
                </c:pt>
                <c:pt idx="330">
                  <c:v>2.580000000000382E-2</c:v>
                </c:pt>
                <c:pt idx="331">
                  <c:v>2.580000000000382E-2</c:v>
                </c:pt>
                <c:pt idx="332">
                  <c:v>2.580000000000382E-2</c:v>
                </c:pt>
                <c:pt idx="333">
                  <c:v>2.580000000000382E-2</c:v>
                </c:pt>
                <c:pt idx="334">
                  <c:v>2.580000000000382E-2</c:v>
                </c:pt>
                <c:pt idx="335">
                  <c:v>2.5700000000028922E-2</c:v>
                </c:pt>
                <c:pt idx="336">
                  <c:v>2.5700000000028922E-2</c:v>
                </c:pt>
                <c:pt idx="337">
                  <c:v>2.5700000000028922E-2</c:v>
                </c:pt>
                <c:pt idx="338">
                  <c:v>2.5700000000028922E-2</c:v>
                </c:pt>
                <c:pt idx="339">
                  <c:v>2.5700000000028922E-2</c:v>
                </c:pt>
                <c:pt idx="340">
                  <c:v>2.580000000000382E-2</c:v>
                </c:pt>
                <c:pt idx="341">
                  <c:v>2.580000000000382E-2</c:v>
                </c:pt>
                <c:pt idx="342">
                  <c:v>2.580000000000382E-2</c:v>
                </c:pt>
                <c:pt idx="343">
                  <c:v>2.5899999999978718E-2</c:v>
                </c:pt>
                <c:pt idx="344">
                  <c:v>2.5899999999978718E-2</c:v>
                </c:pt>
                <c:pt idx="345">
                  <c:v>2.5899999999978718E-2</c:v>
                </c:pt>
                <c:pt idx="346">
                  <c:v>2.6000000000010459E-2</c:v>
                </c:pt>
                <c:pt idx="347">
                  <c:v>2.6000000000010459E-2</c:v>
                </c:pt>
                <c:pt idx="348">
                  <c:v>2.6000000000010459E-2</c:v>
                </c:pt>
                <c:pt idx="349">
                  <c:v>2.6000000000010459E-2</c:v>
                </c:pt>
                <c:pt idx="350">
                  <c:v>2.6099999999985357E-2</c:v>
                </c:pt>
                <c:pt idx="351">
                  <c:v>2.6099999999985357E-2</c:v>
                </c:pt>
                <c:pt idx="352">
                  <c:v>2.6099999999985357E-2</c:v>
                </c:pt>
                <c:pt idx="353">
                  <c:v>2.6099999999985357E-2</c:v>
                </c:pt>
                <c:pt idx="354">
                  <c:v>2.6099999999985357E-2</c:v>
                </c:pt>
                <c:pt idx="355">
                  <c:v>2.6099999999985357E-2</c:v>
                </c:pt>
                <c:pt idx="356">
                  <c:v>2.6200000000017099E-2</c:v>
                </c:pt>
                <c:pt idx="357">
                  <c:v>2.6200000000017099E-2</c:v>
                </c:pt>
                <c:pt idx="358">
                  <c:v>2.6200000000017099E-2</c:v>
                </c:pt>
                <c:pt idx="359">
                  <c:v>2.6200000000017099E-2</c:v>
                </c:pt>
                <c:pt idx="360">
                  <c:v>2.6200000000017099E-2</c:v>
                </c:pt>
                <c:pt idx="361">
                  <c:v>2.6200000000017099E-2</c:v>
                </c:pt>
                <c:pt idx="362">
                  <c:v>2.6200000000017099E-2</c:v>
                </c:pt>
                <c:pt idx="363">
                  <c:v>2.6200000000017099E-2</c:v>
                </c:pt>
                <c:pt idx="364">
                  <c:v>2.6200000000017099E-2</c:v>
                </c:pt>
                <c:pt idx="365">
                  <c:v>2.6200000000017099E-2</c:v>
                </c:pt>
                <c:pt idx="366">
                  <c:v>2.6200000000017099E-2</c:v>
                </c:pt>
                <c:pt idx="367">
                  <c:v>2.6299999999991996E-2</c:v>
                </c:pt>
                <c:pt idx="368">
                  <c:v>2.6299999999991996E-2</c:v>
                </c:pt>
                <c:pt idx="369">
                  <c:v>2.6299999999991996E-2</c:v>
                </c:pt>
                <c:pt idx="370">
                  <c:v>2.6299999999991996E-2</c:v>
                </c:pt>
                <c:pt idx="371">
                  <c:v>2.6299999999991996E-2</c:v>
                </c:pt>
                <c:pt idx="372">
                  <c:v>2.6200000000017099E-2</c:v>
                </c:pt>
                <c:pt idx="373">
                  <c:v>2.6200000000017099E-2</c:v>
                </c:pt>
                <c:pt idx="374">
                  <c:v>2.6200000000017099E-2</c:v>
                </c:pt>
                <c:pt idx="375">
                  <c:v>2.6099999999985357E-2</c:v>
                </c:pt>
                <c:pt idx="376">
                  <c:v>2.6099999999985357E-2</c:v>
                </c:pt>
                <c:pt idx="377">
                  <c:v>2.6099999999985357E-2</c:v>
                </c:pt>
                <c:pt idx="378">
                  <c:v>2.6099999999985357E-2</c:v>
                </c:pt>
                <c:pt idx="379">
                  <c:v>2.6099999999985357E-2</c:v>
                </c:pt>
                <c:pt idx="380">
                  <c:v>2.6000000000010459E-2</c:v>
                </c:pt>
                <c:pt idx="381">
                  <c:v>2.6000000000010459E-2</c:v>
                </c:pt>
                <c:pt idx="382">
                  <c:v>2.6000000000010459E-2</c:v>
                </c:pt>
                <c:pt idx="383">
                  <c:v>2.6000000000010459E-2</c:v>
                </c:pt>
                <c:pt idx="384">
                  <c:v>2.6000000000010459E-2</c:v>
                </c:pt>
                <c:pt idx="385">
                  <c:v>2.6000000000010459E-2</c:v>
                </c:pt>
                <c:pt idx="386">
                  <c:v>2.6000000000010459E-2</c:v>
                </c:pt>
                <c:pt idx="387">
                  <c:v>2.6000000000010459E-2</c:v>
                </c:pt>
                <c:pt idx="388">
                  <c:v>2.5899999999978718E-2</c:v>
                </c:pt>
                <c:pt idx="389">
                  <c:v>2.5899999999978718E-2</c:v>
                </c:pt>
                <c:pt idx="390">
                  <c:v>2.5899999999978718E-2</c:v>
                </c:pt>
                <c:pt idx="391">
                  <c:v>2.5899999999978718E-2</c:v>
                </c:pt>
                <c:pt idx="392">
                  <c:v>2.5899999999978718E-2</c:v>
                </c:pt>
                <c:pt idx="393">
                  <c:v>2.5899999999978718E-2</c:v>
                </c:pt>
                <c:pt idx="394">
                  <c:v>2.5899999999978718E-2</c:v>
                </c:pt>
                <c:pt idx="395">
                  <c:v>2.5899999999978718E-2</c:v>
                </c:pt>
                <c:pt idx="396">
                  <c:v>2.5899999999978718E-2</c:v>
                </c:pt>
                <c:pt idx="397">
                  <c:v>2.5899999999978718E-2</c:v>
                </c:pt>
                <c:pt idx="398">
                  <c:v>2.5899999999978718E-2</c:v>
                </c:pt>
                <c:pt idx="399">
                  <c:v>2.5899999999978718E-2</c:v>
                </c:pt>
                <c:pt idx="400">
                  <c:v>2.5899999999978718E-2</c:v>
                </c:pt>
                <c:pt idx="401">
                  <c:v>2.5899999999978718E-2</c:v>
                </c:pt>
                <c:pt idx="402">
                  <c:v>2.5899999999978718E-2</c:v>
                </c:pt>
                <c:pt idx="403">
                  <c:v>2.5899999999978718E-2</c:v>
                </c:pt>
                <c:pt idx="404">
                  <c:v>2.5899999999978718E-2</c:v>
                </c:pt>
                <c:pt idx="405">
                  <c:v>2.5899999999978718E-2</c:v>
                </c:pt>
                <c:pt idx="406">
                  <c:v>2.5899999999978718E-2</c:v>
                </c:pt>
                <c:pt idx="407">
                  <c:v>2.5899999999978718E-2</c:v>
                </c:pt>
                <c:pt idx="408">
                  <c:v>2.5899999999978718E-2</c:v>
                </c:pt>
                <c:pt idx="409">
                  <c:v>2.5899999999978718E-2</c:v>
                </c:pt>
                <c:pt idx="410">
                  <c:v>2.5899999999978718E-2</c:v>
                </c:pt>
                <c:pt idx="411">
                  <c:v>2.5899999999978718E-2</c:v>
                </c:pt>
                <c:pt idx="412">
                  <c:v>2.5899999999978718E-2</c:v>
                </c:pt>
                <c:pt idx="413">
                  <c:v>2.5899999999978718E-2</c:v>
                </c:pt>
                <c:pt idx="414">
                  <c:v>2.5899999999978718E-2</c:v>
                </c:pt>
                <c:pt idx="415">
                  <c:v>2.5899999999978718E-2</c:v>
                </c:pt>
                <c:pt idx="416">
                  <c:v>2.5899999999978718E-2</c:v>
                </c:pt>
                <c:pt idx="417">
                  <c:v>2.5899999999978718E-2</c:v>
                </c:pt>
                <c:pt idx="418">
                  <c:v>2.5899999999978718E-2</c:v>
                </c:pt>
                <c:pt idx="419">
                  <c:v>2.5899999999978718E-2</c:v>
                </c:pt>
                <c:pt idx="420">
                  <c:v>2.5899999999978718E-2</c:v>
                </c:pt>
                <c:pt idx="421">
                  <c:v>2.5899999999978718E-2</c:v>
                </c:pt>
                <c:pt idx="422">
                  <c:v>2.5899999999978718E-2</c:v>
                </c:pt>
                <c:pt idx="423">
                  <c:v>2.5899999999978718E-2</c:v>
                </c:pt>
                <c:pt idx="424">
                  <c:v>2.5899999999978718E-2</c:v>
                </c:pt>
                <c:pt idx="425">
                  <c:v>2.5899999999978718E-2</c:v>
                </c:pt>
                <c:pt idx="426">
                  <c:v>2.6000000000010459E-2</c:v>
                </c:pt>
                <c:pt idx="427">
                  <c:v>2.6000000000010459E-2</c:v>
                </c:pt>
                <c:pt idx="428">
                  <c:v>2.6000000000010459E-2</c:v>
                </c:pt>
                <c:pt idx="429">
                  <c:v>2.6000000000010459E-2</c:v>
                </c:pt>
                <c:pt idx="430">
                  <c:v>2.6000000000010459E-2</c:v>
                </c:pt>
                <c:pt idx="431">
                  <c:v>2.6000000000010459E-2</c:v>
                </c:pt>
                <c:pt idx="432">
                  <c:v>2.6000000000010459E-2</c:v>
                </c:pt>
                <c:pt idx="433">
                  <c:v>2.6000000000010459E-2</c:v>
                </c:pt>
                <c:pt idx="434">
                  <c:v>2.6000000000010459E-2</c:v>
                </c:pt>
                <c:pt idx="435">
                  <c:v>2.6000000000010459E-2</c:v>
                </c:pt>
                <c:pt idx="436">
                  <c:v>2.6000000000010459E-2</c:v>
                </c:pt>
                <c:pt idx="437">
                  <c:v>2.6000000000010459E-2</c:v>
                </c:pt>
                <c:pt idx="438">
                  <c:v>2.6000000000010459E-2</c:v>
                </c:pt>
                <c:pt idx="439">
                  <c:v>2.6000000000010459E-2</c:v>
                </c:pt>
                <c:pt idx="440">
                  <c:v>2.6099999999985357E-2</c:v>
                </c:pt>
                <c:pt idx="441">
                  <c:v>2.6099999999985357E-2</c:v>
                </c:pt>
                <c:pt idx="442">
                  <c:v>2.6099999999985357E-2</c:v>
                </c:pt>
                <c:pt idx="443">
                  <c:v>2.6099999999985357E-2</c:v>
                </c:pt>
                <c:pt idx="444">
                  <c:v>2.6099999999985357E-2</c:v>
                </c:pt>
                <c:pt idx="445">
                  <c:v>2.6099999999985357E-2</c:v>
                </c:pt>
                <c:pt idx="446">
                  <c:v>2.6099999999985357E-2</c:v>
                </c:pt>
                <c:pt idx="447">
                  <c:v>2.6099999999985357E-2</c:v>
                </c:pt>
                <c:pt idx="448">
                  <c:v>2.6099999999985357E-2</c:v>
                </c:pt>
                <c:pt idx="449">
                  <c:v>2.6099999999985357E-2</c:v>
                </c:pt>
                <c:pt idx="450">
                  <c:v>2.6099999999985357E-2</c:v>
                </c:pt>
                <c:pt idx="451">
                  <c:v>2.6099999999985357E-2</c:v>
                </c:pt>
                <c:pt idx="452">
                  <c:v>2.6099999999985357E-2</c:v>
                </c:pt>
                <c:pt idx="453">
                  <c:v>2.6099999999985357E-2</c:v>
                </c:pt>
                <c:pt idx="454">
                  <c:v>2.6099999999985357E-2</c:v>
                </c:pt>
                <c:pt idx="455">
                  <c:v>2.6099999999985357E-2</c:v>
                </c:pt>
                <c:pt idx="456">
                  <c:v>2.6099999999985357E-2</c:v>
                </c:pt>
                <c:pt idx="457">
                  <c:v>2.6099999999985357E-2</c:v>
                </c:pt>
                <c:pt idx="458">
                  <c:v>2.6099999999985357E-2</c:v>
                </c:pt>
                <c:pt idx="459">
                  <c:v>2.6099999999985357E-2</c:v>
                </c:pt>
                <c:pt idx="460">
                  <c:v>2.6099999999985357E-2</c:v>
                </c:pt>
                <c:pt idx="461">
                  <c:v>2.6099999999985357E-2</c:v>
                </c:pt>
                <c:pt idx="462">
                  <c:v>2.6099999999985357E-2</c:v>
                </c:pt>
                <c:pt idx="463">
                  <c:v>2.6099999999985357E-2</c:v>
                </c:pt>
                <c:pt idx="464">
                  <c:v>2.6099999999985357E-2</c:v>
                </c:pt>
                <c:pt idx="465">
                  <c:v>2.6099999999985357E-2</c:v>
                </c:pt>
                <c:pt idx="466">
                  <c:v>2.6099999999985357E-2</c:v>
                </c:pt>
                <c:pt idx="467">
                  <c:v>2.6099999999985357E-2</c:v>
                </c:pt>
                <c:pt idx="468">
                  <c:v>2.6099999999985357E-2</c:v>
                </c:pt>
                <c:pt idx="469">
                  <c:v>2.6099999999985357E-2</c:v>
                </c:pt>
                <c:pt idx="470">
                  <c:v>2.6099999999985357E-2</c:v>
                </c:pt>
                <c:pt idx="471">
                  <c:v>2.6099999999985357E-2</c:v>
                </c:pt>
                <c:pt idx="472">
                  <c:v>2.6099999999985357E-2</c:v>
                </c:pt>
                <c:pt idx="473">
                  <c:v>2.6099999999985357E-2</c:v>
                </c:pt>
                <c:pt idx="474">
                  <c:v>2.6000000000010459E-2</c:v>
                </c:pt>
                <c:pt idx="475">
                  <c:v>2.6000000000010459E-2</c:v>
                </c:pt>
                <c:pt idx="476">
                  <c:v>2.6000000000010459E-2</c:v>
                </c:pt>
                <c:pt idx="477">
                  <c:v>2.6000000000010459E-2</c:v>
                </c:pt>
                <c:pt idx="478">
                  <c:v>2.5899999999978718E-2</c:v>
                </c:pt>
                <c:pt idx="479">
                  <c:v>2.5899999999978718E-2</c:v>
                </c:pt>
                <c:pt idx="480">
                  <c:v>2.5899999999978718E-2</c:v>
                </c:pt>
                <c:pt idx="481">
                  <c:v>2.5899999999978718E-2</c:v>
                </c:pt>
                <c:pt idx="482">
                  <c:v>2.5899999999978718E-2</c:v>
                </c:pt>
                <c:pt idx="483">
                  <c:v>2.5899999999978718E-2</c:v>
                </c:pt>
                <c:pt idx="484">
                  <c:v>2.580000000000382E-2</c:v>
                </c:pt>
                <c:pt idx="485">
                  <c:v>2.580000000000382E-2</c:v>
                </c:pt>
                <c:pt idx="486">
                  <c:v>2.580000000000382E-2</c:v>
                </c:pt>
                <c:pt idx="487">
                  <c:v>2.580000000000382E-2</c:v>
                </c:pt>
                <c:pt idx="488">
                  <c:v>2.580000000000382E-2</c:v>
                </c:pt>
                <c:pt idx="489">
                  <c:v>2.580000000000382E-2</c:v>
                </c:pt>
                <c:pt idx="490">
                  <c:v>2.580000000000382E-2</c:v>
                </c:pt>
                <c:pt idx="491">
                  <c:v>2.580000000000382E-2</c:v>
                </c:pt>
                <c:pt idx="492">
                  <c:v>2.580000000000382E-2</c:v>
                </c:pt>
                <c:pt idx="493">
                  <c:v>2.580000000000382E-2</c:v>
                </c:pt>
                <c:pt idx="494">
                  <c:v>2.5700000000028922E-2</c:v>
                </c:pt>
                <c:pt idx="495">
                  <c:v>2.5700000000028922E-2</c:v>
                </c:pt>
                <c:pt idx="496">
                  <c:v>2.5700000000028922E-2</c:v>
                </c:pt>
                <c:pt idx="497">
                  <c:v>2.5700000000028922E-2</c:v>
                </c:pt>
                <c:pt idx="498">
                  <c:v>2.5700000000028922E-2</c:v>
                </c:pt>
                <c:pt idx="499">
                  <c:v>2.580000000000382E-2</c:v>
                </c:pt>
                <c:pt idx="500">
                  <c:v>2.580000000000382E-2</c:v>
                </c:pt>
                <c:pt idx="501">
                  <c:v>2.580000000000382E-2</c:v>
                </c:pt>
                <c:pt idx="502">
                  <c:v>2.5899999999978718E-2</c:v>
                </c:pt>
                <c:pt idx="503">
                  <c:v>2.5899999999978718E-2</c:v>
                </c:pt>
                <c:pt idx="504">
                  <c:v>2.5899999999978718E-2</c:v>
                </c:pt>
                <c:pt idx="505">
                  <c:v>2.6000000000010459E-2</c:v>
                </c:pt>
                <c:pt idx="506">
                  <c:v>2.6000000000010459E-2</c:v>
                </c:pt>
                <c:pt idx="507">
                  <c:v>2.6000000000010459E-2</c:v>
                </c:pt>
                <c:pt idx="508">
                  <c:v>2.6000000000010459E-2</c:v>
                </c:pt>
                <c:pt idx="509">
                  <c:v>2.6099999999985357E-2</c:v>
                </c:pt>
                <c:pt idx="510">
                  <c:v>2.6099999999985357E-2</c:v>
                </c:pt>
                <c:pt idx="511">
                  <c:v>2.6099999999985357E-2</c:v>
                </c:pt>
                <c:pt idx="512">
                  <c:v>2.6099999999985357E-2</c:v>
                </c:pt>
                <c:pt idx="513">
                  <c:v>2.6099999999985357E-2</c:v>
                </c:pt>
                <c:pt idx="514">
                  <c:v>2.6099999999985357E-2</c:v>
                </c:pt>
                <c:pt idx="515">
                  <c:v>2.6200000000017099E-2</c:v>
                </c:pt>
                <c:pt idx="516">
                  <c:v>2.6200000000017099E-2</c:v>
                </c:pt>
                <c:pt idx="517">
                  <c:v>2.6200000000017099E-2</c:v>
                </c:pt>
                <c:pt idx="518">
                  <c:v>2.6200000000017099E-2</c:v>
                </c:pt>
                <c:pt idx="519">
                  <c:v>2.6200000000017099E-2</c:v>
                </c:pt>
                <c:pt idx="520">
                  <c:v>2.6200000000017099E-2</c:v>
                </c:pt>
                <c:pt idx="521">
                  <c:v>2.6200000000017099E-2</c:v>
                </c:pt>
                <c:pt idx="522">
                  <c:v>2.6200000000017099E-2</c:v>
                </c:pt>
                <c:pt idx="523">
                  <c:v>2.6200000000017099E-2</c:v>
                </c:pt>
                <c:pt idx="524">
                  <c:v>2.6200000000017099E-2</c:v>
                </c:pt>
                <c:pt idx="525">
                  <c:v>2.6299999999991996E-2</c:v>
                </c:pt>
                <c:pt idx="526">
                  <c:v>2.6299999999991996E-2</c:v>
                </c:pt>
                <c:pt idx="527">
                  <c:v>2.6299999999991996E-2</c:v>
                </c:pt>
                <c:pt idx="528">
                  <c:v>2.6299999999991996E-2</c:v>
                </c:pt>
                <c:pt idx="529">
                  <c:v>2.6200000000017099E-2</c:v>
                </c:pt>
                <c:pt idx="530">
                  <c:v>2.6200000000017099E-2</c:v>
                </c:pt>
                <c:pt idx="531">
                  <c:v>2.6200000000017099E-2</c:v>
                </c:pt>
                <c:pt idx="532">
                  <c:v>2.6200000000017099E-2</c:v>
                </c:pt>
              </c:numCache>
            </c:numRef>
          </c:yVal>
          <c:smooth val="1"/>
          <c:extLst>
            <c:ext xmlns:c16="http://schemas.microsoft.com/office/drawing/2014/chart" uri="{C3380CC4-5D6E-409C-BE32-E72D297353CC}">
              <c16:uniqueId val="{00000001-070C-47F8-AF40-B045CA708FE7}"/>
            </c:ext>
          </c:extLst>
        </c:ser>
        <c:ser>
          <c:idx val="2"/>
          <c:order val="2"/>
          <c:tx>
            <c:strRef>
              <c:f>N50000_VV_TEMPS_oc5l2_50000!$BD$1</c:f>
              <c:strCache>
                <c:ptCount val="1"/>
                <c:pt idx="0">
                  <c:v>CGI_DM1.3</c:v>
                </c:pt>
              </c:strCache>
            </c:strRef>
          </c:tx>
          <c:spPr>
            <a:ln w="19050" cap="rnd">
              <a:solidFill>
                <a:schemeClr val="accent3"/>
              </a:solidFill>
              <a:round/>
            </a:ln>
            <a:effectLst/>
          </c:spPr>
          <c:marker>
            <c:symbol val="circle"/>
            <c:size val="5"/>
            <c:spPr>
              <a:solidFill>
                <a:schemeClr val="accent3"/>
              </a:solidFill>
              <a:ln w="9525">
                <a:solidFill>
                  <a:schemeClr val="accent3"/>
                </a:solidFill>
              </a:ln>
              <a:effectLst/>
            </c:spPr>
          </c:marker>
          <c:xVal>
            <c:numRef>
              <c:f>N50000_VV_TEMPS_oc5l2_50000!$BA$2:$BA$536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N50000_VV_TEMPS_oc5l2_50000!$BD$2:$BD$536</c:f>
              <c:numCache>
                <c:formatCode>General</c:formatCode>
                <c:ptCount val="533"/>
                <c:pt idx="0">
                  <c:v>0</c:v>
                </c:pt>
                <c:pt idx="1">
                  <c:v>3.8099999999985812E-2</c:v>
                </c:pt>
                <c:pt idx="2">
                  <c:v>2.2199999999997999E-2</c:v>
                </c:pt>
                <c:pt idx="3">
                  <c:v>1.6399999999975989E-2</c:v>
                </c:pt>
                <c:pt idx="4">
                  <c:v>2.2299999999972897E-2</c:v>
                </c:pt>
                <c:pt idx="5">
                  <c:v>1.9299999999986994E-2</c:v>
                </c:pt>
                <c:pt idx="6">
                  <c:v>2.0099999999956708E-2</c:v>
                </c:pt>
                <c:pt idx="7">
                  <c:v>2.0199999999988449E-2</c:v>
                </c:pt>
                <c:pt idx="8">
                  <c:v>1.999999999998181E-2</c:v>
                </c:pt>
                <c:pt idx="9">
                  <c:v>2.0199999999988449E-2</c:v>
                </c:pt>
                <c:pt idx="10">
                  <c:v>2.0099999999956708E-2</c:v>
                </c:pt>
                <c:pt idx="11">
                  <c:v>2.0099999999956708E-2</c:v>
                </c:pt>
                <c:pt idx="12">
                  <c:v>2.0099999999956708E-2</c:v>
                </c:pt>
                <c:pt idx="13">
                  <c:v>2.0099999999956708E-2</c:v>
                </c:pt>
                <c:pt idx="14">
                  <c:v>2.0099999999956708E-2</c:v>
                </c:pt>
                <c:pt idx="15">
                  <c:v>2.0099999999956708E-2</c:v>
                </c:pt>
                <c:pt idx="16">
                  <c:v>2.0099999999956708E-2</c:v>
                </c:pt>
                <c:pt idx="17">
                  <c:v>2.0099999999956708E-2</c:v>
                </c:pt>
                <c:pt idx="18">
                  <c:v>2.0099999999956708E-2</c:v>
                </c:pt>
                <c:pt idx="19">
                  <c:v>2.0099999999956708E-2</c:v>
                </c:pt>
                <c:pt idx="20">
                  <c:v>2.0099999999956708E-2</c:v>
                </c:pt>
                <c:pt idx="21">
                  <c:v>2.0099999999956708E-2</c:v>
                </c:pt>
                <c:pt idx="22">
                  <c:v>2.0099999999956708E-2</c:v>
                </c:pt>
                <c:pt idx="23">
                  <c:v>2.0099999999956708E-2</c:v>
                </c:pt>
                <c:pt idx="24">
                  <c:v>2.0099999999956708E-2</c:v>
                </c:pt>
                <c:pt idx="25">
                  <c:v>2.0099999999956708E-2</c:v>
                </c:pt>
                <c:pt idx="26">
                  <c:v>2.0199999999988449E-2</c:v>
                </c:pt>
                <c:pt idx="27">
                  <c:v>2.0199999999988449E-2</c:v>
                </c:pt>
                <c:pt idx="28">
                  <c:v>2.0199999999988449E-2</c:v>
                </c:pt>
                <c:pt idx="29">
                  <c:v>2.0299999999963347E-2</c:v>
                </c:pt>
                <c:pt idx="30">
                  <c:v>2.0299999999963347E-2</c:v>
                </c:pt>
                <c:pt idx="31">
                  <c:v>2.0299999999963347E-2</c:v>
                </c:pt>
                <c:pt idx="32">
                  <c:v>2.0299999999963347E-2</c:v>
                </c:pt>
                <c:pt idx="33">
                  <c:v>2.0399999999995089E-2</c:v>
                </c:pt>
                <c:pt idx="34">
                  <c:v>2.0399999999995089E-2</c:v>
                </c:pt>
                <c:pt idx="35">
                  <c:v>2.0399999999995089E-2</c:v>
                </c:pt>
                <c:pt idx="36">
                  <c:v>2.0399999999995089E-2</c:v>
                </c:pt>
                <c:pt idx="37">
                  <c:v>2.0399999999995089E-2</c:v>
                </c:pt>
                <c:pt idx="38">
                  <c:v>2.0499999999969987E-2</c:v>
                </c:pt>
                <c:pt idx="39">
                  <c:v>2.0499999999969987E-2</c:v>
                </c:pt>
                <c:pt idx="40">
                  <c:v>2.0499999999969987E-2</c:v>
                </c:pt>
                <c:pt idx="41">
                  <c:v>2.0499999999969987E-2</c:v>
                </c:pt>
                <c:pt idx="42">
                  <c:v>2.0499999999969987E-2</c:v>
                </c:pt>
                <c:pt idx="43">
                  <c:v>2.0499999999969987E-2</c:v>
                </c:pt>
                <c:pt idx="44">
                  <c:v>2.0499999999969987E-2</c:v>
                </c:pt>
                <c:pt idx="45">
                  <c:v>2.0499999999969987E-2</c:v>
                </c:pt>
                <c:pt idx="46">
                  <c:v>2.0600000000001728E-2</c:v>
                </c:pt>
                <c:pt idx="47">
                  <c:v>2.0600000000001728E-2</c:v>
                </c:pt>
                <c:pt idx="48">
                  <c:v>2.0600000000001728E-2</c:v>
                </c:pt>
                <c:pt idx="49">
                  <c:v>2.0600000000001728E-2</c:v>
                </c:pt>
                <c:pt idx="50">
                  <c:v>2.0600000000001728E-2</c:v>
                </c:pt>
                <c:pt idx="51">
                  <c:v>2.0600000000001728E-2</c:v>
                </c:pt>
                <c:pt idx="52">
                  <c:v>2.0600000000001728E-2</c:v>
                </c:pt>
                <c:pt idx="53">
                  <c:v>2.0600000000001728E-2</c:v>
                </c:pt>
                <c:pt idx="54">
                  <c:v>2.0600000000001728E-2</c:v>
                </c:pt>
                <c:pt idx="55">
                  <c:v>2.0600000000001728E-2</c:v>
                </c:pt>
                <c:pt idx="56">
                  <c:v>2.0600000000001728E-2</c:v>
                </c:pt>
                <c:pt idx="57">
                  <c:v>2.0499999999969987E-2</c:v>
                </c:pt>
                <c:pt idx="58">
                  <c:v>2.0499999999969987E-2</c:v>
                </c:pt>
                <c:pt idx="59">
                  <c:v>2.0499999999969987E-2</c:v>
                </c:pt>
                <c:pt idx="60">
                  <c:v>2.0499999999969987E-2</c:v>
                </c:pt>
                <c:pt idx="61">
                  <c:v>2.0499999999969987E-2</c:v>
                </c:pt>
                <c:pt idx="62">
                  <c:v>2.0499999999969987E-2</c:v>
                </c:pt>
                <c:pt idx="63">
                  <c:v>2.0499999999969987E-2</c:v>
                </c:pt>
                <c:pt idx="64">
                  <c:v>2.0399999999995089E-2</c:v>
                </c:pt>
                <c:pt idx="65">
                  <c:v>2.0399999999995089E-2</c:v>
                </c:pt>
                <c:pt idx="66">
                  <c:v>2.0399999999995089E-2</c:v>
                </c:pt>
                <c:pt idx="67">
                  <c:v>2.0399999999995089E-2</c:v>
                </c:pt>
                <c:pt idx="68">
                  <c:v>2.0399999999995089E-2</c:v>
                </c:pt>
                <c:pt idx="69">
                  <c:v>2.0399999999995089E-2</c:v>
                </c:pt>
                <c:pt idx="70">
                  <c:v>2.0399999999995089E-2</c:v>
                </c:pt>
                <c:pt idx="71">
                  <c:v>2.0399999999995089E-2</c:v>
                </c:pt>
                <c:pt idx="72">
                  <c:v>2.0399999999995089E-2</c:v>
                </c:pt>
                <c:pt idx="73">
                  <c:v>2.0399999999995089E-2</c:v>
                </c:pt>
                <c:pt idx="74">
                  <c:v>2.0299999999963347E-2</c:v>
                </c:pt>
                <c:pt idx="75">
                  <c:v>2.0299999999963347E-2</c:v>
                </c:pt>
                <c:pt idx="76">
                  <c:v>2.0299999999963347E-2</c:v>
                </c:pt>
                <c:pt idx="77">
                  <c:v>2.0299999999963347E-2</c:v>
                </c:pt>
                <c:pt idx="78">
                  <c:v>2.0299999999963347E-2</c:v>
                </c:pt>
                <c:pt idx="79">
                  <c:v>2.0299999999963347E-2</c:v>
                </c:pt>
                <c:pt idx="80">
                  <c:v>2.0299999999963347E-2</c:v>
                </c:pt>
                <c:pt idx="81">
                  <c:v>2.0299999999963347E-2</c:v>
                </c:pt>
                <c:pt idx="82">
                  <c:v>2.0299999999963347E-2</c:v>
                </c:pt>
                <c:pt idx="83">
                  <c:v>2.0299999999963347E-2</c:v>
                </c:pt>
                <c:pt idx="84">
                  <c:v>2.0299999999963347E-2</c:v>
                </c:pt>
                <c:pt idx="85">
                  <c:v>2.0299999999963347E-2</c:v>
                </c:pt>
                <c:pt idx="86">
                  <c:v>2.0299999999963347E-2</c:v>
                </c:pt>
                <c:pt idx="87">
                  <c:v>2.0299999999963347E-2</c:v>
                </c:pt>
                <c:pt idx="88">
                  <c:v>2.0299999999963347E-2</c:v>
                </c:pt>
                <c:pt idx="89">
                  <c:v>2.0299999999963347E-2</c:v>
                </c:pt>
                <c:pt idx="90">
                  <c:v>2.0299999999963347E-2</c:v>
                </c:pt>
                <c:pt idx="91">
                  <c:v>2.0299999999963347E-2</c:v>
                </c:pt>
                <c:pt idx="92">
                  <c:v>2.0299999999963347E-2</c:v>
                </c:pt>
                <c:pt idx="93">
                  <c:v>2.0299999999963347E-2</c:v>
                </c:pt>
                <c:pt idx="94">
                  <c:v>2.0299999999963347E-2</c:v>
                </c:pt>
                <c:pt idx="95">
                  <c:v>2.0299999999963347E-2</c:v>
                </c:pt>
                <c:pt idx="96">
                  <c:v>2.0299999999963347E-2</c:v>
                </c:pt>
                <c:pt idx="97">
                  <c:v>2.0299999999963347E-2</c:v>
                </c:pt>
                <c:pt idx="98">
                  <c:v>2.0299999999963347E-2</c:v>
                </c:pt>
                <c:pt idx="99">
                  <c:v>2.0299999999963347E-2</c:v>
                </c:pt>
                <c:pt idx="100">
                  <c:v>2.0299999999963347E-2</c:v>
                </c:pt>
                <c:pt idx="101">
                  <c:v>2.0299999999963347E-2</c:v>
                </c:pt>
                <c:pt idx="102">
                  <c:v>2.0299999999963347E-2</c:v>
                </c:pt>
                <c:pt idx="103">
                  <c:v>2.0299999999963347E-2</c:v>
                </c:pt>
                <c:pt idx="104">
                  <c:v>2.0299999999963347E-2</c:v>
                </c:pt>
                <c:pt idx="105">
                  <c:v>2.0299999999963347E-2</c:v>
                </c:pt>
                <c:pt idx="106">
                  <c:v>2.0299999999963347E-2</c:v>
                </c:pt>
                <c:pt idx="107">
                  <c:v>2.0299999999963347E-2</c:v>
                </c:pt>
                <c:pt idx="108">
                  <c:v>2.0399999999995089E-2</c:v>
                </c:pt>
                <c:pt idx="109">
                  <c:v>2.0299999999963347E-2</c:v>
                </c:pt>
                <c:pt idx="110">
                  <c:v>2.0299999999963347E-2</c:v>
                </c:pt>
                <c:pt idx="111">
                  <c:v>2.0399999999995089E-2</c:v>
                </c:pt>
                <c:pt idx="112">
                  <c:v>2.0399999999995089E-2</c:v>
                </c:pt>
                <c:pt idx="113">
                  <c:v>2.0399999999995089E-2</c:v>
                </c:pt>
                <c:pt idx="114">
                  <c:v>2.0399999999995089E-2</c:v>
                </c:pt>
                <c:pt idx="115">
                  <c:v>2.0399999999995089E-2</c:v>
                </c:pt>
                <c:pt idx="116">
                  <c:v>2.0399999999995089E-2</c:v>
                </c:pt>
                <c:pt idx="117">
                  <c:v>2.0399999999995089E-2</c:v>
                </c:pt>
                <c:pt idx="118">
                  <c:v>2.0399999999995089E-2</c:v>
                </c:pt>
                <c:pt idx="119">
                  <c:v>2.0399999999995089E-2</c:v>
                </c:pt>
                <c:pt idx="120">
                  <c:v>2.0399999999995089E-2</c:v>
                </c:pt>
                <c:pt idx="121">
                  <c:v>2.0399999999995089E-2</c:v>
                </c:pt>
                <c:pt idx="122">
                  <c:v>2.0399999999995089E-2</c:v>
                </c:pt>
                <c:pt idx="123">
                  <c:v>2.0399999999995089E-2</c:v>
                </c:pt>
                <c:pt idx="124">
                  <c:v>2.0399999999995089E-2</c:v>
                </c:pt>
                <c:pt idx="125">
                  <c:v>2.0399999999995089E-2</c:v>
                </c:pt>
                <c:pt idx="126">
                  <c:v>2.0399999999995089E-2</c:v>
                </c:pt>
                <c:pt idx="127">
                  <c:v>2.0399999999995089E-2</c:v>
                </c:pt>
                <c:pt idx="128">
                  <c:v>2.0499999999969987E-2</c:v>
                </c:pt>
                <c:pt idx="129">
                  <c:v>2.0499999999969987E-2</c:v>
                </c:pt>
                <c:pt idx="130">
                  <c:v>2.0499999999969987E-2</c:v>
                </c:pt>
                <c:pt idx="131">
                  <c:v>2.0499999999969987E-2</c:v>
                </c:pt>
                <c:pt idx="132">
                  <c:v>2.0499999999969987E-2</c:v>
                </c:pt>
                <c:pt idx="133">
                  <c:v>2.0499999999969987E-2</c:v>
                </c:pt>
                <c:pt idx="134">
                  <c:v>2.0499999999969987E-2</c:v>
                </c:pt>
                <c:pt idx="135">
                  <c:v>2.0499999999969987E-2</c:v>
                </c:pt>
                <c:pt idx="136">
                  <c:v>2.0499999999969987E-2</c:v>
                </c:pt>
                <c:pt idx="137">
                  <c:v>2.0499999999969987E-2</c:v>
                </c:pt>
                <c:pt idx="138">
                  <c:v>2.0499999999969987E-2</c:v>
                </c:pt>
                <c:pt idx="139">
                  <c:v>2.0499999999969987E-2</c:v>
                </c:pt>
                <c:pt idx="140">
                  <c:v>2.0499999999969987E-2</c:v>
                </c:pt>
                <c:pt idx="141">
                  <c:v>2.0499999999969987E-2</c:v>
                </c:pt>
                <c:pt idx="142">
                  <c:v>2.0499999999969987E-2</c:v>
                </c:pt>
                <c:pt idx="143">
                  <c:v>2.0499999999969987E-2</c:v>
                </c:pt>
                <c:pt idx="144">
                  <c:v>2.0499999999969987E-2</c:v>
                </c:pt>
                <c:pt idx="145">
                  <c:v>2.0499999999969987E-2</c:v>
                </c:pt>
                <c:pt idx="146">
                  <c:v>2.0499999999969987E-2</c:v>
                </c:pt>
                <c:pt idx="147">
                  <c:v>2.0499999999969987E-2</c:v>
                </c:pt>
                <c:pt idx="148">
                  <c:v>2.0499999999969987E-2</c:v>
                </c:pt>
                <c:pt idx="149">
                  <c:v>2.0499999999969987E-2</c:v>
                </c:pt>
                <c:pt idx="150">
                  <c:v>2.0499999999969987E-2</c:v>
                </c:pt>
                <c:pt idx="151">
                  <c:v>2.0499999999969987E-2</c:v>
                </c:pt>
                <c:pt idx="152">
                  <c:v>2.0499999999969987E-2</c:v>
                </c:pt>
                <c:pt idx="153">
                  <c:v>2.0499999999969987E-2</c:v>
                </c:pt>
                <c:pt idx="154">
                  <c:v>2.0499999999969987E-2</c:v>
                </c:pt>
                <c:pt idx="155">
                  <c:v>2.0499999999969987E-2</c:v>
                </c:pt>
                <c:pt idx="156">
                  <c:v>2.0499999999969987E-2</c:v>
                </c:pt>
                <c:pt idx="157">
                  <c:v>2.0499999999969987E-2</c:v>
                </c:pt>
                <c:pt idx="158">
                  <c:v>2.0399999999995089E-2</c:v>
                </c:pt>
                <c:pt idx="159">
                  <c:v>2.0399999999995089E-2</c:v>
                </c:pt>
                <c:pt idx="160">
                  <c:v>2.0399999999995089E-2</c:v>
                </c:pt>
                <c:pt idx="161">
                  <c:v>2.0399999999995089E-2</c:v>
                </c:pt>
                <c:pt idx="162">
                  <c:v>2.0399999999995089E-2</c:v>
                </c:pt>
                <c:pt idx="163">
                  <c:v>2.0299999999963347E-2</c:v>
                </c:pt>
                <c:pt idx="164">
                  <c:v>2.0299999999963347E-2</c:v>
                </c:pt>
                <c:pt idx="165">
                  <c:v>2.0299999999963347E-2</c:v>
                </c:pt>
                <c:pt idx="166">
                  <c:v>2.0299999999963347E-2</c:v>
                </c:pt>
                <c:pt idx="167">
                  <c:v>2.0299999999963347E-2</c:v>
                </c:pt>
                <c:pt idx="168">
                  <c:v>2.0299999999963347E-2</c:v>
                </c:pt>
                <c:pt idx="169">
                  <c:v>2.0299999999963347E-2</c:v>
                </c:pt>
                <c:pt idx="170">
                  <c:v>2.0299999999963347E-2</c:v>
                </c:pt>
                <c:pt idx="171">
                  <c:v>2.0199999999988449E-2</c:v>
                </c:pt>
                <c:pt idx="172">
                  <c:v>2.0199999999988449E-2</c:v>
                </c:pt>
                <c:pt idx="173">
                  <c:v>2.0199999999988449E-2</c:v>
                </c:pt>
                <c:pt idx="174">
                  <c:v>2.0199999999988449E-2</c:v>
                </c:pt>
                <c:pt idx="175">
                  <c:v>2.0199999999988449E-2</c:v>
                </c:pt>
                <c:pt idx="176">
                  <c:v>2.0199999999988449E-2</c:v>
                </c:pt>
                <c:pt idx="177">
                  <c:v>2.0199999999988449E-2</c:v>
                </c:pt>
                <c:pt idx="178">
                  <c:v>2.0199999999988449E-2</c:v>
                </c:pt>
                <c:pt idx="179">
                  <c:v>2.0199999999988449E-2</c:v>
                </c:pt>
                <c:pt idx="180">
                  <c:v>2.0199999999988449E-2</c:v>
                </c:pt>
                <c:pt idx="181">
                  <c:v>2.0199999999988449E-2</c:v>
                </c:pt>
                <c:pt idx="182">
                  <c:v>2.0199999999988449E-2</c:v>
                </c:pt>
                <c:pt idx="183">
                  <c:v>2.0199999999988449E-2</c:v>
                </c:pt>
                <c:pt idx="184">
                  <c:v>2.0299999999963347E-2</c:v>
                </c:pt>
                <c:pt idx="185">
                  <c:v>2.0299999999963347E-2</c:v>
                </c:pt>
                <c:pt idx="186">
                  <c:v>2.0299999999963347E-2</c:v>
                </c:pt>
                <c:pt idx="187">
                  <c:v>2.0299999999963347E-2</c:v>
                </c:pt>
                <c:pt idx="188">
                  <c:v>2.0299999999963347E-2</c:v>
                </c:pt>
                <c:pt idx="189">
                  <c:v>2.0399999999995089E-2</c:v>
                </c:pt>
                <c:pt idx="190">
                  <c:v>2.0399999999995089E-2</c:v>
                </c:pt>
                <c:pt idx="191">
                  <c:v>2.0399999999995089E-2</c:v>
                </c:pt>
                <c:pt idx="192">
                  <c:v>2.0399999999995089E-2</c:v>
                </c:pt>
                <c:pt idx="193">
                  <c:v>2.0399999999995089E-2</c:v>
                </c:pt>
                <c:pt idx="194">
                  <c:v>2.0499999999969987E-2</c:v>
                </c:pt>
                <c:pt idx="195">
                  <c:v>2.0499999999969987E-2</c:v>
                </c:pt>
                <c:pt idx="196">
                  <c:v>2.0499999999969987E-2</c:v>
                </c:pt>
                <c:pt idx="197">
                  <c:v>2.0499999999969987E-2</c:v>
                </c:pt>
                <c:pt idx="198">
                  <c:v>2.0499999999969987E-2</c:v>
                </c:pt>
                <c:pt idx="199">
                  <c:v>2.0499999999969987E-2</c:v>
                </c:pt>
                <c:pt idx="200">
                  <c:v>2.0499999999969987E-2</c:v>
                </c:pt>
                <c:pt idx="201">
                  <c:v>2.0499999999969987E-2</c:v>
                </c:pt>
                <c:pt idx="202">
                  <c:v>2.0600000000001728E-2</c:v>
                </c:pt>
                <c:pt idx="203">
                  <c:v>2.0600000000001728E-2</c:v>
                </c:pt>
                <c:pt idx="204">
                  <c:v>2.0600000000001728E-2</c:v>
                </c:pt>
                <c:pt idx="205">
                  <c:v>2.0600000000001728E-2</c:v>
                </c:pt>
                <c:pt idx="206">
                  <c:v>2.0600000000001728E-2</c:v>
                </c:pt>
                <c:pt idx="207">
                  <c:v>2.0600000000001728E-2</c:v>
                </c:pt>
                <c:pt idx="208">
                  <c:v>2.0600000000001728E-2</c:v>
                </c:pt>
                <c:pt idx="209">
                  <c:v>2.0600000000001728E-2</c:v>
                </c:pt>
                <c:pt idx="210">
                  <c:v>2.0600000000001728E-2</c:v>
                </c:pt>
                <c:pt idx="211">
                  <c:v>2.0600000000001728E-2</c:v>
                </c:pt>
                <c:pt idx="212">
                  <c:v>2.0600000000001728E-2</c:v>
                </c:pt>
                <c:pt idx="213">
                  <c:v>2.0600000000001728E-2</c:v>
                </c:pt>
                <c:pt idx="214">
                  <c:v>2.0499999999969987E-2</c:v>
                </c:pt>
                <c:pt idx="215">
                  <c:v>2.0499999999969987E-2</c:v>
                </c:pt>
                <c:pt idx="216">
                  <c:v>2.0499999999969987E-2</c:v>
                </c:pt>
                <c:pt idx="217">
                  <c:v>2.0499999999969987E-2</c:v>
                </c:pt>
                <c:pt idx="218">
                  <c:v>2.0499999999969987E-2</c:v>
                </c:pt>
                <c:pt idx="219">
                  <c:v>2.0499999999969987E-2</c:v>
                </c:pt>
                <c:pt idx="220">
                  <c:v>2.0499999999969987E-2</c:v>
                </c:pt>
                <c:pt idx="221">
                  <c:v>2.0399999999995089E-2</c:v>
                </c:pt>
                <c:pt idx="222">
                  <c:v>2.0399999999995089E-2</c:v>
                </c:pt>
                <c:pt idx="223">
                  <c:v>2.0399999999995089E-2</c:v>
                </c:pt>
                <c:pt idx="224">
                  <c:v>2.0399999999995089E-2</c:v>
                </c:pt>
                <c:pt idx="225">
                  <c:v>2.0399999999995089E-2</c:v>
                </c:pt>
                <c:pt idx="226">
                  <c:v>2.0399999999995089E-2</c:v>
                </c:pt>
                <c:pt idx="227">
                  <c:v>2.0399999999995089E-2</c:v>
                </c:pt>
                <c:pt idx="228">
                  <c:v>2.0399999999995089E-2</c:v>
                </c:pt>
                <c:pt idx="229">
                  <c:v>2.0399999999995089E-2</c:v>
                </c:pt>
                <c:pt idx="230">
                  <c:v>2.0399999999995089E-2</c:v>
                </c:pt>
                <c:pt idx="231">
                  <c:v>2.0299999999963347E-2</c:v>
                </c:pt>
                <c:pt idx="232">
                  <c:v>2.0299999999963347E-2</c:v>
                </c:pt>
                <c:pt idx="233">
                  <c:v>2.0299999999963347E-2</c:v>
                </c:pt>
                <c:pt idx="234">
                  <c:v>2.0299999999963347E-2</c:v>
                </c:pt>
                <c:pt idx="235">
                  <c:v>2.0299999999963347E-2</c:v>
                </c:pt>
                <c:pt idx="236">
                  <c:v>2.0299999999963347E-2</c:v>
                </c:pt>
                <c:pt idx="237">
                  <c:v>2.0299999999963347E-2</c:v>
                </c:pt>
                <c:pt idx="238">
                  <c:v>2.0299999999963347E-2</c:v>
                </c:pt>
                <c:pt idx="239">
                  <c:v>2.0299999999963347E-2</c:v>
                </c:pt>
                <c:pt idx="240">
                  <c:v>2.0299999999963347E-2</c:v>
                </c:pt>
                <c:pt idx="241">
                  <c:v>2.0299999999963347E-2</c:v>
                </c:pt>
                <c:pt idx="242">
                  <c:v>2.0299999999963347E-2</c:v>
                </c:pt>
                <c:pt idx="243">
                  <c:v>2.0299999999963347E-2</c:v>
                </c:pt>
                <c:pt idx="244">
                  <c:v>2.0299999999963347E-2</c:v>
                </c:pt>
                <c:pt idx="245">
                  <c:v>2.0299999999963347E-2</c:v>
                </c:pt>
                <c:pt idx="246">
                  <c:v>2.0299999999963347E-2</c:v>
                </c:pt>
                <c:pt idx="247">
                  <c:v>2.0299999999963347E-2</c:v>
                </c:pt>
                <c:pt idx="248">
                  <c:v>2.0299999999963347E-2</c:v>
                </c:pt>
                <c:pt idx="249">
                  <c:v>2.0299999999963347E-2</c:v>
                </c:pt>
                <c:pt idx="250">
                  <c:v>2.0299999999963347E-2</c:v>
                </c:pt>
                <c:pt idx="251">
                  <c:v>2.0299999999963347E-2</c:v>
                </c:pt>
                <c:pt idx="252">
                  <c:v>2.0299999999963347E-2</c:v>
                </c:pt>
                <c:pt idx="253">
                  <c:v>2.0299999999963347E-2</c:v>
                </c:pt>
                <c:pt idx="254">
                  <c:v>2.0299999999963347E-2</c:v>
                </c:pt>
                <c:pt idx="255">
                  <c:v>2.0299999999963347E-2</c:v>
                </c:pt>
                <c:pt idx="256">
                  <c:v>2.0299999999963347E-2</c:v>
                </c:pt>
                <c:pt idx="257">
                  <c:v>2.0299999999963347E-2</c:v>
                </c:pt>
                <c:pt idx="258">
                  <c:v>2.0299999999963347E-2</c:v>
                </c:pt>
                <c:pt idx="259">
                  <c:v>2.0299999999963347E-2</c:v>
                </c:pt>
                <c:pt idx="260">
                  <c:v>2.0299999999963347E-2</c:v>
                </c:pt>
                <c:pt idx="261">
                  <c:v>2.0299999999963347E-2</c:v>
                </c:pt>
                <c:pt idx="262">
                  <c:v>2.0299999999963347E-2</c:v>
                </c:pt>
                <c:pt idx="263">
                  <c:v>2.0299999999963347E-2</c:v>
                </c:pt>
                <c:pt idx="264">
                  <c:v>2.0299999999963347E-2</c:v>
                </c:pt>
                <c:pt idx="265">
                  <c:v>2.0399999999995089E-2</c:v>
                </c:pt>
                <c:pt idx="266">
                  <c:v>2.0299999999963347E-2</c:v>
                </c:pt>
                <c:pt idx="267">
                  <c:v>2.0399999999995089E-2</c:v>
                </c:pt>
                <c:pt idx="268">
                  <c:v>2.0399999999995089E-2</c:v>
                </c:pt>
                <c:pt idx="269">
                  <c:v>2.0399999999995089E-2</c:v>
                </c:pt>
                <c:pt idx="270">
                  <c:v>2.0399999999995089E-2</c:v>
                </c:pt>
                <c:pt idx="271">
                  <c:v>2.0399999999995089E-2</c:v>
                </c:pt>
                <c:pt idx="272">
                  <c:v>2.0399999999995089E-2</c:v>
                </c:pt>
                <c:pt idx="273">
                  <c:v>2.0399999999995089E-2</c:v>
                </c:pt>
                <c:pt idx="274">
                  <c:v>2.0399999999995089E-2</c:v>
                </c:pt>
                <c:pt idx="275">
                  <c:v>2.0399999999995089E-2</c:v>
                </c:pt>
                <c:pt idx="276">
                  <c:v>2.0399999999995089E-2</c:v>
                </c:pt>
                <c:pt idx="277">
                  <c:v>2.0399999999995089E-2</c:v>
                </c:pt>
                <c:pt idx="278">
                  <c:v>2.0399999999995089E-2</c:v>
                </c:pt>
                <c:pt idx="279">
                  <c:v>2.0399999999995089E-2</c:v>
                </c:pt>
                <c:pt idx="280">
                  <c:v>2.0399999999995089E-2</c:v>
                </c:pt>
                <c:pt idx="281">
                  <c:v>2.0399999999995089E-2</c:v>
                </c:pt>
                <c:pt idx="282">
                  <c:v>2.0399999999995089E-2</c:v>
                </c:pt>
                <c:pt idx="283">
                  <c:v>2.0399999999995089E-2</c:v>
                </c:pt>
                <c:pt idx="284">
                  <c:v>2.0399999999995089E-2</c:v>
                </c:pt>
                <c:pt idx="285">
                  <c:v>2.0499999999969987E-2</c:v>
                </c:pt>
                <c:pt idx="286">
                  <c:v>2.0499999999969987E-2</c:v>
                </c:pt>
                <c:pt idx="287">
                  <c:v>2.0499999999969987E-2</c:v>
                </c:pt>
                <c:pt idx="288">
                  <c:v>2.0499999999969987E-2</c:v>
                </c:pt>
                <c:pt idx="289">
                  <c:v>2.0499999999969987E-2</c:v>
                </c:pt>
                <c:pt idx="290">
                  <c:v>2.0499999999969987E-2</c:v>
                </c:pt>
                <c:pt idx="291">
                  <c:v>2.0499999999969987E-2</c:v>
                </c:pt>
                <c:pt idx="292">
                  <c:v>2.0499999999969987E-2</c:v>
                </c:pt>
                <c:pt idx="293">
                  <c:v>2.0499999999969987E-2</c:v>
                </c:pt>
                <c:pt idx="294">
                  <c:v>2.0499999999969987E-2</c:v>
                </c:pt>
                <c:pt idx="295">
                  <c:v>2.0499999999969987E-2</c:v>
                </c:pt>
                <c:pt idx="296">
                  <c:v>2.0499999999969987E-2</c:v>
                </c:pt>
                <c:pt idx="297">
                  <c:v>2.0499999999969987E-2</c:v>
                </c:pt>
                <c:pt idx="298">
                  <c:v>2.0499999999969987E-2</c:v>
                </c:pt>
                <c:pt idx="299">
                  <c:v>2.0499999999969987E-2</c:v>
                </c:pt>
                <c:pt idx="300">
                  <c:v>2.0499999999969987E-2</c:v>
                </c:pt>
                <c:pt idx="301">
                  <c:v>2.0499999999969987E-2</c:v>
                </c:pt>
                <c:pt idx="302">
                  <c:v>2.0499999999969987E-2</c:v>
                </c:pt>
                <c:pt idx="303">
                  <c:v>2.0499999999969987E-2</c:v>
                </c:pt>
                <c:pt idx="304">
                  <c:v>2.0499999999969987E-2</c:v>
                </c:pt>
                <c:pt idx="305">
                  <c:v>2.0499999999969987E-2</c:v>
                </c:pt>
                <c:pt idx="306">
                  <c:v>2.0499999999969987E-2</c:v>
                </c:pt>
                <c:pt idx="307">
                  <c:v>2.0499999999969987E-2</c:v>
                </c:pt>
                <c:pt idx="308">
                  <c:v>2.0499999999969987E-2</c:v>
                </c:pt>
                <c:pt idx="309">
                  <c:v>2.0499999999969987E-2</c:v>
                </c:pt>
                <c:pt idx="310">
                  <c:v>2.0499999999969987E-2</c:v>
                </c:pt>
                <c:pt idx="311">
                  <c:v>2.0499999999969987E-2</c:v>
                </c:pt>
                <c:pt idx="312">
                  <c:v>2.0499999999969987E-2</c:v>
                </c:pt>
                <c:pt idx="313">
                  <c:v>2.0499999999969987E-2</c:v>
                </c:pt>
                <c:pt idx="314">
                  <c:v>2.0499999999969987E-2</c:v>
                </c:pt>
                <c:pt idx="315">
                  <c:v>2.0399999999995089E-2</c:v>
                </c:pt>
                <c:pt idx="316">
                  <c:v>2.0399999999995089E-2</c:v>
                </c:pt>
                <c:pt idx="317">
                  <c:v>2.0399999999995089E-2</c:v>
                </c:pt>
                <c:pt idx="318">
                  <c:v>2.0399999999995089E-2</c:v>
                </c:pt>
                <c:pt idx="319">
                  <c:v>2.0399999999995089E-2</c:v>
                </c:pt>
                <c:pt idx="320">
                  <c:v>2.0299999999963347E-2</c:v>
                </c:pt>
                <c:pt idx="321">
                  <c:v>2.0299999999963347E-2</c:v>
                </c:pt>
                <c:pt idx="322">
                  <c:v>2.0299999999963347E-2</c:v>
                </c:pt>
                <c:pt idx="323">
                  <c:v>2.0299999999963347E-2</c:v>
                </c:pt>
                <c:pt idx="324">
                  <c:v>2.0299999999963347E-2</c:v>
                </c:pt>
                <c:pt idx="325">
                  <c:v>2.0299999999963347E-2</c:v>
                </c:pt>
                <c:pt idx="326">
                  <c:v>2.0299999999963347E-2</c:v>
                </c:pt>
                <c:pt idx="327">
                  <c:v>2.0299999999963347E-2</c:v>
                </c:pt>
                <c:pt idx="328">
                  <c:v>2.0199999999988449E-2</c:v>
                </c:pt>
                <c:pt idx="329">
                  <c:v>2.0199999999988449E-2</c:v>
                </c:pt>
                <c:pt idx="330">
                  <c:v>2.0199999999988449E-2</c:v>
                </c:pt>
                <c:pt idx="331">
                  <c:v>2.0199999999988449E-2</c:v>
                </c:pt>
                <c:pt idx="332">
                  <c:v>2.0199999999988449E-2</c:v>
                </c:pt>
                <c:pt idx="333">
                  <c:v>2.0199999999988449E-2</c:v>
                </c:pt>
                <c:pt idx="334">
                  <c:v>2.0199999999988449E-2</c:v>
                </c:pt>
                <c:pt idx="335">
                  <c:v>2.0199999999988449E-2</c:v>
                </c:pt>
                <c:pt idx="336">
                  <c:v>2.0199999999988449E-2</c:v>
                </c:pt>
                <c:pt idx="337">
                  <c:v>2.0199999999988449E-2</c:v>
                </c:pt>
                <c:pt idx="338">
                  <c:v>2.0199999999988449E-2</c:v>
                </c:pt>
                <c:pt idx="339">
                  <c:v>2.0199999999988449E-2</c:v>
                </c:pt>
                <c:pt idx="340">
                  <c:v>2.0199999999988449E-2</c:v>
                </c:pt>
                <c:pt idx="341">
                  <c:v>2.0299999999963347E-2</c:v>
                </c:pt>
                <c:pt idx="342">
                  <c:v>2.0299999999963347E-2</c:v>
                </c:pt>
                <c:pt idx="343">
                  <c:v>2.0299999999963347E-2</c:v>
                </c:pt>
                <c:pt idx="344">
                  <c:v>2.0299999999963347E-2</c:v>
                </c:pt>
                <c:pt idx="345">
                  <c:v>2.0399999999995089E-2</c:v>
                </c:pt>
                <c:pt idx="346">
                  <c:v>2.0399999999995089E-2</c:v>
                </c:pt>
                <c:pt idx="347">
                  <c:v>2.0399999999995089E-2</c:v>
                </c:pt>
                <c:pt idx="348">
                  <c:v>2.0399999999995089E-2</c:v>
                </c:pt>
                <c:pt idx="349">
                  <c:v>2.0399999999995089E-2</c:v>
                </c:pt>
                <c:pt idx="350">
                  <c:v>2.0399999999995089E-2</c:v>
                </c:pt>
                <c:pt idx="351">
                  <c:v>2.0499999999969987E-2</c:v>
                </c:pt>
                <c:pt idx="352">
                  <c:v>2.0499999999969987E-2</c:v>
                </c:pt>
                <c:pt idx="353">
                  <c:v>2.0499999999969987E-2</c:v>
                </c:pt>
                <c:pt idx="354">
                  <c:v>2.0499999999969987E-2</c:v>
                </c:pt>
                <c:pt idx="355">
                  <c:v>2.0499999999969987E-2</c:v>
                </c:pt>
                <c:pt idx="356">
                  <c:v>2.0499999999969987E-2</c:v>
                </c:pt>
                <c:pt idx="357">
                  <c:v>2.0499999999969987E-2</c:v>
                </c:pt>
                <c:pt idx="358">
                  <c:v>2.0499999999969987E-2</c:v>
                </c:pt>
                <c:pt idx="359">
                  <c:v>2.0600000000001728E-2</c:v>
                </c:pt>
                <c:pt idx="360">
                  <c:v>2.0600000000001728E-2</c:v>
                </c:pt>
                <c:pt idx="361">
                  <c:v>2.0600000000001728E-2</c:v>
                </c:pt>
                <c:pt idx="362">
                  <c:v>2.0600000000001728E-2</c:v>
                </c:pt>
                <c:pt idx="363">
                  <c:v>2.0600000000001728E-2</c:v>
                </c:pt>
                <c:pt idx="364">
                  <c:v>2.0600000000001728E-2</c:v>
                </c:pt>
                <c:pt idx="365">
                  <c:v>2.0600000000001728E-2</c:v>
                </c:pt>
                <c:pt idx="366">
                  <c:v>2.0600000000001728E-2</c:v>
                </c:pt>
                <c:pt idx="367">
                  <c:v>2.0600000000001728E-2</c:v>
                </c:pt>
                <c:pt idx="368">
                  <c:v>2.0600000000001728E-2</c:v>
                </c:pt>
                <c:pt idx="369">
                  <c:v>2.0600000000001728E-2</c:v>
                </c:pt>
                <c:pt idx="370">
                  <c:v>2.0600000000001728E-2</c:v>
                </c:pt>
                <c:pt idx="371">
                  <c:v>2.0600000000001728E-2</c:v>
                </c:pt>
                <c:pt idx="372">
                  <c:v>2.0499999999969987E-2</c:v>
                </c:pt>
                <c:pt idx="373">
                  <c:v>2.0499999999969987E-2</c:v>
                </c:pt>
                <c:pt idx="374">
                  <c:v>2.0499999999969987E-2</c:v>
                </c:pt>
                <c:pt idx="375">
                  <c:v>2.0499999999969987E-2</c:v>
                </c:pt>
                <c:pt idx="376">
                  <c:v>2.0499999999969987E-2</c:v>
                </c:pt>
                <c:pt idx="377">
                  <c:v>2.0499999999969987E-2</c:v>
                </c:pt>
                <c:pt idx="378">
                  <c:v>2.0499999999969987E-2</c:v>
                </c:pt>
                <c:pt idx="379">
                  <c:v>2.0399999999995089E-2</c:v>
                </c:pt>
                <c:pt idx="380">
                  <c:v>2.0399999999995089E-2</c:v>
                </c:pt>
                <c:pt idx="381">
                  <c:v>2.0399999999995089E-2</c:v>
                </c:pt>
                <c:pt idx="382">
                  <c:v>2.0399999999995089E-2</c:v>
                </c:pt>
                <c:pt idx="383">
                  <c:v>2.0399999999995089E-2</c:v>
                </c:pt>
                <c:pt idx="384">
                  <c:v>2.0399999999995089E-2</c:v>
                </c:pt>
                <c:pt idx="385">
                  <c:v>2.0399999999995089E-2</c:v>
                </c:pt>
                <c:pt idx="386">
                  <c:v>2.0399999999995089E-2</c:v>
                </c:pt>
                <c:pt idx="387">
                  <c:v>2.0399999999995089E-2</c:v>
                </c:pt>
                <c:pt idx="388">
                  <c:v>2.0399999999995089E-2</c:v>
                </c:pt>
                <c:pt idx="389">
                  <c:v>2.0299999999963347E-2</c:v>
                </c:pt>
                <c:pt idx="390">
                  <c:v>2.0299999999963347E-2</c:v>
                </c:pt>
                <c:pt idx="391">
                  <c:v>2.0299999999963347E-2</c:v>
                </c:pt>
                <c:pt idx="392">
                  <c:v>2.0299999999963347E-2</c:v>
                </c:pt>
                <c:pt idx="393">
                  <c:v>2.0299999999963347E-2</c:v>
                </c:pt>
                <c:pt idx="394">
                  <c:v>2.0299999999963347E-2</c:v>
                </c:pt>
                <c:pt idx="395">
                  <c:v>2.0299999999963347E-2</c:v>
                </c:pt>
                <c:pt idx="396">
                  <c:v>2.0299999999963347E-2</c:v>
                </c:pt>
                <c:pt idx="397">
                  <c:v>2.0299999999963347E-2</c:v>
                </c:pt>
                <c:pt idx="398">
                  <c:v>2.0299999999963347E-2</c:v>
                </c:pt>
                <c:pt idx="399">
                  <c:v>2.0299999999963347E-2</c:v>
                </c:pt>
                <c:pt idx="400">
                  <c:v>2.0299999999963347E-2</c:v>
                </c:pt>
                <c:pt idx="401">
                  <c:v>2.0299999999963347E-2</c:v>
                </c:pt>
                <c:pt idx="402">
                  <c:v>2.0299999999963347E-2</c:v>
                </c:pt>
                <c:pt idx="403">
                  <c:v>2.0299999999963347E-2</c:v>
                </c:pt>
                <c:pt idx="404">
                  <c:v>2.0299999999963347E-2</c:v>
                </c:pt>
                <c:pt idx="405">
                  <c:v>2.0299999999963347E-2</c:v>
                </c:pt>
                <c:pt idx="406">
                  <c:v>2.0299999999963347E-2</c:v>
                </c:pt>
                <c:pt idx="407">
                  <c:v>2.0299999999963347E-2</c:v>
                </c:pt>
                <c:pt idx="408">
                  <c:v>2.0299999999963347E-2</c:v>
                </c:pt>
                <c:pt idx="409">
                  <c:v>2.0299999999963347E-2</c:v>
                </c:pt>
                <c:pt idx="410">
                  <c:v>2.0299999999963347E-2</c:v>
                </c:pt>
                <c:pt idx="411">
                  <c:v>2.0299999999963347E-2</c:v>
                </c:pt>
                <c:pt idx="412">
                  <c:v>2.0299999999963347E-2</c:v>
                </c:pt>
                <c:pt idx="413">
                  <c:v>2.0299999999963347E-2</c:v>
                </c:pt>
                <c:pt idx="414">
                  <c:v>2.0299999999963347E-2</c:v>
                </c:pt>
                <c:pt idx="415">
                  <c:v>2.0299999999963347E-2</c:v>
                </c:pt>
                <c:pt idx="416">
                  <c:v>2.0299999999963347E-2</c:v>
                </c:pt>
                <c:pt idx="417">
                  <c:v>2.0299999999963347E-2</c:v>
                </c:pt>
                <c:pt idx="418">
                  <c:v>2.0299999999963347E-2</c:v>
                </c:pt>
                <c:pt idx="419">
                  <c:v>2.0299999999963347E-2</c:v>
                </c:pt>
                <c:pt idx="420">
                  <c:v>2.0299999999963347E-2</c:v>
                </c:pt>
                <c:pt idx="421">
                  <c:v>2.0299999999963347E-2</c:v>
                </c:pt>
                <c:pt idx="422">
                  <c:v>2.0299999999963347E-2</c:v>
                </c:pt>
                <c:pt idx="423">
                  <c:v>2.0399999999995089E-2</c:v>
                </c:pt>
                <c:pt idx="424">
                  <c:v>2.0299999999963347E-2</c:v>
                </c:pt>
                <c:pt idx="425">
                  <c:v>2.0399999999995089E-2</c:v>
                </c:pt>
                <c:pt idx="426">
                  <c:v>2.0399999999995089E-2</c:v>
                </c:pt>
                <c:pt idx="427">
                  <c:v>2.0399999999995089E-2</c:v>
                </c:pt>
                <c:pt idx="428">
                  <c:v>2.0399999999995089E-2</c:v>
                </c:pt>
                <c:pt idx="429">
                  <c:v>2.0399999999995089E-2</c:v>
                </c:pt>
                <c:pt idx="430">
                  <c:v>2.0399999999995089E-2</c:v>
                </c:pt>
                <c:pt idx="431">
                  <c:v>2.0399999999995089E-2</c:v>
                </c:pt>
                <c:pt idx="432">
                  <c:v>2.0399999999995089E-2</c:v>
                </c:pt>
                <c:pt idx="433">
                  <c:v>2.0399999999995089E-2</c:v>
                </c:pt>
                <c:pt idx="434">
                  <c:v>2.0399999999995089E-2</c:v>
                </c:pt>
                <c:pt idx="435">
                  <c:v>2.0399999999995089E-2</c:v>
                </c:pt>
                <c:pt idx="436">
                  <c:v>2.0399999999995089E-2</c:v>
                </c:pt>
                <c:pt idx="437">
                  <c:v>2.0399999999995089E-2</c:v>
                </c:pt>
                <c:pt idx="438">
                  <c:v>2.0399999999995089E-2</c:v>
                </c:pt>
                <c:pt idx="439">
                  <c:v>2.0399999999995089E-2</c:v>
                </c:pt>
                <c:pt idx="440">
                  <c:v>2.0399999999995089E-2</c:v>
                </c:pt>
                <c:pt idx="441">
                  <c:v>2.0399999999995089E-2</c:v>
                </c:pt>
                <c:pt idx="442">
                  <c:v>2.0399999999995089E-2</c:v>
                </c:pt>
                <c:pt idx="443">
                  <c:v>2.0499999999969987E-2</c:v>
                </c:pt>
                <c:pt idx="444">
                  <c:v>2.0499999999969987E-2</c:v>
                </c:pt>
                <c:pt idx="445">
                  <c:v>2.0499999999969987E-2</c:v>
                </c:pt>
                <c:pt idx="446">
                  <c:v>2.0499999999969987E-2</c:v>
                </c:pt>
                <c:pt idx="447">
                  <c:v>2.0499999999969987E-2</c:v>
                </c:pt>
                <c:pt idx="448">
                  <c:v>2.0499999999969987E-2</c:v>
                </c:pt>
                <c:pt idx="449">
                  <c:v>2.0499999999969987E-2</c:v>
                </c:pt>
                <c:pt idx="450">
                  <c:v>2.0499999999969987E-2</c:v>
                </c:pt>
                <c:pt idx="451">
                  <c:v>2.0499999999969987E-2</c:v>
                </c:pt>
                <c:pt idx="452">
                  <c:v>2.0499999999969987E-2</c:v>
                </c:pt>
                <c:pt idx="453">
                  <c:v>2.0499999999969987E-2</c:v>
                </c:pt>
                <c:pt idx="454">
                  <c:v>2.0499999999969987E-2</c:v>
                </c:pt>
                <c:pt idx="455">
                  <c:v>2.0499999999969987E-2</c:v>
                </c:pt>
                <c:pt idx="456">
                  <c:v>2.0499999999969987E-2</c:v>
                </c:pt>
                <c:pt idx="457">
                  <c:v>2.0499999999969987E-2</c:v>
                </c:pt>
                <c:pt idx="458">
                  <c:v>2.0499999999969987E-2</c:v>
                </c:pt>
                <c:pt idx="459">
                  <c:v>2.0499999999969987E-2</c:v>
                </c:pt>
                <c:pt idx="460">
                  <c:v>2.0499999999969987E-2</c:v>
                </c:pt>
                <c:pt idx="461">
                  <c:v>2.0499999999969987E-2</c:v>
                </c:pt>
                <c:pt idx="462">
                  <c:v>2.0499999999969987E-2</c:v>
                </c:pt>
                <c:pt idx="463">
                  <c:v>2.0499999999969987E-2</c:v>
                </c:pt>
                <c:pt idx="464">
                  <c:v>2.0499999999969987E-2</c:v>
                </c:pt>
                <c:pt idx="465">
                  <c:v>2.0499999999969987E-2</c:v>
                </c:pt>
                <c:pt idx="466">
                  <c:v>2.0499999999969987E-2</c:v>
                </c:pt>
                <c:pt idx="467">
                  <c:v>2.0499999999969987E-2</c:v>
                </c:pt>
                <c:pt idx="468">
                  <c:v>2.0499999999969987E-2</c:v>
                </c:pt>
                <c:pt idx="469">
                  <c:v>2.0499999999969987E-2</c:v>
                </c:pt>
                <c:pt idx="470">
                  <c:v>2.0499999999969987E-2</c:v>
                </c:pt>
                <c:pt idx="471">
                  <c:v>2.0499999999969987E-2</c:v>
                </c:pt>
                <c:pt idx="472">
                  <c:v>2.0499999999969987E-2</c:v>
                </c:pt>
                <c:pt idx="473">
                  <c:v>2.0499999999969987E-2</c:v>
                </c:pt>
                <c:pt idx="474">
                  <c:v>2.0399999999995089E-2</c:v>
                </c:pt>
                <c:pt idx="475">
                  <c:v>2.0399999999995089E-2</c:v>
                </c:pt>
                <c:pt idx="476">
                  <c:v>2.0399999999995089E-2</c:v>
                </c:pt>
                <c:pt idx="477">
                  <c:v>2.0399999999995089E-2</c:v>
                </c:pt>
                <c:pt idx="478">
                  <c:v>2.0399999999995089E-2</c:v>
                </c:pt>
                <c:pt idx="479">
                  <c:v>2.0299999999963347E-2</c:v>
                </c:pt>
                <c:pt idx="480">
                  <c:v>2.0299999999963347E-2</c:v>
                </c:pt>
                <c:pt idx="481">
                  <c:v>2.0299999999963347E-2</c:v>
                </c:pt>
                <c:pt idx="482">
                  <c:v>2.0299999999963347E-2</c:v>
                </c:pt>
                <c:pt idx="483">
                  <c:v>2.0299999999963347E-2</c:v>
                </c:pt>
                <c:pt idx="484">
                  <c:v>2.0299999999963347E-2</c:v>
                </c:pt>
                <c:pt idx="485">
                  <c:v>2.0299999999963347E-2</c:v>
                </c:pt>
                <c:pt idx="486">
                  <c:v>2.0299999999963347E-2</c:v>
                </c:pt>
                <c:pt idx="487">
                  <c:v>2.0199999999988449E-2</c:v>
                </c:pt>
                <c:pt idx="488">
                  <c:v>2.0199999999988449E-2</c:v>
                </c:pt>
                <c:pt idx="489">
                  <c:v>2.0199999999988449E-2</c:v>
                </c:pt>
                <c:pt idx="490">
                  <c:v>2.0199999999988449E-2</c:v>
                </c:pt>
                <c:pt idx="491">
                  <c:v>2.0199999999988449E-2</c:v>
                </c:pt>
                <c:pt idx="492">
                  <c:v>2.0199999999988449E-2</c:v>
                </c:pt>
                <c:pt idx="493">
                  <c:v>2.0199999999988449E-2</c:v>
                </c:pt>
                <c:pt idx="494">
                  <c:v>2.0199999999988449E-2</c:v>
                </c:pt>
                <c:pt idx="495">
                  <c:v>2.0199999999988449E-2</c:v>
                </c:pt>
                <c:pt idx="496">
                  <c:v>2.0199999999988449E-2</c:v>
                </c:pt>
                <c:pt idx="497">
                  <c:v>2.0199999999988449E-2</c:v>
                </c:pt>
                <c:pt idx="498">
                  <c:v>2.0199999999988449E-2</c:v>
                </c:pt>
                <c:pt idx="499">
                  <c:v>2.0299999999963347E-2</c:v>
                </c:pt>
                <c:pt idx="500">
                  <c:v>2.0299999999963347E-2</c:v>
                </c:pt>
                <c:pt idx="501">
                  <c:v>2.0299999999963347E-2</c:v>
                </c:pt>
                <c:pt idx="502">
                  <c:v>2.0299999999963347E-2</c:v>
                </c:pt>
                <c:pt idx="503">
                  <c:v>2.0299999999963347E-2</c:v>
                </c:pt>
                <c:pt idx="504">
                  <c:v>2.0399999999995089E-2</c:v>
                </c:pt>
                <c:pt idx="505">
                  <c:v>2.0399999999995089E-2</c:v>
                </c:pt>
                <c:pt idx="506">
                  <c:v>2.0399999999995089E-2</c:v>
                </c:pt>
                <c:pt idx="507">
                  <c:v>2.0399999999995089E-2</c:v>
                </c:pt>
                <c:pt idx="508">
                  <c:v>2.0399999999995089E-2</c:v>
                </c:pt>
                <c:pt idx="509">
                  <c:v>2.0499999999969987E-2</c:v>
                </c:pt>
                <c:pt idx="510">
                  <c:v>2.0499999999969987E-2</c:v>
                </c:pt>
                <c:pt idx="511">
                  <c:v>2.0499999999969987E-2</c:v>
                </c:pt>
                <c:pt idx="512">
                  <c:v>2.0499999999969987E-2</c:v>
                </c:pt>
                <c:pt idx="513">
                  <c:v>2.0499999999969987E-2</c:v>
                </c:pt>
                <c:pt idx="514">
                  <c:v>2.0499999999969987E-2</c:v>
                </c:pt>
                <c:pt idx="515">
                  <c:v>2.0499999999969987E-2</c:v>
                </c:pt>
                <c:pt idx="516">
                  <c:v>2.0499999999969987E-2</c:v>
                </c:pt>
                <c:pt idx="517">
                  <c:v>2.0499999999969987E-2</c:v>
                </c:pt>
                <c:pt idx="518">
                  <c:v>2.0600000000001728E-2</c:v>
                </c:pt>
                <c:pt idx="519">
                  <c:v>2.0600000000001728E-2</c:v>
                </c:pt>
                <c:pt idx="520">
                  <c:v>2.0600000000001728E-2</c:v>
                </c:pt>
                <c:pt idx="521">
                  <c:v>2.0600000000001728E-2</c:v>
                </c:pt>
                <c:pt idx="522">
                  <c:v>2.0600000000001728E-2</c:v>
                </c:pt>
                <c:pt idx="523">
                  <c:v>2.0600000000001728E-2</c:v>
                </c:pt>
                <c:pt idx="524">
                  <c:v>2.0600000000001728E-2</c:v>
                </c:pt>
                <c:pt idx="525">
                  <c:v>2.0600000000001728E-2</c:v>
                </c:pt>
                <c:pt idx="526">
                  <c:v>2.0600000000001728E-2</c:v>
                </c:pt>
                <c:pt idx="527">
                  <c:v>2.0600000000001728E-2</c:v>
                </c:pt>
                <c:pt idx="528">
                  <c:v>2.0600000000001728E-2</c:v>
                </c:pt>
                <c:pt idx="529">
                  <c:v>2.0600000000001728E-2</c:v>
                </c:pt>
                <c:pt idx="530">
                  <c:v>2.0499999999969987E-2</c:v>
                </c:pt>
                <c:pt idx="531">
                  <c:v>2.0499999999969987E-2</c:v>
                </c:pt>
                <c:pt idx="532">
                  <c:v>2.0499999999969987E-2</c:v>
                </c:pt>
              </c:numCache>
            </c:numRef>
          </c:yVal>
          <c:smooth val="1"/>
          <c:extLst>
            <c:ext xmlns:c16="http://schemas.microsoft.com/office/drawing/2014/chart" uri="{C3380CC4-5D6E-409C-BE32-E72D297353CC}">
              <c16:uniqueId val="{00000002-070C-47F8-AF40-B045CA708FE7}"/>
            </c:ext>
          </c:extLst>
        </c:ser>
        <c:ser>
          <c:idx val="3"/>
          <c:order val="3"/>
          <c:tx>
            <c:strRef>
              <c:f>N50000_VV_TEMPS_oc5l2_50000!$BE$1</c:f>
              <c:strCache>
                <c:ptCount val="1"/>
                <c:pt idx="0">
                  <c:v>CGI_DM1.4</c:v>
                </c:pt>
              </c:strCache>
            </c:strRef>
          </c:tx>
          <c:spPr>
            <a:ln w="19050" cap="rnd">
              <a:solidFill>
                <a:schemeClr val="accent4"/>
              </a:solidFill>
              <a:round/>
            </a:ln>
            <a:effectLst/>
          </c:spPr>
          <c:marker>
            <c:symbol val="circle"/>
            <c:size val="5"/>
            <c:spPr>
              <a:solidFill>
                <a:schemeClr val="accent4"/>
              </a:solidFill>
              <a:ln w="9525">
                <a:solidFill>
                  <a:schemeClr val="accent4"/>
                </a:solidFill>
              </a:ln>
              <a:effectLst/>
            </c:spPr>
          </c:marker>
          <c:xVal>
            <c:numRef>
              <c:f>N50000_VV_TEMPS_oc5l2_50000!$BA$2:$BA$536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N50000_VV_TEMPS_oc5l2_50000!$BE$2:$BE$536</c:f>
              <c:numCache>
                <c:formatCode>General</c:formatCode>
                <c:ptCount val="533"/>
                <c:pt idx="0">
                  <c:v>0</c:v>
                </c:pt>
                <c:pt idx="1">
                  <c:v>3.9800000000013824E-2</c:v>
                </c:pt>
                <c:pt idx="2">
                  <c:v>2.7100000000018554E-2</c:v>
                </c:pt>
                <c:pt idx="3">
                  <c:v>2.0699999999976626E-2</c:v>
                </c:pt>
                <c:pt idx="4">
                  <c:v>2.6799999999980173E-2</c:v>
                </c:pt>
                <c:pt idx="5">
                  <c:v>2.4000000000000909E-2</c:v>
                </c:pt>
                <c:pt idx="6">
                  <c:v>2.4600000000020827E-2</c:v>
                </c:pt>
                <c:pt idx="7">
                  <c:v>2.4800000000027467E-2</c:v>
                </c:pt>
                <c:pt idx="8">
                  <c:v>2.4600000000020827E-2</c:v>
                </c:pt>
                <c:pt idx="9">
                  <c:v>2.4699999999995725E-2</c:v>
                </c:pt>
                <c:pt idx="10">
                  <c:v>2.4699999999995725E-2</c:v>
                </c:pt>
                <c:pt idx="11">
                  <c:v>2.4699999999995725E-2</c:v>
                </c:pt>
                <c:pt idx="12">
                  <c:v>2.4699999999995725E-2</c:v>
                </c:pt>
                <c:pt idx="13">
                  <c:v>2.4699999999995725E-2</c:v>
                </c:pt>
                <c:pt idx="14">
                  <c:v>2.4699999999995725E-2</c:v>
                </c:pt>
                <c:pt idx="15">
                  <c:v>2.4699999999995725E-2</c:v>
                </c:pt>
                <c:pt idx="16">
                  <c:v>2.4699999999995725E-2</c:v>
                </c:pt>
                <c:pt idx="17">
                  <c:v>2.4699999999995725E-2</c:v>
                </c:pt>
                <c:pt idx="18">
                  <c:v>2.4800000000027467E-2</c:v>
                </c:pt>
                <c:pt idx="19">
                  <c:v>2.4800000000027467E-2</c:v>
                </c:pt>
                <c:pt idx="20">
                  <c:v>2.4800000000027467E-2</c:v>
                </c:pt>
                <c:pt idx="21">
                  <c:v>2.4800000000027467E-2</c:v>
                </c:pt>
                <c:pt idx="22">
                  <c:v>2.4800000000027467E-2</c:v>
                </c:pt>
                <c:pt idx="23">
                  <c:v>2.4699999999995725E-2</c:v>
                </c:pt>
                <c:pt idx="24">
                  <c:v>2.4699999999995725E-2</c:v>
                </c:pt>
                <c:pt idx="25">
                  <c:v>2.4699999999995725E-2</c:v>
                </c:pt>
                <c:pt idx="26">
                  <c:v>2.4800000000027467E-2</c:v>
                </c:pt>
                <c:pt idx="27">
                  <c:v>2.4900000000002365E-2</c:v>
                </c:pt>
                <c:pt idx="28">
                  <c:v>2.4900000000002365E-2</c:v>
                </c:pt>
                <c:pt idx="29">
                  <c:v>2.4900000000002365E-2</c:v>
                </c:pt>
                <c:pt idx="30">
                  <c:v>2.4900000000002365E-2</c:v>
                </c:pt>
                <c:pt idx="31">
                  <c:v>2.4999999999977263E-2</c:v>
                </c:pt>
                <c:pt idx="32">
                  <c:v>2.4999999999977263E-2</c:v>
                </c:pt>
                <c:pt idx="33">
                  <c:v>2.4999999999977263E-2</c:v>
                </c:pt>
                <c:pt idx="34">
                  <c:v>2.5100000000009004E-2</c:v>
                </c:pt>
                <c:pt idx="35">
                  <c:v>2.5100000000009004E-2</c:v>
                </c:pt>
                <c:pt idx="36">
                  <c:v>2.5100000000009004E-2</c:v>
                </c:pt>
                <c:pt idx="37">
                  <c:v>2.5100000000009004E-2</c:v>
                </c:pt>
                <c:pt idx="38">
                  <c:v>2.5199999999983902E-2</c:v>
                </c:pt>
                <c:pt idx="39">
                  <c:v>2.5199999999983902E-2</c:v>
                </c:pt>
                <c:pt idx="40">
                  <c:v>2.5199999999983902E-2</c:v>
                </c:pt>
                <c:pt idx="41">
                  <c:v>2.5199999999983902E-2</c:v>
                </c:pt>
                <c:pt idx="42">
                  <c:v>2.5199999999983902E-2</c:v>
                </c:pt>
                <c:pt idx="43">
                  <c:v>2.5300000000015643E-2</c:v>
                </c:pt>
                <c:pt idx="44">
                  <c:v>2.5300000000015643E-2</c:v>
                </c:pt>
                <c:pt idx="45">
                  <c:v>2.5300000000015643E-2</c:v>
                </c:pt>
                <c:pt idx="46">
                  <c:v>2.5300000000015643E-2</c:v>
                </c:pt>
                <c:pt idx="47">
                  <c:v>2.5300000000015643E-2</c:v>
                </c:pt>
                <c:pt idx="48">
                  <c:v>2.5300000000015643E-2</c:v>
                </c:pt>
                <c:pt idx="49">
                  <c:v>2.5300000000015643E-2</c:v>
                </c:pt>
                <c:pt idx="50">
                  <c:v>2.5300000000015643E-2</c:v>
                </c:pt>
                <c:pt idx="51">
                  <c:v>2.5300000000015643E-2</c:v>
                </c:pt>
                <c:pt idx="52">
                  <c:v>2.5300000000015643E-2</c:v>
                </c:pt>
                <c:pt idx="53">
                  <c:v>2.5399999999990541E-2</c:v>
                </c:pt>
                <c:pt idx="54">
                  <c:v>2.5399999999990541E-2</c:v>
                </c:pt>
                <c:pt idx="55">
                  <c:v>2.5399999999990541E-2</c:v>
                </c:pt>
                <c:pt idx="56">
                  <c:v>2.5399999999990541E-2</c:v>
                </c:pt>
                <c:pt idx="57">
                  <c:v>2.5300000000015643E-2</c:v>
                </c:pt>
                <c:pt idx="58">
                  <c:v>2.5300000000015643E-2</c:v>
                </c:pt>
                <c:pt idx="59">
                  <c:v>2.5300000000015643E-2</c:v>
                </c:pt>
                <c:pt idx="60">
                  <c:v>2.5199999999983902E-2</c:v>
                </c:pt>
                <c:pt idx="61">
                  <c:v>2.5199999999983902E-2</c:v>
                </c:pt>
                <c:pt idx="62">
                  <c:v>2.5199999999983902E-2</c:v>
                </c:pt>
                <c:pt idx="63">
                  <c:v>2.5199999999983902E-2</c:v>
                </c:pt>
                <c:pt idx="64">
                  <c:v>2.5199999999983902E-2</c:v>
                </c:pt>
                <c:pt idx="65">
                  <c:v>2.5100000000009004E-2</c:v>
                </c:pt>
                <c:pt idx="66">
                  <c:v>2.5100000000009004E-2</c:v>
                </c:pt>
                <c:pt idx="67">
                  <c:v>2.5100000000009004E-2</c:v>
                </c:pt>
                <c:pt idx="68">
                  <c:v>2.5100000000009004E-2</c:v>
                </c:pt>
                <c:pt idx="69">
                  <c:v>2.5100000000009004E-2</c:v>
                </c:pt>
                <c:pt idx="70">
                  <c:v>2.5100000000009004E-2</c:v>
                </c:pt>
                <c:pt idx="71">
                  <c:v>2.5100000000009004E-2</c:v>
                </c:pt>
                <c:pt idx="72">
                  <c:v>2.4999999999977263E-2</c:v>
                </c:pt>
                <c:pt idx="73">
                  <c:v>2.4999999999977263E-2</c:v>
                </c:pt>
                <c:pt idx="74">
                  <c:v>2.4999999999977263E-2</c:v>
                </c:pt>
                <c:pt idx="75">
                  <c:v>2.4999999999977263E-2</c:v>
                </c:pt>
                <c:pt idx="76">
                  <c:v>2.4999999999977263E-2</c:v>
                </c:pt>
                <c:pt idx="77">
                  <c:v>2.4999999999977263E-2</c:v>
                </c:pt>
                <c:pt idx="78">
                  <c:v>2.4999999999977263E-2</c:v>
                </c:pt>
                <c:pt idx="79">
                  <c:v>2.4999999999977263E-2</c:v>
                </c:pt>
                <c:pt idx="80">
                  <c:v>2.4999999999977263E-2</c:v>
                </c:pt>
                <c:pt idx="81">
                  <c:v>2.4999999999977263E-2</c:v>
                </c:pt>
                <c:pt idx="82">
                  <c:v>2.4999999999977263E-2</c:v>
                </c:pt>
                <c:pt idx="83">
                  <c:v>2.4999999999977263E-2</c:v>
                </c:pt>
                <c:pt idx="84">
                  <c:v>2.4999999999977263E-2</c:v>
                </c:pt>
                <c:pt idx="85">
                  <c:v>2.4999999999977263E-2</c:v>
                </c:pt>
                <c:pt idx="86">
                  <c:v>2.4999999999977263E-2</c:v>
                </c:pt>
                <c:pt idx="87">
                  <c:v>2.4999999999977263E-2</c:v>
                </c:pt>
                <c:pt idx="88">
                  <c:v>2.4999999999977263E-2</c:v>
                </c:pt>
                <c:pt idx="89">
                  <c:v>2.4999999999977263E-2</c:v>
                </c:pt>
                <c:pt idx="90">
                  <c:v>2.4999999999977263E-2</c:v>
                </c:pt>
                <c:pt idx="91">
                  <c:v>2.4999999999977263E-2</c:v>
                </c:pt>
                <c:pt idx="92">
                  <c:v>2.4999999999977263E-2</c:v>
                </c:pt>
                <c:pt idx="93">
                  <c:v>2.4999999999977263E-2</c:v>
                </c:pt>
                <c:pt idx="94">
                  <c:v>2.4900000000002365E-2</c:v>
                </c:pt>
                <c:pt idx="95">
                  <c:v>2.4900000000002365E-2</c:v>
                </c:pt>
                <c:pt idx="96">
                  <c:v>2.4900000000002365E-2</c:v>
                </c:pt>
                <c:pt idx="97">
                  <c:v>2.4900000000002365E-2</c:v>
                </c:pt>
                <c:pt idx="98">
                  <c:v>2.4900000000002365E-2</c:v>
                </c:pt>
                <c:pt idx="99">
                  <c:v>2.4900000000002365E-2</c:v>
                </c:pt>
                <c:pt idx="100">
                  <c:v>2.4900000000002365E-2</c:v>
                </c:pt>
                <c:pt idx="101">
                  <c:v>2.4900000000002365E-2</c:v>
                </c:pt>
                <c:pt idx="102">
                  <c:v>2.4900000000002365E-2</c:v>
                </c:pt>
                <c:pt idx="103">
                  <c:v>2.4900000000002365E-2</c:v>
                </c:pt>
                <c:pt idx="104">
                  <c:v>2.4900000000002365E-2</c:v>
                </c:pt>
                <c:pt idx="105">
                  <c:v>2.4900000000002365E-2</c:v>
                </c:pt>
                <c:pt idx="106">
                  <c:v>2.4900000000002365E-2</c:v>
                </c:pt>
                <c:pt idx="107">
                  <c:v>2.4900000000002365E-2</c:v>
                </c:pt>
                <c:pt idx="108">
                  <c:v>2.4999999999977263E-2</c:v>
                </c:pt>
                <c:pt idx="109">
                  <c:v>2.4999999999977263E-2</c:v>
                </c:pt>
                <c:pt idx="110">
                  <c:v>2.4999999999977263E-2</c:v>
                </c:pt>
                <c:pt idx="111">
                  <c:v>2.4999999999977263E-2</c:v>
                </c:pt>
                <c:pt idx="112">
                  <c:v>2.4999999999977263E-2</c:v>
                </c:pt>
                <c:pt idx="113">
                  <c:v>2.5100000000009004E-2</c:v>
                </c:pt>
                <c:pt idx="114">
                  <c:v>2.5100000000009004E-2</c:v>
                </c:pt>
                <c:pt idx="115">
                  <c:v>2.5100000000009004E-2</c:v>
                </c:pt>
                <c:pt idx="116">
                  <c:v>2.5100000000009004E-2</c:v>
                </c:pt>
                <c:pt idx="117">
                  <c:v>2.5100000000009004E-2</c:v>
                </c:pt>
                <c:pt idx="118">
                  <c:v>2.5100000000009004E-2</c:v>
                </c:pt>
                <c:pt idx="119">
                  <c:v>2.5100000000009004E-2</c:v>
                </c:pt>
                <c:pt idx="120">
                  <c:v>2.5100000000009004E-2</c:v>
                </c:pt>
                <c:pt idx="121">
                  <c:v>2.5100000000009004E-2</c:v>
                </c:pt>
                <c:pt idx="122">
                  <c:v>2.5100000000009004E-2</c:v>
                </c:pt>
                <c:pt idx="123">
                  <c:v>2.5100000000009004E-2</c:v>
                </c:pt>
                <c:pt idx="124">
                  <c:v>2.5100000000009004E-2</c:v>
                </c:pt>
                <c:pt idx="125">
                  <c:v>2.5100000000009004E-2</c:v>
                </c:pt>
                <c:pt idx="126">
                  <c:v>2.5199999999983902E-2</c:v>
                </c:pt>
                <c:pt idx="127">
                  <c:v>2.5199999999983902E-2</c:v>
                </c:pt>
                <c:pt idx="128">
                  <c:v>2.5199999999983902E-2</c:v>
                </c:pt>
                <c:pt idx="129">
                  <c:v>2.5199999999983902E-2</c:v>
                </c:pt>
                <c:pt idx="130">
                  <c:v>2.5199999999983902E-2</c:v>
                </c:pt>
                <c:pt idx="131">
                  <c:v>2.5199999999983902E-2</c:v>
                </c:pt>
                <c:pt idx="132">
                  <c:v>2.5199999999983902E-2</c:v>
                </c:pt>
                <c:pt idx="133">
                  <c:v>2.5199999999983902E-2</c:v>
                </c:pt>
                <c:pt idx="134">
                  <c:v>2.5199999999983902E-2</c:v>
                </c:pt>
                <c:pt idx="135">
                  <c:v>2.5199999999983902E-2</c:v>
                </c:pt>
                <c:pt idx="136">
                  <c:v>2.5199999999983902E-2</c:v>
                </c:pt>
                <c:pt idx="137">
                  <c:v>2.5199999999983902E-2</c:v>
                </c:pt>
                <c:pt idx="138">
                  <c:v>2.5199999999983902E-2</c:v>
                </c:pt>
                <c:pt idx="139">
                  <c:v>2.5199999999983902E-2</c:v>
                </c:pt>
                <c:pt idx="140">
                  <c:v>2.5199999999983902E-2</c:v>
                </c:pt>
                <c:pt idx="141">
                  <c:v>2.5199999999983902E-2</c:v>
                </c:pt>
                <c:pt idx="142">
                  <c:v>2.5199999999983902E-2</c:v>
                </c:pt>
                <c:pt idx="143">
                  <c:v>2.5199999999983902E-2</c:v>
                </c:pt>
                <c:pt idx="144">
                  <c:v>2.5199999999983902E-2</c:v>
                </c:pt>
                <c:pt idx="145">
                  <c:v>2.5199999999983902E-2</c:v>
                </c:pt>
                <c:pt idx="146">
                  <c:v>2.5199999999983902E-2</c:v>
                </c:pt>
                <c:pt idx="147">
                  <c:v>2.5199999999983902E-2</c:v>
                </c:pt>
                <c:pt idx="148">
                  <c:v>2.5199999999983902E-2</c:v>
                </c:pt>
                <c:pt idx="149">
                  <c:v>2.5199999999983902E-2</c:v>
                </c:pt>
                <c:pt idx="150">
                  <c:v>2.5199999999983902E-2</c:v>
                </c:pt>
                <c:pt idx="151">
                  <c:v>2.5199999999983902E-2</c:v>
                </c:pt>
                <c:pt idx="152">
                  <c:v>2.5199999999983902E-2</c:v>
                </c:pt>
                <c:pt idx="153">
                  <c:v>2.5199999999983902E-2</c:v>
                </c:pt>
                <c:pt idx="154">
                  <c:v>2.5199999999983902E-2</c:v>
                </c:pt>
                <c:pt idx="155">
                  <c:v>2.5199999999983902E-2</c:v>
                </c:pt>
                <c:pt idx="156">
                  <c:v>2.5199999999983902E-2</c:v>
                </c:pt>
                <c:pt idx="157">
                  <c:v>2.5199999999983902E-2</c:v>
                </c:pt>
                <c:pt idx="158">
                  <c:v>2.5100000000009004E-2</c:v>
                </c:pt>
                <c:pt idx="159">
                  <c:v>2.5100000000009004E-2</c:v>
                </c:pt>
                <c:pt idx="160">
                  <c:v>2.5100000000009004E-2</c:v>
                </c:pt>
                <c:pt idx="161">
                  <c:v>2.5100000000009004E-2</c:v>
                </c:pt>
                <c:pt idx="162">
                  <c:v>2.4999999999977263E-2</c:v>
                </c:pt>
                <c:pt idx="163">
                  <c:v>2.4999999999977263E-2</c:v>
                </c:pt>
                <c:pt idx="164">
                  <c:v>2.4999999999977263E-2</c:v>
                </c:pt>
                <c:pt idx="165">
                  <c:v>2.4999999999977263E-2</c:v>
                </c:pt>
                <c:pt idx="166">
                  <c:v>2.4999999999977263E-2</c:v>
                </c:pt>
                <c:pt idx="167">
                  <c:v>2.4999999999977263E-2</c:v>
                </c:pt>
                <c:pt idx="168">
                  <c:v>2.4900000000002365E-2</c:v>
                </c:pt>
                <c:pt idx="169">
                  <c:v>2.4900000000002365E-2</c:v>
                </c:pt>
                <c:pt idx="170">
                  <c:v>2.4900000000002365E-2</c:v>
                </c:pt>
                <c:pt idx="171">
                  <c:v>2.4900000000002365E-2</c:v>
                </c:pt>
                <c:pt idx="172">
                  <c:v>2.4900000000002365E-2</c:v>
                </c:pt>
                <c:pt idx="173">
                  <c:v>2.4900000000002365E-2</c:v>
                </c:pt>
                <c:pt idx="174">
                  <c:v>2.4900000000002365E-2</c:v>
                </c:pt>
                <c:pt idx="175">
                  <c:v>2.4900000000002365E-2</c:v>
                </c:pt>
                <c:pt idx="176">
                  <c:v>2.4800000000027467E-2</c:v>
                </c:pt>
                <c:pt idx="177">
                  <c:v>2.4800000000027467E-2</c:v>
                </c:pt>
                <c:pt idx="178">
                  <c:v>2.4800000000027467E-2</c:v>
                </c:pt>
                <c:pt idx="179">
                  <c:v>2.4800000000027467E-2</c:v>
                </c:pt>
                <c:pt idx="180">
                  <c:v>2.4800000000027467E-2</c:v>
                </c:pt>
                <c:pt idx="181">
                  <c:v>2.4800000000027467E-2</c:v>
                </c:pt>
                <c:pt idx="182">
                  <c:v>2.4800000000027467E-2</c:v>
                </c:pt>
                <c:pt idx="183">
                  <c:v>2.4900000000002365E-2</c:v>
                </c:pt>
                <c:pt idx="184">
                  <c:v>2.4900000000002365E-2</c:v>
                </c:pt>
                <c:pt idx="185">
                  <c:v>2.4900000000002365E-2</c:v>
                </c:pt>
                <c:pt idx="186">
                  <c:v>2.4999999999977263E-2</c:v>
                </c:pt>
                <c:pt idx="187">
                  <c:v>2.4999999999977263E-2</c:v>
                </c:pt>
                <c:pt idx="188">
                  <c:v>2.4999999999977263E-2</c:v>
                </c:pt>
                <c:pt idx="189">
                  <c:v>2.4999999999977263E-2</c:v>
                </c:pt>
                <c:pt idx="190">
                  <c:v>2.5100000000009004E-2</c:v>
                </c:pt>
                <c:pt idx="191">
                  <c:v>2.5100000000009004E-2</c:v>
                </c:pt>
                <c:pt idx="192">
                  <c:v>2.5100000000009004E-2</c:v>
                </c:pt>
                <c:pt idx="193">
                  <c:v>2.5100000000009004E-2</c:v>
                </c:pt>
                <c:pt idx="194">
                  <c:v>2.5199999999983902E-2</c:v>
                </c:pt>
                <c:pt idx="195">
                  <c:v>2.5199999999983902E-2</c:v>
                </c:pt>
                <c:pt idx="196">
                  <c:v>2.5199999999983902E-2</c:v>
                </c:pt>
                <c:pt idx="197">
                  <c:v>2.5199999999983902E-2</c:v>
                </c:pt>
                <c:pt idx="198">
                  <c:v>2.5199999999983902E-2</c:v>
                </c:pt>
                <c:pt idx="199">
                  <c:v>2.5300000000015643E-2</c:v>
                </c:pt>
                <c:pt idx="200">
                  <c:v>2.5300000000015643E-2</c:v>
                </c:pt>
                <c:pt idx="201">
                  <c:v>2.5300000000015643E-2</c:v>
                </c:pt>
                <c:pt idx="202">
                  <c:v>2.5300000000015643E-2</c:v>
                </c:pt>
                <c:pt idx="203">
                  <c:v>2.5300000000015643E-2</c:v>
                </c:pt>
                <c:pt idx="204">
                  <c:v>2.5300000000015643E-2</c:v>
                </c:pt>
                <c:pt idx="205">
                  <c:v>2.5300000000015643E-2</c:v>
                </c:pt>
                <c:pt idx="206">
                  <c:v>2.5300000000015643E-2</c:v>
                </c:pt>
                <c:pt idx="207">
                  <c:v>2.5300000000015643E-2</c:v>
                </c:pt>
                <c:pt idx="208">
                  <c:v>2.5300000000015643E-2</c:v>
                </c:pt>
                <c:pt idx="209">
                  <c:v>2.5399999999990541E-2</c:v>
                </c:pt>
                <c:pt idx="210">
                  <c:v>2.5399999999990541E-2</c:v>
                </c:pt>
                <c:pt idx="211">
                  <c:v>2.5399999999990541E-2</c:v>
                </c:pt>
                <c:pt idx="212">
                  <c:v>2.5399999999990541E-2</c:v>
                </c:pt>
                <c:pt idx="213">
                  <c:v>2.5399999999990541E-2</c:v>
                </c:pt>
                <c:pt idx="214">
                  <c:v>2.5300000000015643E-2</c:v>
                </c:pt>
                <c:pt idx="215">
                  <c:v>2.5300000000015643E-2</c:v>
                </c:pt>
                <c:pt idx="216">
                  <c:v>2.5300000000015643E-2</c:v>
                </c:pt>
                <c:pt idx="217">
                  <c:v>2.5199999999983902E-2</c:v>
                </c:pt>
                <c:pt idx="218">
                  <c:v>2.5199999999983902E-2</c:v>
                </c:pt>
                <c:pt idx="219">
                  <c:v>2.5199999999983902E-2</c:v>
                </c:pt>
                <c:pt idx="220">
                  <c:v>2.5199999999983902E-2</c:v>
                </c:pt>
                <c:pt idx="221">
                  <c:v>2.5199999999983902E-2</c:v>
                </c:pt>
                <c:pt idx="222">
                  <c:v>2.5100000000009004E-2</c:v>
                </c:pt>
                <c:pt idx="223">
                  <c:v>2.5100000000009004E-2</c:v>
                </c:pt>
                <c:pt idx="224">
                  <c:v>2.5100000000009004E-2</c:v>
                </c:pt>
                <c:pt idx="225">
                  <c:v>2.5100000000009004E-2</c:v>
                </c:pt>
                <c:pt idx="226">
                  <c:v>2.5100000000009004E-2</c:v>
                </c:pt>
                <c:pt idx="227">
                  <c:v>2.5100000000009004E-2</c:v>
                </c:pt>
                <c:pt idx="228">
                  <c:v>2.5100000000009004E-2</c:v>
                </c:pt>
                <c:pt idx="229">
                  <c:v>2.4999999999977263E-2</c:v>
                </c:pt>
                <c:pt idx="230">
                  <c:v>2.4999999999977263E-2</c:v>
                </c:pt>
                <c:pt idx="231">
                  <c:v>2.4999999999977263E-2</c:v>
                </c:pt>
                <c:pt idx="232">
                  <c:v>2.4999999999977263E-2</c:v>
                </c:pt>
                <c:pt idx="233">
                  <c:v>2.4999999999977263E-2</c:v>
                </c:pt>
                <c:pt idx="234">
                  <c:v>2.4999999999977263E-2</c:v>
                </c:pt>
                <c:pt idx="235">
                  <c:v>2.4999999999977263E-2</c:v>
                </c:pt>
                <c:pt idx="236">
                  <c:v>2.4999999999977263E-2</c:v>
                </c:pt>
                <c:pt idx="237">
                  <c:v>2.4999999999977263E-2</c:v>
                </c:pt>
                <c:pt idx="238">
                  <c:v>2.4999999999977263E-2</c:v>
                </c:pt>
                <c:pt idx="239">
                  <c:v>2.4999999999977263E-2</c:v>
                </c:pt>
                <c:pt idx="240">
                  <c:v>2.4999999999977263E-2</c:v>
                </c:pt>
                <c:pt idx="241">
                  <c:v>2.4999999999977263E-2</c:v>
                </c:pt>
                <c:pt idx="242">
                  <c:v>2.4999999999977263E-2</c:v>
                </c:pt>
                <c:pt idx="243">
                  <c:v>2.4999999999977263E-2</c:v>
                </c:pt>
                <c:pt idx="244">
                  <c:v>2.4999999999977263E-2</c:v>
                </c:pt>
                <c:pt idx="245">
                  <c:v>2.4999999999977263E-2</c:v>
                </c:pt>
                <c:pt idx="246">
                  <c:v>2.4999999999977263E-2</c:v>
                </c:pt>
                <c:pt idx="247">
                  <c:v>2.4999999999977263E-2</c:v>
                </c:pt>
                <c:pt idx="248">
                  <c:v>2.4999999999977263E-2</c:v>
                </c:pt>
                <c:pt idx="249">
                  <c:v>2.4999999999977263E-2</c:v>
                </c:pt>
                <c:pt idx="250">
                  <c:v>2.4999999999977263E-2</c:v>
                </c:pt>
                <c:pt idx="251">
                  <c:v>2.4900000000002365E-2</c:v>
                </c:pt>
                <c:pt idx="252">
                  <c:v>2.4900000000002365E-2</c:v>
                </c:pt>
                <c:pt idx="253">
                  <c:v>2.4900000000002365E-2</c:v>
                </c:pt>
                <c:pt idx="254">
                  <c:v>2.4900000000002365E-2</c:v>
                </c:pt>
                <c:pt idx="255">
                  <c:v>2.4900000000002365E-2</c:v>
                </c:pt>
                <c:pt idx="256">
                  <c:v>2.4900000000002365E-2</c:v>
                </c:pt>
                <c:pt idx="257">
                  <c:v>2.4900000000002365E-2</c:v>
                </c:pt>
                <c:pt idx="258">
                  <c:v>2.4900000000002365E-2</c:v>
                </c:pt>
                <c:pt idx="259">
                  <c:v>2.4900000000002365E-2</c:v>
                </c:pt>
                <c:pt idx="260">
                  <c:v>2.4900000000002365E-2</c:v>
                </c:pt>
                <c:pt idx="261">
                  <c:v>2.4900000000002365E-2</c:v>
                </c:pt>
                <c:pt idx="262">
                  <c:v>2.4900000000002365E-2</c:v>
                </c:pt>
                <c:pt idx="263">
                  <c:v>2.4900000000002365E-2</c:v>
                </c:pt>
                <c:pt idx="264">
                  <c:v>2.4999999999977263E-2</c:v>
                </c:pt>
                <c:pt idx="265">
                  <c:v>2.4999999999977263E-2</c:v>
                </c:pt>
                <c:pt idx="266">
                  <c:v>2.4999999999977263E-2</c:v>
                </c:pt>
                <c:pt idx="267">
                  <c:v>2.4999999999977263E-2</c:v>
                </c:pt>
                <c:pt idx="268">
                  <c:v>2.4999999999977263E-2</c:v>
                </c:pt>
                <c:pt idx="269">
                  <c:v>2.4999999999977263E-2</c:v>
                </c:pt>
                <c:pt idx="270">
                  <c:v>2.5100000000009004E-2</c:v>
                </c:pt>
                <c:pt idx="271">
                  <c:v>2.5100000000009004E-2</c:v>
                </c:pt>
                <c:pt idx="272">
                  <c:v>2.5100000000009004E-2</c:v>
                </c:pt>
                <c:pt idx="273">
                  <c:v>2.5100000000009004E-2</c:v>
                </c:pt>
                <c:pt idx="274">
                  <c:v>2.5100000000009004E-2</c:v>
                </c:pt>
                <c:pt idx="275">
                  <c:v>2.5100000000009004E-2</c:v>
                </c:pt>
                <c:pt idx="276">
                  <c:v>2.5100000000009004E-2</c:v>
                </c:pt>
                <c:pt idx="277">
                  <c:v>2.5100000000009004E-2</c:v>
                </c:pt>
                <c:pt idx="278">
                  <c:v>2.5100000000009004E-2</c:v>
                </c:pt>
                <c:pt idx="279">
                  <c:v>2.5100000000009004E-2</c:v>
                </c:pt>
                <c:pt idx="280">
                  <c:v>2.5100000000009004E-2</c:v>
                </c:pt>
                <c:pt idx="281">
                  <c:v>2.5100000000009004E-2</c:v>
                </c:pt>
                <c:pt idx="282">
                  <c:v>2.5100000000009004E-2</c:v>
                </c:pt>
                <c:pt idx="283">
                  <c:v>2.5199999999983902E-2</c:v>
                </c:pt>
                <c:pt idx="284">
                  <c:v>2.5199999999983902E-2</c:v>
                </c:pt>
                <c:pt idx="285">
                  <c:v>2.5199999999983902E-2</c:v>
                </c:pt>
                <c:pt idx="286">
                  <c:v>2.5199999999983902E-2</c:v>
                </c:pt>
                <c:pt idx="287">
                  <c:v>2.5199999999983902E-2</c:v>
                </c:pt>
                <c:pt idx="288">
                  <c:v>2.5199999999983902E-2</c:v>
                </c:pt>
                <c:pt idx="289">
                  <c:v>2.5199999999983902E-2</c:v>
                </c:pt>
                <c:pt idx="290">
                  <c:v>2.5199999999983902E-2</c:v>
                </c:pt>
                <c:pt idx="291">
                  <c:v>2.5199999999983902E-2</c:v>
                </c:pt>
                <c:pt idx="292">
                  <c:v>2.5199999999983902E-2</c:v>
                </c:pt>
                <c:pt idx="293">
                  <c:v>2.5199999999983902E-2</c:v>
                </c:pt>
                <c:pt idx="294">
                  <c:v>2.5199999999983902E-2</c:v>
                </c:pt>
                <c:pt idx="295">
                  <c:v>2.5199999999983902E-2</c:v>
                </c:pt>
                <c:pt idx="296">
                  <c:v>2.5199999999983902E-2</c:v>
                </c:pt>
                <c:pt idx="297">
                  <c:v>2.5199999999983902E-2</c:v>
                </c:pt>
                <c:pt idx="298">
                  <c:v>2.5199999999983902E-2</c:v>
                </c:pt>
                <c:pt idx="299">
                  <c:v>2.5199999999983902E-2</c:v>
                </c:pt>
                <c:pt idx="300">
                  <c:v>2.5199999999983902E-2</c:v>
                </c:pt>
                <c:pt idx="301">
                  <c:v>2.5199999999983902E-2</c:v>
                </c:pt>
                <c:pt idx="302">
                  <c:v>2.5199999999983902E-2</c:v>
                </c:pt>
                <c:pt idx="303">
                  <c:v>2.5199999999983902E-2</c:v>
                </c:pt>
                <c:pt idx="304">
                  <c:v>2.5199999999983902E-2</c:v>
                </c:pt>
                <c:pt idx="305">
                  <c:v>2.5199999999983902E-2</c:v>
                </c:pt>
                <c:pt idx="306">
                  <c:v>2.5199999999983902E-2</c:v>
                </c:pt>
                <c:pt idx="307">
                  <c:v>2.5199999999983902E-2</c:v>
                </c:pt>
                <c:pt idx="308">
                  <c:v>2.5199999999983902E-2</c:v>
                </c:pt>
                <c:pt idx="309">
                  <c:v>2.5199999999983902E-2</c:v>
                </c:pt>
                <c:pt idx="310">
                  <c:v>2.5199999999983902E-2</c:v>
                </c:pt>
                <c:pt idx="311">
                  <c:v>2.5199999999983902E-2</c:v>
                </c:pt>
                <c:pt idx="312">
                  <c:v>2.5199999999983902E-2</c:v>
                </c:pt>
                <c:pt idx="313">
                  <c:v>2.5199999999983902E-2</c:v>
                </c:pt>
                <c:pt idx="314">
                  <c:v>2.5199999999983902E-2</c:v>
                </c:pt>
                <c:pt idx="315">
                  <c:v>2.5100000000009004E-2</c:v>
                </c:pt>
                <c:pt idx="316">
                  <c:v>2.5100000000009004E-2</c:v>
                </c:pt>
                <c:pt idx="317">
                  <c:v>2.5100000000009004E-2</c:v>
                </c:pt>
                <c:pt idx="318">
                  <c:v>2.5100000000009004E-2</c:v>
                </c:pt>
                <c:pt idx="319">
                  <c:v>2.4999999999977263E-2</c:v>
                </c:pt>
                <c:pt idx="320">
                  <c:v>2.4999999999977263E-2</c:v>
                </c:pt>
                <c:pt idx="321">
                  <c:v>2.4999999999977263E-2</c:v>
                </c:pt>
                <c:pt idx="322">
                  <c:v>2.4999999999977263E-2</c:v>
                </c:pt>
                <c:pt idx="323">
                  <c:v>2.4999999999977263E-2</c:v>
                </c:pt>
                <c:pt idx="324">
                  <c:v>2.4999999999977263E-2</c:v>
                </c:pt>
                <c:pt idx="325">
                  <c:v>2.4900000000002365E-2</c:v>
                </c:pt>
                <c:pt idx="326">
                  <c:v>2.4900000000002365E-2</c:v>
                </c:pt>
                <c:pt idx="327">
                  <c:v>2.4900000000002365E-2</c:v>
                </c:pt>
                <c:pt idx="328">
                  <c:v>2.4900000000002365E-2</c:v>
                </c:pt>
                <c:pt idx="329">
                  <c:v>2.4900000000002365E-2</c:v>
                </c:pt>
                <c:pt idx="330">
                  <c:v>2.4900000000002365E-2</c:v>
                </c:pt>
                <c:pt idx="331">
                  <c:v>2.4900000000002365E-2</c:v>
                </c:pt>
                <c:pt idx="332">
                  <c:v>2.4900000000002365E-2</c:v>
                </c:pt>
                <c:pt idx="333">
                  <c:v>2.4800000000027467E-2</c:v>
                </c:pt>
                <c:pt idx="334">
                  <c:v>2.4800000000027467E-2</c:v>
                </c:pt>
                <c:pt idx="335">
                  <c:v>2.4800000000027467E-2</c:v>
                </c:pt>
                <c:pt idx="336">
                  <c:v>2.4800000000027467E-2</c:v>
                </c:pt>
                <c:pt idx="337">
                  <c:v>2.4800000000027467E-2</c:v>
                </c:pt>
                <c:pt idx="338">
                  <c:v>2.4800000000027467E-2</c:v>
                </c:pt>
                <c:pt idx="339">
                  <c:v>2.4800000000027467E-2</c:v>
                </c:pt>
                <c:pt idx="340">
                  <c:v>2.4900000000002365E-2</c:v>
                </c:pt>
                <c:pt idx="341">
                  <c:v>2.4900000000002365E-2</c:v>
                </c:pt>
                <c:pt idx="342">
                  <c:v>2.4900000000002365E-2</c:v>
                </c:pt>
                <c:pt idx="343">
                  <c:v>2.4999999999977263E-2</c:v>
                </c:pt>
                <c:pt idx="344">
                  <c:v>2.4999999999977263E-2</c:v>
                </c:pt>
                <c:pt idx="345">
                  <c:v>2.4999999999977263E-2</c:v>
                </c:pt>
                <c:pt idx="346">
                  <c:v>2.4999999999977263E-2</c:v>
                </c:pt>
                <c:pt idx="347">
                  <c:v>2.5100000000009004E-2</c:v>
                </c:pt>
                <c:pt idx="348">
                  <c:v>2.5100000000009004E-2</c:v>
                </c:pt>
                <c:pt idx="349">
                  <c:v>2.5100000000009004E-2</c:v>
                </c:pt>
                <c:pt idx="350">
                  <c:v>2.5100000000009004E-2</c:v>
                </c:pt>
                <c:pt idx="351">
                  <c:v>2.5199999999983902E-2</c:v>
                </c:pt>
                <c:pt idx="352">
                  <c:v>2.5199999999983902E-2</c:v>
                </c:pt>
                <c:pt idx="353">
                  <c:v>2.5199999999983902E-2</c:v>
                </c:pt>
                <c:pt idx="354">
                  <c:v>2.5199999999983902E-2</c:v>
                </c:pt>
                <c:pt idx="355">
                  <c:v>2.5199999999983902E-2</c:v>
                </c:pt>
                <c:pt idx="356">
                  <c:v>2.5300000000015643E-2</c:v>
                </c:pt>
                <c:pt idx="357">
                  <c:v>2.5300000000015643E-2</c:v>
                </c:pt>
                <c:pt idx="358">
                  <c:v>2.5300000000015643E-2</c:v>
                </c:pt>
                <c:pt idx="359">
                  <c:v>2.5300000000015643E-2</c:v>
                </c:pt>
                <c:pt idx="360">
                  <c:v>2.5300000000015643E-2</c:v>
                </c:pt>
                <c:pt idx="361">
                  <c:v>2.5300000000015643E-2</c:v>
                </c:pt>
                <c:pt idx="362">
                  <c:v>2.5300000000015643E-2</c:v>
                </c:pt>
                <c:pt idx="363">
                  <c:v>2.5300000000015643E-2</c:v>
                </c:pt>
                <c:pt idx="364">
                  <c:v>2.5300000000015643E-2</c:v>
                </c:pt>
                <c:pt idx="365">
                  <c:v>2.5300000000015643E-2</c:v>
                </c:pt>
                <c:pt idx="366">
                  <c:v>2.5300000000015643E-2</c:v>
                </c:pt>
                <c:pt idx="367">
                  <c:v>2.5399999999990541E-2</c:v>
                </c:pt>
                <c:pt idx="368">
                  <c:v>2.5399999999990541E-2</c:v>
                </c:pt>
                <c:pt idx="369">
                  <c:v>2.5399999999990541E-2</c:v>
                </c:pt>
                <c:pt idx="370">
                  <c:v>2.5399999999990541E-2</c:v>
                </c:pt>
                <c:pt idx="371">
                  <c:v>2.5399999999990541E-2</c:v>
                </c:pt>
                <c:pt idx="372">
                  <c:v>2.5300000000015643E-2</c:v>
                </c:pt>
                <c:pt idx="373">
                  <c:v>2.5300000000015643E-2</c:v>
                </c:pt>
                <c:pt idx="374">
                  <c:v>2.5300000000015643E-2</c:v>
                </c:pt>
                <c:pt idx="375">
                  <c:v>2.5199999999983902E-2</c:v>
                </c:pt>
                <c:pt idx="376">
                  <c:v>2.5199999999983902E-2</c:v>
                </c:pt>
                <c:pt idx="377">
                  <c:v>2.5199999999983902E-2</c:v>
                </c:pt>
                <c:pt idx="378">
                  <c:v>2.5199999999983902E-2</c:v>
                </c:pt>
                <c:pt idx="379">
                  <c:v>2.5199999999983902E-2</c:v>
                </c:pt>
                <c:pt idx="380">
                  <c:v>2.5100000000009004E-2</c:v>
                </c:pt>
                <c:pt idx="381">
                  <c:v>2.5100000000009004E-2</c:v>
                </c:pt>
                <c:pt idx="382">
                  <c:v>2.5100000000009004E-2</c:v>
                </c:pt>
                <c:pt idx="383">
                  <c:v>2.5100000000009004E-2</c:v>
                </c:pt>
                <c:pt idx="384">
                  <c:v>2.5100000000009004E-2</c:v>
                </c:pt>
                <c:pt idx="385">
                  <c:v>2.5100000000009004E-2</c:v>
                </c:pt>
                <c:pt idx="386">
                  <c:v>2.5100000000009004E-2</c:v>
                </c:pt>
                <c:pt idx="387">
                  <c:v>2.4999999999977263E-2</c:v>
                </c:pt>
                <c:pt idx="388">
                  <c:v>2.4999999999977263E-2</c:v>
                </c:pt>
                <c:pt idx="389">
                  <c:v>2.4999999999977263E-2</c:v>
                </c:pt>
                <c:pt idx="390">
                  <c:v>2.4999999999977263E-2</c:v>
                </c:pt>
                <c:pt idx="391">
                  <c:v>2.4999999999977263E-2</c:v>
                </c:pt>
                <c:pt idx="392">
                  <c:v>2.4999999999977263E-2</c:v>
                </c:pt>
                <c:pt idx="393">
                  <c:v>2.4999999999977263E-2</c:v>
                </c:pt>
                <c:pt idx="394">
                  <c:v>2.4999999999977263E-2</c:v>
                </c:pt>
                <c:pt idx="395">
                  <c:v>2.4999999999977263E-2</c:v>
                </c:pt>
                <c:pt idx="396">
                  <c:v>2.4999999999977263E-2</c:v>
                </c:pt>
                <c:pt idx="397">
                  <c:v>2.4999999999977263E-2</c:v>
                </c:pt>
                <c:pt idx="398">
                  <c:v>2.4999999999977263E-2</c:v>
                </c:pt>
                <c:pt idx="399">
                  <c:v>2.4999999999977263E-2</c:v>
                </c:pt>
                <c:pt idx="400">
                  <c:v>2.4999999999977263E-2</c:v>
                </c:pt>
                <c:pt idx="401">
                  <c:v>2.4999999999977263E-2</c:v>
                </c:pt>
                <c:pt idx="402">
                  <c:v>2.4999999999977263E-2</c:v>
                </c:pt>
                <c:pt idx="403">
                  <c:v>2.4999999999977263E-2</c:v>
                </c:pt>
                <c:pt idx="404">
                  <c:v>2.4999999999977263E-2</c:v>
                </c:pt>
                <c:pt idx="405">
                  <c:v>2.4999999999977263E-2</c:v>
                </c:pt>
                <c:pt idx="406">
                  <c:v>2.4999999999977263E-2</c:v>
                </c:pt>
                <c:pt idx="407">
                  <c:v>2.4999999999977263E-2</c:v>
                </c:pt>
                <c:pt idx="408">
                  <c:v>2.4999999999977263E-2</c:v>
                </c:pt>
                <c:pt idx="409">
                  <c:v>2.4900000000002365E-2</c:v>
                </c:pt>
                <c:pt idx="410">
                  <c:v>2.4900000000002365E-2</c:v>
                </c:pt>
                <c:pt idx="411">
                  <c:v>2.4900000000002365E-2</c:v>
                </c:pt>
                <c:pt idx="412">
                  <c:v>2.4900000000002365E-2</c:v>
                </c:pt>
                <c:pt idx="413">
                  <c:v>2.4900000000002365E-2</c:v>
                </c:pt>
                <c:pt idx="414">
                  <c:v>2.4900000000002365E-2</c:v>
                </c:pt>
                <c:pt idx="415">
                  <c:v>2.4900000000002365E-2</c:v>
                </c:pt>
                <c:pt idx="416">
                  <c:v>2.4900000000002365E-2</c:v>
                </c:pt>
                <c:pt idx="417">
                  <c:v>2.4900000000002365E-2</c:v>
                </c:pt>
                <c:pt idx="418">
                  <c:v>2.4900000000002365E-2</c:v>
                </c:pt>
                <c:pt idx="419">
                  <c:v>2.4900000000002365E-2</c:v>
                </c:pt>
                <c:pt idx="420">
                  <c:v>2.4900000000002365E-2</c:v>
                </c:pt>
                <c:pt idx="421">
                  <c:v>2.4900000000002365E-2</c:v>
                </c:pt>
                <c:pt idx="422">
                  <c:v>2.4999999999977263E-2</c:v>
                </c:pt>
                <c:pt idx="423">
                  <c:v>2.4999999999977263E-2</c:v>
                </c:pt>
                <c:pt idx="424">
                  <c:v>2.4999999999977263E-2</c:v>
                </c:pt>
                <c:pt idx="425">
                  <c:v>2.4999999999977263E-2</c:v>
                </c:pt>
                <c:pt idx="426">
                  <c:v>2.4999999999977263E-2</c:v>
                </c:pt>
                <c:pt idx="427">
                  <c:v>2.4999999999977263E-2</c:v>
                </c:pt>
                <c:pt idx="428">
                  <c:v>2.5100000000009004E-2</c:v>
                </c:pt>
                <c:pt idx="429">
                  <c:v>2.5100000000009004E-2</c:v>
                </c:pt>
                <c:pt idx="430">
                  <c:v>2.5100000000009004E-2</c:v>
                </c:pt>
                <c:pt idx="431">
                  <c:v>2.5100000000009004E-2</c:v>
                </c:pt>
                <c:pt idx="432">
                  <c:v>2.5100000000009004E-2</c:v>
                </c:pt>
                <c:pt idx="433">
                  <c:v>2.5100000000009004E-2</c:v>
                </c:pt>
                <c:pt idx="434">
                  <c:v>2.5100000000009004E-2</c:v>
                </c:pt>
                <c:pt idx="435">
                  <c:v>2.5100000000009004E-2</c:v>
                </c:pt>
                <c:pt idx="436">
                  <c:v>2.5100000000009004E-2</c:v>
                </c:pt>
                <c:pt idx="437">
                  <c:v>2.5100000000009004E-2</c:v>
                </c:pt>
                <c:pt idx="438">
                  <c:v>2.5100000000009004E-2</c:v>
                </c:pt>
                <c:pt idx="439">
                  <c:v>2.5100000000009004E-2</c:v>
                </c:pt>
                <c:pt idx="440">
                  <c:v>2.5100000000009004E-2</c:v>
                </c:pt>
                <c:pt idx="441">
                  <c:v>2.5199999999983902E-2</c:v>
                </c:pt>
                <c:pt idx="442">
                  <c:v>2.5199999999983902E-2</c:v>
                </c:pt>
                <c:pt idx="443">
                  <c:v>2.5199999999983902E-2</c:v>
                </c:pt>
                <c:pt idx="444">
                  <c:v>2.5199999999983902E-2</c:v>
                </c:pt>
                <c:pt idx="445">
                  <c:v>2.5199999999983902E-2</c:v>
                </c:pt>
                <c:pt idx="446">
                  <c:v>2.5199999999983902E-2</c:v>
                </c:pt>
                <c:pt idx="447">
                  <c:v>2.5199999999983902E-2</c:v>
                </c:pt>
                <c:pt idx="448">
                  <c:v>2.5199999999983902E-2</c:v>
                </c:pt>
                <c:pt idx="449">
                  <c:v>2.5199999999983902E-2</c:v>
                </c:pt>
                <c:pt idx="450">
                  <c:v>2.5199999999983902E-2</c:v>
                </c:pt>
                <c:pt idx="451">
                  <c:v>2.5199999999983902E-2</c:v>
                </c:pt>
                <c:pt idx="452">
                  <c:v>2.5199999999983902E-2</c:v>
                </c:pt>
                <c:pt idx="453">
                  <c:v>2.5199999999983902E-2</c:v>
                </c:pt>
                <c:pt idx="454">
                  <c:v>2.5199999999983902E-2</c:v>
                </c:pt>
                <c:pt idx="455">
                  <c:v>2.5199999999983902E-2</c:v>
                </c:pt>
                <c:pt idx="456">
                  <c:v>2.5199999999983902E-2</c:v>
                </c:pt>
                <c:pt idx="457">
                  <c:v>2.5199999999983902E-2</c:v>
                </c:pt>
                <c:pt idx="458">
                  <c:v>2.5199999999983902E-2</c:v>
                </c:pt>
                <c:pt idx="459">
                  <c:v>2.5199999999983902E-2</c:v>
                </c:pt>
                <c:pt idx="460">
                  <c:v>2.5199999999983902E-2</c:v>
                </c:pt>
                <c:pt idx="461">
                  <c:v>2.5199999999983902E-2</c:v>
                </c:pt>
                <c:pt idx="462">
                  <c:v>2.5199999999983902E-2</c:v>
                </c:pt>
                <c:pt idx="463">
                  <c:v>2.5199999999983902E-2</c:v>
                </c:pt>
                <c:pt idx="464">
                  <c:v>2.5199999999983902E-2</c:v>
                </c:pt>
                <c:pt idx="465">
                  <c:v>2.5199999999983902E-2</c:v>
                </c:pt>
                <c:pt idx="466">
                  <c:v>2.5199999999983902E-2</c:v>
                </c:pt>
                <c:pt idx="467">
                  <c:v>2.5199999999983902E-2</c:v>
                </c:pt>
                <c:pt idx="468">
                  <c:v>2.5199999999983902E-2</c:v>
                </c:pt>
                <c:pt idx="469">
                  <c:v>2.5199999999983902E-2</c:v>
                </c:pt>
                <c:pt idx="470">
                  <c:v>2.5199999999983902E-2</c:v>
                </c:pt>
                <c:pt idx="471">
                  <c:v>2.5199999999983902E-2</c:v>
                </c:pt>
                <c:pt idx="472">
                  <c:v>2.5199999999983902E-2</c:v>
                </c:pt>
                <c:pt idx="473">
                  <c:v>2.5199999999983902E-2</c:v>
                </c:pt>
                <c:pt idx="474">
                  <c:v>2.5100000000009004E-2</c:v>
                </c:pt>
                <c:pt idx="475">
                  <c:v>2.5100000000009004E-2</c:v>
                </c:pt>
                <c:pt idx="476">
                  <c:v>2.5100000000009004E-2</c:v>
                </c:pt>
                <c:pt idx="477">
                  <c:v>2.5100000000009004E-2</c:v>
                </c:pt>
                <c:pt idx="478">
                  <c:v>2.4999999999977263E-2</c:v>
                </c:pt>
                <c:pt idx="479">
                  <c:v>2.4999999999977263E-2</c:v>
                </c:pt>
                <c:pt idx="480">
                  <c:v>2.4999999999977263E-2</c:v>
                </c:pt>
                <c:pt idx="481">
                  <c:v>2.4999999999977263E-2</c:v>
                </c:pt>
                <c:pt idx="482">
                  <c:v>2.4999999999977263E-2</c:v>
                </c:pt>
                <c:pt idx="483">
                  <c:v>2.4999999999977263E-2</c:v>
                </c:pt>
                <c:pt idx="484">
                  <c:v>2.4900000000002365E-2</c:v>
                </c:pt>
                <c:pt idx="485">
                  <c:v>2.4900000000002365E-2</c:v>
                </c:pt>
                <c:pt idx="486">
                  <c:v>2.4900000000002365E-2</c:v>
                </c:pt>
                <c:pt idx="487">
                  <c:v>2.4900000000002365E-2</c:v>
                </c:pt>
                <c:pt idx="488">
                  <c:v>2.4900000000002365E-2</c:v>
                </c:pt>
                <c:pt idx="489">
                  <c:v>2.4900000000002365E-2</c:v>
                </c:pt>
                <c:pt idx="490">
                  <c:v>2.4900000000002365E-2</c:v>
                </c:pt>
                <c:pt idx="491">
                  <c:v>2.4900000000002365E-2</c:v>
                </c:pt>
                <c:pt idx="492">
                  <c:v>2.4800000000027467E-2</c:v>
                </c:pt>
                <c:pt idx="493">
                  <c:v>2.4800000000027467E-2</c:v>
                </c:pt>
                <c:pt idx="494">
                  <c:v>2.4800000000027467E-2</c:v>
                </c:pt>
                <c:pt idx="495">
                  <c:v>2.4800000000027467E-2</c:v>
                </c:pt>
                <c:pt idx="496">
                  <c:v>2.4800000000027467E-2</c:v>
                </c:pt>
                <c:pt idx="497">
                  <c:v>2.4800000000027467E-2</c:v>
                </c:pt>
                <c:pt idx="498">
                  <c:v>2.4800000000027467E-2</c:v>
                </c:pt>
                <c:pt idx="499">
                  <c:v>2.4900000000002365E-2</c:v>
                </c:pt>
                <c:pt idx="500">
                  <c:v>2.4900000000002365E-2</c:v>
                </c:pt>
                <c:pt idx="501">
                  <c:v>2.4900000000002365E-2</c:v>
                </c:pt>
                <c:pt idx="502">
                  <c:v>2.4999999999977263E-2</c:v>
                </c:pt>
                <c:pt idx="503">
                  <c:v>2.4999999999977263E-2</c:v>
                </c:pt>
                <c:pt idx="504">
                  <c:v>2.4999999999977263E-2</c:v>
                </c:pt>
                <c:pt idx="505">
                  <c:v>2.5100000000009004E-2</c:v>
                </c:pt>
                <c:pt idx="506">
                  <c:v>2.5100000000009004E-2</c:v>
                </c:pt>
                <c:pt idx="507">
                  <c:v>2.5100000000009004E-2</c:v>
                </c:pt>
                <c:pt idx="508">
                  <c:v>2.5100000000009004E-2</c:v>
                </c:pt>
                <c:pt idx="509">
                  <c:v>2.5199999999983902E-2</c:v>
                </c:pt>
                <c:pt idx="510">
                  <c:v>2.5199999999983902E-2</c:v>
                </c:pt>
                <c:pt idx="511">
                  <c:v>2.5199999999983902E-2</c:v>
                </c:pt>
                <c:pt idx="512">
                  <c:v>2.5199999999983902E-2</c:v>
                </c:pt>
                <c:pt idx="513">
                  <c:v>2.5199999999983902E-2</c:v>
                </c:pt>
                <c:pt idx="514">
                  <c:v>2.5199999999983902E-2</c:v>
                </c:pt>
                <c:pt idx="515">
                  <c:v>2.5300000000015643E-2</c:v>
                </c:pt>
                <c:pt idx="516">
                  <c:v>2.5300000000015643E-2</c:v>
                </c:pt>
                <c:pt idx="517">
                  <c:v>2.5300000000015643E-2</c:v>
                </c:pt>
                <c:pt idx="518">
                  <c:v>2.5300000000015643E-2</c:v>
                </c:pt>
                <c:pt idx="519">
                  <c:v>2.5300000000015643E-2</c:v>
                </c:pt>
                <c:pt idx="520">
                  <c:v>2.5300000000015643E-2</c:v>
                </c:pt>
                <c:pt idx="521">
                  <c:v>2.5300000000015643E-2</c:v>
                </c:pt>
                <c:pt idx="522">
                  <c:v>2.5300000000015643E-2</c:v>
                </c:pt>
                <c:pt idx="523">
                  <c:v>2.5300000000015643E-2</c:v>
                </c:pt>
                <c:pt idx="524">
                  <c:v>2.5300000000015643E-2</c:v>
                </c:pt>
                <c:pt idx="525">
                  <c:v>2.5399999999990541E-2</c:v>
                </c:pt>
                <c:pt idx="526">
                  <c:v>2.5399999999990541E-2</c:v>
                </c:pt>
                <c:pt idx="527">
                  <c:v>2.5399999999990541E-2</c:v>
                </c:pt>
                <c:pt idx="528">
                  <c:v>2.5399999999990541E-2</c:v>
                </c:pt>
                <c:pt idx="529">
                  <c:v>2.5300000000015643E-2</c:v>
                </c:pt>
                <c:pt idx="530">
                  <c:v>2.5300000000015643E-2</c:v>
                </c:pt>
                <c:pt idx="531">
                  <c:v>2.5300000000015643E-2</c:v>
                </c:pt>
                <c:pt idx="532">
                  <c:v>2.5300000000015643E-2</c:v>
                </c:pt>
              </c:numCache>
            </c:numRef>
          </c:yVal>
          <c:smooth val="1"/>
          <c:extLst>
            <c:ext xmlns:c16="http://schemas.microsoft.com/office/drawing/2014/chart" uri="{C3380CC4-5D6E-409C-BE32-E72D297353CC}">
              <c16:uniqueId val="{00000003-070C-47F8-AF40-B045CA708FE7}"/>
            </c:ext>
          </c:extLst>
        </c:ser>
        <c:ser>
          <c:idx val="4"/>
          <c:order val="4"/>
          <c:tx>
            <c:strRef>
              <c:f>N50000_VV_TEMPS_oc5l2_50000!$BF$1</c:f>
              <c:strCache>
                <c:ptCount val="1"/>
                <c:pt idx="0">
                  <c:v>CGI_DM1.5</c:v>
                </c:pt>
              </c:strCache>
            </c:strRef>
          </c:tx>
          <c:spPr>
            <a:ln w="19050" cap="rnd">
              <a:solidFill>
                <a:schemeClr val="accent5"/>
              </a:solidFill>
              <a:round/>
            </a:ln>
            <a:effectLst/>
          </c:spPr>
          <c:marker>
            <c:symbol val="circle"/>
            <c:size val="5"/>
            <c:spPr>
              <a:solidFill>
                <a:schemeClr val="accent5"/>
              </a:solidFill>
              <a:ln w="9525">
                <a:solidFill>
                  <a:schemeClr val="accent5"/>
                </a:solidFill>
              </a:ln>
              <a:effectLst/>
            </c:spPr>
          </c:marker>
          <c:xVal>
            <c:numRef>
              <c:f>N50000_VV_TEMPS_oc5l2_50000!$BA$2:$BA$536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N50000_VV_TEMPS_oc5l2_50000!$BF$2:$BF$536</c:f>
              <c:numCache>
                <c:formatCode>General</c:formatCode>
                <c:ptCount val="533"/>
                <c:pt idx="0">
                  <c:v>0</c:v>
                </c:pt>
                <c:pt idx="1">
                  <c:v>4.4800000000009277E-2</c:v>
                </c:pt>
                <c:pt idx="2">
                  <c:v>4.199999999997317E-2</c:v>
                </c:pt>
                <c:pt idx="3">
                  <c:v>3.3299999999996999E-2</c:v>
                </c:pt>
                <c:pt idx="4">
                  <c:v>3.999999999996362E-2</c:v>
                </c:pt>
                <c:pt idx="5">
                  <c:v>3.7599999999997635E-2</c:v>
                </c:pt>
                <c:pt idx="6">
                  <c:v>3.8000000000010914E-2</c:v>
                </c:pt>
                <c:pt idx="7">
                  <c:v>3.8399999999967349E-2</c:v>
                </c:pt>
                <c:pt idx="8">
                  <c:v>3.8099999999985812E-2</c:v>
                </c:pt>
                <c:pt idx="9">
                  <c:v>3.819999999996071E-2</c:v>
                </c:pt>
                <c:pt idx="10">
                  <c:v>3.819999999996071E-2</c:v>
                </c:pt>
                <c:pt idx="11">
                  <c:v>3.8299999999992451E-2</c:v>
                </c:pt>
                <c:pt idx="12">
                  <c:v>3.8299999999992451E-2</c:v>
                </c:pt>
                <c:pt idx="13">
                  <c:v>3.8299999999992451E-2</c:v>
                </c:pt>
                <c:pt idx="14">
                  <c:v>3.8299999999992451E-2</c:v>
                </c:pt>
                <c:pt idx="15">
                  <c:v>3.8299999999992451E-2</c:v>
                </c:pt>
                <c:pt idx="16">
                  <c:v>3.8299999999992451E-2</c:v>
                </c:pt>
                <c:pt idx="17">
                  <c:v>3.8299999999992451E-2</c:v>
                </c:pt>
                <c:pt idx="18">
                  <c:v>3.8299999999992451E-2</c:v>
                </c:pt>
                <c:pt idx="19">
                  <c:v>3.8299999999992451E-2</c:v>
                </c:pt>
                <c:pt idx="20">
                  <c:v>3.8299999999992451E-2</c:v>
                </c:pt>
                <c:pt idx="21">
                  <c:v>3.8299999999992451E-2</c:v>
                </c:pt>
                <c:pt idx="22">
                  <c:v>3.8299999999992451E-2</c:v>
                </c:pt>
                <c:pt idx="23">
                  <c:v>3.8299999999992451E-2</c:v>
                </c:pt>
                <c:pt idx="24">
                  <c:v>3.8299999999992451E-2</c:v>
                </c:pt>
                <c:pt idx="25">
                  <c:v>3.8299999999992451E-2</c:v>
                </c:pt>
                <c:pt idx="26">
                  <c:v>3.8299999999992451E-2</c:v>
                </c:pt>
                <c:pt idx="27">
                  <c:v>3.8399999999967349E-2</c:v>
                </c:pt>
                <c:pt idx="28">
                  <c:v>3.8499999999999091E-2</c:v>
                </c:pt>
                <c:pt idx="29">
                  <c:v>3.8499999999999091E-2</c:v>
                </c:pt>
                <c:pt idx="30">
                  <c:v>3.8599999999973988E-2</c:v>
                </c:pt>
                <c:pt idx="31">
                  <c:v>3.870000000000573E-2</c:v>
                </c:pt>
                <c:pt idx="32">
                  <c:v>3.870000000000573E-2</c:v>
                </c:pt>
                <c:pt idx="33">
                  <c:v>3.8799999999980628E-2</c:v>
                </c:pt>
                <c:pt idx="34">
                  <c:v>3.8799999999980628E-2</c:v>
                </c:pt>
                <c:pt idx="35">
                  <c:v>3.8899999999955526E-2</c:v>
                </c:pt>
                <c:pt idx="36">
                  <c:v>3.8899999999955526E-2</c:v>
                </c:pt>
                <c:pt idx="37">
                  <c:v>3.8899999999955526E-2</c:v>
                </c:pt>
                <c:pt idx="38">
                  <c:v>3.8999999999987267E-2</c:v>
                </c:pt>
                <c:pt idx="39">
                  <c:v>3.8999999999987267E-2</c:v>
                </c:pt>
                <c:pt idx="40">
                  <c:v>3.8999999999987267E-2</c:v>
                </c:pt>
                <c:pt idx="41">
                  <c:v>3.9099999999962165E-2</c:v>
                </c:pt>
                <c:pt idx="42">
                  <c:v>3.9099999999962165E-2</c:v>
                </c:pt>
                <c:pt idx="43">
                  <c:v>3.9099999999962165E-2</c:v>
                </c:pt>
                <c:pt idx="44">
                  <c:v>3.9099999999962165E-2</c:v>
                </c:pt>
                <c:pt idx="45">
                  <c:v>3.9199999999993906E-2</c:v>
                </c:pt>
                <c:pt idx="46">
                  <c:v>3.9199999999993906E-2</c:v>
                </c:pt>
                <c:pt idx="47">
                  <c:v>3.9199999999993906E-2</c:v>
                </c:pt>
                <c:pt idx="48">
                  <c:v>3.9199999999993906E-2</c:v>
                </c:pt>
                <c:pt idx="49">
                  <c:v>3.9199999999993906E-2</c:v>
                </c:pt>
                <c:pt idx="50">
                  <c:v>3.9299999999968804E-2</c:v>
                </c:pt>
                <c:pt idx="51">
                  <c:v>3.9299999999968804E-2</c:v>
                </c:pt>
                <c:pt idx="52">
                  <c:v>3.9299999999968804E-2</c:v>
                </c:pt>
                <c:pt idx="53">
                  <c:v>3.9299999999968804E-2</c:v>
                </c:pt>
                <c:pt idx="54">
                  <c:v>3.9299999999968804E-2</c:v>
                </c:pt>
                <c:pt idx="55">
                  <c:v>3.9299999999968804E-2</c:v>
                </c:pt>
                <c:pt idx="56">
                  <c:v>3.9299999999968804E-2</c:v>
                </c:pt>
                <c:pt idx="57">
                  <c:v>3.9199999999993906E-2</c:v>
                </c:pt>
                <c:pt idx="58">
                  <c:v>3.9199999999993906E-2</c:v>
                </c:pt>
                <c:pt idx="59">
                  <c:v>3.9199999999993906E-2</c:v>
                </c:pt>
                <c:pt idx="60">
                  <c:v>3.9099999999962165E-2</c:v>
                </c:pt>
                <c:pt idx="61">
                  <c:v>3.9099999999962165E-2</c:v>
                </c:pt>
                <c:pt idx="62">
                  <c:v>3.9099999999962165E-2</c:v>
                </c:pt>
                <c:pt idx="63">
                  <c:v>3.8999999999987267E-2</c:v>
                </c:pt>
                <c:pt idx="64">
                  <c:v>3.8999999999987267E-2</c:v>
                </c:pt>
                <c:pt idx="65">
                  <c:v>3.8999999999987267E-2</c:v>
                </c:pt>
                <c:pt idx="66">
                  <c:v>3.8899999999955526E-2</c:v>
                </c:pt>
                <c:pt idx="67">
                  <c:v>3.8899999999955526E-2</c:v>
                </c:pt>
                <c:pt idx="68">
                  <c:v>3.8899999999955526E-2</c:v>
                </c:pt>
                <c:pt idx="69">
                  <c:v>3.8899999999955526E-2</c:v>
                </c:pt>
                <c:pt idx="70">
                  <c:v>3.8799999999980628E-2</c:v>
                </c:pt>
                <c:pt idx="71">
                  <c:v>3.8799999999980628E-2</c:v>
                </c:pt>
                <c:pt idx="72">
                  <c:v>3.8799999999980628E-2</c:v>
                </c:pt>
                <c:pt idx="73">
                  <c:v>3.8799999999980628E-2</c:v>
                </c:pt>
                <c:pt idx="74">
                  <c:v>3.8799999999980628E-2</c:v>
                </c:pt>
                <c:pt idx="75">
                  <c:v>3.8799999999980628E-2</c:v>
                </c:pt>
                <c:pt idx="76">
                  <c:v>3.870000000000573E-2</c:v>
                </c:pt>
                <c:pt idx="77">
                  <c:v>3.870000000000573E-2</c:v>
                </c:pt>
                <c:pt idx="78">
                  <c:v>3.870000000000573E-2</c:v>
                </c:pt>
                <c:pt idx="79">
                  <c:v>3.870000000000573E-2</c:v>
                </c:pt>
                <c:pt idx="80">
                  <c:v>3.870000000000573E-2</c:v>
                </c:pt>
                <c:pt idx="81">
                  <c:v>3.870000000000573E-2</c:v>
                </c:pt>
                <c:pt idx="82">
                  <c:v>3.870000000000573E-2</c:v>
                </c:pt>
                <c:pt idx="83">
                  <c:v>3.870000000000573E-2</c:v>
                </c:pt>
                <c:pt idx="84">
                  <c:v>3.870000000000573E-2</c:v>
                </c:pt>
                <c:pt idx="85">
                  <c:v>3.870000000000573E-2</c:v>
                </c:pt>
                <c:pt idx="86">
                  <c:v>3.870000000000573E-2</c:v>
                </c:pt>
                <c:pt idx="87">
                  <c:v>3.870000000000573E-2</c:v>
                </c:pt>
                <c:pt idx="88">
                  <c:v>3.870000000000573E-2</c:v>
                </c:pt>
                <c:pt idx="89">
                  <c:v>3.870000000000573E-2</c:v>
                </c:pt>
                <c:pt idx="90">
                  <c:v>3.870000000000573E-2</c:v>
                </c:pt>
                <c:pt idx="91">
                  <c:v>3.8599999999973988E-2</c:v>
                </c:pt>
                <c:pt idx="92">
                  <c:v>3.8599999999973988E-2</c:v>
                </c:pt>
                <c:pt idx="93">
                  <c:v>3.8599999999973988E-2</c:v>
                </c:pt>
                <c:pt idx="94">
                  <c:v>3.8599999999973988E-2</c:v>
                </c:pt>
                <c:pt idx="95">
                  <c:v>3.8599999999973988E-2</c:v>
                </c:pt>
                <c:pt idx="96">
                  <c:v>3.8599999999973988E-2</c:v>
                </c:pt>
                <c:pt idx="97">
                  <c:v>3.8599999999973988E-2</c:v>
                </c:pt>
                <c:pt idx="98">
                  <c:v>3.8599999999973988E-2</c:v>
                </c:pt>
                <c:pt idx="99">
                  <c:v>3.8599999999973988E-2</c:v>
                </c:pt>
                <c:pt idx="100">
                  <c:v>3.8599999999973988E-2</c:v>
                </c:pt>
                <c:pt idx="101">
                  <c:v>3.8599999999973988E-2</c:v>
                </c:pt>
                <c:pt idx="102">
                  <c:v>3.8599999999973988E-2</c:v>
                </c:pt>
                <c:pt idx="103">
                  <c:v>3.8599999999973988E-2</c:v>
                </c:pt>
                <c:pt idx="104">
                  <c:v>3.8599999999973988E-2</c:v>
                </c:pt>
                <c:pt idx="105">
                  <c:v>3.8599999999973988E-2</c:v>
                </c:pt>
                <c:pt idx="106">
                  <c:v>3.8599999999973988E-2</c:v>
                </c:pt>
                <c:pt idx="107">
                  <c:v>3.8599999999973988E-2</c:v>
                </c:pt>
                <c:pt idx="108">
                  <c:v>3.870000000000573E-2</c:v>
                </c:pt>
                <c:pt idx="109">
                  <c:v>3.870000000000573E-2</c:v>
                </c:pt>
                <c:pt idx="110">
                  <c:v>3.870000000000573E-2</c:v>
                </c:pt>
                <c:pt idx="111">
                  <c:v>3.8799999999980628E-2</c:v>
                </c:pt>
                <c:pt idx="112">
                  <c:v>3.8799999999980628E-2</c:v>
                </c:pt>
                <c:pt idx="113">
                  <c:v>3.8799999999980628E-2</c:v>
                </c:pt>
                <c:pt idx="114">
                  <c:v>3.8799999999980628E-2</c:v>
                </c:pt>
                <c:pt idx="115">
                  <c:v>3.8799999999980628E-2</c:v>
                </c:pt>
                <c:pt idx="116">
                  <c:v>3.8899999999955526E-2</c:v>
                </c:pt>
                <c:pt idx="117">
                  <c:v>3.8899999999955526E-2</c:v>
                </c:pt>
                <c:pt idx="118">
                  <c:v>3.8899999999955526E-2</c:v>
                </c:pt>
                <c:pt idx="119">
                  <c:v>3.8899999999955526E-2</c:v>
                </c:pt>
                <c:pt idx="120">
                  <c:v>3.8899999999955526E-2</c:v>
                </c:pt>
                <c:pt idx="121">
                  <c:v>3.8899999999955526E-2</c:v>
                </c:pt>
                <c:pt idx="122">
                  <c:v>3.8899999999955526E-2</c:v>
                </c:pt>
                <c:pt idx="123">
                  <c:v>3.8899999999955526E-2</c:v>
                </c:pt>
                <c:pt idx="124">
                  <c:v>3.8899999999955526E-2</c:v>
                </c:pt>
                <c:pt idx="125">
                  <c:v>3.8999999999987267E-2</c:v>
                </c:pt>
                <c:pt idx="126">
                  <c:v>3.8999999999987267E-2</c:v>
                </c:pt>
                <c:pt idx="127">
                  <c:v>3.8999999999987267E-2</c:v>
                </c:pt>
                <c:pt idx="128">
                  <c:v>3.8999999999987267E-2</c:v>
                </c:pt>
                <c:pt idx="129">
                  <c:v>3.8999999999987267E-2</c:v>
                </c:pt>
                <c:pt idx="130">
                  <c:v>3.8999999999987267E-2</c:v>
                </c:pt>
                <c:pt idx="131">
                  <c:v>3.8999999999987267E-2</c:v>
                </c:pt>
                <c:pt idx="132">
                  <c:v>3.8999999999987267E-2</c:v>
                </c:pt>
                <c:pt idx="133">
                  <c:v>3.8999999999987267E-2</c:v>
                </c:pt>
                <c:pt idx="134">
                  <c:v>3.8999999999987267E-2</c:v>
                </c:pt>
                <c:pt idx="135">
                  <c:v>3.8999999999987267E-2</c:v>
                </c:pt>
                <c:pt idx="136">
                  <c:v>3.8999999999987267E-2</c:v>
                </c:pt>
                <c:pt idx="137">
                  <c:v>3.8999999999987267E-2</c:v>
                </c:pt>
                <c:pt idx="138">
                  <c:v>3.8999999999987267E-2</c:v>
                </c:pt>
                <c:pt idx="139">
                  <c:v>3.8999999999987267E-2</c:v>
                </c:pt>
                <c:pt idx="140">
                  <c:v>3.8999999999987267E-2</c:v>
                </c:pt>
                <c:pt idx="141">
                  <c:v>3.8999999999987267E-2</c:v>
                </c:pt>
                <c:pt idx="142">
                  <c:v>3.8999999999987267E-2</c:v>
                </c:pt>
                <c:pt idx="143">
                  <c:v>3.8999999999987267E-2</c:v>
                </c:pt>
                <c:pt idx="144">
                  <c:v>3.8999999999987267E-2</c:v>
                </c:pt>
                <c:pt idx="145">
                  <c:v>3.8999999999987267E-2</c:v>
                </c:pt>
                <c:pt idx="146">
                  <c:v>3.9099999999962165E-2</c:v>
                </c:pt>
                <c:pt idx="147">
                  <c:v>3.9099999999962165E-2</c:v>
                </c:pt>
                <c:pt idx="148">
                  <c:v>3.9099999999962165E-2</c:v>
                </c:pt>
                <c:pt idx="149">
                  <c:v>3.9099999999962165E-2</c:v>
                </c:pt>
                <c:pt idx="150">
                  <c:v>3.9099999999962165E-2</c:v>
                </c:pt>
                <c:pt idx="151">
                  <c:v>3.9099999999962165E-2</c:v>
                </c:pt>
                <c:pt idx="152">
                  <c:v>3.9099999999962165E-2</c:v>
                </c:pt>
                <c:pt idx="153">
                  <c:v>3.9099999999962165E-2</c:v>
                </c:pt>
                <c:pt idx="154">
                  <c:v>3.9099999999962165E-2</c:v>
                </c:pt>
                <c:pt idx="155">
                  <c:v>3.9099999999962165E-2</c:v>
                </c:pt>
                <c:pt idx="156">
                  <c:v>3.9099999999962165E-2</c:v>
                </c:pt>
                <c:pt idx="157">
                  <c:v>3.9099999999962165E-2</c:v>
                </c:pt>
                <c:pt idx="158">
                  <c:v>3.8899999999955526E-2</c:v>
                </c:pt>
                <c:pt idx="159">
                  <c:v>3.8899999999955526E-2</c:v>
                </c:pt>
                <c:pt idx="160">
                  <c:v>3.8899999999955526E-2</c:v>
                </c:pt>
                <c:pt idx="161">
                  <c:v>3.8799999999980628E-2</c:v>
                </c:pt>
                <c:pt idx="162">
                  <c:v>3.8799999999980628E-2</c:v>
                </c:pt>
                <c:pt idx="163">
                  <c:v>3.8799999999980628E-2</c:v>
                </c:pt>
                <c:pt idx="164">
                  <c:v>3.870000000000573E-2</c:v>
                </c:pt>
                <c:pt idx="165">
                  <c:v>3.870000000000573E-2</c:v>
                </c:pt>
                <c:pt idx="166">
                  <c:v>3.870000000000573E-2</c:v>
                </c:pt>
                <c:pt idx="167">
                  <c:v>3.870000000000573E-2</c:v>
                </c:pt>
                <c:pt idx="168">
                  <c:v>3.8599999999973988E-2</c:v>
                </c:pt>
                <c:pt idx="169">
                  <c:v>3.8599999999973988E-2</c:v>
                </c:pt>
                <c:pt idx="170">
                  <c:v>3.8599999999973988E-2</c:v>
                </c:pt>
                <c:pt idx="171">
                  <c:v>3.8599999999973988E-2</c:v>
                </c:pt>
                <c:pt idx="172">
                  <c:v>3.8499999999999091E-2</c:v>
                </c:pt>
                <c:pt idx="173">
                  <c:v>3.8499999999999091E-2</c:v>
                </c:pt>
                <c:pt idx="174">
                  <c:v>3.8499999999999091E-2</c:v>
                </c:pt>
                <c:pt idx="175">
                  <c:v>3.8499999999999091E-2</c:v>
                </c:pt>
                <c:pt idx="176">
                  <c:v>3.8499999999999091E-2</c:v>
                </c:pt>
                <c:pt idx="177">
                  <c:v>3.8499999999999091E-2</c:v>
                </c:pt>
                <c:pt idx="178">
                  <c:v>3.8399999999967349E-2</c:v>
                </c:pt>
                <c:pt idx="179">
                  <c:v>3.8399999999967349E-2</c:v>
                </c:pt>
                <c:pt idx="180">
                  <c:v>3.8399999999967349E-2</c:v>
                </c:pt>
                <c:pt idx="181">
                  <c:v>3.8399999999967349E-2</c:v>
                </c:pt>
                <c:pt idx="182">
                  <c:v>3.8399999999967349E-2</c:v>
                </c:pt>
                <c:pt idx="183">
                  <c:v>3.8499999999999091E-2</c:v>
                </c:pt>
                <c:pt idx="184">
                  <c:v>3.8499999999999091E-2</c:v>
                </c:pt>
                <c:pt idx="185">
                  <c:v>3.8599999999973988E-2</c:v>
                </c:pt>
                <c:pt idx="186">
                  <c:v>3.8599999999973988E-2</c:v>
                </c:pt>
                <c:pt idx="187">
                  <c:v>3.870000000000573E-2</c:v>
                </c:pt>
                <c:pt idx="188">
                  <c:v>3.870000000000573E-2</c:v>
                </c:pt>
                <c:pt idx="189">
                  <c:v>3.8799999999980628E-2</c:v>
                </c:pt>
                <c:pt idx="190">
                  <c:v>3.8799999999980628E-2</c:v>
                </c:pt>
                <c:pt idx="191">
                  <c:v>3.8899999999955526E-2</c:v>
                </c:pt>
                <c:pt idx="192">
                  <c:v>3.8899999999955526E-2</c:v>
                </c:pt>
                <c:pt idx="193">
                  <c:v>3.8899999999955526E-2</c:v>
                </c:pt>
                <c:pt idx="194">
                  <c:v>3.8999999999987267E-2</c:v>
                </c:pt>
                <c:pt idx="195">
                  <c:v>3.8999999999987267E-2</c:v>
                </c:pt>
                <c:pt idx="196">
                  <c:v>3.8999999999987267E-2</c:v>
                </c:pt>
                <c:pt idx="197">
                  <c:v>3.9099999999962165E-2</c:v>
                </c:pt>
                <c:pt idx="198">
                  <c:v>3.9099999999962165E-2</c:v>
                </c:pt>
                <c:pt idx="199">
                  <c:v>3.9099999999962165E-2</c:v>
                </c:pt>
                <c:pt idx="200">
                  <c:v>3.9099999999962165E-2</c:v>
                </c:pt>
                <c:pt idx="201">
                  <c:v>3.9199999999993906E-2</c:v>
                </c:pt>
                <c:pt idx="202">
                  <c:v>3.9199999999993906E-2</c:v>
                </c:pt>
                <c:pt idx="203">
                  <c:v>3.9199999999993906E-2</c:v>
                </c:pt>
                <c:pt idx="204">
                  <c:v>3.9199999999993906E-2</c:v>
                </c:pt>
                <c:pt idx="205">
                  <c:v>3.9199999999993906E-2</c:v>
                </c:pt>
                <c:pt idx="206">
                  <c:v>3.9299999999968804E-2</c:v>
                </c:pt>
                <c:pt idx="207">
                  <c:v>3.9299999999968804E-2</c:v>
                </c:pt>
                <c:pt idx="208">
                  <c:v>3.9299999999968804E-2</c:v>
                </c:pt>
                <c:pt idx="209">
                  <c:v>3.9299999999968804E-2</c:v>
                </c:pt>
                <c:pt idx="210">
                  <c:v>3.9299999999968804E-2</c:v>
                </c:pt>
                <c:pt idx="211">
                  <c:v>3.9299999999968804E-2</c:v>
                </c:pt>
                <c:pt idx="212">
                  <c:v>3.9299999999968804E-2</c:v>
                </c:pt>
                <c:pt idx="213">
                  <c:v>3.9299999999968804E-2</c:v>
                </c:pt>
                <c:pt idx="214">
                  <c:v>3.9199999999993906E-2</c:v>
                </c:pt>
                <c:pt idx="215">
                  <c:v>3.9199999999993906E-2</c:v>
                </c:pt>
                <c:pt idx="216">
                  <c:v>3.9199999999993906E-2</c:v>
                </c:pt>
                <c:pt idx="217">
                  <c:v>3.9099999999962165E-2</c:v>
                </c:pt>
                <c:pt idx="218">
                  <c:v>3.9099999999962165E-2</c:v>
                </c:pt>
                <c:pt idx="219">
                  <c:v>3.9099999999962165E-2</c:v>
                </c:pt>
                <c:pt idx="220">
                  <c:v>3.8999999999987267E-2</c:v>
                </c:pt>
                <c:pt idx="221">
                  <c:v>3.8999999999987267E-2</c:v>
                </c:pt>
                <c:pt idx="222">
                  <c:v>3.8999999999987267E-2</c:v>
                </c:pt>
                <c:pt idx="223">
                  <c:v>3.8899999999955526E-2</c:v>
                </c:pt>
                <c:pt idx="224">
                  <c:v>3.8899999999955526E-2</c:v>
                </c:pt>
                <c:pt idx="225">
                  <c:v>3.8899999999955526E-2</c:v>
                </c:pt>
                <c:pt idx="226">
                  <c:v>3.8899999999955526E-2</c:v>
                </c:pt>
                <c:pt idx="227">
                  <c:v>3.8799999999980628E-2</c:v>
                </c:pt>
                <c:pt idx="228">
                  <c:v>3.8799999999980628E-2</c:v>
                </c:pt>
                <c:pt idx="229">
                  <c:v>3.8799999999980628E-2</c:v>
                </c:pt>
                <c:pt idx="230">
                  <c:v>3.8799999999980628E-2</c:v>
                </c:pt>
                <c:pt idx="231">
                  <c:v>3.8799999999980628E-2</c:v>
                </c:pt>
                <c:pt idx="232">
                  <c:v>3.8799999999980628E-2</c:v>
                </c:pt>
                <c:pt idx="233">
                  <c:v>3.870000000000573E-2</c:v>
                </c:pt>
                <c:pt idx="234">
                  <c:v>3.870000000000573E-2</c:v>
                </c:pt>
                <c:pt idx="235">
                  <c:v>3.870000000000573E-2</c:v>
                </c:pt>
                <c:pt idx="236">
                  <c:v>3.870000000000573E-2</c:v>
                </c:pt>
                <c:pt idx="237">
                  <c:v>3.870000000000573E-2</c:v>
                </c:pt>
                <c:pt idx="238">
                  <c:v>3.870000000000573E-2</c:v>
                </c:pt>
                <c:pt idx="239">
                  <c:v>3.870000000000573E-2</c:v>
                </c:pt>
                <c:pt idx="240">
                  <c:v>3.870000000000573E-2</c:v>
                </c:pt>
                <c:pt idx="241">
                  <c:v>3.870000000000573E-2</c:v>
                </c:pt>
                <c:pt idx="242">
                  <c:v>3.870000000000573E-2</c:v>
                </c:pt>
                <c:pt idx="243">
                  <c:v>3.870000000000573E-2</c:v>
                </c:pt>
                <c:pt idx="244">
                  <c:v>3.870000000000573E-2</c:v>
                </c:pt>
                <c:pt idx="245">
                  <c:v>3.870000000000573E-2</c:v>
                </c:pt>
                <c:pt idx="246">
                  <c:v>3.870000000000573E-2</c:v>
                </c:pt>
                <c:pt idx="247">
                  <c:v>3.8599999999973988E-2</c:v>
                </c:pt>
                <c:pt idx="248">
                  <c:v>3.8599999999973988E-2</c:v>
                </c:pt>
                <c:pt idx="249">
                  <c:v>3.8599999999973988E-2</c:v>
                </c:pt>
                <c:pt idx="250">
                  <c:v>3.8599999999973988E-2</c:v>
                </c:pt>
                <c:pt idx="251">
                  <c:v>3.8599999999973988E-2</c:v>
                </c:pt>
                <c:pt idx="252">
                  <c:v>3.8599999999973988E-2</c:v>
                </c:pt>
                <c:pt idx="253">
                  <c:v>3.8599999999973988E-2</c:v>
                </c:pt>
                <c:pt idx="254">
                  <c:v>3.8599999999973988E-2</c:v>
                </c:pt>
                <c:pt idx="255">
                  <c:v>3.8599999999973988E-2</c:v>
                </c:pt>
                <c:pt idx="256">
                  <c:v>3.8599999999973988E-2</c:v>
                </c:pt>
                <c:pt idx="257">
                  <c:v>3.8599999999973988E-2</c:v>
                </c:pt>
                <c:pt idx="258">
                  <c:v>3.8599999999973988E-2</c:v>
                </c:pt>
                <c:pt idx="259">
                  <c:v>3.8599999999973988E-2</c:v>
                </c:pt>
                <c:pt idx="260">
                  <c:v>3.8599999999973988E-2</c:v>
                </c:pt>
                <c:pt idx="261">
                  <c:v>3.8599999999973988E-2</c:v>
                </c:pt>
                <c:pt idx="262">
                  <c:v>3.8599999999973988E-2</c:v>
                </c:pt>
                <c:pt idx="263">
                  <c:v>3.8599999999973988E-2</c:v>
                </c:pt>
                <c:pt idx="264">
                  <c:v>3.8599999999973988E-2</c:v>
                </c:pt>
                <c:pt idx="265">
                  <c:v>3.870000000000573E-2</c:v>
                </c:pt>
                <c:pt idx="266">
                  <c:v>3.870000000000573E-2</c:v>
                </c:pt>
                <c:pt idx="267">
                  <c:v>3.870000000000573E-2</c:v>
                </c:pt>
                <c:pt idx="268">
                  <c:v>3.8799999999980628E-2</c:v>
                </c:pt>
                <c:pt idx="269">
                  <c:v>3.8799999999980628E-2</c:v>
                </c:pt>
                <c:pt idx="270">
                  <c:v>3.8799999999980628E-2</c:v>
                </c:pt>
                <c:pt idx="271">
                  <c:v>3.8799999999980628E-2</c:v>
                </c:pt>
                <c:pt idx="272">
                  <c:v>3.8799999999980628E-2</c:v>
                </c:pt>
                <c:pt idx="273">
                  <c:v>3.8899999999955526E-2</c:v>
                </c:pt>
                <c:pt idx="274">
                  <c:v>3.8899999999955526E-2</c:v>
                </c:pt>
                <c:pt idx="275">
                  <c:v>3.8899999999955526E-2</c:v>
                </c:pt>
                <c:pt idx="276">
                  <c:v>3.8899999999955526E-2</c:v>
                </c:pt>
                <c:pt idx="277">
                  <c:v>3.8899999999955526E-2</c:v>
                </c:pt>
                <c:pt idx="278">
                  <c:v>3.8899999999955526E-2</c:v>
                </c:pt>
                <c:pt idx="279">
                  <c:v>3.8899999999955526E-2</c:v>
                </c:pt>
                <c:pt idx="280">
                  <c:v>3.8899999999955526E-2</c:v>
                </c:pt>
                <c:pt idx="281">
                  <c:v>3.8899999999955526E-2</c:v>
                </c:pt>
                <c:pt idx="282">
                  <c:v>3.8999999999987267E-2</c:v>
                </c:pt>
                <c:pt idx="283">
                  <c:v>3.8999999999987267E-2</c:v>
                </c:pt>
                <c:pt idx="284">
                  <c:v>3.8999999999987267E-2</c:v>
                </c:pt>
                <c:pt idx="285">
                  <c:v>3.8999999999987267E-2</c:v>
                </c:pt>
                <c:pt idx="286">
                  <c:v>3.8999999999987267E-2</c:v>
                </c:pt>
                <c:pt idx="287">
                  <c:v>3.8999999999987267E-2</c:v>
                </c:pt>
                <c:pt idx="288">
                  <c:v>3.8999999999987267E-2</c:v>
                </c:pt>
                <c:pt idx="289">
                  <c:v>3.8999999999987267E-2</c:v>
                </c:pt>
                <c:pt idx="290">
                  <c:v>3.8999999999987267E-2</c:v>
                </c:pt>
                <c:pt idx="291">
                  <c:v>3.8999999999987267E-2</c:v>
                </c:pt>
                <c:pt idx="292">
                  <c:v>3.8999999999987267E-2</c:v>
                </c:pt>
                <c:pt idx="293">
                  <c:v>3.8999999999987267E-2</c:v>
                </c:pt>
                <c:pt idx="294">
                  <c:v>3.8999999999987267E-2</c:v>
                </c:pt>
                <c:pt idx="295">
                  <c:v>3.8999999999987267E-2</c:v>
                </c:pt>
                <c:pt idx="296">
                  <c:v>3.8999999999987267E-2</c:v>
                </c:pt>
                <c:pt idx="297">
                  <c:v>3.8999999999987267E-2</c:v>
                </c:pt>
                <c:pt idx="298">
                  <c:v>3.8999999999987267E-2</c:v>
                </c:pt>
                <c:pt idx="299">
                  <c:v>3.8999999999987267E-2</c:v>
                </c:pt>
                <c:pt idx="300">
                  <c:v>3.8999999999987267E-2</c:v>
                </c:pt>
                <c:pt idx="301">
                  <c:v>3.8999999999987267E-2</c:v>
                </c:pt>
                <c:pt idx="302">
                  <c:v>3.8999999999987267E-2</c:v>
                </c:pt>
                <c:pt idx="303">
                  <c:v>3.9099999999962165E-2</c:v>
                </c:pt>
                <c:pt idx="304">
                  <c:v>3.9099999999962165E-2</c:v>
                </c:pt>
                <c:pt idx="305">
                  <c:v>3.9099999999962165E-2</c:v>
                </c:pt>
                <c:pt idx="306">
                  <c:v>3.9099999999962165E-2</c:v>
                </c:pt>
                <c:pt idx="307">
                  <c:v>3.9099999999962165E-2</c:v>
                </c:pt>
                <c:pt idx="308">
                  <c:v>3.9099999999962165E-2</c:v>
                </c:pt>
                <c:pt idx="309">
                  <c:v>3.9099999999962165E-2</c:v>
                </c:pt>
                <c:pt idx="310">
                  <c:v>3.9099999999962165E-2</c:v>
                </c:pt>
                <c:pt idx="311">
                  <c:v>3.9099999999962165E-2</c:v>
                </c:pt>
                <c:pt idx="312">
                  <c:v>3.9099999999962165E-2</c:v>
                </c:pt>
                <c:pt idx="313">
                  <c:v>3.9099999999962165E-2</c:v>
                </c:pt>
                <c:pt idx="314">
                  <c:v>3.9099999999962165E-2</c:v>
                </c:pt>
                <c:pt idx="315">
                  <c:v>3.8899999999955526E-2</c:v>
                </c:pt>
                <c:pt idx="316">
                  <c:v>3.8899999999955526E-2</c:v>
                </c:pt>
                <c:pt idx="317">
                  <c:v>3.8899999999955526E-2</c:v>
                </c:pt>
                <c:pt idx="318">
                  <c:v>3.8799999999980628E-2</c:v>
                </c:pt>
                <c:pt idx="319">
                  <c:v>3.8799999999980628E-2</c:v>
                </c:pt>
                <c:pt idx="320">
                  <c:v>3.8799999999980628E-2</c:v>
                </c:pt>
                <c:pt idx="321">
                  <c:v>3.870000000000573E-2</c:v>
                </c:pt>
                <c:pt idx="322">
                  <c:v>3.870000000000573E-2</c:v>
                </c:pt>
                <c:pt idx="323">
                  <c:v>3.870000000000573E-2</c:v>
                </c:pt>
                <c:pt idx="324">
                  <c:v>3.870000000000573E-2</c:v>
                </c:pt>
                <c:pt idx="325">
                  <c:v>3.8599999999973988E-2</c:v>
                </c:pt>
                <c:pt idx="326">
                  <c:v>3.8599999999973988E-2</c:v>
                </c:pt>
                <c:pt idx="327">
                  <c:v>3.8599999999973988E-2</c:v>
                </c:pt>
                <c:pt idx="328">
                  <c:v>3.8599999999973988E-2</c:v>
                </c:pt>
                <c:pt idx="329">
                  <c:v>3.8499999999999091E-2</c:v>
                </c:pt>
                <c:pt idx="330">
                  <c:v>3.8499999999999091E-2</c:v>
                </c:pt>
                <c:pt idx="331">
                  <c:v>3.8499999999999091E-2</c:v>
                </c:pt>
                <c:pt idx="332">
                  <c:v>3.8499999999999091E-2</c:v>
                </c:pt>
                <c:pt idx="333">
                  <c:v>3.8499999999999091E-2</c:v>
                </c:pt>
                <c:pt idx="334">
                  <c:v>3.8499999999999091E-2</c:v>
                </c:pt>
                <c:pt idx="335">
                  <c:v>3.8399999999967349E-2</c:v>
                </c:pt>
                <c:pt idx="336">
                  <c:v>3.8399999999967349E-2</c:v>
                </c:pt>
                <c:pt idx="337">
                  <c:v>3.8399999999967349E-2</c:v>
                </c:pt>
                <c:pt idx="338">
                  <c:v>3.8399999999967349E-2</c:v>
                </c:pt>
                <c:pt idx="339">
                  <c:v>3.8399999999967349E-2</c:v>
                </c:pt>
                <c:pt idx="340">
                  <c:v>3.8499999999999091E-2</c:v>
                </c:pt>
                <c:pt idx="341">
                  <c:v>3.8499999999999091E-2</c:v>
                </c:pt>
                <c:pt idx="342">
                  <c:v>3.8599999999973988E-2</c:v>
                </c:pt>
                <c:pt idx="343">
                  <c:v>3.8599999999973988E-2</c:v>
                </c:pt>
                <c:pt idx="344">
                  <c:v>3.870000000000573E-2</c:v>
                </c:pt>
                <c:pt idx="345">
                  <c:v>3.870000000000573E-2</c:v>
                </c:pt>
                <c:pt idx="346">
                  <c:v>3.8799999999980628E-2</c:v>
                </c:pt>
                <c:pt idx="347">
                  <c:v>3.8799999999980628E-2</c:v>
                </c:pt>
                <c:pt idx="348">
                  <c:v>3.8899999999955526E-2</c:v>
                </c:pt>
                <c:pt idx="349">
                  <c:v>3.8899999999955526E-2</c:v>
                </c:pt>
                <c:pt idx="350">
                  <c:v>3.8899999999955526E-2</c:v>
                </c:pt>
                <c:pt idx="351">
                  <c:v>3.8999999999987267E-2</c:v>
                </c:pt>
                <c:pt idx="352">
                  <c:v>3.8999999999987267E-2</c:v>
                </c:pt>
                <c:pt idx="353">
                  <c:v>3.8999999999987267E-2</c:v>
                </c:pt>
                <c:pt idx="354">
                  <c:v>3.9099999999962165E-2</c:v>
                </c:pt>
                <c:pt idx="355">
                  <c:v>3.9099999999962165E-2</c:v>
                </c:pt>
                <c:pt idx="356">
                  <c:v>3.9099999999962165E-2</c:v>
                </c:pt>
                <c:pt idx="357">
                  <c:v>3.9199999999993906E-2</c:v>
                </c:pt>
                <c:pt idx="358">
                  <c:v>3.9199999999993906E-2</c:v>
                </c:pt>
                <c:pt idx="359">
                  <c:v>3.9199999999993906E-2</c:v>
                </c:pt>
                <c:pt idx="360">
                  <c:v>3.9199999999993906E-2</c:v>
                </c:pt>
                <c:pt idx="361">
                  <c:v>3.9199999999993906E-2</c:v>
                </c:pt>
                <c:pt idx="362">
                  <c:v>3.9199999999993906E-2</c:v>
                </c:pt>
                <c:pt idx="363">
                  <c:v>3.9199999999993906E-2</c:v>
                </c:pt>
                <c:pt idx="364">
                  <c:v>3.9299999999968804E-2</c:v>
                </c:pt>
                <c:pt idx="365">
                  <c:v>3.9299999999968804E-2</c:v>
                </c:pt>
                <c:pt idx="366">
                  <c:v>3.9299999999968804E-2</c:v>
                </c:pt>
                <c:pt idx="367">
                  <c:v>3.9299999999968804E-2</c:v>
                </c:pt>
                <c:pt idx="368">
                  <c:v>3.9299999999968804E-2</c:v>
                </c:pt>
                <c:pt idx="369">
                  <c:v>3.9299999999968804E-2</c:v>
                </c:pt>
                <c:pt idx="370">
                  <c:v>3.9299999999968804E-2</c:v>
                </c:pt>
                <c:pt idx="371">
                  <c:v>3.9299999999968804E-2</c:v>
                </c:pt>
                <c:pt idx="372">
                  <c:v>3.9199999999993906E-2</c:v>
                </c:pt>
                <c:pt idx="373">
                  <c:v>3.9199999999993906E-2</c:v>
                </c:pt>
                <c:pt idx="374">
                  <c:v>3.9199999999993906E-2</c:v>
                </c:pt>
                <c:pt idx="375">
                  <c:v>3.9099999999962165E-2</c:v>
                </c:pt>
                <c:pt idx="376">
                  <c:v>3.9099999999962165E-2</c:v>
                </c:pt>
                <c:pt idx="377">
                  <c:v>3.9099999999962165E-2</c:v>
                </c:pt>
                <c:pt idx="378">
                  <c:v>3.8999999999987267E-2</c:v>
                </c:pt>
                <c:pt idx="379">
                  <c:v>3.8999999999987267E-2</c:v>
                </c:pt>
                <c:pt idx="380">
                  <c:v>3.8999999999987267E-2</c:v>
                </c:pt>
                <c:pt idx="381">
                  <c:v>3.8899999999955526E-2</c:v>
                </c:pt>
                <c:pt idx="382">
                  <c:v>3.8899999999955526E-2</c:v>
                </c:pt>
                <c:pt idx="383">
                  <c:v>3.8899999999955526E-2</c:v>
                </c:pt>
                <c:pt idx="384">
                  <c:v>3.8899999999955526E-2</c:v>
                </c:pt>
                <c:pt idx="385">
                  <c:v>3.8799999999980628E-2</c:v>
                </c:pt>
                <c:pt idx="386">
                  <c:v>3.8799999999980628E-2</c:v>
                </c:pt>
                <c:pt idx="387">
                  <c:v>3.8799999999980628E-2</c:v>
                </c:pt>
                <c:pt idx="388">
                  <c:v>3.8799999999980628E-2</c:v>
                </c:pt>
                <c:pt idx="389">
                  <c:v>3.8799999999980628E-2</c:v>
                </c:pt>
                <c:pt idx="390">
                  <c:v>3.8799999999980628E-2</c:v>
                </c:pt>
                <c:pt idx="391">
                  <c:v>3.870000000000573E-2</c:v>
                </c:pt>
                <c:pt idx="392">
                  <c:v>3.870000000000573E-2</c:v>
                </c:pt>
                <c:pt idx="393">
                  <c:v>3.870000000000573E-2</c:v>
                </c:pt>
                <c:pt idx="394">
                  <c:v>3.870000000000573E-2</c:v>
                </c:pt>
                <c:pt idx="395">
                  <c:v>3.870000000000573E-2</c:v>
                </c:pt>
                <c:pt idx="396">
                  <c:v>3.870000000000573E-2</c:v>
                </c:pt>
                <c:pt idx="397">
                  <c:v>3.870000000000573E-2</c:v>
                </c:pt>
                <c:pt idx="398">
                  <c:v>3.870000000000573E-2</c:v>
                </c:pt>
                <c:pt idx="399">
                  <c:v>3.870000000000573E-2</c:v>
                </c:pt>
                <c:pt idx="400">
                  <c:v>3.870000000000573E-2</c:v>
                </c:pt>
                <c:pt idx="401">
                  <c:v>3.870000000000573E-2</c:v>
                </c:pt>
                <c:pt idx="402">
                  <c:v>3.870000000000573E-2</c:v>
                </c:pt>
                <c:pt idx="403">
                  <c:v>3.870000000000573E-2</c:v>
                </c:pt>
                <c:pt idx="404">
                  <c:v>3.870000000000573E-2</c:v>
                </c:pt>
                <c:pt idx="405">
                  <c:v>3.8599999999973988E-2</c:v>
                </c:pt>
                <c:pt idx="406">
                  <c:v>3.8599999999973988E-2</c:v>
                </c:pt>
                <c:pt idx="407">
                  <c:v>3.8599999999973988E-2</c:v>
                </c:pt>
                <c:pt idx="408">
                  <c:v>3.8599999999973988E-2</c:v>
                </c:pt>
                <c:pt idx="409">
                  <c:v>3.8599999999973988E-2</c:v>
                </c:pt>
                <c:pt idx="410">
                  <c:v>3.8599999999973988E-2</c:v>
                </c:pt>
                <c:pt idx="411">
                  <c:v>3.8599999999973988E-2</c:v>
                </c:pt>
                <c:pt idx="412">
                  <c:v>3.8599999999973988E-2</c:v>
                </c:pt>
                <c:pt idx="413">
                  <c:v>3.8599999999973988E-2</c:v>
                </c:pt>
                <c:pt idx="414">
                  <c:v>3.8599999999973988E-2</c:v>
                </c:pt>
                <c:pt idx="415">
                  <c:v>3.8599999999973988E-2</c:v>
                </c:pt>
                <c:pt idx="416">
                  <c:v>3.8599999999973988E-2</c:v>
                </c:pt>
                <c:pt idx="417">
                  <c:v>3.8599999999973988E-2</c:v>
                </c:pt>
                <c:pt idx="418">
                  <c:v>3.8599999999973988E-2</c:v>
                </c:pt>
                <c:pt idx="419">
                  <c:v>3.8599999999973988E-2</c:v>
                </c:pt>
                <c:pt idx="420">
                  <c:v>3.8599999999973988E-2</c:v>
                </c:pt>
                <c:pt idx="421">
                  <c:v>3.8599999999973988E-2</c:v>
                </c:pt>
                <c:pt idx="422">
                  <c:v>3.870000000000573E-2</c:v>
                </c:pt>
                <c:pt idx="423">
                  <c:v>3.870000000000573E-2</c:v>
                </c:pt>
                <c:pt idx="424">
                  <c:v>3.870000000000573E-2</c:v>
                </c:pt>
                <c:pt idx="425">
                  <c:v>3.8799999999980628E-2</c:v>
                </c:pt>
                <c:pt idx="426">
                  <c:v>3.8799999999980628E-2</c:v>
                </c:pt>
                <c:pt idx="427">
                  <c:v>3.8799999999980628E-2</c:v>
                </c:pt>
                <c:pt idx="428">
                  <c:v>3.8799999999980628E-2</c:v>
                </c:pt>
                <c:pt idx="429">
                  <c:v>3.8799999999980628E-2</c:v>
                </c:pt>
                <c:pt idx="430">
                  <c:v>3.8799999999980628E-2</c:v>
                </c:pt>
                <c:pt idx="431">
                  <c:v>3.8899999999955526E-2</c:v>
                </c:pt>
                <c:pt idx="432">
                  <c:v>3.8899999999955526E-2</c:v>
                </c:pt>
                <c:pt idx="433">
                  <c:v>3.8899999999955526E-2</c:v>
                </c:pt>
                <c:pt idx="434">
                  <c:v>3.8899999999955526E-2</c:v>
                </c:pt>
                <c:pt idx="435">
                  <c:v>3.8899999999955526E-2</c:v>
                </c:pt>
                <c:pt idx="436">
                  <c:v>3.8899999999955526E-2</c:v>
                </c:pt>
                <c:pt idx="437">
                  <c:v>3.8899999999955526E-2</c:v>
                </c:pt>
                <c:pt idx="438">
                  <c:v>3.8899999999955526E-2</c:v>
                </c:pt>
                <c:pt idx="439">
                  <c:v>3.8899999999955526E-2</c:v>
                </c:pt>
                <c:pt idx="440">
                  <c:v>3.8999999999987267E-2</c:v>
                </c:pt>
                <c:pt idx="441">
                  <c:v>3.8999999999987267E-2</c:v>
                </c:pt>
                <c:pt idx="442">
                  <c:v>3.8999999999987267E-2</c:v>
                </c:pt>
                <c:pt idx="443">
                  <c:v>3.8999999999987267E-2</c:v>
                </c:pt>
                <c:pt idx="444">
                  <c:v>3.8999999999987267E-2</c:v>
                </c:pt>
                <c:pt idx="445">
                  <c:v>3.8999999999987267E-2</c:v>
                </c:pt>
                <c:pt idx="446">
                  <c:v>3.8999999999987267E-2</c:v>
                </c:pt>
                <c:pt idx="447">
                  <c:v>3.8999999999987267E-2</c:v>
                </c:pt>
                <c:pt idx="448">
                  <c:v>3.8999999999987267E-2</c:v>
                </c:pt>
                <c:pt idx="449">
                  <c:v>3.8999999999987267E-2</c:v>
                </c:pt>
                <c:pt idx="450">
                  <c:v>3.8999999999987267E-2</c:v>
                </c:pt>
                <c:pt idx="451">
                  <c:v>3.8999999999987267E-2</c:v>
                </c:pt>
                <c:pt idx="452">
                  <c:v>3.8999999999987267E-2</c:v>
                </c:pt>
                <c:pt idx="453">
                  <c:v>3.8999999999987267E-2</c:v>
                </c:pt>
                <c:pt idx="454">
                  <c:v>3.8999999999987267E-2</c:v>
                </c:pt>
                <c:pt idx="455">
                  <c:v>3.8999999999987267E-2</c:v>
                </c:pt>
                <c:pt idx="456">
                  <c:v>3.8999999999987267E-2</c:v>
                </c:pt>
                <c:pt idx="457">
                  <c:v>3.8999999999987267E-2</c:v>
                </c:pt>
                <c:pt idx="458">
                  <c:v>3.8999999999987267E-2</c:v>
                </c:pt>
                <c:pt idx="459">
                  <c:v>3.8999999999987267E-2</c:v>
                </c:pt>
                <c:pt idx="460">
                  <c:v>3.8999999999987267E-2</c:v>
                </c:pt>
                <c:pt idx="461">
                  <c:v>3.8999999999987267E-2</c:v>
                </c:pt>
                <c:pt idx="462">
                  <c:v>3.9099999999962165E-2</c:v>
                </c:pt>
                <c:pt idx="463">
                  <c:v>3.9099999999962165E-2</c:v>
                </c:pt>
                <c:pt idx="464">
                  <c:v>3.9099999999962165E-2</c:v>
                </c:pt>
                <c:pt idx="465">
                  <c:v>3.9099999999962165E-2</c:v>
                </c:pt>
                <c:pt idx="466">
                  <c:v>3.9099999999962165E-2</c:v>
                </c:pt>
                <c:pt idx="467">
                  <c:v>3.9099999999962165E-2</c:v>
                </c:pt>
                <c:pt idx="468">
                  <c:v>3.9099999999962165E-2</c:v>
                </c:pt>
                <c:pt idx="469">
                  <c:v>3.9099999999962165E-2</c:v>
                </c:pt>
                <c:pt idx="470">
                  <c:v>3.9099999999962165E-2</c:v>
                </c:pt>
                <c:pt idx="471">
                  <c:v>3.9099999999962165E-2</c:v>
                </c:pt>
                <c:pt idx="472">
                  <c:v>3.9099999999962165E-2</c:v>
                </c:pt>
                <c:pt idx="473">
                  <c:v>3.8999999999987267E-2</c:v>
                </c:pt>
                <c:pt idx="474">
                  <c:v>3.8899999999955526E-2</c:v>
                </c:pt>
                <c:pt idx="475">
                  <c:v>3.8899999999955526E-2</c:v>
                </c:pt>
                <c:pt idx="476">
                  <c:v>3.8899999999955526E-2</c:v>
                </c:pt>
                <c:pt idx="477">
                  <c:v>3.8799999999980628E-2</c:v>
                </c:pt>
                <c:pt idx="478">
                  <c:v>3.8799999999980628E-2</c:v>
                </c:pt>
                <c:pt idx="479">
                  <c:v>3.8799999999980628E-2</c:v>
                </c:pt>
                <c:pt idx="480">
                  <c:v>3.870000000000573E-2</c:v>
                </c:pt>
                <c:pt idx="481">
                  <c:v>3.870000000000573E-2</c:v>
                </c:pt>
                <c:pt idx="482">
                  <c:v>3.870000000000573E-2</c:v>
                </c:pt>
                <c:pt idx="483">
                  <c:v>3.870000000000573E-2</c:v>
                </c:pt>
                <c:pt idx="484">
                  <c:v>3.8599999999973988E-2</c:v>
                </c:pt>
                <c:pt idx="485">
                  <c:v>3.8599999999973988E-2</c:v>
                </c:pt>
                <c:pt idx="486">
                  <c:v>3.8599999999973988E-2</c:v>
                </c:pt>
                <c:pt idx="487">
                  <c:v>3.8599999999973988E-2</c:v>
                </c:pt>
                <c:pt idx="488">
                  <c:v>3.8499999999999091E-2</c:v>
                </c:pt>
                <c:pt idx="489">
                  <c:v>3.8499999999999091E-2</c:v>
                </c:pt>
                <c:pt idx="490">
                  <c:v>3.8499999999999091E-2</c:v>
                </c:pt>
                <c:pt idx="491">
                  <c:v>3.8499999999999091E-2</c:v>
                </c:pt>
                <c:pt idx="492">
                  <c:v>3.8499999999999091E-2</c:v>
                </c:pt>
                <c:pt idx="493">
                  <c:v>3.8499999999999091E-2</c:v>
                </c:pt>
                <c:pt idx="494">
                  <c:v>3.8399999999967349E-2</c:v>
                </c:pt>
                <c:pt idx="495">
                  <c:v>3.8399999999967349E-2</c:v>
                </c:pt>
                <c:pt idx="496">
                  <c:v>3.8399999999967349E-2</c:v>
                </c:pt>
                <c:pt idx="497">
                  <c:v>3.8399999999967349E-2</c:v>
                </c:pt>
                <c:pt idx="498">
                  <c:v>3.8399999999967349E-2</c:v>
                </c:pt>
                <c:pt idx="499">
                  <c:v>3.8499999999999091E-2</c:v>
                </c:pt>
                <c:pt idx="500">
                  <c:v>3.8499999999999091E-2</c:v>
                </c:pt>
                <c:pt idx="501">
                  <c:v>3.8599999999973988E-2</c:v>
                </c:pt>
                <c:pt idx="502">
                  <c:v>3.8599999999973988E-2</c:v>
                </c:pt>
                <c:pt idx="503">
                  <c:v>3.870000000000573E-2</c:v>
                </c:pt>
                <c:pt idx="504">
                  <c:v>3.870000000000573E-2</c:v>
                </c:pt>
                <c:pt idx="505">
                  <c:v>3.8799999999980628E-2</c:v>
                </c:pt>
                <c:pt idx="506">
                  <c:v>3.8799999999980628E-2</c:v>
                </c:pt>
                <c:pt idx="507">
                  <c:v>3.8899999999955526E-2</c:v>
                </c:pt>
                <c:pt idx="508">
                  <c:v>3.8899999999955526E-2</c:v>
                </c:pt>
                <c:pt idx="509">
                  <c:v>3.8999999999987267E-2</c:v>
                </c:pt>
                <c:pt idx="510">
                  <c:v>3.8999999999987267E-2</c:v>
                </c:pt>
                <c:pt idx="511">
                  <c:v>3.8999999999987267E-2</c:v>
                </c:pt>
                <c:pt idx="512">
                  <c:v>3.9099999999962165E-2</c:v>
                </c:pt>
                <c:pt idx="513">
                  <c:v>3.9099999999962165E-2</c:v>
                </c:pt>
                <c:pt idx="514">
                  <c:v>3.9099999999962165E-2</c:v>
                </c:pt>
                <c:pt idx="515">
                  <c:v>3.9099999999962165E-2</c:v>
                </c:pt>
                <c:pt idx="516">
                  <c:v>3.9199999999993906E-2</c:v>
                </c:pt>
                <c:pt idx="517">
                  <c:v>3.9199999999993906E-2</c:v>
                </c:pt>
                <c:pt idx="518">
                  <c:v>3.9199999999993906E-2</c:v>
                </c:pt>
                <c:pt idx="519">
                  <c:v>3.9199999999993906E-2</c:v>
                </c:pt>
                <c:pt idx="520">
                  <c:v>3.9199999999993906E-2</c:v>
                </c:pt>
                <c:pt idx="521">
                  <c:v>3.9199999999993906E-2</c:v>
                </c:pt>
                <c:pt idx="522">
                  <c:v>3.9299999999968804E-2</c:v>
                </c:pt>
                <c:pt idx="523">
                  <c:v>3.9299999999968804E-2</c:v>
                </c:pt>
                <c:pt idx="524">
                  <c:v>3.9299999999968804E-2</c:v>
                </c:pt>
                <c:pt idx="525">
                  <c:v>3.9299999999968804E-2</c:v>
                </c:pt>
                <c:pt idx="526">
                  <c:v>3.9299999999968804E-2</c:v>
                </c:pt>
                <c:pt idx="527">
                  <c:v>3.9299999999968804E-2</c:v>
                </c:pt>
                <c:pt idx="528">
                  <c:v>3.9299999999968804E-2</c:v>
                </c:pt>
                <c:pt idx="529">
                  <c:v>3.9299999999968804E-2</c:v>
                </c:pt>
                <c:pt idx="530">
                  <c:v>3.9199999999993906E-2</c:v>
                </c:pt>
                <c:pt idx="531">
                  <c:v>3.9199999999993906E-2</c:v>
                </c:pt>
                <c:pt idx="532">
                  <c:v>3.9199999999993906E-2</c:v>
                </c:pt>
              </c:numCache>
            </c:numRef>
          </c:yVal>
          <c:smooth val="1"/>
          <c:extLst>
            <c:ext xmlns:c16="http://schemas.microsoft.com/office/drawing/2014/chart" uri="{C3380CC4-5D6E-409C-BE32-E72D297353CC}">
              <c16:uniqueId val="{00000004-070C-47F8-AF40-B045CA708FE7}"/>
            </c:ext>
          </c:extLst>
        </c:ser>
        <c:ser>
          <c:idx val="5"/>
          <c:order val="5"/>
          <c:tx>
            <c:strRef>
              <c:f>N50000_VV_TEMPS_oc5l2_50000!$BG$1</c:f>
              <c:strCache>
                <c:ptCount val="1"/>
                <c:pt idx="0">
                  <c:v>CGI_DM1.6</c:v>
                </c:pt>
              </c:strCache>
            </c:strRef>
          </c:tx>
          <c:spPr>
            <a:ln w="19050" cap="rnd">
              <a:solidFill>
                <a:schemeClr val="accent6"/>
              </a:solidFill>
              <a:round/>
            </a:ln>
            <a:effectLst/>
          </c:spPr>
          <c:marker>
            <c:symbol val="circle"/>
            <c:size val="5"/>
            <c:spPr>
              <a:solidFill>
                <a:schemeClr val="accent6"/>
              </a:solidFill>
              <a:ln w="9525">
                <a:solidFill>
                  <a:schemeClr val="accent6"/>
                </a:solidFill>
              </a:ln>
              <a:effectLst/>
            </c:spPr>
          </c:marker>
          <c:xVal>
            <c:numRef>
              <c:f>N50000_VV_TEMPS_oc5l2_50000!$BA$2:$BA$536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N50000_VV_TEMPS_oc5l2_50000!$BG$2:$BG$536</c:f>
              <c:numCache>
                <c:formatCode>General</c:formatCode>
                <c:ptCount val="533"/>
                <c:pt idx="0">
                  <c:v>0</c:v>
                </c:pt>
                <c:pt idx="1">
                  <c:v>4.3599999999969441E-2</c:v>
                </c:pt>
                <c:pt idx="2">
                  <c:v>3.999999999996362E-2</c:v>
                </c:pt>
                <c:pt idx="3">
                  <c:v>3.1299999999987449E-2</c:v>
                </c:pt>
                <c:pt idx="4">
                  <c:v>3.7999999999954071E-2</c:v>
                </c:pt>
                <c:pt idx="5">
                  <c:v>3.5599999999988086E-2</c:v>
                </c:pt>
                <c:pt idx="6">
                  <c:v>3.5899999999969623E-2</c:v>
                </c:pt>
                <c:pt idx="7">
                  <c:v>3.6299999999982901E-2</c:v>
                </c:pt>
                <c:pt idx="8">
                  <c:v>3.6099999999976262E-2</c:v>
                </c:pt>
                <c:pt idx="9">
                  <c:v>3.6200000000008004E-2</c:v>
                </c:pt>
                <c:pt idx="10">
                  <c:v>3.6200000000008004E-2</c:v>
                </c:pt>
                <c:pt idx="11">
                  <c:v>3.6200000000008004E-2</c:v>
                </c:pt>
                <c:pt idx="12">
                  <c:v>3.6200000000008004E-2</c:v>
                </c:pt>
                <c:pt idx="13">
                  <c:v>3.6200000000008004E-2</c:v>
                </c:pt>
                <c:pt idx="14">
                  <c:v>3.6299999999982901E-2</c:v>
                </c:pt>
                <c:pt idx="15">
                  <c:v>3.6299999999982901E-2</c:v>
                </c:pt>
                <c:pt idx="16">
                  <c:v>3.6299999999982901E-2</c:v>
                </c:pt>
                <c:pt idx="17">
                  <c:v>3.6299999999982901E-2</c:v>
                </c:pt>
                <c:pt idx="18">
                  <c:v>3.6299999999982901E-2</c:v>
                </c:pt>
                <c:pt idx="19">
                  <c:v>3.6299999999982901E-2</c:v>
                </c:pt>
                <c:pt idx="20">
                  <c:v>3.6299999999982901E-2</c:v>
                </c:pt>
                <c:pt idx="21">
                  <c:v>3.6299999999982901E-2</c:v>
                </c:pt>
                <c:pt idx="22">
                  <c:v>3.6299999999982901E-2</c:v>
                </c:pt>
                <c:pt idx="23">
                  <c:v>3.6299999999982901E-2</c:v>
                </c:pt>
                <c:pt idx="24">
                  <c:v>3.6299999999982901E-2</c:v>
                </c:pt>
                <c:pt idx="25">
                  <c:v>3.6299999999982901E-2</c:v>
                </c:pt>
                <c:pt idx="26">
                  <c:v>3.6299999999982901E-2</c:v>
                </c:pt>
                <c:pt idx="27">
                  <c:v>3.6399999999957799E-2</c:v>
                </c:pt>
                <c:pt idx="28">
                  <c:v>3.6399999999957799E-2</c:v>
                </c:pt>
                <c:pt idx="29">
                  <c:v>3.6499999999989541E-2</c:v>
                </c:pt>
                <c:pt idx="30">
                  <c:v>3.6499999999989541E-2</c:v>
                </c:pt>
                <c:pt idx="31">
                  <c:v>3.6599999999964439E-2</c:v>
                </c:pt>
                <c:pt idx="32">
                  <c:v>3.669999999999618E-2</c:v>
                </c:pt>
                <c:pt idx="33">
                  <c:v>3.669999999999618E-2</c:v>
                </c:pt>
                <c:pt idx="34">
                  <c:v>3.669999999999618E-2</c:v>
                </c:pt>
                <c:pt idx="35">
                  <c:v>3.6799999999971078E-2</c:v>
                </c:pt>
                <c:pt idx="36">
                  <c:v>3.6799999999971078E-2</c:v>
                </c:pt>
                <c:pt idx="37">
                  <c:v>3.6900000000002819E-2</c:v>
                </c:pt>
                <c:pt idx="38">
                  <c:v>3.6900000000002819E-2</c:v>
                </c:pt>
                <c:pt idx="39">
                  <c:v>3.6900000000002819E-2</c:v>
                </c:pt>
                <c:pt idx="40">
                  <c:v>3.6999999999977717E-2</c:v>
                </c:pt>
                <c:pt idx="41">
                  <c:v>3.6999999999977717E-2</c:v>
                </c:pt>
                <c:pt idx="42">
                  <c:v>3.6999999999977717E-2</c:v>
                </c:pt>
                <c:pt idx="43">
                  <c:v>3.6999999999977717E-2</c:v>
                </c:pt>
                <c:pt idx="44">
                  <c:v>3.7099999999952615E-2</c:v>
                </c:pt>
                <c:pt idx="45">
                  <c:v>3.7099999999952615E-2</c:v>
                </c:pt>
                <c:pt idx="46">
                  <c:v>3.7099999999952615E-2</c:v>
                </c:pt>
                <c:pt idx="47">
                  <c:v>3.7099999999952615E-2</c:v>
                </c:pt>
                <c:pt idx="48">
                  <c:v>3.7099999999952615E-2</c:v>
                </c:pt>
                <c:pt idx="49">
                  <c:v>3.7199999999984357E-2</c:v>
                </c:pt>
                <c:pt idx="50">
                  <c:v>3.7199999999984357E-2</c:v>
                </c:pt>
                <c:pt idx="51">
                  <c:v>3.7199999999984357E-2</c:v>
                </c:pt>
                <c:pt idx="52">
                  <c:v>3.7199999999984357E-2</c:v>
                </c:pt>
                <c:pt idx="53">
                  <c:v>3.7199999999984357E-2</c:v>
                </c:pt>
                <c:pt idx="54">
                  <c:v>3.7199999999984357E-2</c:v>
                </c:pt>
                <c:pt idx="55">
                  <c:v>3.7199999999984357E-2</c:v>
                </c:pt>
                <c:pt idx="56">
                  <c:v>3.7199999999984357E-2</c:v>
                </c:pt>
                <c:pt idx="57">
                  <c:v>3.7199999999984357E-2</c:v>
                </c:pt>
                <c:pt idx="58">
                  <c:v>3.7099999999952615E-2</c:v>
                </c:pt>
                <c:pt idx="59">
                  <c:v>3.7099999999952615E-2</c:v>
                </c:pt>
                <c:pt idx="60">
                  <c:v>3.7099999999952615E-2</c:v>
                </c:pt>
                <c:pt idx="61">
                  <c:v>3.6999999999977717E-2</c:v>
                </c:pt>
                <c:pt idx="62">
                  <c:v>3.6999999999977717E-2</c:v>
                </c:pt>
                <c:pt idx="63">
                  <c:v>3.6999999999977717E-2</c:v>
                </c:pt>
                <c:pt idx="64">
                  <c:v>3.6900000000002819E-2</c:v>
                </c:pt>
                <c:pt idx="65">
                  <c:v>3.6900000000002819E-2</c:v>
                </c:pt>
                <c:pt idx="66">
                  <c:v>3.6900000000002819E-2</c:v>
                </c:pt>
                <c:pt idx="67">
                  <c:v>3.6799999999971078E-2</c:v>
                </c:pt>
                <c:pt idx="68">
                  <c:v>3.6799999999971078E-2</c:v>
                </c:pt>
                <c:pt idx="69">
                  <c:v>3.6799999999971078E-2</c:v>
                </c:pt>
                <c:pt idx="70">
                  <c:v>3.6799999999971078E-2</c:v>
                </c:pt>
                <c:pt idx="71">
                  <c:v>3.6799999999971078E-2</c:v>
                </c:pt>
                <c:pt idx="72">
                  <c:v>3.669999999999618E-2</c:v>
                </c:pt>
                <c:pt idx="73">
                  <c:v>3.669999999999618E-2</c:v>
                </c:pt>
                <c:pt idx="74">
                  <c:v>3.669999999999618E-2</c:v>
                </c:pt>
                <c:pt idx="75">
                  <c:v>3.669999999999618E-2</c:v>
                </c:pt>
                <c:pt idx="76">
                  <c:v>3.669999999999618E-2</c:v>
                </c:pt>
                <c:pt idx="77">
                  <c:v>3.669999999999618E-2</c:v>
                </c:pt>
                <c:pt idx="78">
                  <c:v>3.669999999999618E-2</c:v>
                </c:pt>
                <c:pt idx="79">
                  <c:v>3.669999999999618E-2</c:v>
                </c:pt>
                <c:pt idx="80">
                  <c:v>3.6599999999964439E-2</c:v>
                </c:pt>
                <c:pt idx="81">
                  <c:v>3.6599999999964439E-2</c:v>
                </c:pt>
                <c:pt idx="82">
                  <c:v>3.6599999999964439E-2</c:v>
                </c:pt>
                <c:pt idx="83">
                  <c:v>3.6599999999964439E-2</c:v>
                </c:pt>
                <c:pt idx="84">
                  <c:v>3.6599999999964439E-2</c:v>
                </c:pt>
                <c:pt idx="85">
                  <c:v>3.6599999999964439E-2</c:v>
                </c:pt>
                <c:pt idx="86">
                  <c:v>3.6599999999964439E-2</c:v>
                </c:pt>
                <c:pt idx="87">
                  <c:v>3.6599999999964439E-2</c:v>
                </c:pt>
                <c:pt idx="88">
                  <c:v>3.6599999999964439E-2</c:v>
                </c:pt>
                <c:pt idx="89">
                  <c:v>3.6599999999964439E-2</c:v>
                </c:pt>
                <c:pt idx="90">
                  <c:v>3.6599999999964439E-2</c:v>
                </c:pt>
                <c:pt idx="91">
                  <c:v>3.6599999999964439E-2</c:v>
                </c:pt>
                <c:pt idx="92">
                  <c:v>3.6599999999964439E-2</c:v>
                </c:pt>
                <c:pt idx="93">
                  <c:v>3.6599999999964439E-2</c:v>
                </c:pt>
                <c:pt idx="94">
                  <c:v>3.6599999999964439E-2</c:v>
                </c:pt>
                <c:pt idx="95">
                  <c:v>3.6599999999964439E-2</c:v>
                </c:pt>
                <c:pt idx="96">
                  <c:v>3.6599999999964439E-2</c:v>
                </c:pt>
                <c:pt idx="97">
                  <c:v>3.6599999999964439E-2</c:v>
                </c:pt>
                <c:pt idx="98">
                  <c:v>3.6599999999964439E-2</c:v>
                </c:pt>
                <c:pt idx="99">
                  <c:v>3.6599999999964439E-2</c:v>
                </c:pt>
                <c:pt idx="100">
                  <c:v>3.6599999999964439E-2</c:v>
                </c:pt>
                <c:pt idx="101">
                  <c:v>3.6599999999964439E-2</c:v>
                </c:pt>
                <c:pt idx="102">
                  <c:v>3.6599999999964439E-2</c:v>
                </c:pt>
                <c:pt idx="103">
                  <c:v>3.6599999999964439E-2</c:v>
                </c:pt>
                <c:pt idx="104">
                  <c:v>3.6599999999964439E-2</c:v>
                </c:pt>
                <c:pt idx="105">
                  <c:v>3.6599999999964439E-2</c:v>
                </c:pt>
                <c:pt idx="106">
                  <c:v>3.6599999999964439E-2</c:v>
                </c:pt>
                <c:pt idx="107">
                  <c:v>3.6599999999964439E-2</c:v>
                </c:pt>
                <c:pt idx="108">
                  <c:v>3.669999999999618E-2</c:v>
                </c:pt>
                <c:pt idx="109">
                  <c:v>3.669999999999618E-2</c:v>
                </c:pt>
                <c:pt idx="110">
                  <c:v>3.669999999999618E-2</c:v>
                </c:pt>
                <c:pt idx="111">
                  <c:v>3.669999999999618E-2</c:v>
                </c:pt>
                <c:pt idx="112">
                  <c:v>3.669999999999618E-2</c:v>
                </c:pt>
                <c:pt idx="113">
                  <c:v>3.669999999999618E-2</c:v>
                </c:pt>
                <c:pt idx="114">
                  <c:v>3.6799999999971078E-2</c:v>
                </c:pt>
                <c:pt idx="115">
                  <c:v>3.6799999999971078E-2</c:v>
                </c:pt>
                <c:pt idx="116">
                  <c:v>3.6799999999971078E-2</c:v>
                </c:pt>
                <c:pt idx="117">
                  <c:v>3.6799999999971078E-2</c:v>
                </c:pt>
                <c:pt idx="118">
                  <c:v>3.6799999999971078E-2</c:v>
                </c:pt>
                <c:pt idx="119">
                  <c:v>3.6799999999971078E-2</c:v>
                </c:pt>
                <c:pt idx="120">
                  <c:v>3.6799999999971078E-2</c:v>
                </c:pt>
                <c:pt idx="121">
                  <c:v>3.6799999999971078E-2</c:v>
                </c:pt>
                <c:pt idx="122">
                  <c:v>3.6900000000002819E-2</c:v>
                </c:pt>
                <c:pt idx="123">
                  <c:v>3.6900000000002819E-2</c:v>
                </c:pt>
                <c:pt idx="124">
                  <c:v>3.6900000000002819E-2</c:v>
                </c:pt>
                <c:pt idx="125">
                  <c:v>3.6900000000002819E-2</c:v>
                </c:pt>
                <c:pt idx="126">
                  <c:v>3.6900000000002819E-2</c:v>
                </c:pt>
                <c:pt idx="127">
                  <c:v>3.6900000000002819E-2</c:v>
                </c:pt>
                <c:pt idx="128">
                  <c:v>3.6900000000002819E-2</c:v>
                </c:pt>
                <c:pt idx="129">
                  <c:v>3.6900000000002819E-2</c:v>
                </c:pt>
                <c:pt idx="130">
                  <c:v>3.6900000000002819E-2</c:v>
                </c:pt>
                <c:pt idx="131">
                  <c:v>3.6900000000002819E-2</c:v>
                </c:pt>
                <c:pt idx="132">
                  <c:v>3.6900000000002819E-2</c:v>
                </c:pt>
                <c:pt idx="133">
                  <c:v>3.6900000000002819E-2</c:v>
                </c:pt>
                <c:pt idx="134">
                  <c:v>3.6900000000002819E-2</c:v>
                </c:pt>
                <c:pt idx="135">
                  <c:v>3.6900000000002819E-2</c:v>
                </c:pt>
                <c:pt idx="136">
                  <c:v>3.6900000000002819E-2</c:v>
                </c:pt>
                <c:pt idx="137">
                  <c:v>3.6999999999977717E-2</c:v>
                </c:pt>
                <c:pt idx="138">
                  <c:v>3.6999999999977717E-2</c:v>
                </c:pt>
                <c:pt idx="139">
                  <c:v>3.6999999999977717E-2</c:v>
                </c:pt>
                <c:pt idx="140">
                  <c:v>3.6999999999977717E-2</c:v>
                </c:pt>
                <c:pt idx="141">
                  <c:v>3.6999999999977717E-2</c:v>
                </c:pt>
                <c:pt idx="142">
                  <c:v>3.6999999999977717E-2</c:v>
                </c:pt>
                <c:pt idx="143">
                  <c:v>3.6999999999977717E-2</c:v>
                </c:pt>
                <c:pt idx="144">
                  <c:v>3.6999999999977717E-2</c:v>
                </c:pt>
                <c:pt idx="145">
                  <c:v>3.6999999999977717E-2</c:v>
                </c:pt>
                <c:pt idx="146">
                  <c:v>3.6999999999977717E-2</c:v>
                </c:pt>
                <c:pt idx="147">
                  <c:v>3.6999999999977717E-2</c:v>
                </c:pt>
                <c:pt idx="148">
                  <c:v>3.6999999999977717E-2</c:v>
                </c:pt>
                <c:pt idx="149">
                  <c:v>3.6999999999977717E-2</c:v>
                </c:pt>
                <c:pt idx="150">
                  <c:v>3.6999999999977717E-2</c:v>
                </c:pt>
                <c:pt idx="151">
                  <c:v>3.6999999999977717E-2</c:v>
                </c:pt>
                <c:pt idx="152">
                  <c:v>3.6999999999977717E-2</c:v>
                </c:pt>
                <c:pt idx="153">
                  <c:v>3.6999999999977717E-2</c:v>
                </c:pt>
                <c:pt idx="154">
                  <c:v>3.6999999999977717E-2</c:v>
                </c:pt>
                <c:pt idx="155">
                  <c:v>3.6999999999977717E-2</c:v>
                </c:pt>
                <c:pt idx="156">
                  <c:v>3.6999999999977717E-2</c:v>
                </c:pt>
                <c:pt idx="157">
                  <c:v>3.6999999999977717E-2</c:v>
                </c:pt>
                <c:pt idx="158">
                  <c:v>3.6900000000002819E-2</c:v>
                </c:pt>
                <c:pt idx="159">
                  <c:v>3.6799999999971078E-2</c:v>
                </c:pt>
                <c:pt idx="160">
                  <c:v>3.6799999999971078E-2</c:v>
                </c:pt>
                <c:pt idx="161">
                  <c:v>3.6799999999971078E-2</c:v>
                </c:pt>
                <c:pt idx="162">
                  <c:v>3.669999999999618E-2</c:v>
                </c:pt>
                <c:pt idx="163">
                  <c:v>3.669999999999618E-2</c:v>
                </c:pt>
                <c:pt idx="164">
                  <c:v>3.669999999999618E-2</c:v>
                </c:pt>
                <c:pt idx="165">
                  <c:v>3.669999999999618E-2</c:v>
                </c:pt>
                <c:pt idx="166">
                  <c:v>3.6599999999964439E-2</c:v>
                </c:pt>
                <c:pt idx="167">
                  <c:v>3.6599999999964439E-2</c:v>
                </c:pt>
                <c:pt idx="168">
                  <c:v>3.6599999999964439E-2</c:v>
                </c:pt>
                <c:pt idx="169">
                  <c:v>3.6599999999964439E-2</c:v>
                </c:pt>
                <c:pt idx="170">
                  <c:v>3.6499999999989541E-2</c:v>
                </c:pt>
                <c:pt idx="171">
                  <c:v>3.6499999999989541E-2</c:v>
                </c:pt>
                <c:pt idx="172">
                  <c:v>3.6499999999989541E-2</c:v>
                </c:pt>
                <c:pt idx="173">
                  <c:v>3.6499999999989541E-2</c:v>
                </c:pt>
                <c:pt idx="174">
                  <c:v>3.6499999999989541E-2</c:v>
                </c:pt>
                <c:pt idx="175">
                  <c:v>3.6399999999957799E-2</c:v>
                </c:pt>
                <c:pt idx="176">
                  <c:v>3.6399999999957799E-2</c:v>
                </c:pt>
                <c:pt idx="177">
                  <c:v>3.6399999999957799E-2</c:v>
                </c:pt>
                <c:pt idx="178">
                  <c:v>3.6399999999957799E-2</c:v>
                </c:pt>
                <c:pt idx="179">
                  <c:v>3.6399999999957799E-2</c:v>
                </c:pt>
                <c:pt idx="180">
                  <c:v>3.6399999999957799E-2</c:v>
                </c:pt>
                <c:pt idx="181">
                  <c:v>3.6399999999957799E-2</c:v>
                </c:pt>
                <c:pt idx="182">
                  <c:v>3.6399999999957799E-2</c:v>
                </c:pt>
                <c:pt idx="183">
                  <c:v>3.6399999999957799E-2</c:v>
                </c:pt>
                <c:pt idx="184">
                  <c:v>3.6499999999989541E-2</c:v>
                </c:pt>
                <c:pt idx="185">
                  <c:v>3.6499999999989541E-2</c:v>
                </c:pt>
                <c:pt idx="186">
                  <c:v>3.6599999999964439E-2</c:v>
                </c:pt>
                <c:pt idx="187">
                  <c:v>3.6599999999964439E-2</c:v>
                </c:pt>
                <c:pt idx="188">
                  <c:v>3.669999999999618E-2</c:v>
                </c:pt>
                <c:pt idx="189">
                  <c:v>3.669999999999618E-2</c:v>
                </c:pt>
                <c:pt idx="190">
                  <c:v>3.6799999999971078E-2</c:v>
                </c:pt>
                <c:pt idx="191">
                  <c:v>3.6799999999971078E-2</c:v>
                </c:pt>
                <c:pt idx="192">
                  <c:v>3.6799999999971078E-2</c:v>
                </c:pt>
                <c:pt idx="193">
                  <c:v>3.6900000000002819E-2</c:v>
                </c:pt>
                <c:pt idx="194">
                  <c:v>3.6900000000002819E-2</c:v>
                </c:pt>
                <c:pt idx="195">
                  <c:v>3.6900000000002819E-2</c:v>
                </c:pt>
                <c:pt idx="196">
                  <c:v>3.6999999999977717E-2</c:v>
                </c:pt>
                <c:pt idx="197">
                  <c:v>3.6999999999977717E-2</c:v>
                </c:pt>
                <c:pt idx="198">
                  <c:v>3.6999999999977717E-2</c:v>
                </c:pt>
                <c:pt idx="199">
                  <c:v>3.6999999999977717E-2</c:v>
                </c:pt>
                <c:pt idx="200">
                  <c:v>3.7099999999952615E-2</c:v>
                </c:pt>
                <c:pt idx="201">
                  <c:v>3.7099999999952615E-2</c:v>
                </c:pt>
                <c:pt idx="202">
                  <c:v>3.7099999999952615E-2</c:v>
                </c:pt>
                <c:pt idx="203">
                  <c:v>3.7099999999952615E-2</c:v>
                </c:pt>
                <c:pt idx="204">
                  <c:v>3.7099999999952615E-2</c:v>
                </c:pt>
                <c:pt idx="205">
                  <c:v>3.7199999999984357E-2</c:v>
                </c:pt>
                <c:pt idx="206">
                  <c:v>3.7199999999984357E-2</c:v>
                </c:pt>
                <c:pt idx="207">
                  <c:v>3.7199999999984357E-2</c:v>
                </c:pt>
                <c:pt idx="208">
                  <c:v>3.7199999999984357E-2</c:v>
                </c:pt>
                <c:pt idx="209">
                  <c:v>3.7199999999984357E-2</c:v>
                </c:pt>
                <c:pt idx="210">
                  <c:v>3.7199999999984357E-2</c:v>
                </c:pt>
                <c:pt idx="211">
                  <c:v>3.7199999999984357E-2</c:v>
                </c:pt>
                <c:pt idx="212">
                  <c:v>3.7199999999984357E-2</c:v>
                </c:pt>
                <c:pt idx="213">
                  <c:v>3.7199999999984357E-2</c:v>
                </c:pt>
                <c:pt idx="214">
                  <c:v>3.7199999999984357E-2</c:v>
                </c:pt>
                <c:pt idx="215">
                  <c:v>3.7099999999952615E-2</c:v>
                </c:pt>
                <c:pt idx="216">
                  <c:v>3.7099999999952615E-2</c:v>
                </c:pt>
                <c:pt idx="217">
                  <c:v>3.7099999999952615E-2</c:v>
                </c:pt>
                <c:pt idx="218">
                  <c:v>3.6999999999977717E-2</c:v>
                </c:pt>
                <c:pt idx="219">
                  <c:v>3.6999999999977717E-2</c:v>
                </c:pt>
                <c:pt idx="220">
                  <c:v>3.6999999999977717E-2</c:v>
                </c:pt>
                <c:pt idx="221">
                  <c:v>3.6900000000002819E-2</c:v>
                </c:pt>
                <c:pt idx="222">
                  <c:v>3.6900000000002819E-2</c:v>
                </c:pt>
                <c:pt idx="223">
                  <c:v>3.6900000000002819E-2</c:v>
                </c:pt>
                <c:pt idx="224">
                  <c:v>3.6799999999971078E-2</c:v>
                </c:pt>
                <c:pt idx="225">
                  <c:v>3.6799999999971078E-2</c:v>
                </c:pt>
                <c:pt idx="226">
                  <c:v>3.6799999999971078E-2</c:v>
                </c:pt>
                <c:pt idx="227">
                  <c:v>3.6799999999971078E-2</c:v>
                </c:pt>
                <c:pt idx="228">
                  <c:v>3.6799999999971078E-2</c:v>
                </c:pt>
                <c:pt idx="229">
                  <c:v>3.669999999999618E-2</c:v>
                </c:pt>
                <c:pt idx="230">
                  <c:v>3.669999999999618E-2</c:v>
                </c:pt>
                <c:pt idx="231">
                  <c:v>3.669999999999618E-2</c:v>
                </c:pt>
                <c:pt idx="232">
                  <c:v>3.669999999999618E-2</c:v>
                </c:pt>
                <c:pt idx="233">
                  <c:v>3.669999999999618E-2</c:v>
                </c:pt>
                <c:pt idx="234">
                  <c:v>3.669999999999618E-2</c:v>
                </c:pt>
                <c:pt idx="235">
                  <c:v>3.669999999999618E-2</c:v>
                </c:pt>
                <c:pt idx="236">
                  <c:v>3.669999999999618E-2</c:v>
                </c:pt>
                <c:pt idx="237">
                  <c:v>3.6599999999964439E-2</c:v>
                </c:pt>
                <c:pt idx="238">
                  <c:v>3.6599999999964439E-2</c:v>
                </c:pt>
                <c:pt idx="239">
                  <c:v>3.6599999999964439E-2</c:v>
                </c:pt>
                <c:pt idx="240">
                  <c:v>3.6599999999964439E-2</c:v>
                </c:pt>
                <c:pt idx="241">
                  <c:v>3.6599999999964439E-2</c:v>
                </c:pt>
                <c:pt idx="242">
                  <c:v>3.6599999999964439E-2</c:v>
                </c:pt>
                <c:pt idx="243">
                  <c:v>3.6599999999964439E-2</c:v>
                </c:pt>
                <c:pt idx="244">
                  <c:v>3.6599999999964439E-2</c:v>
                </c:pt>
                <c:pt idx="245">
                  <c:v>3.6599999999964439E-2</c:v>
                </c:pt>
                <c:pt idx="246">
                  <c:v>3.6599999999964439E-2</c:v>
                </c:pt>
                <c:pt idx="247">
                  <c:v>3.6599999999964439E-2</c:v>
                </c:pt>
                <c:pt idx="248">
                  <c:v>3.6599999999964439E-2</c:v>
                </c:pt>
                <c:pt idx="249">
                  <c:v>3.6599999999964439E-2</c:v>
                </c:pt>
                <c:pt idx="250">
                  <c:v>3.6599999999964439E-2</c:v>
                </c:pt>
                <c:pt idx="251">
                  <c:v>3.6599999999964439E-2</c:v>
                </c:pt>
                <c:pt idx="252">
                  <c:v>3.6599999999964439E-2</c:v>
                </c:pt>
                <c:pt idx="253">
                  <c:v>3.6599999999964439E-2</c:v>
                </c:pt>
                <c:pt idx="254">
                  <c:v>3.6599999999964439E-2</c:v>
                </c:pt>
                <c:pt idx="255">
                  <c:v>3.6599999999964439E-2</c:v>
                </c:pt>
                <c:pt idx="256">
                  <c:v>3.6599999999964439E-2</c:v>
                </c:pt>
                <c:pt idx="257">
                  <c:v>3.6599999999964439E-2</c:v>
                </c:pt>
                <c:pt idx="258">
                  <c:v>3.6599999999964439E-2</c:v>
                </c:pt>
                <c:pt idx="259">
                  <c:v>3.6599999999964439E-2</c:v>
                </c:pt>
                <c:pt idx="260">
                  <c:v>3.6599999999964439E-2</c:v>
                </c:pt>
                <c:pt idx="261">
                  <c:v>3.6599999999964439E-2</c:v>
                </c:pt>
                <c:pt idx="262">
                  <c:v>3.6599999999964439E-2</c:v>
                </c:pt>
                <c:pt idx="263">
                  <c:v>3.6599999999964439E-2</c:v>
                </c:pt>
                <c:pt idx="264">
                  <c:v>3.6599999999964439E-2</c:v>
                </c:pt>
                <c:pt idx="265">
                  <c:v>3.669999999999618E-2</c:v>
                </c:pt>
                <c:pt idx="266">
                  <c:v>3.669999999999618E-2</c:v>
                </c:pt>
                <c:pt idx="267">
                  <c:v>3.669999999999618E-2</c:v>
                </c:pt>
                <c:pt idx="268">
                  <c:v>3.669999999999618E-2</c:v>
                </c:pt>
                <c:pt idx="269">
                  <c:v>3.669999999999618E-2</c:v>
                </c:pt>
                <c:pt idx="270">
                  <c:v>3.669999999999618E-2</c:v>
                </c:pt>
                <c:pt idx="271">
                  <c:v>3.6799999999971078E-2</c:v>
                </c:pt>
                <c:pt idx="272">
                  <c:v>3.6799999999971078E-2</c:v>
                </c:pt>
                <c:pt idx="273">
                  <c:v>3.6799999999971078E-2</c:v>
                </c:pt>
                <c:pt idx="274">
                  <c:v>3.6799999999971078E-2</c:v>
                </c:pt>
                <c:pt idx="275">
                  <c:v>3.6799999999971078E-2</c:v>
                </c:pt>
                <c:pt idx="276">
                  <c:v>3.6799999999971078E-2</c:v>
                </c:pt>
                <c:pt idx="277">
                  <c:v>3.6799999999971078E-2</c:v>
                </c:pt>
                <c:pt idx="278">
                  <c:v>3.6900000000002819E-2</c:v>
                </c:pt>
                <c:pt idx="279">
                  <c:v>3.6900000000002819E-2</c:v>
                </c:pt>
                <c:pt idx="280">
                  <c:v>3.6900000000002819E-2</c:v>
                </c:pt>
                <c:pt idx="281">
                  <c:v>3.6900000000002819E-2</c:v>
                </c:pt>
                <c:pt idx="282">
                  <c:v>3.6900000000002819E-2</c:v>
                </c:pt>
                <c:pt idx="283">
                  <c:v>3.6900000000002819E-2</c:v>
                </c:pt>
                <c:pt idx="284">
                  <c:v>3.6900000000002819E-2</c:v>
                </c:pt>
                <c:pt idx="285">
                  <c:v>3.6900000000002819E-2</c:v>
                </c:pt>
                <c:pt idx="286">
                  <c:v>3.6900000000002819E-2</c:v>
                </c:pt>
                <c:pt idx="287">
                  <c:v>3.6900000000002819E-2</c:v>
                </c:pt>
                <c:pt idx="288">
                  <c:v>3.6900000000002819E-2</c:v>
                </c:pt>
                <c:pt idx="289">
                  <c:v>3.6900000000002819E-2</c:v>
                </c:pt>
                <c:pt idx="290">
                  <c:v>3.6900000000002819E-2</c:v>
                </c:pt>
                <c:pt idx="291">
                  <c:v>3.6900000000002819E-2</c:v>
                </c:pt>
                <c:pt idx="292">
                  <c:v>3.6900000000002819E-2</c:v>
                </c:pt>
                <c:pt idx="293">
                  <c:v>3.6900000000002819E-2</c:v>
                </c:pt>
                <c:pt idx="294">
                  <c:v>3.6999999999977717E-2</c:v>
                </c:pt>
                <c:pt idx="295">
                  <c:v>3.6999999999977717E-2</c:v>
                </c:pt>
                <c:pt idx="296">
                  <c:v>3.6999999999977717E-2</c:v>
                </c:pt>
                <c:pt idx="297">
                  <c:v>3.6999999999977717E-2</c:v>
                </c:pt>
                <c:pt idx="298">
                  <c:v>3.6999999999977717E-2</c:v>
                </c:pt>
                <c:pt idx="299">
                  <c:v>3.6999999999977717E-2</c:v>
                </c:pt>
                <c:pt idx="300">
                  <c:v>3.6999999999977717E-2</c:v>
                </c:pt>
                <c:pt idx="301">
                  <c:v>3.6999999999977717E-2</c:v>
                </c:pt>
                <c:pt idx="302">
                  <c:v>3.6999999999977717E-2</c:v>
                </c:pt>
                <c:pt idx="303">
                  <c:v>3.6999999999977717E-2</c:v>
                </c:pt>
                <c:pt idx="304">
                  <c:v>3.6999999999977717E-2</c:v>
                </c:pt>
                <c:pt idx="305">
                  <c:v>3.6999999999977717E-2</c:v>
                </c:pt>
                <c:pt idx="306">
                  <c:v>3.6999999999977717E-2</c:v>
                </c:pt>
                <c:pt idx="307">
                  <c:v>3.6999999999977717E-2</c:v>
                </c:pt>
                <c:pt idx="308">
                  <c:v>3.6999999999977717E-2</c:v>
                </c:pt>
                <c:pt idx="309">
                  <c:v>3.6999999999977717E-2</c:v>
                </c:pt>
                <c:pt idx="310">
                  <c:v>3.6999999999977717E-2</c:v>
                </c:pt>
                <c:pt idx="311">
                  <c:v>3.6999999999977717E-2</c:v>
                </c:pt>
                <c:pt idx="312">
                  <c:v>3.6999999999977717E-2</c:v>
                </c:pt>
                <c:pt idx="313">
                  <c:v>3.6999999999977717E-2</c:v>
                </c:pt>
                <c:pt idx="314">
                  <c:v>3.6999999999977717E-2</c:v>
                </c:pt>
                <c:pt idx="315">
                  <c:v>3.6900000000002819E-2</c:v>
                </c:pt>
                <c:pt idx="316">
                  <c:v>3.6799999999971078E-2</c:v>
                </c:pt>
                <c:pt idx="317">
                  <c:v>3.6799999999971078E-2</c:v>
                </c:pt>
                <c:pt idx="318">
                  <c:v>3.6799999999971078E-2</c:v>
                </c:pt>
                <c:pt idx="319">
                  <c:v>3.669999999999618E-2</c:v>
                </c:pt>
                <c:pt idx="320">
                  <c:v>3.669999999999618E-2</c:v>
                </c:pt>
                <c:pt idx="321">
                  <c:v>3.669999999999618E-2</c:v>
                </c:pt>
                <c:pt idx="322">
                  <c:v>3.669999999999618E-2</c:v>
                </c:pt>
                <c:pt idx="323">
                  <c:v>3.6599999999964439E-2</c:v>
                </c:pt>
                <c:pt idx="324">
                  <c:v>3.6599999999964439E-2</c:v>
                </c:pt>
                <c:pt idx="325">
                  <c:v>3.6599999999964439E-2</c:v>
                </c:pt>
                <c:pt idx="326">
                  <c:v>3.6599999999964439E-2</c:v>
                </c:pt>
                <c:pt idx="327">
                  <c:v>3.6499999999989541E-2</c:v>
                </c:pt>
                <c:pt idx="328">
                  <c:v>3.6499999999989541E-2</c:v>
                </c:pt>
                <c:pt idx="329">
                  <c:v>3.6499999999989541E-2</c:v>
                </c:pt>
                <c:pt idx="330">
                  <c:v>3.6499999999989541E-2</c:v>
                </c:pt>
                <c:pt idx="331">
                  <c:v>3.6499999999989541E-2</c:v>
                </c:pt>
                <c:pt idx="332">
                  <c:v>3.6399999999957799E-2</c:v>
                </c:pt>
                <c:pt idx="333">
                  <c:v>3.6399999999957799E-2</c:v>
                </c:pt>
                <c:pt idx="334">
                  <c:v>3.6399999999957799E-2</c:v>
                </c:pt>
                <c:pt idx="335">
                  <c:v>3.6399999999957799E-2</c:v>
                </c:pt>
                <c:pt idx="336">
                  <c:v>3.6399999999957799E-2</c:v>
                </c:pt>
                <c:pt idx="337">
                  <c:v>3.6399999999957799E-2</c:v>
                </c:pt>
                <c:pt idx="338">
                  <c:v>3.6399999999957799E-2</c:v>
                </c:pt>
                <c:pt idx="339">
                  <c:v>3.6399999999957799E-2</c:v>
                </c:pt>
                <c:pt idx="340">
                  <c:v>3.6399999999957799E-2</c:v>
                </c:pt>
                <c:pt idx="341">
                  <c:v>3.6499999999989541E-2</c:v>
                </c:pt>
                <c:pt idx="342">
                  <c:v>3.6499999999989541E-2</c:v>
                </c:pt>
                <c:pt idx="343">
                  <c:v>3.6599999999964439E-2</c:v>
                </c:pt>
                <c:pt idx="344">
                  <c:v>3.6599999999964439E-2</c:v>
                </c:pt>
                <c:pt idx="345">
                  <c:v>3.669999999999618E-2</c:v>
                </c:pt>
                <c:pt idx="346">
                  <c:v>3.669999999999618E-2</c:v>
                </c:pt>
                <c:pt idx="347">
                  <c:v>3.6799999999971078E-2</c:v>
                </c:pt>
                <c:pt idx="348">
                  <c:v>3.6799999999971078E-2</c:v>
                </c:pt>
                <c:pt idx="349">
                  <c:v>3.6799999999971078E-2</c:v>
                </c:pt>
                <c:pt idx="350">
                  <c:v>3.6900000000002819E-2</c:v>
                </c:pt>
                <c:pt idx="351">
                  <c:v>3.6900000000002819E-2</c:v>
                </c:pt>
                <c:pt idx="352">
                  <c:v>3.6900000000002819E-2</c:v>
                </c:pt>
                <c:pt idx="353">
                  <c:v>3.6999999999977717E-2</c:v>
                </c:pt>
                <c:pt idx="354">
                  <c:v>3.6999999999977717E-2</c:v>
                </c:pt>
                <c:pt idx="355">
                  <c:v>3.6999999999977717E-2</c:v>
                </c:pt>
                <c:pt idx="356">
                  <c:v>3.6999999999977717E-2</c:v>
                </c:pt>
                <c:pt idx="357">
                  <c:v>3.7099999999952615E-2</c:v>
                </c:pt>
                <c:pt idx="358">
                  <c:v>3.7099999999952615E-2</c:v>
                </c:pt>
                <c:pt idx="359">
                  <c:v>3.7099999999952615E-2</c:v>
                </c:pt>
                <c:pt idx="360">
                  <c:v>3.7099999999952615E-2</c:v>
                </c:pt>
                <c:pt idx="361">
                  <c:v>3.7099999999952615E-2</c:v>
                </c:pt>
                <c:pt idx="362">
                  <c:v>3.7099999999952615E-2</c:v>
                </c:pt>
                <c:pt idx="363">
                  <c:v>3.7199999999984357E-2</c:v>
                </c:pt>
                <c:pt idx="364">
                  <c:v>3.7199999999984357E-2</c:v>
                </c:pt>
                <c:pt idx="365">
                  <c:v>3.7199999999984357E-2</c:v>
                </c:pt>
                <c:pt idx="366">
                  <c:v>3.7199999999984357E-2</c:v>
                </c:pt>
                <c:pt idx="367">
                  <c:v>3.7199999999984357E-2</c:v>
                </c:pt>
                <c:pt idx="368">
                  <c:v>3.7199999999984357E-2</c:v>
                </c:pt>
                <c:pt idx="369">
                  <c:v>3.7199999999984357E-2</c:v>
                </c:pt>
                <c:pt idx="370">
                  <c:v>3.7199999999984357E-2</c:v>
                </c:pt>
                <c:pt idx="371">
                  <c:v>3.7199999999984357E-2</c:v>
                </c:pt>
                <c:pt idx="372">
                  <c:v>3.7099999999952615E-2</c:v>
                </c:pt>
                <c:pt idx="373">
                  <c:v>3.7099999999952615E-2</c:v>
                </c:pt>
                <c:pt idx="374">
                  <c:v>3.7099999999952615E-2</c:v>
                </c:pt>
                <c:pt idx="375">
                  <c:v>3.7099999999952615E-2</c:v>
                </c:pt>
                <c:pt idx="376">
                  <c:v>3.6999999999977717E-2</c:v>
                </c:pt>
                <c:pt idx="377">
                  <c:v>3.6999999999977717E-2</c:v>
                </c:pt>
                <c:pt idx="378">
                  <c:v>3.6900000000002819E-2</c:v>
                </c:pt>
                <c:pt idx="379">
                  <c:v>3.6900000000002819E-2</c:v>
                </c:pt>
                <c:pt idx="380">
                  <c:v>3.6900000000002819E-2</c:v>
                </c:pt>
                <c:pt idx="381">
                  <c:v>3.6900000000002819E-2</c:v>
                </c:pt>
                <c:pt idx="382">
                  <c:v>3.6799999999971078E-2</c:v>
                </c:pt>
                <c:pt idx="383">
                  <c:v>3.6799999999971078E-2</c:v>
                </c:pt>
                <c:pt idx="384">
                  <c:v>3.6799999999971078E-2</c:v>
                </c:pt>
                <c:pt idx="385">
                  <c:v>3.6799999999971078E-2</c:v>
                </c:pt>
                <c:pt idx="386">
                  <c:v>3.669999999999618E-2</c:v>
                </c:pt>
                <c:pt idx="387">
                  <c:v>3.669999999999618E-2</c:v>
                </c:pt>
                <c:pt idx="388">
                  <c:v>3.669999999999618E-2</c:v>
                </c:pt>
                <c:pt idx="389">
                  <c:v>3.669999999999618E-2</c:v>
                </c:pt>
                <c:pt idx="390">
                  <c:v>3.669999999999618E-2</c:v>
                </c:pt>
                <c:pt idx="391">
                  <c:v>3.669999999999618E-2</c:v>
                </c:pt>
                <c:pt idx="392">
                  <c:v>3.669999999999618E-2</c:v>
                </c:pt>
                <c:pt idx="393">
                  <c:v>3.669999999999618E-2</c:v>
                </c:pt>
                <c:pt idx="394">
                  <c:v>3.669999999999618E-2</c:v>
                </c:pt>
                <c:pt idx="395">
                  <c:v>3.6599999999964439E-2</c:v>
                </c:pt>
                <c:pt idx="396">
                  <c:v>3.6599999999964439E-2</c:v>
                </c:pt>
                <c:pt idx="397">
                  <c:v>3.6599999999964439E-2</c:v>
                </c:pt>
                <c:pt idx="398">
                  <c:v>3.6599999999964439E-2</c:v>
                </c:pt>
                <c:pt idx="399">
                  <c:v>3.6599999999964439E-2</c:v>
                </c:pt>
                <c:pt idx="400">
                  <c:v>3.6599999999964439E-2</c:v>
                </c:pt>
                <c:pt idx="401">
                  <c:v>3.6599999999964439E-2</c:v>
                </c:pt>
                <c:pt idx="402">
                  <c:v>3.6599999999964439E-2</c:v>
                </c:pt>
                <c:pt idx="403">
                  <c:v>3.6599999999964439E-2</c:v>
                </c:pt>
                <c:pt idx="404">
                  <c:v>3.6599999999964439E-2</c:v>
                </c:pt>
                <c:pt idx="405">
                  <c:v>3.6599999999964439E-2</c:v>
                </c:pt>
                <c:pt idx="406">
                  <c:v>3.6599999999964439E-2</c:v>
                </c:pt>
                <c:pt idx="407">
                  <c:v>3.6599999999964439E-2</c:v>
                </c:pt>
                <c:pt idx="408">
                  <c:v>3.6599999999964439E-2</c:v>
                </c:pt>
                <c:pt idx="409">
                  <c:v>3.6599999999964439E-2</c:v>
                </c:pt>
                <c:pt idx="410">
                  <c:v>3.6599999999964439E-2</c:v>
                </c:pt>
                <c:pt idx="411">
                  <c:v>3.6599999999964439E-2</c:v>
                </c:pt>
                <c:pt idx="412">
                  <c:v>3.6599999999964439E-2</c:v>
                </c:pt>
                <c:pt idx="413">
                  <c:v>3.6599999999964439E-2</c:v>
                </c:pt>
                <c:pt idx="414">
                  <c:v>3.6599999999964439E-2</c:v>
                </c:pt>
                <c:pt idx="415">
                  <c:v>3.6599999999964439E-2</c:v>
                </c:pt>
                <c:pt idx="416">
                  <c:v>3.6599999999964439E-2</c:v>
                </c:pt>
                <c:pt idx="417">
                  <c:v>3.6599999999964439E-2</c:v>
                </c:pt>
                <c:pt idx="418">
                  <c:v>3.6599999999964439E-2</c:v>
                </c:pt>
                <c:pt idx="419">
                  <c:v>3.6599999999964439E-2</c:v>
                </c:pt>
                <c:pt idx="420">
                  <c:v>3.6599999999964439E-2</c:v>
                </c:pt>
                <c:pt idx="421">
                  <c:v>3.6599999999964439E-2</c:v>
                </c:pt>
                <c:pt idx="422">
                  <c:v>3.6599999999964439E-2</c:v>
                </c:pt>
                <c:pt idx="423">
                  <c:v>3.669999999999618E-2</c:v>
                </c:pt>
                <c:pt idx="424">
                  <c:v>3.669999999999618E-2</c:v>
                </c:pt>
                <c:pt idx="425">
                  <c:v>3.669999999999618E-2</c:v>
                </c:pt>
                <c:pt idx="426">
                  <c:v>3.669999999999618E-2</c:v>
                </c:pt>
                <c:pt idx="427">
                  <c:v>3.669999999999618E-2</c:v>
                </c:pt>
                <c:pt idx="428">
                  <c:v>3.669999999999618E-2</c:v>
                </c:pt>
                <c:pt idx="429">
                  <c:v>3.6799999999971078E-2</c:v>
                </c:pt>
                <c:pt idx="430">
                  <c:v>3.6799999999971078E-2</c:v>
                </c:pt>
                <c:pt idx="431">
                  <c:v>3.6799999999971078E-2</c:v>
                </c:pt>
                <c:pt idx="432">
                  <c:v>3.6799999999971078E-2</c:v>
                </c:pt>
                <c:pt idx="433">
                  <c:v>3.6799999999971078E-2</c:v>
                </c:pt>
                <c:pt idx="434">
                  <c:v>3.6799999999971078E-2</c:v>
                </c:pt>
                <c:pt idx="435">
                  <c:v>3.6799999999971078E-2</c:v>
                </c:pt>
                <c:pt idx="436">
                  <c:v>3.6900000000002819E-2</c:v>
                </c:pt>
                <c:pt idx="437">
                  <c:v>3.6900000000002819E-2</c:v>
                </c:pt>
                <c:pt idx="438">
                  <c:v>3.6900000000002819E-2</c:v>
                </c:pt>
                <c:pt idx="439">
                  <c:v>3.6900000000002819E-2</c:v>
                </c:pt>
                <c:pt idx="440">
                  <c:v>3.6900000000002819E-2</c:v>
                </c:pt>
                <c:pt idx="441">
                  <c:v>3.6900000000002819E-2</c:v>
                </c:pt>
                <c:pt idx="442">
                  <c:v>3.6900000000002819E-2</c:v>
                </c:pt>
                <c:pt idx="443">
                  <c:v>3.6900000000002819E-2</c:v>
                </c:pt>
                <c:pt idx="444">
                  <c:v>3.6900000000002819E-2</c:v>
                </c:pt>
                <c:pt idx="445">
                  <c:v>3.6900000000002819E-2</c:v>
                </c:pt>
                <c:pt idx="446">
                  <c:v>3.6900000000002819E-2</c:v>
                </c:pt>
                <c:pt idx="447">
                  <c:v>3.6900000000002819E-2</c:v>
                </c:pt>
                <c:pt idx="448">
                  <c:v>3.6900000000002819E-2</c:v>
                </c:pt>
                <c:pt idx="449">
                  <c:v>3.6900000000002819E-2</c:v>
                </c:pt>
                <c:pt idx="450">
                  <c:v>3.6900000000002819E-2</c:v>
                </c:pt>
                <c:pt idx="451">
                  <c:v>3.6900000000002819E-2</c:v>
                </c:pt>
                <c:pt idx="452">
                  <c:v>3.6900000000002819E-2</c:v>
                </c:pt>
                <c:pt idx="453">
                  <c:v>3.6999999999977717E-2</c:v>
                </c:pt>
                <c:pt idx="454">
                  <c:v>3.6999999999977717E-2</c:v>
                </c:pt>
                <c:pt idx="455">
                  <c:v>3.6999999999977717E-2</c:v>
                </c:pt>
                <c:pt idx="456">
                  <c:v>3.6999999999977717E-2</c:v>
                </c:pt>
                <c:pt idx="457">
                  <c:v>3.6999999999977717E-2</c:v>
                </c:pt>
                <c:pt idx="458">
                  <c:v>3.6999999999977717E-2</c:v>
                </c:pt>
                <c:pt idx="459">
                  <c:v>3.6999999999977717E-2</c:v>
                </c:pt>
                <c:pt idx="460">
                  <c:v>3.6999999999977717E-2</c:v>
                </c:pt>
                <c:pt idx="461">
                  <c:v>3.6999999999977717E-2</c:v>
                </c:pt>
                <c:pt idx="462">
                  <c:v>3.6999999999977717E-2</c:v>
                </c:pt>
                <c:pt idx="463">
                  <c:v>3.6999999999977717E-2</c:v>
                </c:pt>
                <c:pt idx="464">
                  <c:v>3.6999999999977717E-2</c:v>
                </c:pt>
                <c:pt idx="465">
                  <c:v>3.6999999999977717E-2</c:v>
                </c:pt>
                <c:pt idx="466">
                  <c:v>3.6999999999977717E-2</c:v>
                </c:pt>
                <c:pt idx="467">
                  <c:v>3.6999999999977717E-2</c:v>
                </c:pt>
                <c:pt idx="468">
                  <c:v>3.6999999999977717E-2</c:v>
                </c:pt>
                <c:pt idx="469">
                  <c:v>3.6999999999977717E-2</c:v>
                </c:pt>
                <c:pt idx="470">
                  <c:v>3.6999999999977717E-2</c:v>
                </c:pt>
                <c:pt idx="471">
                  <c:v>3.6999999999977717E-2</c:v>
                </c:pt>
                <c:pt idx="472">
                  <c:v>3.6999999999977717E-2</c:v>
                </c:pt>
                <c:pt idx="473">
                  <c:v>3.6999999999977717E-2</c:v>
                </c:pt>
                <c:pt idx="474">
                  <c:v>3.6799999999971078E-2</c:v>
                </c:pt>
                <c:pt idx="475">
                  <c:v>3.6799999999971078E-2</c:v>
                </c:pt>
                <c:pt idx="476">
                  <c:v>3.6799999999971078E-2</c:v>
                </c:pt>
                <c:pt idx="477">
                  <c:v>3.6799999999971078E-2</c:v>
                </c:pt>
                <c:pt idx="478">
                  <c:v>3.669999999999618E-2</c:v>
                </c:pt>
                <c:pt idx="479">
                  <c:v>3.669999999999618E-2</c:v>
                </c:pt>
                <c:pt idx="480">
                  <c:v>3.669999999999618E-2</c:v>
                </c:pt>
                <c:pt idx="481">
                  <c:v>3.6599999999964439E-2</c:v>
                </c:pt>
                <c:pt idx="482">
                  <c:v>3.6599999999964439E-2</c:v>
                </c:pt>
                <c:pt idx="483">
                  <c:v>3.6599999999964439E-2</c:v>
                </c:pt>
                <c:pt idx="484">
                  <c:v>3.6599999999964439E-2</c:v>
                </c:pt>
                <c:pt idx="485">
                  <c:v>3.6499999999989541E-2</c:v>
                </c:pt>
                <c:pt idx="486">
                  <c:v>3.6499999999989541E-2</c:v>
                </c:pt>
                <c:pt idx="487">
                  <c:v>3.6499999999989541E-2</c:v>
                </c:pt>
                <c:pt idx="488">
                  <c:v>3.6499999999989541E-2</c:v>
                </c:pt>
                <c:pt idx="489">
                  <c:v>3.6499999999989541E-2</c:v>
                </c:pt>
                <c:pt idx="490">
                  <c:v>3.6499999999989541E-2</c:v>
                </c:pt>
                <c:pt idx="491">
                  <c:v>3.6399999999957799E-2</c:v>
                </c:pt>
                <c:pt idx="492">
                  <c:v>3.6399999999957799E-2</c:v>
                </c:pt>
                <c:pt idx="493">
                  <c:v>3.6399999999957799E-2</c:v>
                </c:pt>
                <c:pt idx="494">
                  <c:v>3.6399999999957799E-2</c:v>
                </c:pt>
                <c:pt idx="495">
                  <c:v>3.6399999999957799E-2</c:v>
                </c:pt>
                <c:pt idx="496">
                  <c:v>3.6399999999957799E-2</c:v>
                </c:pt>
                <c:pt idx="497">
                  <c:v>3.6399999999957799E-2</c:v>
                </c:pt>
                <c:pt idx="498">
                  <c:v>3.6399999999957799E-2</c:v>
                </c:pt>
                <c:pt idx="499">
                  <c:v>3.6399999999957799E-2</c:v>
                </c:pt>
                <c:pt idx="500">
                  <c:v>3.6499999999989541E-2</c:v>
                </c:pt>
                <c:pt idx="501">
                  <c:v>3.6499999999989541E-2</c:v>
                </c:pt>
                <c:pt idx="502">
                  <c:v>3.6599999999964439E-2</c:v>
                </c:pt>
                <c:pt idx="503">
                  <c:v>3.6599999999964439E-2</c:v>
                </c:pt>
                <c:pt idx="504">
                  <c:v>3.669999999999618E-2</c:v>
                </c:pt>
                <c:pt idx="505">
                  <c:v>3.669999999999618E-2</c:v>
                </c:pt>
                <c:pt idx="506">
                  <c:v>3.6799999999971078E-2</c:v>
                </c:pt>
                <c:pt idx="507">
                  <c:v>3.6799999999971078E-2</c:v>
                </c:pt>
                <c:pt idx="508">
                  <c:v>3.6799999999971078E-2</c:v>
                </c:pt>
                <c:pt idx="509">
                  <c:v>3.6900000000002819E-2</c:v>
                </c:pt>
                <c:pt idx="510">
                  <c:v>3.6900000000002819E-2</c:v>
                </c:pt>
                <c:pt idx="511">
                  <c:v>3.6900000000002819E-2</c:v>
                </c:pt>
                <c:pt idx="512">
                  <c:v>3.6999999999977717E-2</c:v>
                </c:pt>
                <c:pt idx="513">
                  <c:v>3.6999999999977717E-2</c:v>
                </c:pt>
                <c:pt idx="514">
                  <c:v>3.6999999999977717E-2</c:v>
                </c:pt>
                <c:pt idx="515">
                  <c:v>3.7099999999952615E-2</c:v>
                </c:pt>
                <c:pt idx="516">
                  <c:v>3.7099999999952615E-2</c:v>
                </c:pt>
                <c:pt idx="517">
                  <c:v>3.7099999999952615E-2</c:v>
                </c:pt>
                <c:pt idx="518">
                  <c:v>3.7099999999952615E-2</c:v>
                </c:pt>
                <c:pt idx="519">
                  <c:v>3.7099999999952615E-2</c:v>
                </c:pt>
                <c:pt idx="520">
                  <c:v>3.7099999999952615E-2</c:v>
                </c:pt>
                <c:pt idx="521">
                  <c:v>3.7199999999984357E-2</c:v>
                </c:pt>
                <c:pt idx="522">
                  <c:v>3.7199999999984357E-2</c:v>
                </c:pt>
                <c:pt idx="523">
                  <c:v>3.7199999999984357E-2</c:v>
                </c:pt>
                <c:pt idx="524">
                  <c:v>3.7199999999984357E-2</c:v>
                </c:pt>
                <c:pt idx="525">
                  <c:v>3.7199999999984357E-2</c:v>
                </c:pt>
                <c:pt idx="526">
                  <c:v>3.7199999999984357E-2</c:v>
                </c:pt>
                <c:pt idx="527">
                  <c:v>3.7199999999984357E-2</c:v>
                </c:pt>
                <c:pt idx="528">
                  <c:v>3.7199999999984357E-2</c:v>
                </c:pt>
                <c:pt idx="529">
                  <c:v>3.7199999999984357E-2</c:v>
                </c:pt>
                <c:pt idx="530">
                  <c:v>3.7099999999952615E-2</c:v>
                </c:pt>
                <c:pt idx="531">
                  <c:v>3.7099999999952615E-2</c:v>
                </c:pt>
                <c:pt idx="532">
                  <c:v>3.7099999999952615E-2</c:v>
                </c:pt>
              </c:numCache>
            </c:numRef>
          </c:yVal>
          <c:smooth val="1"/>
          <c:extLst>
            <c:ext xmlns:c16="http://schemas.microsoft.com/office/drawing/2014/chart" uri="{C3380CC4-5D6E-409C-BE32-E72D297353CC}">
              <c16:uniqueId val="{00000005-070C-47F8-AF40-B045CA708FE7}"/>
            </c:ext>
          </c:extLst>
        </c:ser>
        <c:ser>
          <c:idx val="6"/>
          <c:order val="6"/>
          <c:tx>
            <c:strRef>
              <c:f>N50000_VV_TEMPS_oc5l2_50000!$BH$1</c:f>
              <c:strCache>
                <c:ptCount val="1"/>
                <c:pt idx="0">
                  <c:v>CGI_DM1.7</c:v>
                </c:pt>
              </c:strCache>
            </c:strRef>
          </c:tx>
          <c:spPr>
            <a:ln w="19050" cap="rnd">
              <a:solidFill>
                <a:schemeClr val="accent1">
                  <a:lumMod val="60000"/>
                </a:schemeClr>
              </a:solidFill>
              <a:round/>
            </a:ln>
            <a:effectLst/>
          </c:spPr>
          <c:marker>
            <c:symbol val="circle"/>
            <c:size val="5"/>
            <c:spPr>
              <a:solidFill>
                <a:schemeClr val="accent1">
                  <a:lumMod val="60000"/>
                </a:schemeClr>
              </a:solidFill>
              <a:ln w="9525">
                <a:solidFill>
                  <a:schemeClr val="accent1">
                    <a:lumMod val="60000"/>
                  </a:schemeClr>
                </a:solidFill>
              </a:ln>
              <a:effectLst/>
            </c:spPr>
          </c:marker>
          <c:xVal>
            <c:numRef>
              <c:f>N50000_VV_TEMPS_oc5l2_50000!$BA$2:$BA$536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N50000_VV_TEMPS_oc5l2_50000!$BH$2:$BH$536</c:f>
              <c:numCache>
                <c:formatCode>General</c:formatCode>
                <c:ptCount val="533"/>
                <c:pt idx="0">
                  <c:v>0</c:v>
                </c:pt>
                <c:pt idx="1">
                  <c:v>4.4299999999964257E-2</c:v>
                </c:pt>
                <c:pt idx="2">
                  <c:v>4.1599999999959891E-2</c:v>
                </c:pt>
                <c:pt idx="3">
                  <c:v>3.289999999998372E-2</c:v>
                </c:pt>
                <c:pt idx="4">
                  <c:v>3.9499999999975444E-2</c:v>
                </c:pt>
                <c:pt idx="5">
                  <c:v>3.7099999999952615E-2</c:v>
                </c:pt>
                <c:pt idx="6">
                  <c:v>3.7499999999965894E-2</c:v>
                </c:pt>
                <c:pt idx="7">
                  <c:v>3.7899999999979173E-2</c:v>
                </c:pt>
                <c:pt idx="8">
                  <c:v>3.7599999999997635E-2</c:v>
                </c:pt>
                <c:pt idx="9">
                  <c:v>3.7800000000004275E-2</c:v>
                </c:pt>
                <c:pt idx="10">
                  <c:v>3.7800000000004275E-2</c:v>
                </c:pt>
                <c:pt idx="11">
                  <c:v>3.7800000000004275E-2</c:v>
                </c:pt>
                <c:pt idx="12">
                  <c:v>3.7800000000004275E-2</c:v>
                </c:pt>
                <c:pt idx="13">
                  <c:v>3.7800000000004275E-2</c:v>
                </c:pt>
                <c:pt idx="14">
                  <c:v>3.7800000000004275E-2</c:v>
                </c:pt>
                <c:pt idx="15">
                  <c:v>3.7800000000004275E-2</c:v>
                </c:pt>
                <c:pt idx="16">
                  <c:v>3.7899999999979173E-2</c:v>
                </c:pt>
                <c:pt idx="17">
                  <c:v>3.7899999999979173E-2</c:v>
                </c:pt>
                <c:pt idx="18">
                  <c:v>3.7899999999979173E-2</c:v>
                </c:pt>
                <c:pt idx="19">
                  <c:v>3.7899999999979173E-2</c:v>
                </c:pt>
                <c:pt idx="20">
                  <c:v>3.7899999999979173E-2</c:v>
                </c:pt>
                <c:pt idx="21">
                  <c:v>3.7899999999979173E-2</c:v>
                </c:pt>
                <c:pt idx="22">
                  <c:v>3.7899999999979173E-2</c:v>
                </c:pt>
                <c:pt idx="23">
                  <c:v>3.7899999999979173E-2</c:v>
                </c:pt>
                <c:pt idx="24">
                  <c:v>3.7899999999979173E-2</c:v>
                </c:pt>
                <c:pt idx="25">
                  <c:v>3.7899999999979173E-2</c:v>
                </c:pt>
                <c:pt idx="26">
                  <c:v>3.7899999999979173E-2</c:v>
                </c:pt>
                <c:pt idx="27">
                  <c:v>3.7999999999954071E-2</c:v>
                </c:pt>
                <c:pt idx="28">
                  <c:v>3.7999999999954071E-2</c:v>
                </c:pt>
                <c:pt idx="29">
                  <c:v>3.8099999999985812E-2</c:v>
                </c:pt>
                <c:pt idx="30">
                  <c:v>3.819999999996071E-2</c:v>
                </c:pt>
                <c:pt idx="31">
                  <c:v>3.819999999996071E-2</c:v>
                </c:pt>
                <c:pt idx="32">
                  <c:v>3.8299999999992451E-2</c:v>
                </c:pt>
                <c:pt idx="33">
                  <c:v>3.8299999999992451E-2</c:v>
                </c:pt>
                <c:pt idx="34">
                  <c:v>3.8399999999967349E-2</c:v>
                </c:pt>
                <c:pt idx="35">
                  <c:v>3.8399999999967349E-2</c:v>
                </c:pt>
                <c:pt idx="36">
                  <c:v>3.8399999999967349E-2</c:v>
                </c:pt>
                <c:pt idx="37">
                  <c:v>3.8499999999999091E-2</c:v>
                </c:pt>
                <c:pt idx="38">
                  <c:v>3.8499999999999091E-2</c:v>
                </c:pt>
                <c:pt idx="39">
                  <c:v>3.8599999999973988E-2</c:v>
                </c:pt>
                <c:pt idx="40">
                  <c:v>3.8599999999973988E-2</c:v>
                </c:pt>
                <c:pt idx="41">
                  <c:v>3.8599999999973988E-2</c:v>
                </c:pt>
                <c:pt idx="42">
                  <c:v>3.8599999999973988E-2</c:v>
                </c:pt>
                <c:pt idx="43">
                  <c:v>3.870000000000573E-2</c:v>
                </c:pt>
                <c:pt idx="44">
                  <c:v>3.870000000000573E-2</c:v>
                </c:pt>
                <c:pt idx="45">
                  <c:v>3.870000000000573E-2</c:v>
                </c:pt>
                <c:pt idx="46">
                  <c:v>3.870000000000573E-2</c:v>
                </c:pt>
                <c:pt idx="47">
                  <c:v>3.8799999999980628E-2</c:v>
                </c:pt>
                <c:pt idx="48">
                  <c:v>3.8799999999980628E-2</c:v>
                </c:pt>
                <c:pt idx="49">
                  <c:v>3.8799999999980628E-2</c:v>
                </c:pt>
                <c:pt idx="50">
                  <c:v>3.8799999999980628E-2</c:v>
                </c:pt>
                <c:pt idx="51">
                  <c:v>3.8799999999980628E-2</c:v>
                </c:pt>
                <c:pt idx="52">
                  <c:v>3.8799999999980628E-2</c:v>
                </c:pt>
                <c:pt idx="53">
                  <c:v>3.8799999999980628E-2</c:v>
                </c:pt>
                <c:pt idx="54">
                  <c:v>3.8899999999955526E-2</c:v>
                </c:pt>
                <c:pt idx="55">
                  <c:v>3.8899999999955526E-2</c:v>
                </c:pt>
                <c:pt idx="56">
                  <c:v>3.8899999999955526E-2</c:v>
                </c:pt>
                <c:pt idx="57">
                  <c:v>3.8799999999980628E-2</c:v>
                </c:pt>
                <c:pt idx="58">
                  <c:v>3.8799999999980628E-2</c:v>
                </c:pt>
                <c:pt idx="59">
                  <c:v>3.870000000000573E-2</c:v>
                </c:pt>
                <c:pt idx="60">
                  <c:v>3.870000000000573E-2</c:v>
                </c:pt>
                <c:pt idx="61">
                  <c:v>3.8599999999973988E-2</c:v>
                </c:pt>
                <c:pt idx="62">
                  <c:v>3.8599999999973988E-2</c:v>
                </c:pt>
                <c:pt idx="63">
                  <c:v>3.8599999999973988E-2</c:v>
                </c:pt>
                <c:pt idx="64">
                  <c:v>3.8499999999999091E-2</c:v>
                </c:pt>
                <c:pt idx="65">
                  <c:v>3.8499999999999091E-2</c:v>
                </c:pt>
                <c:pt idx="66">
                  <c:v>3.8499999999999091E-2</c:v>
                </c:pt>
                <c:pt idx="67">
                  <c:v>3.8499999999999091E-2</c:v>
                </c:pt>
                <c:pt idx="68">
                  <c:v>3.8399999999967349E-2</c:v>
                </c:pt>
                <c:pt idx="69">
                  <c:v>3.8399999999967349E-2</c:v>
                </c:pt>
                <c:pt idx="70">
                  <c:v>3.8399999999967349E-2</c:v>
                </c:pt>
                <c:pt idx="71">
                  <c:v>3.8399999999967349E-2</c:v>
                </c:pt>
                <c:pt idx="72">
                  <c:v>3.8299999999992451E-2</c:v>
                </c:pt>
                <c:pt idx="73">
                  <c:v>3.8299999999992451E-2</c:v>
                </c:pt>
                <c:pt idx="74">
                  <c:v>3.8299999999992451E-2</c:v>
                </c:pt>
                <c:pt idx="75">
                  <c:v>3.8299999999992451E-2</c:v>
                </c:pt>
                <c:pt idx="76">
                  <c:v>3.8299999999992451E-2</c:v>
                </c:pt>
                <c:pt idx="77">
                  <c:v>3.8299999999992451E-2</c:v>
                </c:pt>
                <c:pt idx="78">
                  <c:v>3.8299999999992451E-2</c:v>
                </c:pt>
                <c:pt idx="79">
                  <c:v>3.8299999999992451E-2</c:v>
                </c:pt>
                <c:pt idx="80">
                  <c:v>3.8299999999992451E-2</c:v>
                </c:pt>
                <c:pt idx="81">
                  <c:v>3.819999999996071E-2</c:v>
                </c:pt>
                <c:pt idx="82">
                  <c:v>3.819999999996071E-2</c:v>
                </c:pt>
                <c:pt idx="83">
                  <c:v>3.819999999996071E-2</c:v>
                </c:pt>
                <c:pt idx="84">
                  <c:v>3.819999999996071E-2</c:v>
                </c:pt>
                <c:pt idx="85">
                  <c:v>3.819999999996071E-2</c:v>
                </c:pt>
                <c:pt idx="86">
                  <c:v>3.819999999996071E-2</c:v>
                </c:pt>
                <c:pt idx="87">
                  <c:v>3.819999999996071E-2</c:v>
                </c:pt>
                <c:pt idx="88">
                  <c:v>3.819999999996071E-2</c:v>
                </c:pt>
                <c:pt idx="89">
                  <c:v>3.819999999996071E-2</c:v>
                </c:pt>
                <c:pt idx="90">
                  <c:v>3.819999999996071E-2</c:v>
                </c:pt>
                <c:pt idx="91">
                  <c:v>3.819999999996071E-2</c:v>
                </c:pt>
                <c:pt idx="92">
                  <c:v>3.819999999996071E-2</c:v>
                </c:pt>
                <c:pt idx="93">
                  <c:v>3.819999999996071E-2</c:v>
                </c:pt>
                <c:pt idx="94">
                  <c:v>3.819999999996071E-2</c:v>
                </c:pt>
                <c:pt idx="95">
                  <c:v>3.819999999996071E-2</c:v>
                </c:pt>
                <c:pt idx="96">
                  <c:v>3.819999999996071E-2</c:v>
                </c:pt>
                <c:pt idx="97">
                  <c:v>3.819999999996071E-2</c:v>
                </c:pt>
                <c:pt idx="98">
                  <c:v>3.819999999996071E-2</c:v>
                </c:pt>
                <c:pt idx="99">
                  <c:v>3.819999999996071E-2</c:v>
                </c:pt>
                <c:pt idx="100">
                  <c:v>3.819999999996071E-2</c:v>
                </c:pt>
                <c:pt idx="101">
                  <c:v>3.819999999996071E-2</c:v>
                </c:pt>
                <c:pt idx="102">
                  <c:v>3.819999999996071E-2</c:v>
                </c:pt>
                <c:pt idx="103">
                  <c:v>3.819999999996071E-2</c:v>
                </c:pt>
                <c:pt idx="104">
                  <c:v>3.819999999996071E-2</c:v>
                </c:pt>
                <c:pt idx="105">
                  <c:v>3.819999999996071E-2</c:v>
                </c:pt>
                <c:pt idx="106">
                  <c:v>3.819999999996071E-2</c:v>
                </c:pt>
                <c:pt idx="107">
                  <c:v>3.819999999996071E-2</c:v>
                </c:pt>
                <c:pt idx="108">
                  <c:v>3.8299999999992451E-2</c:v>
                </c:pt>
                <c:pt idx="109">
                  <c:v>3.8299999999992451E-2</c:v>
                </c:pt>
                <c:pt idx="110">
                  <c:v>3.8299999999992451E-2</c:v>
                </c:pt>
                <c:pt idx="111">
                  <c:v>3.8299999999992451E-2</c:v>
                </c:pt>
                <c:pt idx="112">
                  <c:v>3.8299999999992451E-2</c:v>
                </c:pt>
                <c:pt idx="113">
                  <c:v>3.8399999999967349E-2</c:v>
                </c:pt>
                <c:pt idx="114">
                  <c:v>3.8399999999967349E-2</c:v>
                </c:pt>
                <c:pt idx="115">
                  <c:v>3.8399999999967349E-2</c:v>
                </c:pt>
                <c:pt idx="116">
                  <c:v>3.8399999999967349E-2</c:v>
                </c:pt>
                <c:pt idx="117">
                  <c:v>3.8399999999967349E-2</c:v>
                </c:pt>
                <c:pt idx="118">
                  <c:v>3.8399999999967349E-2</c:v>
                </c:pt>
                <c:pt idx="119">
                  <c:v>3.8399999999967349E-2</c:v>
                </c:pt>
                <c:pt idx="120">
                  <c:v>3.8499999999999091E-2</c:v>
                </c:pt>
                <c:pt idx="121">
                  <c:v>3.8499999999999091E-2</c:v>
                </c:pt>
                <c:pt idx="122">
                  <c:v>3.8499999999999091E-2</c:v>
                </c:pt>
                <c:pt idx="123">
                  <c:v>3.8499999999999091E-2</c:v>
                </c:pt>
                <c:pt idx="124">
                  <c:v>3.8499999999999091E-2</c:v>
                </c:pt>
                <c:pt idx="125">
                  <c:v>3.8499999999999091E-2</c:v>
                </c:pt>
                <c:pt idx="126">
                  <c:v>3.8499999999999091E-2</c:v>
                </c:pt>
                <c:pt idx="127">
                  <c:v>3.8499999999999091E-2</c:v>
                </c:pt>
                <c:pt idx="128">
                  <c:v>3.8499999999999091E-2</c:v>
                </c:pt>
                <c:pt idx="129">
                  <c:v>3.8499999999999091E-2</c:v>
                </c:pt>
                <c:pt idx="130">
                  <c:v>3.8499999999999091E-2</c:v>
                </c:pt>
                <c:pt idx="131">
                  <c:v>3.8499999999999091E-2</c:v>
                </c:pt>
                <c:pt idx="132">
                  <c:v>3.8599999999973988E-2</c:v>
                </c:pt>
                <c:pt idx="133">
                  <c:v>3.8599999999973988E-2</c:v>
                </c:pt>
                <c:pt idx="134">
                  <c:v>3.8599999999973988E-2</c:v>
                </c:pt>
                <c:pt idx="135">
                  <c:v>3.8599999999973988E-2</c:v>
                </c:pt>
                <c:pt idx="136">
                  <c:v>3.8599999999973988E-2</c:v>
                </c:pt>
                <c:pt idx="137">
                  <c:v>3.8599999999973988E-2</c:v>
                </c:pt>
                <c:pt idx="138">
                  <c:v>3.8599999999973988E-2</c:v>
                </c:pt>
                <c:pt idx="139">
                  <c:v>3.8599999999973988E-2</c:v>
                </c:pt>
                <c:pt idx="140">
                  <c:v>3.8599999999973988E-2</c:v>
                </c:pt>
                <c:pt idx="141">
                  <c:v>3.8599999999973988E-2</c:v>
                </c:pt>
                <c:pt idx="142">
                  <c:v>3.8599999999973988E-2</c:v>
                </c:pt>
                <c:pt idx="143">
                  <c:v>3.8599999999973988E-2</c:v>
                </c:pt>
                <c:pt idx="144">
                  <c:v>3.8599999999973988E-2</c:v>
                </c:pt>
                <c:pt idx="145">
                  <c:v>3.8599999999973988E-2</c:v>
                </c:pt>
                <c:pt idx="146">
                  <c:v>3.8599999999973988E-2</c:v>
                </c:pt>
                <c:pt idx="147">
                  <c:v>3.8599999999973988E-2</c:v>
                </c:pt>
                <c:pt idx="148">
                  <c:v>3.8599999999973988E-2</c:v>
                </c:pt>
                <c:pt idx="149">
                  <c:v>3.8599999999973988E-2</c:v>
                </c:pt>
                <c:pt idx="150">
                  <c:v>3.8599999999973988E-2</c:v>
                </c:pt>
                <c:pt idx="151">
                  <c:v>3.8599999999973988E-2</c:v>
                </c:pt>
                <c:pt idx="152">
                  <c:v>3.8599999999973988E-2</c:v>
                </c:pt>
                <c:pt idx="153">
                  <c:v>3.8599999999973988E-2</c:v>
                </c:pt>
                <c:pt idx="154">
                  <c:v>3.8599999999973988E-2</c:v>
                </c:pt>
                <c:pt idx="155">
                  <c:v>3.8599999999973988E-2</c:v>
                </c:pt>
                <c:pt idx="156">
                  <c:v>3.8599999999973988E-2</c:v>
                </c:pt>
                <c:pt idx="157">
                  <c:v>3.8599999999973988E-2</c:v>
                </c:pt>
                <c:pt idx="158">
                  <c:v>3.8499999999999091E-2</c:v>
                </c:pt>
                <c:pt idx="159">
                  <c:v>3.8499999999999091E-2</c:v>
                </c:pt>
                <c:pt idx="160">
                  <c:v>3.8399999999967349E-2</c:v>
                </c:pt>
                <c:pt idx="161">
                  <c:v>3.8399999999967349E-2</c:v>
                </c:pt>
                <c:pt idx="162">
                  <c:v>3.8399999999967349E-2</c:v>
                </c:pt>
                <c:pt idx="163">
                  <c:v>3.8299999999992451E-2</c:v>
                </c:pt>
                <c:pt idx="164">
                  <c:v>3.8299999999992451E-2</c:v>
                </c:pt>
                <c:pt idx="165">
                  <c:v>3.8299999999992451E-2</c:v>
                </c:pt>
                <c:pt idx="166">
                  <c:v>3.819999999996071E-2</c:v>
                </c:pt>
                <c:pt idx="167">
                  <c:v>3.819999999996071E-2</c:v>
                </c:pt>
                <c:pt idx="168">
                  <c:v>3.819999999996071E-2</c:v>
                </c:pt>
                <c:pt idx="169">
                  <c:v>3.819999999996071E-2</c:v>
                </c:pt>
                <c:pt idx="170">
                  <c:v>3.8099999999985812E-2</c:v>
                </c:pt>
                <c:pt idx="171">
                  <c:v>3.8099999999985812E-2</c:v>
                </c:pt>
                <c:pt idx="172">
                  <c:v>3.8099999999985812E-2</c:v>
                </c:pt>
                <c:pt idx="173">
                  <c:v>3.8099999999985812E-2</c:v>
                </c:pt>
                <c:pt idx="174">
                  <c:v>3.8099999999985812E-2</c:v>
                </c:pt>
                <c:pt idx="175">
                  <c:v>3.7999999999954071E-2</c:v>
                </c:pt>
                <c:pt idx="176">
                  <c:v>3.7999999999954071E-2</c:v>
                </c:pt>
                <c:pt idx="177">
                  <c:v>3.7999999999954071E-2</c:v>
                </c:pt>
                <c:pt idx="178">
                  <c:v>3.7999999999954071E-2</c:v>
                </c:pt>
                <c:pt idx="179">
                  <c:v>3.7999999999954071E-2</c:v>
                </c:pt>
                <c:pt idx="180">
                  <c:v>3.7999999999954071E-2</c:v>
                </c:pt>
                <c:pt idx="181">
                  <c:v>3.7999999999954071E-2</c:v>
                </c:pt>
                <c:pt idx="182">
                  <c:v>3.7899999999979173E-2</c:v>
                </c:pt>
                <c:pt idx="183">
                  <c:v>3.7999999999954071E-2</c:v>
                </c:pt>
                <c:pt idx="184">
                  <c:v>3.8099999999985812E-2</c:v>
                </c:pt>
                <c:pt idx="185">
                  <c:v>3.8099999999985812E-2</c:v>
                </c:pt>
                <c:pt idx="186">
                  <c:v>3.819999999996071E-2</c:v>
                </c:pt>
                <c:pt idx="187">
                  <c:v>3.819999999996071E-2</c:v>
                </c:pt>
                <c:pt idx="188">
                  <c:v>3.8299999999992451E-2</c:v>
                </c:pt>
                <c:pt idx="189">
                  <c:v>3.8299999999992451E-2</c:v>
                </c:pt>
                <c:pt idx="190">
                  <c:v>3.8399999999967349E-2</c:v>
                </c:pt>
                <c:pt idx="191">
                  <c:v>3.8399999999967349E-2</c:v>
                </c:pt>
                <c:pt idx="192">
                  <c:v>3.8499999999999091E-2</c:v>
                </c:pt>
                <c:pt idx="193">
                  <c:v>3.8499999999999091E-2</c:v>
                </c:pt>
                <c:pt idx="194">
                  <c:v>3.8499999999999091E-2</c:v>
                </c:pt>
                <c:pt idx="195">
                  <c:v>3.8599999999973988E-2</c:v>
                </c:pt>
                <c:pt idx="196">
                  <c:v>3.8599999999973988E-2</c:v>
                </c:pt>
                <c:pt idx="197">
                  <c:v>3.8599999999973988E-2</c:v>
                </c:pt>
                <c:pt idx="198">
                  <c:v>3.8599999999973988E-2</c:v>
                </c:pt>
                <c:pt idx="199">
                  <c:v>3.870000000000573E-2</c:v>
                </c:pt>
                <c:pt idx="200">
                  <c:v>3.870000000000573E-2</c:v>
                </c:pt>
                <c:pt idx="201">
                  <c:v>3.870000000000573E-2</c:v>
                </c:pt>
                <c:pt idx="202">
                  <c:v>3.870000000000573E-2</c:v>
                </c:pt>
                <c:pt idx="203">
                  <c:v>3.8799999999980628E-2</c:v>
                </c:pt>
                <c:pt idx="204">
                  <c:v>3.8799999999980628E-2</c:v>
                </c:pt>
                <c:pt idx="205">
                  <c:v>3.8799999999980628E-2</c:v>
                </c:pt>
                <c:pt idx="206">
                  <c:v>3.8799999999980628E-2</c:v>
                </c:pt>
                <c:pt idx="207">
                  <c:v>3.8799999999980628E-2</c:v>
                </c:pt>
                <c:pt idx="208">
                  <c:v>3.8799999999980628E-2</c:v>
                </c:pt>
                <c:pt idx="209">
                  <c:v>3.8799999999980628E-2</c:v>
                </c:pt>
                <c:pt idx="210">
                  <c:v>3.8899999999955526E-2</c:v>
                </c:pt>
                <c:pt idx="211">
                  <c:v>3.8899999999955526E-2</c:v>
                </c:pt>
                <c:pt idx="212">
                  <c:v>3.8899999999955526E-2</c:v>
                </c:pt>
                <c:pt idx="213">
                  <c:v>3.8899999999955526E-2</c:v>
                </c:pt>
                <c:pt idx="214">
                  <c:v>3.8799999999980628E-2</c:v>
                </c:pt>
                <c:pt idx="215">
                  <c:v>3.8799999999980628E-2</c:v>
                </c:pt>
                <c:pt idx="216">
                  <c:v>3.870000000000573E-2</c:v>
                </c:pt>
                <c:pt idx="217">
                  <c:v>3.870000000000573E-2</c:v>
                </c:pt>
                <c:pt idx="218">
                  <c:v>3.8599999999973988E-2</c:v>
                </c:pt>
                <c:pt idx="219">
                  <c:v>3.8599999999973988E-2</c:v>
                </c:pt>
                <c:pt idx="220">
                  <c:v>3.8599999999973988E-2</c:v>
                </c:pt>
                <c:pt idx="221">
                  <c:v>3.8499999999999091E-2</c:v>
                </c:pt>
                <c:pt idx="222">
                  <c:v>3.8499999999999091E-2</c:v>
                </c:pt>
                <c:pt idx="223">
                  <c:v>3.8499999999999091E-2</c:v>
                </c:pt>
                <c:pt idx="224">
                  <c:v>3.8499999999999091E-2</c:v>
                </c:pt>
                <c:pt idx="225">
                  <c:v>3.8399999999967349E-2</c:v>
                </c:pt>
                <c:pt idx="226">
                  <c:v>3.8399999999967349E-2</c:v>
                </c:pt>
                <c:pt idx="227">
                  <c:v>3.8399999999967349E-2</c:v>
                </c:pt>
                <c:pt idx="228">
                  <c:v>3.8399999999967349E-2</c:v>
                </c:pt>
                <c:pt idx="229">
                  <c:v>3.8299999999992451E-2</c:v>
                </c:pt>
                <c:pt idx="230">
                  <c:v>3.8299999999992451E-2</c:v>
                </c:pt>
                <c:pt idx="231">
                  <c:v>3.8299999999992451E-2</c:v>
                </c:pt>
                <c:pt idx="232">
                  <c:v>3.8299999999992451E-2</c:v>
                </c:pt>
                <c:pt idx="233">
                  <c:v>3.8299999999992451E-2</c:v>
                </c:pt>
                <c:pt idx="234">
                  <c:v>3.8299999999992451E-2</c:v>
                </c:pt>
                <c:pt idx="235">
                  <c:v>3.8299999999992451E-2</c:v>
                </c:pt>
                <c:pt idx="236">
                  <c:v>3.8299999999992451E-2</c:v>
                </c:pt>
                <c:pt idx="237">
                  <c:v>3.8299999999992451E-2</c:v>
                </c:pt>
                <c:pt idx="238">
                  <c:v>3.819999999996071E-2</c:v>
                </c:pt>
                <c:pt idx="239">
                  <c:v>3.819999999996071E-2</c:v>
                </c:pt>
                <c:pt idx="240">
                  <c:v>3.819999999996071E-2</c:v>
                </c:pt>
                <c:pt idx="241">
                  <c:v>3.819999999996071E-2</c:v>
                </c:pt>
                <c:pt idx="242">
                  <c:v>3.819999999996071E-2</c:v>
                </c:pt>
                <c:pt idx="243">
                  <c:v>3.819999999996071E-2</c:v>
                </c:pt>
                <c:pt idx="244">
                  <c:v>3.819999999996071E-2</c:v>
                </c:pt>
                <c:pt idx="245">
                  <c:v>3.819999999996071E-2</c:v>
                </c:pt>
                <c:pt idx="246">
                  <c:v>3.819999999996071E-2</c:v>
                </c:pt>
                <c:pt idx="247">
                  <c:v>3.819999999996071E-2</c:v>
                </c:pt>
                <c:pt idx="248">
                  <c:v>3.819999999996071E-2</c:v>
                </c:pt>
                <c:pt idx="249">
                  <c:v>3.819999999996071E-2</c:v>
                </c:pt>
                <c:pt idx="250">
                  <c:v>3.819999999996071E-2</c:v>
                </c:pt>
                <c:pt idx="251">
                  <c:v>3.819999999996071E-2</c:v>
                </c:pt>
                <c:pt idx="252">
                  <c:v>3.819999999996071E-2</c:v>
                </c:pt>
                <c:pt idx="253">
                  <c:v>3.819999999996071E-2</c:v>
                </c:pt>
                <c:pt idx="254">
                  <c:v>3.819999999996071E-2</c:v>
                </c:pt>
                <c:pt idx="255">
                  <c:v>3.819999999996071E-2</c:v>
                </c:pt>
                <c:pt idx="256">
                  <c:v>3.819999999996071E-2</c:v>
                </c:pt>
                <c:pt idx="257">
                  <c:v>3.819999999996071E-2</c:v>
                </c:pt>
                <c:pt idx="258">
                  <c:v>3.819999999996071E-2</c:v>
                </c:pt>
                <c:pt idx="259">
                  <c:v>3.819999999996071E-2</c:v>
                </c:pt>
                <c:pt idx="260">
                  <c:v>3.819999999996071E-2</c:v>
                </c:pt>
                <c:pt idx="261">
                  <c:v>3.819999999996071E-2</c:v>
                </c:pt>
                <c:pt idx="262">
                  <c:v>3.819999999996071E-2</c:v>
                </c:pt>
                <c:pt idx="263">
                  <c:v>3.819999999996071E-2</c:v>
                </c:pt>
                <c:pt idx="264">
                  <c:v>3.819999999996071E-2</c:v>
                </c:pt>
                <c:pt idx="265">
                  <c:v>3.8299999999992451E-2</c:v>
                </c:pt>
                <c:pt idx="266">
                  <c:v>3.8299999999992451E-2</c:v>
                </c:pt>
                <c:pt idx="267">
                  <c:v>3.8299999999992451E-2</c:v>
                </c:pt>
                <c:pt idx="268">
                  <c:v>3.8299999999992451E-2</c:v>
                </c:pt>
                <c:pt idx="269">
                  <c:v>3.8299999999992451E-2</c:v>
                </c:pt>
                <c:pt idx="270">
                  <c:v>3.8399999999967349E-2</c:v>
                </c:pt>
                <c:pt idx="271">
                  <c:v>3.8399999999967349E-2</c:v>
                </c:pt>
                <c:pt idx="272">
                  <c:v>3.8399999999967349E-2</c:v>
                </c:pt>
                <c:pt idx="273">
                  <c:v>3.8399999999967349E-2</c:v>
                </c:pt>
                <c:pt idx="274">
                  <c:v>3.8399999999967349E-2</c:v>
                </c:pt>
                <c:pt idx="275">
                  <c:v>3.8399999999967349E-2</c:v>
                </c:pt>
                <c:pt idx="276">
                  <c:v>3.8399999999967349E-2</c:v>
                </c:pt>
                <c:pt idx="277">
                  <c:v>3.8499999999999091E-2</c:v>
                </c:pt>
                <c:pt idx="278">
                  <c:v>3.8499999999999091E-2</c:v>
                </c:pt>
                <c:pt idx="279">
                  <c:v>3.8499999999999091E-2</c:v>
                </c:pt>
                <c:pt idx="280">
                  <c:v>3.8499999999999091E-2</c:v>
                </c:pt>
                <c:pt idx="281">
                  <c:v>3.8499999999999091E-2</c:v>
                </c:pt>
                <c:pt idx="282">
                  <c:v>3.8499999999999091E-2</c:v>
                </c:pt>
                <c:pt idx="283">
                  <c:v>3.8499999999999091E-2</c:v>
                </c:pt>
                <c:pt idx="284">
                  <c:v>3.8499999999999091E-2</c:v>
                </c:pt>
                <c:pt idx="285">
                  <c:v>3.8499999999999091E-2</c:v>
                </c:pt>
                <c:pt idx="286">
                  <c:v>3.8499999999999091E-2</c:v>
                </c:pt>
                <c:pt idx="287">
                  <c:v>3.8499999999999091E-2</c:v>
                </c:pt>
                <c:pt idx="288">
                  <c:v>3.8499999999999091E-2</c:v>
                </c:pt>
                <c:pt idx="289">
                  <c:v>3.8599999999973988E-2</c:v>
                </c:pt>
                <c:pt idx="290">
                  <c:v>3.8599999999973988E-2</c:v>
                </c:pt>
                <c:pt idx="291">
                  <c:v>3.8599999999973988E-2</c:v>
                </c:pt>
                <c:pt idx="292">
                  <c:v>3.8599999999973988E-2</c:v>
                </c:pt>
                <c:pt idx="293">
                  <c:v>3.8599999999973988E-2</c:v>
                </c:pt>
                <c:pt idx="294">
                  <c:v>3.8599999999973988E-2</c:v>
                </c:pt>
                <c:pt idx="295">
                  <c:v>3.8599999999973988E-2</c:v>
                </c:pt>
                <c:pt idx="296">
                  <c:v>3.8599999999973988E-2</c:v>
                </c:pt>
                <c:pt idx="297">
                  <c:v>3.8599999999973988E-2</c:v>
                </c:pt>
                <c:pt idx="298">
                  <c:v>3.8599999999973988E-2</c:v>
                </c:pt>
                <c:pt idx="299">
                  <c:v>3.8599999999973988E-2</c:v>
                </c:pt>
                <c:pt idx="300">
                  <c:v>3.8599999999973988E-2</c:v>
                </c:pt>
                <c:pt idx="301">
                  <c:v>3.8599999999973988E-2</c:v>
                </c:pt>
                <c:pt idx="302">
                  <c:v>3.8599999999973988E-2</c:v>
                </c:pt>
                <c:pt idx="303">
                  <c:v>3.8599999999973988E-2</c:v>
                </c:pt>
                <c:pt idx="304">
                  <c:v>3.8599999999973988E-2</c:v>
                </c:pt>
                <c:pt idx="305">
                  <c:v>3.8599999999973988E-2</c:v>
                </c:pt>
                <c:pt idx="306">
                  <c:v>3.8599999999973988E-2</c:v>
                </c:pt>
                <c:pt idx="307">
                  <c:v>3.8599999999973988E-2</c:v>
                </c:pt>
                <c:pt idx="308">
                  <c:v>3.8599999999973988E-2</c:v>
                </c:pt>
                <c:pt idx="309">
                  <c:v>3.8599999999973988E-2</c:v>
                </c:pt>
                <c:pt idx="310">
                  <c:v>3.8599999999973988E-2</c:v>
                </c:pt>
                <c:pt idx="311">
                  <c:v>3.8599999999973988E-2</c:v>
                </c:pt>
                <c:pt idx="312">
                  <c:v>3.8599999999973988E-2</c:v>
                </c:pt>
                <c:pt idx="313">
                  <c:v>3.8599999999973988E-2</c:v>
                </c:pt>
                <c:pt idx="314">
                  <c:v>3.8599999999973988E-2</c:v>
                </c:pt>
                <c:pt idx="315">
                  <c:v>3.8499999999999091E-2</c:v>
                </c:pt>
                <c:pt idx="316">
                  <c:v>3.8499999999999091E-2</c:v>
                </c:pt>
                <c:pt idx="317">
                  <c:v>3.8399999999967349E-2</c:v>
                </c:pt>
                <c:pt idx="318">
                  <c:v>3.8399999999967349E-2</c:v>
                </c:pt>
                <c:pt idx="319">
                  <c:v>3.8399999999967349E-2</c:v>
                </c:pt>
                <c:pt idx="320">
                  <c:v>3.8299999999992451E-2</c:v>
                </c:pt>
                <c:pt idx="321">
                  <c:v>3.8299999999992451E-2</c:v>
                </c:pt>
                <c:pt idx="322">
                  <c:v>3.8299999999992451E-2</c:v>
                </c:pt>
                <c:pt idx="323">
                  <c:v>3.819999999996071E-2</c:v>
                </c:pt>
                <c:pt idx="324">
                  <c:v>3.819999999996071E-2</c:v>
                </c:pt>
                <c:pt idx="325">
                  <c:v>3.819999999996071E-2</c:v>
                </c:pt>
                <c:pt idx="326">
                  <c:v>3.819999999996071E-2</c:v>
                </c:pt>
                <c:pt idx="327">
                  <c:v>3.8099999999985812E-2</c:v>
                </c:pt>
                <c:pt idx="328">
                  <c:v>3.8099999999985812E-2</c:v>
                </c:pt>
                <c:pt idx="329">
                  <c:v>3.8099999999985812E-2</c:v>
                </c:pt>
                <c:pt idx="330">
                  <c:v>3.8099999999985812E-2</c:v>
                </c:pt>
                <c:pt idx="331">
                  <c:v>3.8099999999985812E-2</c:v>
                </c:pt>
                <c:pt idx="332">
                  <c:v>3.7999999999954071E-2</c:v>
                </c:pt>
                <c:pt idx="333">
                  <c:v>3.7999999999954071E-2</c:v>
                </c:pt>
                <c:pt idx="334">
                  <c:v>3.7999999999954071E-2</c:v>
                </c:pt>
                <c:pt idx="335">
                  <c:v>3.7999999999954071E-2</c:v>
                </c:pt>
                <c:pt idx="336">
                  <c:v>3.7999999999954071E-2</c:v>
                </c:pt>
                <c:pt idx="337">
                  <c:v>3.7999999999954071E-2</c:v>
                </c:pt>
                <c:pt idx="338">
                  <c:v>3.7999999999954071E-2</c:v>
                </c:pt>
                <c:pt idx="339">
                  <c:v>3.7899999999979173E-2</c:v>
                </c:pt>
                <c:pt idx="340">
                  <c:v>3.7999999999954071E-2</c:v>
                </c:pt>
                <c:pt idx="341">
                  <c:v>3.8099999999985812E-2</c:v>
                </c:pt>
                <c:pt idx="342">
                  <c:v>3.8099999999985812E-2</c:v>
                </c:pt>
                <c:pt idx="343">
                  <c:v>3.819999999996071E-2</c:v>
                </c:pt>
                <c:pt idx="344">
                  <c:v>3.819999999996071E-2</c:v>
                </c:pt>
                <c:pt idx="345">
                  <c:v>3.8299999999992451E-2</c:v>
                </c:pt>
                <c:pt idx="346">
                  <c:v>3.8299999999992451E-2</c:v>
                </c:pt>
                <c:pt idx="347">
                  <c:v>3.8399999999967349E-2</c:v>
                </c:pt>
                <c:pt idx="348">
                  <c:v>3.8399999999967349E-2</c:v>
                </c:pt>
                <c:pt idx="349">
                  <c:v>3.8499999999999091E-2</c:v>
                </c:pt>
                <c:pt idx="350">
                  <c:v>3.8499999999999091E-2</c:v>
                </c:pt>
                <c:pt idx="351">
                  <c:v>3.8499999999999091E-2</c:v>
                </c:pt>
                <c:pt idx="352">
                  <c:v>3.8599999999973988E-2</c:v>
                </c:pt>
                <c:pt idx="353">
                  <c:v>3.8599999999973988E-2</c:v>
                </c:pt>
                <c:pt idx="354">
                  <c:v>3.8599999999973988E-2</c:v>
                </c:pt>
                <c:pt idx="355">
                  <c:v>3.870000000000573E-2</c:v>
                </c:pt>
                <c:pt idx="356">
                  <c:v>3.870000000000573E-2</c:v>
                </c:pt>
                <c:pt idx="357">
                  <c:v>3.870000000000573E-2</c:v>
                </c:pt>
                <c:pt idx="358">
                  <c:v>3.870000000000573E-2</c:v>
                </c:pt>
                <c:pt idx="359">
                  <c:v>3.870000000000573E-2</c:v>
                </c:pt>
                <c:pt idx="360">
                  <c:v>3.8799999999980628E-2</c:v>
                </c:pt>
                <c:pt idx="361">
                  <c:v>3.8799999999980628E-2</c:v>
                </c:pt>
                <c:pt idx="362">
                  <c:v>3.8799999999980628E-2</c:v>
                </c:pt>
                <c:pt idx="363">
                  <c:v>3.8799999999980628E-2</c:v>
                </c:pt>
                <c:pt idx="364">
                  <c:v>3.8799999999980628E-2</c:v>
                </c:pt>
                <c:pt idx="365">
                  <c:v>3.8799999999980628E-2</c:v>
                </c:pt>
                <c:pt idx="366">
                  <c:v>3.8799999999980628E-2</c:v>
                </c:pt>
                <c:pt idx="367">
                  <c:v>3.8799999999980628E-2</c:v>
                </c:pt>
                <c:pt idx="368">
                  <c:v>3.8899999999955526E-2</c:v>
                </c:pt>
                <c:pt idx="369">
                  <c:v>3.8899999999955526E-2</c:v>
                </c:pt>
                <c:pt idx="370">
                  <c:v>3.8899999999955526E-2</c:v>
                </c:pt>
                <c:pt idx="371">
                  <c:v>3.8899999999955526E-2</c:v>
                </c:pt>
                <c:pt idx="372">
                  <c:v>3.8799999999980628E-2</c:v>
                </c:pt>
                <c:pt idx="373">
                  <c:v>3.8799999999980628E-2</c:v>
                </c:pt>
                <c:pt idx="374">
                  <c:v>3.870000000000573E-2</c:v>
                </c:pt>
                <c:pt idx="375">
                  <c:v>3.870000000000573E-2</c:v>
                </c:pt>
                <c:pt idx="376">
                  <c:v>3.8599999999973988E-2</c:v>
                </c:pt>
                <c:pt idx="377">
                  <c:v>3.8599999999973988E-2</c:v>
                </c:pt>
                <c:pt idx="378">
                  <c:v>3.8599999999973988E-2</c:v>
                </c:pt>
                <c:pt idx="379">
                  <c:v>3.8499999999999091E-2</c:v>
                </c:pt>
                <c:pt idx="380">
                  <c:v>3.8499999999999091E-2</c:v>
                </c:pt>
                <c:pt idx="381">
                  <c:v>3.8499999999999091E-2</c:v>
                </c:pt>
                <c:pt idx="382">
                  <c:v>3.8399999999967349E-2</c:v>
                </c:pt>
                <c:pt idx="383">
                  <c:v>3.8399999999967349E-2</c:v>
                </c:pt>
                <c:pt idx="384">
                  <c:v>3.8399999999967349E-2</c:v>
                </c:pt>
                <c:pt idx="385">
                  <c:v>3.8399999999967349E-2</c:v>
                </c:pt>
                <c:pt idx="386">
                  <c:v>3.8399999999967349E-2</c:v>
                </c:pt>
                <c:pt idx="387">
                  <c:v>3.8299999999992451E-2</c:v>
                </c:pt>
                <c:pt idx="388">
                  <c:v>3.8299999999992451E-2</c:v>
                </c:pt>
                <c:pt idx="389">
                  <c:v>3.8299999999992451E-2</c:v>
                </c:pt>
                <c:pt idx="390">
                  <c:v>3.8299999999992451E-2</c:v>
                </c:pt>
                <c:pt idx="391">
                  <c:v>3.8299999999992451E-2</c:v>
                </c:pt>
                <c:pt idx="392">
                  <c:v>3.8299999999992451E-2</c:v>
                </c:pt>
                <c:pt idx="393">
                  <c:v>3.8299999999992451E-2</c:v>
                </c:pt>
                <c:pt idx="394">
                  <c:v>3.8299999999992451E-2</c:v>
                </c:pt>
                <c:pt idx="395">
                  <c:v>3.8299999999992451E-2</c:v>
                </c:pt>
                <c:pt idx="396">
                  <c:v>3.819999999996071E-2</c:v>
                </c:pt>
                <c:pt idx="397">
                  <c:v>3.819999999996071E-2</c:v>
                </c:pt>
                <c:pt idx="398">
                  <c:v>3.819999999996071E-2</c:v>
                </c:pt>
                <c:pt idx="399">
                  <c:v>3.819999999996071E-2</c:v>
                </c:pt>
                <c:pt idx="400">
                  <c:v>3.819999999996071E-2</c:v>
                </c:pt>
                <c:pt idx="401">
                  <c:v>3.819999999996071E-2</c:v>
                </c:pt>
                <c:pt idx="402">
                  <c:v>3.819999999996071E-2</c:v>
                </c:pt>
                <c:pt idx="403">
                  <c:v>3.819999999996071E-2</c:v>
                </c:pt>
                <c:pt idx="404">
                  <c:v>3.819999999996071E-2</c:v>
                </c:pt>
                <c:pt idx="405">
                  <c:v>3.819999999996071E-2</c:v>
                </c:pt>
                <c:pt idx="406">
                  <c:v>3.819999999996071E-2</c:v>
                </c:pt>
                <c:pt idx="407">
                  <c:v>3.819999999996071E-2</c:v>
                </c:pt>
                <c:pt idx="408">
                  <c:v>3.819999999996071E-2</c:v>
                </c:pt>
                <c:pt idx="409">
                  <c:v>3.819999999996071E-2</c:v>
                </c:pt>
                <c:pt idx="410">
                  <c:v>3.819999999996071E-2</c:v>
                </c:pt>
                <c:pt idx="411">
                  <c:v>3.819999999996071E-2</c:v>
                </c:pt>
                <c:pt idx="412">
                  <c:v>3.819999999996071E-2</c:v>
                </c:pt>
                <c:pt idx="413">
                  <c:v>3.819999999996071E-2</c:v>
                </c:pt>
                <c:pt idx="414">
                  <c:v>3.819999999996071E-2</c:v>
                </c:pt>
                <c:pt idx="415">
                  <c:v>3.819999999996071E-2</c:v>
                </c:pt>
                <c:pt idx="416">
                  <c:v>3.819999999996071E-2</c:v>
                </c:pt>
                <c:pt idx="417">
                  <c:v>3.819999999996071E-2</c:v>
                </c:pt>
                <c:pt idx="418">
                  <c:v>3.819999999996071E-2</c:v>
                </c:pt>
                <c:pt idx="419">
                  <c:v>3.819999999996071E-2</c:v>
                </c:pt>
                <c:pt idx="420">
                  <c:v>3.819999999996071E-2</c:v>
                </c:pt>
                <c:pt idx="421">
                  <c:v>3.819999999996071E-2</c:v>
                </c:pt>
                <c:pt idx="422">
                  <c:v>3.819999999996071E-2</c:v>
                </c:pt>
                <c:pt idx="423">
                  <c:v>3.8299999999992451E-2</c:v>
                </c:pt>
                <c:pt idx="424">
                  <c:v>3.8299999999992451E-2</c:v>
                </c:pt>
                <c:pt idx="425">
                  <c:v>3.8299999999992451E-2</c:v>
                </c:pt>
                <c:pt idx="426">
                  <c:v>3.8299999999992451E-2</c:v>
                </c:pt>
                <c:pt idx="427">
                  <c:v>3.8299999999992451E-2</c:v>
                </c:pt>
                <c:pt idx="428">
                  <c:v>3.8399999999967349E-2</c:v>
                </c:pt>
                <c:pt idx="429">
                  <c:v>3.8399999999967349E-2</c:v>
                </c:pt>
                <c:pt idx="430">
                  <c:v>3.8399999999967349E-2</c:v>
                </c:pt>
                <c:pt idx="431">
                  <c:v>3.8399999999967349E-2</c:v>
                </c:pt>
                <c:pt idx="432">
                  <c:v>3.8399999999967349E-2</c:v>
                </c:pt>
                <c:pt idx="433">
                  <c:v>3.8399999999967349E-2</c:v>
                </c:pt>
                <c:pt idx="434">
                  <c:v>3.8399999999967349E-2</c:v>
                </c:pt>
                <c:pt idx="435">
                  <c:v>3.8499999999999091E-2</c:v>
                </c:pt>
                <c:pt idx="436">
                  <c:v>3.8499999999999091E-2</c:v>
                </c:pt>
                <c:pt idx="437">
                  <c:v>3.8499999999999091E-2</c:v>
                </c:pt>
                <c:pt idx="438">
                  <c:v>3.8499999999999091E-2</c:v>
                </c:pt>
                <c:pt idx="439">
                  <c:v>3.8499999999999091E-2</c:v>
                </c:pt>
                <c:pt idx="440">
                  <c:v>3.8499999999999091E-2</c:v>
                </c:pt>
                <c:pt idx="441">
                  <c:v>3.8499999999999091E-2</c:v>
                </c:pt>
                <c:pt idx="442">
                  <c:v>3.8499999999999091E-2</c:v>
                </c:pt>
                <c:pt idx="443">
                  <c:v>3.8499999999999091E-2</c:v>
                </c:pt>
                <c:pt idx="444">
                  <c:v>3.8499999999999091E-2</c:v>
                </c:pt>
                <c:pt idx="445">
                  <c:v>3.8499999999999091E-2</c:v>
                </c:pt>
                <c:pt idx="446">
                  <c:v>3.8499999999999091E-2</c:v>
                </c:pt>
                <c:pt idx="447">
                  <c:v>3.8599999999973988E-2</c:v>
                </c:pt>
                <c:pt idx="448">
                  <c:v>3.8599999999973988E-2</c:v>
                </c:pt>
                <c:pt idx="449">
                  <c:v>3.8599999999973988E-2</c:v>
                </c:pt>
                <c:pt idx="450">
                  <c:v>3.8599999999973988E-2</c:v>
                </c:pt>
                <c:pt idx="451">
                  <c:v>3.8599999999973988E-2</c:v>
                </c:pt>
                <c:pt idx="452">
                  <c:v>3.8599999999973988E-2</c:v>
                </c:pt>
                <c:pt idx="453">
                  <c:v>3.8599999999973988E-2</c:v>
                </c:pt>
                <c:pt idx="454">
                  <c:v>3.8599999999973988E-2</c:v>
                </c:pt>
                <c:pt idx="455">
                  <c:v>3.8599999999973988E-2</c:v>
                </c:pt>
                <c:pt idx="456">
                  <c:v>3.8599999999973988E-2</c:v>
                </c:pt>
                <c:pt idx="457">
                  <c:v>3.8599999999973988E-2</c:v>
                </c:pt>
                <c:pt idx="458">
                  <c:v>3.8599999999973988E-2</c:v>
                </c:pt>
                <c:pt idx="459">
                  <c:v>3.8599999999973988E-2</c:v>
                </c:pt>
                <c:pt idx="460">
                  <c:v>3.8599999999973988E-2</c:v>
                </c:pt>
                <c:pt idx="461">
                  <c:v>3.8599999999973988E-2</c:v>
                </c:pt>
                <c:pt idx="462">
                  <c:v>3.8599999999973988E-2</c:v>
                </c:pt>
                <c:pt idx="463">
                  <c:v>3.8599999999973988E-2</c:v>
                </c:pt>
                <c:pt idx="464">
                  <c:v>3.8599999999973988E-2</c:v>
                </c:pt>
                <c:pt idx="465">
                  <c:v>3.8599999999973988E-2</c:v>
                </c:pt>
                <c:pt idx="466">
                  <c:v>3.8599999999973988E-2</c:v>
                </c:pt>
                <c:pt idx="467">
                  <c:v>3.8599999999973988E-2</c:v>
                </c:pt>
                <c:pt idx="468">
                  <c:v>3.8599999999973988E-2</c:v>
                </c:pt>
                <c:pt idx="469">
                  <c:v>3.8599999999973988E-2</c:v>
                </c:pt>
                <c:pt idx="470">
                  <c:v>3.8599999999973988E-2</c:v>
                </c:pt>
                <c:pt idx="471">
                  <c:v>3.8599999999973988E-2</c:v>
                </c:pt>
                <c:pt idx="472">
                  <c:v>3.8599999999973988E-2</c:v>
                </c:pt>
                <c:pt idx="473">
                  <c:v>3.8599999999973988E-2</c:v>
                </c:pt>
                <c:pt idx="474">
                  <c:v>3.8499999999999091E-2</c:v>
                </c:pt>
                <c:pt idx="475">
                  <c:v>3.8499999999999091E-2</c:v>
                </c:pt>
                <c:pt idx="476">
                  <c:v>3.8399999999967349E-2</c:v>
                </c:pt>
                <c:pt idx="477">
                  <c:v>3.8399999999967349E-2</c:v>
                </c:pt>
                <c:pt idx="478">
                  <c:v>3.8399999999967349E-2</c:v>
                </c:pt>
                <c:pt idx="479">
                  <c:v>3.8299999999992451E-2</c:v>
                </c:pt>
                <c:pt idx="480">
                  <c:v>3.8299999999992451E-2</c:v>
                </c:pt>
                <c:pt idx="481">
                  <c:v>3.8299999999992451E-2</c:v>
                </c:pt>
                <c:pt idx="482">
                  <c:v>3.819999999996071E-2</c:v>
                </c:pt>
                <c:pt idx="483">
                  <c:v>3.819999999996071E-2</c:v>
                </c:pt>
                <c:pt idx="484">
                  <c:v>3.819999999996071E-2</c:v>
                </c:pt>
                <c:pt idx="485">
                  <c:v>3.819999999996071E-2</c:v>
                </c:pt>
                <c:pt idx="486">
                  <c:v>3.8099999999985812E-2</c:v>
                </c:pt>
                <c:pt idx="487">
                  <c:v>3.8099999999985812E-2</c:v>
                </c:pt>
                <c:pt idx="488">
                  <c:v>3.8099999999985812E-2</c:v>
                </c:pt>
                <c:pt idx="489">
                  <c:v>3.8099999999985812E-2</c:v>
                </c:pt>
                <c:pt idx="490">
                  <c:v>3.8099999999985812E-2</c:v>
                </c:pt>
                <c:pt idx="491">
                  <c:v>3.7999999999954071E-2</c:v>
                </c:pt>
                <c:pt idx="492">
                  <c:v>3.7999999999954071E-2</c:v>
                </c:pt>
                <c:pt idx="493">
                  <c:v>3.7999999999954071E-2</c:v>
                </c:pt>
                <c:pt idx="494">
                  <c:v>3.7999999999954071E-2</c:v>
                </c:pt>
                <c:pt idx="495">
                  <c:v>3.7999999999954071E-2</c:v>
                </c:pt>
                <c:pt idx="496">
                  <c:v>3.7999999999954071E-2</c:v>
                </c:pt>
                <c:pt idx="497">
                  <c:v>3.7999999999954071E-2</c:v>
                </c:pt>
                <c:pt idx="498">
                  <c:v>3.7899999999979173E-2</c:v>
                </c:pt>
                <c:pt idx="499">
                  <c:v>3.7999999999954071E-2</c:v>
                </c:pt>
                <c:pt idx="500">
                  <c:v>3.8099999999985812E-2</c:v>
                </c:pt>
                <c:pt idx="501">
                  <c:v>3.8099999999985812E-2</c:v>
                </c:pt>
                <c:pt idx="502">
                  <c:v>3.819999999996071E-2</c:v>
                </c:pt>
                <c:pt idx="503">
                  <c:v>3.819999999996071E-2</c:v>
                </c:pt>
                <c:pt idx="504">
                  <c:v>3.8299999999992451E-2</c:v>
                </c:pt>
                <c:pt idx="505">
                  <c:v>3.8299999999992451E-2</c:v>
                </c:pt>
                <c:pt idx="506">
                  <c:v>3.8399999999967349E-2</c:v>
                </c:pt>
                <c:pt idx="507">
                  <c:v>3.8399999999967349E-2</c:v>
                </c:pt>
                <c:pt idx="508">
                  <c:v>3.8499999999999091E-2</c:v>
                </c:pt>
                <c:pt idx="509">
                  <c:v>3.8499999999999091E-2</c:v>
                </c:pt>
                <c:pt idx="510">
                  <c:v>3.8499999999999091E-2</c:v>
                </c:pt>
                <c:pt idx="511">
                  <c:v>3.8599999999973988E-2</c:v>
                </c:pt>
                <c:pt idx="512">
                  <c:v>3.8599999999973988E-2</c:v>
                </c:pt>
                <c:pt idx="513">
                  <c:v>3.8599999999973988E-2</c:v>
                </c:pt>
                <c:pt idx="514">
                  <c:v>3.870000000000573E-2</c:v>
                </c:pt>
                <c:pt idx="515">
                  <c:v>3.870000000000573E-2</c:v>
                </c:pt>
                <c:pt idx="516">
                  <c:v>3.870000000000573E-2</c:v>
                </c:pt>
                <c:pt idx="517">
                  <c:v>3.870000000000573E-2</c:v>
                </c:pt>
                <c:pt idx="518">
                  <c:v>3.870000000000573E-2</c:v>
                </c:pt>
                <c:pt idx="519">
                  <c:v>3.8799999999980628E-2</c:v>
                </c:pt>
                <c:pt idx="520">
                  <c:v>3.8799999999980628E-2</c:v>
                </c:pt>
                <c:pt idx="521">
                  <c:v>3.8799999999980628E-2</c:v>
                </c:pt>
                <c:pt idx="522">
                  <c:v>3.8799999999980628E-2</c:v>
                </c:pt>
                <c:pt idx="523">
                  <c:v>3.8799999999980628E-2</c:v>
                </c:pt>
                <c:pt idx="524">
                  <c:v>3.8799999999980628E-2</c:v>
                </c:pt>
                <c:pt idx="525">
                  <c:v>3.8799999999980628E-2</c:v>
                </c:pt>
                <c:pt idx="526">
                  <c:v>3.8899999999955526E-2</c:v>
                </c:pt>
                <c:pt idx="527">
                  <c:v>3.8899999999955526E-2</c:v>
                </c:pt>
                <c:pt idx="528">
                  <c:v>3.8899999999955526E-2</c:v>
                </c:pt>
                <c:pt idx="529">
                  <c:v>3.8899999999955526E-2</c:v>
                </c:pt>
                <c:pt idx="530">
                  <c:v>3.8799999999980628E-2</c:v>
                </c:pt>
                <c:pt idx="531">
                  <c:v>3.8799999999980628E-2</c:v>
                </c:pt>
                <c:pt idx="532">
                  <c:v>3.870000000000573E-2</c:v>
                </c:pt>
              </c:numCache>
            </c:numRef>
          </c:yVal>
          <c:smooth val="1"/>
          <c:extLst>
            <c:ext xmlns:c16="http://schemas.microsoft.com/office/drawing/2014/chart" uri="{C3380CC4-5D6E-409C-BE32-E72D297353CC}">
              <c16:uniqueId val="{00000006-070C-47F8-AF40-B045CA708FE7}"/>
            </c:ext>
          </c:extLst>
        </c:ser>
        <c:ser>
          <c:idx val="7"/>
          <c:order val="7"/>
          <c:tx>
            <c:strRef>
              <c:f>N50000_VV_TEMPS_oc5l2_50000!$BI$1</c:f>
              <c:strCache>
                <c:ptCount val="1"/>
                <c:pt idx="0">
                  <c:v>CGI_DM2.1</c:v>
                </c:pt>
              </c:strCache>
            </c:strRef>
          </c:tx>
          <c:spPr>
            <a:ln w="19050" cap="rnd">
              <a:solidFill>
                <a:schemeClr val="accent2">
                  <a:lumMod val="60000"/>
                </a:schemeClr>
              </a:solidFill>
              <a:round/>
            </a:ln>
            <a:effectLst/>
          </c:spPr>
          <c:marker>
            <c:symbol val="circle"/>
            <c:size val="5"/>
            <c:spPr>
              <a:solidFill>
                <a:schemeClr val="accent2">
                  <a:lumMod val="60000"/>
                </a:schemeClr>
              </a:solidFill>
              <a:ln w="9525">
                <a:solidFill>
                  <a:schemeClr val="accent2">
                    <a:lumMod val="60000"/>
                  </a:schemeClr>
                </a:solidFill>
              </a:ln>
              <a:effectLst/>
            </c:spPr>
          </c:marker>
          <c:xVal>
            <c:numRef>
              <c:f>N50000_VV_TEMPS_oc5l2_50000!$BA$2:$BA$536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N50000_VV_TEMPS_oc5l2_50000!$BI$2:$BI$536</c:f>
              <c:numCache>
                <c:formatCode>General</c:formatCode>
                <c:ptCount val="533"/>
                <c:pt idx="0">
                  <c:v>0</c:v>
                </c:pt>
                <c:pt idx="1">
                  <c:v>5.4000000000030468E-2</c:v>
                </c:pt>
                <c:pt idx="2">
                  <c:v>5.1000000000044565E-2</c:v>
                </c:pt>
                <c:pt idx="3">
                  <c:v>3.6500000000046384E-2</c:v>
                </c:pt>
                <c:pt idx="4">
                  <c:v>4.630000000003065E-2</c:v>
                </c:pt>
                <c:pt idx="5">
                  <c:v>4.100000000005366E-2</c:v>
                </c:pt>
                <c:pt idx="6">
                  <c:v>4.2100000000004911E-2</c:v>
                </c:pt>
                <c:pt idx="7">
                  <c:v>4.250000000001819E-2</c:v>
                </c:pt>
                <c:pt idx="8">
                  <c:v>4.1900000000055115E-2</c:v>
                </c:pt>
                <c:pt idx="9">
                  <c:v>4.2300000000011551E-2</c:v>
                </c:pt>
                <c:pt idx="10">
                  <c:v>4.2100000000004911E-2</c:v>
                </c:pt>
                <c:pt idx="11">
                  <c:v>4.2200000000036653E-2</c:v>
                </c:pt>
                <c:pt idx="12">
                  <c:v>4.2200000000036653E-2</c:v>
                </c:pt>
                <c:pt idx="13">
                  <c:v>4.2200000000036653E-2</c:v>
                </c:pt>
                <c:pt idx="14">
                  <c:v>4.2200000000036653E-2</c:v>
                </c:pt>
                <c:pt idx="15">
                  <c:v>4.2200000000036653E-2</c:v>
                </c:pt>
                <c:pt idx="16">
                  <c:v>4.2200000000036653E-2</c:v>
                </c:pt>
                <c:pt idx="17">
                  <c:v>4.2200000000036653E-2</c:v>
                </c:pt>
                <c:pt idx="18">
                  <c:v>4.2200000000036653E-2</c:v>
                </c:pt>
                <c:pt idx="19">
                  <c:v>4.2200000000036653E-2</c:v>
                </c:pt>
                <c:pt idx="20">
                  <c:v>4.2200000000036653E-2</c:v>
                </c:pt>
                <c:pt idx="21">
                  <c:v>4.2200000000036653E-2</c:v>
                </c:pt>
                <c:pt idx="22">
                  <c:v>4.2200000000036653E-2</c:v>
                </c:pt>
                <c:pt idx="23">
                  <c:v>4.2200000000036653E-2</c:v>
                </c:pt>
                <c:pt idx="24">
                  <c:v>4.2200000000036653E-2</c:v>
                </c:pt>
                <c:pt idx="25">
                  <c:v>4.2100000000004911E-2</c:v>
                </c:pt>
                <c:pt idx="26">
                  <c:v>4.2400000000043292E-2</c:v>
                </c:pt>
                <c:pt idx="27">
                  <c:v>4.2799999999999727E-2</c:v>
                </c:pt>
                <c:pt idx="28">
                  <c:v>4.2900000000031469E-2</c:v>
                </c:pt>
                <c:pt idx="29">
                  <c:v>4.3100000000038108E-2</c:v>
                </c:pt>
                <c:pt idx="30">
                  <c:v>4.3200000000013006E-2</c:v>
                </c:pt>
                <c:pt idx="31">
                  <c:v>4.3300000000044747E-2</c:v>
                </c:pt>
                <c:pt idx="32">
                  <c:v>4.3400000000019645E-2</c:v>
                </c:pt>
                <c:pt idx="33">
                  <c:v>4.3500000000051386E-2</c:v>
                </c:pt>
                <c:pt idx="34">
                  <c:v>4.3600000000026284E-2</c:v>
                </c:pt>
                <c:pt idx="35">
                  <c:v>4.3700000000001182E-2</c:v>
                </c:pt>
                <c:pt idx="36">
                  <c:v>4.3700000000001182E-2</c:v>
                </c:pt>
                <c:pt idx="37">
                  <c:v>4.3800000000032924E-2</c:v>
                </c:pt>
                <c:pt idx="38">
                  <c:v>4.3900000000007822E-2</c:v>
                </c:pt>
                <c:pt idx="39">
                  <c:v>4.3900000000007822E-2</c:v>
                </c:pt>
                <c:pt idx="40">
                  <c:v>4.4000000000039563E-2</c:v>
                </c:pt>
                <c:pt idx="41">
                  <c:v>4.4000000000039563E-2</c:v>
                </c:pt>
                <c:pt idx="42">
                  <c:v>4.4100000000014461E-2</c:v>
                </c:pt>
                <c:pt idx="43">
                  <c:v>4.4100000000014461E-2</c:v>
                </c:pt>
                <c:pt idx="44">
                  <c:v>4.4200000000046202E-2</c:v>
                </c:pt>
                <c:pt idx="45">
                  <c:v>4.4200000000046202E-2</c:v>
                </c:pt>
                <c:pt idx="46">
                  <c:v>4.43000000000211E-2</c:v>
                </c:pt>
                <c:pt idx="47">
                  <c:v>4.43000000000211E-2</c:v>
                </c:pt>
                <c:pt idx="48">
                  <c:v>4.43000000000211E-2</c:v>
                </c:pt>
                <c:pt idx="49">
                  <c:v>4.43000000000211E-2</c:v>
                </c:pt>
                <c:pt idx="50">
                  <c:v>4.4400000000052842E-2</c:v>
                </c:pt>
                <c:pt idx="51">
                  <c:v>4.4400000000052842E-2</c:v>
                </c:pt>
                <c:pt idx="52">
                  <c:v>4.4400000000052842E-2</c:v>
                </c:pt>
                <c:pt idx="53">
                  <c:v>4.4400000000052842E-2</c:v>
                </c:pt>
                <c:pt idx="54">
                  <c:v>4.450000000002774E-2</c:v>
                </c:pt>
                <c:pt idx="55">
                  <c:v>4.450000000002774E-2</c:v>
                </c:pt>
                <c:pt idx="56">
                  <c:v>4.450000000002774E-2</c:v>
                </c:pt>
                <c:pt idx="57">
                  <c:v>4.4000000000039563E-2</c:v>
                </c:pt>
                <c:pt idx="58">
                  <c:v>4.4000000000039563E-2</c:v>
                </c:pt>
                <c:pt idx="59">
                  <c:v>4.3900000000007822E-2</c:v>
                </c:pt>
                <c:pt idx="60">
                  <c:v>4.3800000000032924E-2</c:v>
                </c:pt>
                <c:pt idx="61">
                  <c:v>4.3700000000001182E-2</c:v>
                </c:pt>
                <c:pt idx="62">
                  <c:v>4.3600000000026284E-2</c:v>
                </c:pt>
                <c:pt idx="63">
                  <c:v>4.3500000000051386E-2</c:v>
                </c:pt>
                <c:pt idx="64">
                  <c:v>4.3500000000051386E-2</c:v>
                </c:pt>
                <c:pt idx="65">
                  <c:v>4.3400000000019645E-2</c:v>
                </c:pt>
                <c:pt idx="66">
                  <c:v>4.3400000000019645E-2</c:v>
                </c:pt>
                <c:pt idx="67">
                  <c:v>4.3300000000044747E-2</c:v>
                </c:pt>
                <c:pt idx="68">
                  <c:v>4.3300000000044747E-2</c:v>
                </c:pt>
                <c:pt idx="69">
                  <c:v>4.3300000000044747E-2</c:v>
                </c:pt>
                <c:pt idx="70">
                  <c:v>4.3200000000013006E-2</c:v>
                </c:pt>
                <c:pt idx="71">
                  <c:v>4.3200000000013006E-2</c:v>
                </c:pt>
                <c:pt idx="72">
                  <c:v>4.3200000000013006E-2</c:v>
                </c:pt>
                <c:pt idx="73">
                  <c:v>4.3100000000038108E-2</c:v>
                </c:pt>
                <c:pt idx="74">
                  <c:v>4.3100000000038108E-2</c:v>
                </c:pt>
                <c:pt idx="75">
                  <c:v>4.3100000000038108E-2</c:v>
                </c:pt>
                <c:pt idx="76">
                  <c:v>4.3100000000038108E-2</c:v>
                </c:pt>
                <c:pt idx="77">
                  <c:v>4.3000000000006366E-2</c:v>
                </c:pt>
                <c:pt idx="78">
                  <c:v>4.3000000000006366E-2</c:v>
                </c:pt>
                <c:pt idx="79">
                  <c:v>4.3000000000006366E-2</c:v>
                </c:pt>
                <c:pt idx="80">
                  <c:v>4.3000000000006366E-2</c:v>
                </c:pt>
                <c:pt idx="81">
                  <c:v>4.3000000000006366E-2</c:v>
                </c:pt>
                <c:pt idx="82">
                  <c:v>4.3000000000006366E-2</c:v>
                </c:pt>
                <c:pt idx="83">
                  <c:v>4.3000000000006366E-2</c:v>
                </c:pt>
                <c:pt idx="84">
                  <c:v>4.3000000000006366E-2</c:v>
                </c:pt>
                <c:pt idx="85">
                  <c:v>4.2900000000031469E-2</c:v>
                </c:pt>
                <c:pt idx="86">
                  <c:v>4.2900000000031469E-2</c:v>
                </c:pt>
                <c:pt idx="87">
                  <c:v>4.2900000000031469E-2</c:v>
                </c:pt>
                <c:pt idx="88">
                  <c:v>4.2900000000031469E-2</c:v>
                </c:pt>
                <c:pt idx="89">
                  <c:v>4.2900000000031469E-2</c:v>
                </c:pt>
                <c:pt idx="90">
                  <c:v>4.2900000000031469E-2</c:v>
                </c:pt>
                <c:pt idx="91">
                  <c:v>4.2900000000031469E-2</c:v>
                </c:pt>
                <c:pt idx="92">
                  <c:v>4.2900000000031469E-2</c:v>
                </c:pt>
                <c:pt idx="93">
                  <c:v>4.2900000000031469E-2</c:v>
                </c:pt>
                <c:pt idx="94">
                  <c:v>4.2900000000031469E-2</c:v>
                </c:pt>
                <c:pt idx="95">
                  <c:v>4.2900000000031469E-2</c:v>
                </c:pt>
                <c:pt idx="96">
                  <c:v>4.2900000000031469E-2</c:v>
                </c:pt>
                <c:pt idx="97">
                  <c:v>4.2900000000031469E-2</c:v>
                </c:pt>
                <c:pt idx="98">
                  <c:v>4.2900000000031469E-2</c:v>
                </c:pt>
                <c:pt idx="99">
                  <c:v>4.2900000000031469E-2</c:v>
                </c:pt>
                <c:pt idx="100">
                  <c:v>4.2900000000031469E-2</c:v>
                </c:pt>
                <c:pt idx="101">
                  <c:v>4.2900000000031469E-2</c:v>
                </c:pt>
                <c:pt idx="102">
                  <c:v>4.2900000000031469E-2</c:v>
                </c:pt>
                <c:pt idx="103">
                  <c:v>4.2900000000031469E-2</c:v>
                </c:pt>
                <c:pt idx="104">
                  <c:v>4.2900000000031469E-2</c:v>
                </c:pt>
                <c:pt idx="105">
                  <c:v>4.2900000000031469E-2</c:v>
                </c:pt>
                <c:pt idx="106">
                  <c:v>4.2900000000031469E-2</c:v>
                </c:pt>
                <c:pt idx="107">
                  <c:v>4.2900000000031469E-2</c:v>
                </c:pt>
                <c:pt idx="108">
                  <c:v>4.3000000000006366E-2</c:v>
                </c:pt>
                <c:pt idx="109">
                  <c:v>4.3000000000006366E-2</c:v>
                </c:pt>
                <c:pt idx="110">
                  <c:v>4.3100000000038108E-2</c:v>
                </c:pt>
                <c:pt idx="111">
                  <c:v>4.3100000000038108E-2</c:v>
                </c:pt>
                <c:pt idx="112">
                  <c:v>4.3100000000038108E-2</c:v>
                </c:pt>
                <c:pt idx="113">
                  <c:v>4.3200000000013006E-2</c:v>
                </c:pt>
                <c:pt idx="114">
                  <c:v>4.3200000000013006E-2</c:v>
                </c:pt>
                <c:pt idx="115">
                  <c:v>4.3200000000013006E-2</c:v>
                </c:pt>
                <c:pt idx="116">
                  <c:v>4.3200000000013006E-2</c:v>
                </c:pt>
                <c:pt idx="117">
                  <c:v>4.3300000000044747E-2</c:v>
                </c:pt>
                <c:pt idx="118">
                  <c:v>4.3300000000044747E-2</c:v>
                </c:pt>
                <c:pt idx="119">
                  <c:v>4.3300000000044747E-2</c:v>
                </c:pt>
                <c:pt idx="120">
                  <c:v>4.3300000000044747E-2</c:v>
                </c:pt>
                <c:pt idx="121">
                  <c:v>4.3400000000019645E-2</c:v>
                </c:pt>
                <c:pt idx="122">
                  <c:v>4.3400000000019645E-2</c:v>
                </c:pt>
                <c:pt idx="123">
                  <c:v>4.3400000000019645E-2</c:v>
                </c:pt>
                <c:pt idx="124">
                  <c:v>4.3400000000019645E-2</c:v>
                </c:pt>
                <c:pt idx="125">
                  <c:v>4.3400000000019645E-2</c:v>
                </c:pt>
                <c:pt idx="126">
                  <c:v>4.3400000000019645E-2</c:v>
                </c:pt>
                <c:pt idx="127">
                  <c:v>4.3400000000019645E-2</c:v>
                </c:pt>
                <c:pt idx="128">
                  <c:v>4.3500000000051386E-2</c:v>
                </c:pt>
                <c:pt idx="129">
                  <c:v>4.3500000000051386E-2</c:v>
                </c:pt>
                <c:pt idx="130">
                  <c:v>4.3500000000051386E-2</c:v>
                </c:pt>
                <c:pt idx="131">
                  <c:v>4.3500000000051386E-2</c:v>
                </c:pt>
                <c:pt idx="132">
                  <c:v>4.3500000000051386E-2</c:v>
                </c:pt>
                <c:pt idx="133">
                  <c:v>4.3500000000051386E-2</c:v>
                </c:pt>
                <c:pt idx="134">
                  <c:v>4.3500000000051386E-2</c:v>
                </c:pt>
                <c:pt idx="135">
                  <c:v>4.3500000000051386E-2</c:v>
                </c:pt>
                <c:pt idx="136">
                  <c:v>4.3500000000051386E-2</c:v>
                </c:pt>
                <c:pt idx="137">
                  <c:v>4.3500000000051386E-2</c:v>
                </c:pt>
                <c:pt idx="138">
                  <c:v>4.3500000000051386E-2</c:v>
                </c:pt>
                <c:pt idx="139">
                  <c:v>4.3500000000051386E-2</c:v>
                </c:pt>
                <c:pt idx="140">
                  <c:v>4.3500000000051386E-2</c:v>
                </c:pt>
                <c:pt idx="141">
                  <c:v>4.3500000000051386E-2</c:v>
                </c:pt>
                <c:pt idx="142">
                  <c:v>4.3600000000026284E-2</c:v>
                </c:pt>
                <c:pt idx="143">
                  <c:v>4.3600000000026284E-2</c:v>
                </c:pt>
                <c:pt idx="144">
                  <c:v>4.3600000000026284E-2</c:v>
                </c:pt>
                <c:pt idx="145">
                  <c:v>4.3600000000026284E-2</c:v>
                </c:pt>
                <c:pt idx="146">
                  <c:v>4.3600000000026284E-2</c:v>
                </c:pt>
                <c:pt idx="147">
                  <c:v>4.3600000000026284E-2</c:v>
                </c:pt>
                <c:pt idx="148">
                  <c:v>4.3600000000026284E-2</c:v>
                </c:pt>
                <c:pt idx="149">
                  <c:v>4.3600000000026284E-2</c:v>
                </c:pt>
                <c:pt idx="150">
                  <c:v>4.3600000000026284E-2</c:v>
                </c:pt>
                <c:pt idx="151">
                  <c:v>4.3600000000026284E-2</c:v>
                </c:pt>
                <c:pt idx="152">
                  <c:v>4.3600000000026284E-2</c:v>
                </c:pt>
                <c:pt idx="153">
                  <c:v>4.3600000000026284E-2</c:v>
                </c:pt>
                <c:pt idx="154">
                  <c:v>4.3600000000026284E-2</c:v>
                </c:pt>
                <c:pt idx="155">
                  <c:v>4.3600000000026284E-2</c:v>
                </c:pt>
                <c:pt idx="156">
                  <c:v>4.3600000000026284E-2</c:v>
                </c:pt>
                <c:pt idx="157">
                  <c:v>4.3600000000026284E-2</c:v>
                </c:pt>
                <c:pt idx="158">
                  <c:v>4.3300000000044747E-2</c:v>
                </c:pt>
                <c:pt idx="159">
                  <c:v>4.3300000000044747E-2</c:v>
                </c:pt>
                <c:pt idx="160">
                  <c:v>4.3200000000013006E-2</c:v>
                </c:pt>
                <c:pt idx="161">
                  <c:v>4.3100000000038108E-2</c:v>
                </c:pt>
                <c:pt idx="162">
                  <c:v>4.3000000000006366E-2</c:v>
                </c:pt>
                <c:pt idx="163">
                  <c:v>4.3000000000006366E-2</c:v>
                </c:pt>
                <c:pt idx="164">
                  <c:v>4.2900000000031469E-2</c:v>
                </c:pt>
                <c:pt idx="165">
                  <c:v>4.2900000000031469E-2</c:v>
                </c:pt>
                <c:pt idx="166">
                  <c:v>4.2799999999999727E-2</c:v>
                </c:pt>
                <c:pt idx="167">
                  <c:v>4.2799999999999727E-2</c:v>
                </c:pt>
                <c:pt idx="168">
                  <c:v>4.2700000000024829E-2</c:v>
                </c:pt>
                <c:pt idx="169">
                  <c:v>4.2700000000024829E-2</c:v>
                </c:pt>
                <c:pt idx="170">
                  <c:v>4.2600000000049931E-2</c:v>
                </c:pt>
                <c:pt idx="171">
                  <c:v>4.2600000000049931E-2</c:v>
                </c:pt>
                <c:pt idx="172">
                  <c:v>4.250000000001819E-2</c:v>
                </c:pt>
                <c:pt idx="173">
                  <c:v>4.250000000001819E-2</c:v>
                </c:pt>
                <c:pt idx="174">
                  <c:v>4.250000000001819E-2</c:v>
                </c:pt>
                <c:pt idx="175">
                  <c:v>4.250000000001819E-2</c:v>
                </c:pt>
                <c:pt idx="176">
                  <c:v>4.2400000000043292E-2</c:v>
                </c:pt>
                <c:pt idx="177">
                  <c:v>4.2400000000043292E-2</c:v>
                </c:pt>
                <c:pt idx="178">
                  <c:v>4.2400000000043292E-2</c:v>
                </c:pt>
                <c:pt idx="179">
                  <c:v>4.2300000000011551E-2</c:v>
                </c:pt>
                <c:pt idx="180">
                  <c:v>4.2300000000011551E-2</c:v>
                </c:pt>
                <c:pt idx="181">
                  <c:v>4.2300000000011551E-2</c:v>
                </c:pt>
                <c:pt idx="182">
                  <c:v>4.2300000000011551E-2</c:v>
                </c:pt>
                <c:pt idx="183">
                  <c:v>4.2700000000024829E-2</c:v>
                </c:pt>
                <c:pt idx="184">
                  <c:v>4.3000000000006366E-2</c:v>
                </c:pt>
                <c:pt idx="185">
                  <c:v>4.3000000000006366E-2</c:v>
                </c:pt>
                <c:pt idx="186">
                  <c:v>4.3200000000013006E-2</c:v>
                </c:pt>
                <c:pt idx="187">
                  <c:v>4.3300000000044747E-2</c:v>
                </c:pt>
                <c:pt idx="188">
                  <c:v>4.3400000000019645E-2</c:v>
                </c:pt>
                <c:pt idx="189">
                  <c:v>4.3500000000051386E-2</c:v>
                </c:pt>
                <c:pt idx="190">
                  <c:v>4.3600000000026284E-2</c:v>
                </c:pt>
                <c:pt idx="191">
                  <c:v>4.3700000000001182E-2</c:v>
                </c:pt>
                <c:pt idx="192">
                  <c:v>4.3700000000001182E-2</c:v>
                </c:pt>
                <c:pt idx="193">
                  <c:v>4.3800000000032924E-2</c:v>
                </c:pt>
                <c:pt idx="194">
                  <c:v>4.3900000000007822E-2</c:v>
                </c:pt>
                <c:pt idx="195">
                  <c:v>4.3900000000007822E-2</c:v>
                </c:pt>
                <c:pt idx="196">
                  <c:v>4.4000000000039563E-2</c:v>
                </c:pt>
                <c:pt idx="197">
                  <c:v>4.4000000000039563E-2</c:v>
                </c:pt>
                <c:pt idx="198">
                  <c:v>4.4100000000014461E-2</c:v>
                </c:pt>
                <c:pt idx="199">
                  <c:v>4.4100000000014461E-2</c:v>
                </c:pt>
                <c:pt idx="200">
                  <c:v>4.4200000000046202E-2</c:v>
                </c:pt>
                <c:pt idx="201">
                  <c:v>4.4200000000046202E-2</c:v>
                </c:pt>
                <c:pt idx="202">
                  <c:v>4.4200000000046202E-2</c:v>
                </c:pt>
                <c:pt idx="203">
                  <c:v>4.43000000000211E-2</c:v>
                </c:pt>
                <c:pt idx="204">
                  <c:v>4.43000000000211E-2</c:v>
                </c:pt>
                <c:pt idx="205">
                  <c:v>4.43000000000211E-2</c:v>
                </c:pt>
                <c:pt idx="206">
                  <c:v>4.4400000000052842E-2</c:v>
                </c:pt>
                <c:pt idx="207">
                  <c:v>4.4400000000052842E-2</c:v>
                </c:pt>
                <c:pt idx="208">
                  <c:v>4.4400000000052842E-2</c:v>
                </c:pt>
                <c:pt idx="209">
                  <c:v>4.4400000000052842E-2</c:v>
                </c:pt>
                <c:pt idx="210">
                  <c:v>4.4400000000052842E-2</c:v>
                </c:pt>
                <c:pt idx="211">
                  <c:v>4.450000000002774E-2</c:v>
                </c:pt>
                <c:pt idx="212">
                  <c:v>4.450000000002774E-2</c:v>
                </c:pt>
                <c:pt idx="213">
                  <c:v>4.4400000000052842E-2</c:v>
                </c:pt>
                <c:pt idx="214">
                  <c:v>4.4000000000039563E-2</c:v>
                </c:pt>
                <c:pt idx="215">
                  <c:v>4.4000000000039563E-2</c:v>
                </c:pt>
                <c:pt idx="216">
                  <c:v>4.3900000000007822E-2</c:v>
                </c:pt>
                <c:pt idx="217">
                  <c:v>4.3800000000032924E-2</c:v>
                </c:pt>
                <c:pt idx="218">
                  <c:v>4.3700000000001182E-2</c:v>
                </c:pt>
                <c:pt idx="219">
                  <c:v>4.3600000000026284E-2</c:v>
                </c:pt>
                <c:pt idx="220">
                  <c:v>4.3500000000051386E-2</c:v>
                </c:pt>
                <c:pt idx="221">
                  <c:v>4.3500000000051386E-2</c:v>
                </c:pt>
                <c:pt idx="222">
                  <c:v>4.3400000000019645E-2</c:v>
                </c:pt>
                <c:pt idx="223">
                  <c:v>4.3400000000019645E-2</c:v>
                </c:pt>
                <c:pt idx="224">
                  <c:v>4.3300000000044747E-2</c:v>
                </c:pt>
                <c:pt idx="225">
                  <c:v>4.3300000000044747E-2</c:v>
                </c:pt>
                <c:pt idx="226">
                  <c:v>4.3200000000013006E-2</c:v>
                </c:pt>
                <c:pt idx="227">
                  <c:v>4.3200000000013006E-2</c:v>
                </c:pt>
                <c:pt idx="228">
                  <c:v>4.3200000000013006E-2</c:v>
                </c:pt>
                <c:pt idx="229">
                  <c:v>4.3200000000013006E-2</c:v>
                </c:pt>
                <c:pt idx="230">
                  <c:v>4.3100000000038108E-2</c:v>
                </c:pt>
                <c:pt idx="231">
                  <c:v>4.3100000000038108E-2</c:v>
                </c:pt>
                <c:pt idx="232">
                  <c:v>4.3100000000038108E-2</c:v>
                </c:pt>
                <c:pt idx="233">
                  <c:v>4.3100000000038108E-2</c:v>
                </c:pt>
                <c:pt idx="234">
                  <c:v>4.3000000000006366E-2</c:v>
                </c:pt>
                <c:pt idx="235">
                  <c:v>4.3000000000006366E-2</c:v>
                </c:pt>
                <c:pt idx="236">
                  <c:v>4.3000000000006366E-2</c:v>
                </c:pt>
                <c:pt idx="237">
                  <c:v>4.3000000000006366E-2</c:v>
                </c:pt>
                <c:pt idx="238">
                  <c:v>4.3000000000006366E-2</c:v>
                </c:pt>
                <c:pt idx="239">
                  <c:v>4.3000000000006366E-2</c:v>
                </c:pt>
                <c:pt idx="240">
                  <c:v>4.3000000000006366E-2</c:v>
                </c:pt>
                <c:pt idx="241">
                  <c:v>4.3000000000006366E-2</c:v>
                </c:pt>
                <c:pt idx="242">
                  <c:v>4.2900000000031469E-2</c:v>
                </c:pt>
                <c:pt idx="243">
                  <c:v>4.2900000000031469E-2</c:v>
                </c:pt>
                <c:pt idx="244">
                  <c:v>4.2900000000031469E-2</c:v>
                </c:pt>
                <c:pt idx="245">
                  <c:v>4.2900000000031469E-2</c:v>
                </c:pt>
                <c:pt idx="246">
                  <c:v>4.2900000000031469E-2</c:v>
                </c:pt>
                <c:pt idx="247">
                  <c:v>4.2900000000031469E-2</c:v>
                </c:pt>
                <c:pt idx="248">
                  <c:v>4.2900000000031469E-2</c:v>
                </c:pt>
                <c:pt idx="249">
                  <c:v>4.2900000000031469E-2</c:v>
                </c:pt>
                <c:pt idx="250">
                  <c:v>4.2900000000031469E-2</c:v>
                </c:pt>
                <c:pt idx="251">
                  <c:v>4.2900000000031469E-2</c:v>
                </c:pt>
                <c:pt idx="252">
                  <c:v>4.2900000000031469E-2</c:v>
                </c:pt>
                <c:pt idx="253">
                  <c:v>4.2900000000031469E-2</c:v>
                </c:pt>
                <c:pt idx="254">
                  <c:v>4.2900000000031469E-2</c:v>
                </c:pt>
                <c:pt idx="255">
                  <c:v>4.2900000000031469E-2</c:v>
                </c:pt>
                <c:pt idx="256">
                  <c:v>4.2900000000031469E-2</c:v>
                </c:pt>
                <c:pt idx="257">
                  <c:v>4.2900000000031469E-2</c:v>
                </c:pt>
                <c:pt idx="258">
                  <c:v>4.2900000000031469E-2</c:v>
                </c:pt>
                <c:pt idx="259">
                  <c:v>4.2900000000031469E-2</c:v>
                </c:pt>
                <c:pt idx="260">
                  <c:v>4.2900000000031469E-2</c:v>
                </c:pt>
                <c:pt idx="261">
                  <c:v>4.2900000000031469E-2</c:v>
                </c:pt>
                <c:pt idx="262">
                  <c:v>4.2900000000031469E-2</c:v>
                </c:pt>
                <c:pt idx="263">
                  <c:v>4.2900000000031469E-2</c:v>
                </c:pt>
                <c:pt idx="264">
                  <c:v>4.2900000000031469E-2</c:v>
                </c:pt>
                <c:pt idx="265">
                  <c:v>4.3000000000006366E-2</c:v>
                </c:pt>
                <c:pt idx="266">
                  <c:v>4.3000000000006366E-2</c:v>
                </c:pt>
                <c:pt idx="267">
                  <c:v>4.3100000000038108E-2</c:v>
                </c:pt>
                <c:pt idx="268">
                  <c:v>4.3100000000038108E-2</c:v>
                </c:pt>
                <c:pt idx="269">
                  <c:v>4.3100000000038108E-2</c:v>
                </c:pt>
                <c:pt idx="270">
                  <c:v>4.3200000000013006E-2</c:v>
                </c:pt>
                <c:pt idx="271">
                  <c:v>4.3200000000013006E-2</c:v>
                </c:pt>
                <c:pt idx="272">
                  <c:v>4.3200000000013006E-2</c:v>
                </c:pt>
                <c:pt idx="273">
                  <c:v>4.3300000000044747E-2</c:v>
                </c:pt>
                <c:pt idx="274">
                  <c:v>4.3300000000044747E-2</c:v>
                </c:pt>
                <c:pt idx="275">
                  <c:v>4.3300000000044747E-2</c:v>
                </c:pt>
                <c:pt idx="276">
                  <c:v>4.3300000000044747E-2</c:v>
                </c:pt>
                <c:pt idx="277">
                  <c:v>4.3300000000044747E-2</c:v>
                </c:pt>
                <c:pt idx="278">
                  <c:v>4.3400000000019645E-2</c:v>
                </c:pt>
                <c:pt idx="279">
                  <c:v>4.3400000000019645E-2</c:v>
                </c:pt>
                <c:pt idx="280">
                  <c:v>4.3400000000019645E-2</c:v>
                </c:pt>
                <c:pt idx="281">
                  <c:v>4.3400000000019645E-2</c:v>
                </c:pt>
                <c:pt idx="282">
                  <c:v>4.3400000000019645E-2</c:v>
                </c:pt>
                <c:pt idx="283">
                  <c:v>4.3400000000019645E-2</c:v>
                </c:pt>
                <c:pt idx="284">
                  <c:v>4.3400000000019645E-2</c:v>
                </c:pt>
                <c:pt idx="285">
                  <c:v>4.3500000000051386E-2</c:v>
                </c:pt>
                <c:pt idx="286">
                  <c:v>4.3500000000051386E-2</c:v>
                </c:pt>
                <c:pt idx="287">
                  <c:v>4.3500000000051386E-2</c:v>
                </c:pt>
                <c:pt idx="288">
                  <c:v>4.3500000000051386E-2</c:v>
                </c:pt>
                <c:pt idx="289">
                  <c:v>4.3500000000051386E-2</c:v>
                </c:pt>
                <c:pt idx="290">
                  <c:v>4.3500000000051386E-2</c:v>
                </c:pt>
                <c:pt idx="291">
                  <c:v>4.3500000000051386E-2</c:v>
                </c:pt>
                <c:pt idx="292">
                  <c:v>4.3500000000051386E-2</c:v>
                </c:pt>
                <c:pt idx="293">
                  <c:v>4.3500000000051386E-2</c:v>
                </c:pt>
                <c:pt idx="294">
                  <c:v>4.3500000000051386E-2</c:v>
                </c:pt>
                <c:pt idx="295">
                  <c:v>4.3500000000051386E-2</c:v>
                </c:pt>
                <c:pt idx="296">
                  <c:v>4.3500000000051386E-2</c:v>
                </c:pt>
                <c:pt idx="297">
                  <c:v>4.3500000000051386E-2</c:v>
                </c:pt>
                <c:pt idx="298">
                  <c:v>4.3500000000051386E-2</c:v>
                </c:pt>
                <c:pt idx="299">
                  <c:v>4.3600000000026284E-2</c:v>
                </c:pt>
                <c:pt idx="300">
                  <c:v>4.3600000000026284E-2</c:v>
                </c:pt>
                <c:pt idx="301">
                  <c:v>4.3600000000026284E-2</c:v>
                </c:pt>
                <c:pt idx="302">
                  <c:v>4.3600000000026284E-2</c:v>
                </c:pt>
                <c:pt idx="303">
                  <c:v>4.3600000000026284E-2</c:v>
                </c:pt>
                <c:pt idx="304">
                  <c:v>4.3600000000026284E-2</c:v>
                </c:pt>
                <c:pt idx="305">
                  <c:v>4.3600000000026284E-2</c:v>
                </c:pt>
                <c:pt idx="306">
                  <c:v>4.3600000000026284E-2</c:v>
                </c:pt>
                <c:pt idx="307">
                  <c:v>4.3600000000026284E-2</c:v>
                </c:pt>
                <c:pt idx="308">
                  <c:v>4.3600000000026284E-2</c:v>
                </c:pt>
                <c:pt idx="309">
                  <c:v>4.3600000000026284E-2</c:v>
                </c:pt>
                <c:pt idx="310">
                  <c:v>4.3600000000026284E-2</c:v>
                </c:pt>
                <c:pt idx="311">
                  <c:v>4.3600000000026284E-2</c:v>
                </c:pt>
                <c:pt idx="312">
                  <c:v>4.3600000000026284E-2</c:v>
                </c:pt>
                <c:pt idx="313">
                  <c:v>4.3600000000026284E-2</c:v>
                </c:pt>
                <c:pt idx="314">
                  <c:v>4.3500000000051386E-2</c:v>
                </c:pt>
                <c:pt idx="315">
                  <c:v>4.3300000000044747E-2</c:v>
                </c:pt>
                <c:pt idx="316">
                  <c:v>4.3300000000044747E-2</c:v>
                </c:pt>
                <c:pt idx="317">
                  <c:v>4.3200000000013006E-2</c:v>
                </c:pt>
                <c:pt idx="318">
                  <c:v>4.3100000000038108E-2</c:v>
                </c:pt>
                <c:pt idx="319">
                  <c:v>4.3000000000006366E-2</c:v>
                </c:pt>
                <c:pt idx="320">
                  <c:v>4.3000000000006366E-2</c:v>
                </c:pt>
                <c:pt idx="321">
                  <c:v>4.2900000000031469E-2</c:v>
                </c:pt>
                <c:pt idx="322">
                  <c:v>4.2799999999999727E-2</c:v>
                </c:pt>
                <c:pt idx="323">
                  <c:v>4.2799999999999727E-2</c:v>
                </c:pt>
                <c:pt idx="324">
                  <c:v>4.2700000000024829E-2</c:v>
                </c:pt>
                <c:pt idx="325">
                  <c:v>4.2700000000024829E-2</c:v>
                </c:pt>
                <c:pt idx="326">
                  <c:v>4.2700000000024829E-2</c:v>
                </c:pt>
                <c:pt idx="327">
                  <c:v>4.2600000000049931E-2</c:v>
                </c:pt>
                <c:pt idx="328">
                  <c:v>4.2600000000049931E-2</c:v>
                </c:pt>
                <c:pt idx="329">
                  <c:v>4.250000000001819E-2</c:v>
                </c:pt>
                <c:pt idx="330">
                  <c:v>4.250000000001819E-2</c:v>
                </c:pt>
                <c:pt idx="331">
                  <c:v>4.250000000001819E-2</c:v>
                </c:pt>
                <c:pt idx="332">
                  <c:v>4.2400000000043292E-2</c:v>
                </c:pt>
                <c:pt idx="333">
                  <c:v>4.2400000000043292E-2</c:v>
                </c:pt>
                <c:pt idx="334">
                  <c:v>4.2400000000043292E-2</c:v>
                </c:pt>
                <c:pt idx="335">
                  <c:v>4.2400000000043292E-2</c:v>
                </c:pt>
                <c:pt idx="336">
                  <c:v>4.2300000000011551E-2</c:v>
                </c:pt>
                <c:pt idx="337">
                  <c:v>4.2300000000011551E-2</c:v>
                </c:pt>
                <c:pt idx="338">
                  <c:v>4.2300000000011551E-2</c:v>
                </c:pt>
                <c:pt idx="339">
                  <c:v>4.2300000000011551E-2</c:v>
                </c:pt>
                <c:pt idx="340">
                  <c:v>4.2799999999999727E-2</c:v>
                </c:pt>
                <c:pt idx="341">
                  <c:v>4.3000000000006366E-2</c:v>
                </c:pt>
                <c:pt idx="342">
                  <c:v>4.3000000000006366E-2</c:v>
                </c:pt>
                <c:pt idx="343">
                  <c:v>4.3200000000013006E-2</c:v>
                </c:pt>
                <c:pt idx="344">
                  <c:v>4.3300000000044747E-2</c:v>
                </c:pt>
                <c:pt idx="345">
                  <c:v>4.3400000000019645E-2</c:v>
                </c:pt>
                <c:pt idx="346">
                  <c:v>4.3500000000051386E-2</c:v>
                </c:pt>
                <c:pt idx="347">
                  <c:v>4.3600000000026284E-2</c:v>
                </c:pt>
                <c:pt idx="348">
                  <c:v>4.3700000000001182E-2</c:v>
                </c:pt>
                <c:pt idx="349">
                  <c:v>4.3700000000001182E-2</c:v>
                </c:pt>
                <c:pt idx="350">
                  <c:v>4.3800000000032924E-2</c:v>
                </c:pt>
                <c:pt idx="351">
                  <c:v>4.3900000000007822E-2</c:v>
                </c:pt>
                <c:pt idx="352">
                  <c:v>4.3900000000007822E-2</c:v>
                </c:pt>
                <c:pt idx="353">
                  <c:v>4.4000000000039563E-2</c:v>
                </c:pt>
                <c:pt idx="354">
                  <c:v>4.4000000000039563E-2</c:v>
                </c:pt>
                <c:pt idx="355">
                  <c:v>4.4100000000014461E-2</c:v>
                </c:pt>
                <c:pt idx="356">
                  <c:v>4.4100000000014461E-2</c:v>
                </c:pt>
                <c:pt idx="357">
                  <c:v>4.4200000000046202E-2</c:v>
                </c:pt>
                <c:pt idx="358">
                  <c:v>4.4200000000046202E-2</c:v>
                </c:pt>
                <c:pt idx="359">
                  <c:v>4.43000000000211E-2</c:v>
                </c:pt>
                <c:pt idx="360">
                  <c:v>4.43000000000211E-2</c:v>
                </c:pt>
                <c:pt idx="361">
                  <c:v>4.43000000000211E-2</c:v>
                </c:pt>
                <c:pt idx="362">
                  <c:v>4.43000000000211E-2</c:v>
                </c:pt>
                <c:pt idx="363">
                  <c:v>4.43000000000211E-2</c:v>
                </c:pt>
                <c:pt idx="364">
                  <c:v>4.4400000000052842E-2</c:v>
                </c:pt>
                <c:pt idx="365">
                  <c:v>4.4400000000052842E-2</c:v>
                </c:pt>
                <c:pt idx="366">
                  <c:v>4.4400000000052842E-2</c:v>
                </c:pt>
                <c:pt idx="367">
                  <c:v>4.4400000000052842E-2</c:v>
                </c:pt>
                <c:pt idx="368">
                  <c:v>4.450000000002774E-2</c:v>
                </c:pt>
                <c:pt idx="369">
                  <c:v>4.450000000002774E-2</c:v>
                </c:pt>
                <c:pt idx="370">
                  <c:v>4.450000000002774E-2</c:v>
                </c:pt>
                <c:pt idx="371">
                  <c:v>4.43000000000211E-2</c:v>
                </c:pt>
                <c:pt idx="372">
                  <c:v>4.4000000000039563E-2</c:v>
                </c:pt>
                <c:pt idx="373">
                  <c:v>4.4000000000039563E-2</c:v>
                </c:pt>
                <c:pt idx="374">
                  <c:v>4.3800000000032924E-2</c:v>
                </c:pt>
                <c:pt idx="375">
                  <c:v>4.3700000000001182E-2</c:v>
                </c:pt>
                <c:pt idx="376">
                  <c:v>4.3700000000001182E-2</c:v>
                </c:pt>
                <c:pt idx="377">
                  <c:v>4.3600000000026284E-2</c:v>
                </c:pt>
                <c:pt idx="378">
                  <c:v>4.3500000000051386E-2</c:v>
                </c:pt>
                <c:pt idx="379">
                  <c:v>4.3500000000051386E-2</c:v>
                </c:pt>
                <c:pt idx="380">
                  <c:v>4.3400000000019645E-2</c:v>
                </c:pt>
                <c:pt idx="381">
                  <c:v>4.3400000000019645E-2</c:v>
                </c:pt>
                <c:pt idx="382">
                  <c:v>4.3300000000044747E-2</c:v>
                </c:pt>
                <c:pt idx="383">
                  <c:v>4.3300000000044747E-2</c:v>
                </c:pt>
                <c:pt idx="384">
                  <c:v>4.3200000000013006E-2</c:v>
                </c:pt>
                <c:pt idx="385">
                  <c:v>4.3200000000013006E-2</c:v>
                </c:pt>
                <c:pt idx="386">
                  <c:v>4.3200000000013006E-2</c:v>
                </c:pt>
                <c:pt idx="387">
                  <c:v>4.3100000000038108E-2</c:v>
                </c:pt>
                <c:pt idx="388">
                  <c:v>4.3100000000038108E-2</c:v>
                </c:pt>
                <c:pt idx="389">
                  <c:v>4.3100000000038108E-2</c:v>
                </c:pt>
                <c:pt idx="390">
                  <c:v>4.3100000000038108E-2</c:v>
                </c:pt>
                <c:pt idx="391">
                  <c:v>4.3100000000038108E-2</c:v>
                </c:pt>
                <c:pt idx="392">
                  <c:v>4.3000000000006366E-2</c:v>
                </c:pt>
                <c:pt idx="393">
                  <c:v>4.3000000000006366E-2</c:v>
                </c:pt>
                <c:pt idx="394">
                  <c:v>4.3000000000006366E-2</c:v>
                </c:pt>
                <c:pt idx="395">
                  <c:v>4.3000000000006366E-2</c:v>
                </c:pt>
                <c:pt idx="396">
                  <c:v>4.3000000000006366E-2</c:v>
                </c:pt>
                <c:pt idx="397">
                  <c:v>4.3000000000006366E-2</c:v>
                </c:pt>
                <c:pt idx="398">
                  <c:v>4.3000000000006366E-2</c:v>
                </c:pt>
                <c:pt idx="399">
                  <c:v>4.3000000000006366E-2</c:v>
                </c:pt>
                <c:pt idx="400">
                  <c:v>4.2900000000031469E-2</c:v>
                </c:pt>
                <c:pt idx="401">
                  <c:v>4.2900000000031469E-2</c:v>
                </c:pt>
                <c:pt idx="402">
                  <c:v>4.2900000000031469E-2</c:v>
                </c:pt>
                <c:pt idx="403">
                  <c:v>4.2900000000031469E-2</c:v>
                </c:pt>
                <c:pt idx="404">
                  <c:v>4.2900000000031469E-2</c:v>
                </c:pt>
                <c:pt idx="405">
                  <c:v>4.2900000000031469E-2</c:v>
                </c:pt>
                <c:pt idx="406">
                  <c:v>4.2900000000031469E-2</c:v>
                </c:pt>
                <c:pt idx="407">
                  <c:v>4.2900000000031469E-2</c:v>
                </c:pt>
                <c:pt idx="408">
                  <c:v>4.2900000000031469E-2</c:v>
                </c:pt>
                <c:pt idx="409">
                  <c:v>4.2900000000031469E-2</c:v>
                </c:pt>
                <c:pt idx="410">
                  <c:v>4.2900000000031469E-2</c:v>
                </c:pt>
                <c:pt idx="411">
                  <c:v>4.2900000000031469E-2</c:v>
                </c:pt>
                <c:pt idx="412">
                  <c:v>4.2900000000031469E-2</c:v>
                </c:pt>
                <c:pt idx="413">
                  <c:v>4.2900000000031469E-2</c:v>
                </c:pt>
                <c:pt idx="414">
                  <c:v>4.2900000000031469E-2</c:v>
                </c:pt>
                <c:pt idx="415">
                  <c:v>4.2900000000031469E-2</c:v>
                </c:pt>
                <c:pt idx="416">
                  <c:v>4.2900000000031469E-2</c:v>
                </c:pt>
                <c:pt idx="417">
                  <c:v>4.2900000000031469E-2</c:v>
                </c:pt>
                <c:pt idx="418">
                  <c:v>4.2900000000031469E-2</c:v>
                </c:pt>
                <c:pt idx="419">
                  <c:v>4.2900000000031469E-2</c:v>
                </c:pt>
                <c:pt idx="420">
                  <c:v>4.2900000000031469E-2</c:v>
                </c:pt>
                <c:pt idx="421">
                  <c:v>4.2900000000031469E-2</c:v>
                </c:pt>
                <c:pt idx="422">
                  <c:v>4.3000000000006366E-2</c:v>
                </c:pt>
                <c:pt idx="423">
                  <c:v>4.3000000000006366E-2</c:v>
                </c:pt>
                <c:pt idx="424">
                  <c:v>4.3000000000006366E-2</c:v>
                </c:pt>
                <c:pt idx="425">
                  <c:v>4.3100000000038108E-2</c:v>
                </c:pt>
                <c:pt idx="426">
                  <c:v>4.3100000000038108E-2</c:v>
                </c:pt>
                <c:pt idx="427">
                  <c:v>4.3100000000038108E-2</c:v>
                </c:pt>
                <c:pt idx="428">
                  <c:v>4.3200000000013006E-2</c:v>
                </c:pt>
                <c:pt idx="429">
                  <c:v>4.3200000000013006E-2</c:v>
                </c:pt>
                <c:pt idx="430">
                  <c:v>4.3200000000013006E-2</c:v>
                </c:pt>
                <c:pt idx="431">
                  <c:v>4.3300000000044747E-2</c:v>
                </c:pt>
                <c:pt idx="432">
                  <c:v>4.3300000000044747E-2</c:v>
                </c:pt>
                <c:pt idx="433">
                  <c:v>4.3300000000044747E-2</c:v>
                </c:pt>
                <c:pt idx="434">
                  <c:v>4.3300000000044747E-2</c:v>
                </c:pt>
                <c:pt idx="435">
                  <c:v>4.3300000000044747E-2</c:v>
                </c:pt>
                <c:pt idx="436">
                  <c:v>4.3400000000019645E-2</c:v>
                </c:pt>
                <c:pt idx="437">
                  <c:v>4.3400000000019645E-2</c:v>
                </c:pt>
                <c:pt idx="438">
                  <c:v>4.3400000000019645E-2</c:v>
                </c:pt>
                <c:pt idx="439">
                  <c:v>4.3400000000019645E-2</c:v>
                </c:pt>
                <c:pt idx="440">
                  <c:v>4.3400000000019645E-2</c:v>
                </c:pt>
                <c:pt idx="441">
                  <c:v>4.3400000000019645E-2</c:v>
                </c:pt>
                <c:pt idx="442">
                  <c:v>4.3400000000019645E-2</c:v>
                </c:pt>
                <c:pt idx="443">
                  <c:v>4.3500000000051386E-2</c:v>
                </c:pt>
                <c:pt idx="444">
                  <c:v>4.3500000000051386E-2</c:v>
                </c:pt>
                <c:pt idx="445">
                  <c:v>4.3500000000051386E-2</c:v>
                </c:pt>
                <c:pt idx="446">
                  <c:v>4.3500000000051386E-2</c:v>
                </c:pt>
                <c:pt idx="447">
                  <c:v>4.3500000000051386E-2</c:v>
                </c:pt>
                <c:pt idx="448">
                  <c:v>4.3500000000051386E-2</c:v>
                </c:pt>
                <c:pt idx="449">
                  <c:v>4.3500000000051386E-2</c:v>
                </c:pt>
                <c:pt idx="450">
                  <c:v>4.3500000000051386E-2</c:v>
                </c:pt>
                <c:pt idx="451">
                  <c:v>4.3500000000051386E-2</c:v>
                </c:pt>
                <c:pt idx="452">
                  <c:v>4.3500000000051386E-2</c:v>
                </c:pt>
                <c:pt idx="453">
                  <c:v>4.3500000000051386E-2</c:v>
                </c:pt>
                <c:pt idx="454">
                  <c:v>4.3500000000051386E-2</c:v>
                </c:pt>
                <c:pt idx="455">
                  <c:v>4.3500000000051386E-2</c:v>
                </c:pt>
                <c:pt idx="456">
                  <c:v>4.3500000000051386E-2</c:v>
                </c:pt>
                <c:pt idx="457">
                  <c:v>4.3600000000026284E-2</c:v>
                </c:pt>
                <c:pt idx="458">
                  <c:v>4.3600000000026284E-2</c:v>
                </c:pt>
                <c:pt idx="459">
                  <c:v>4.3600000000026284E-2</c:v>
                </c:pt>
                <c:pt idx="460">
                  <c:v>4.3600000000026284E-2</c:v>
                </c:pt>
                <c:pt idx="461">
                  <c:v>4.3600000000026284E-2</c:v>
                </c:pt>
                <c:pt idx="462">
                  <c:v>4.3600000000026284E-2</c:v>
                </c:pt>
                <c:pt idx="463">
                  <c:v>4.3600000000026284E-2</c:v>
                </c:pt>
                <c:pt idx="464">
                  <c:v>4.3600000000026284E-2</c:v>
                </c:pt>
                <c:pt idx="465">
                  <c:v>4.3600000000026284E-2</c:v>
                </c:pt>
                <c:pt idx="466">
                  <c:v>4.3600000000026284E-2</c:v>
                </c:pt>
                <c:pt idx="467">
                  <c:v>4.3600000000026284E-2</c:v>
                </c:pt>
                <c:pt idx="468">
                  <c:v>4.3600000000026284E-2</c:v>
                </c:pt>
                <c:pt idx="469">
                  <c:v>4.3600000000026284E-2</c:v>
                </c:pt>
                <c:pt idx="470">
                  <c:v>4.3600000000026284E-2</c:v>
                </c:pt>
                <c:pt idx="471">
                  <c:v>4.3600000000026284E-2</c:v>
                </c:pt>
                <c:pt idx="472">
                  <c:v>4.3600000000026284E-2</c:v>
                </c:pt>
                <c:pt idx="473">
                  <c:v>4.3500000000051386E-2</c:v>
                </c:pt>
                <c:pt idx="474">
                  <c:v>4.3200000000013006E-2</c:v>
                </c:pt>
                <c:pt idx="475">
                  <c:v>4.3300000000044747E-2</c:v>
                </c:pt>
                <c:pt idx="476">
                  <c:v>4.3100000000038108E-2</c:v>
                </c:pt>
                <c:pt idx="477">
                  <c:v>4.3100000000038108E-2</c:v>
                </c:pt>
                <c:pt idx="478">
                  <c:v>4.3000000000006366E-2</c:v>
                </c:pt>
                <c:pt idx="479">
                  <c:v>4.3000000000006366E-2</c:v>
                </c:pt>
                <c:pt idx="480">
                  <c:v>4.2900000000031469E-2</c:v>
                </c:pt>
                <c:pt idx="481">
                  <c:v>4.2799999999999727E-2</c:v>
                </c:pt>
                <c:pt idx="482">
                  <c:v>4.2799999999999727E-2</c:v>
                </c:pt>
                <c:pt idx="483">
                  <c:v>4.2700000000024829E-2</c:v>
                </c:pt>
                <c:pt idx="484">
                  <c:v>4.2700000000024829E-2</c:v>
                </c:pt>
                <c:pt idx="485">
                  <c:v>4.2600000000049931E-2</c:v>
                </c:pt>
                <c:pt idx="486">
                  <c:v>4.2600000000049931E-2</c:v>
                </c:pt>
                <c:pt idx="487">
                  <c:v>4.2600000000049931E-2</c:v>
                </c:pt>
                <c:pt idx="488">
                  <c:v>4.250000000001819E-2</c:v>
                </c:pt>
                <c:pt idx="489">
                  <c:v>4.250000000001819E-2</c:v>
                </c:pt>
                <c:pt idx="490">
                  <c:v>4.250000000001819E-2</c:v>
                </c:pt>
                <c:pt idx="491">
                  <c:v>4.2400000000043292E-2</c:v>
                </c:pt>
                <c:pt idx="492">
                  <c:v>4.2400000000043292E-2</c:v>
                </c:pt>
                <c:pt idx="493">
                  <c:v>4.2400000000043292E-2</c:v>
                </c:pt>
                <c:pt idx="494">
                  <c:v>4.2400000000043292E-2</c:v>
                </c:pt>
                <c:pt idx="495">
                  <c:v>4.2300000000011551E-2</c:v>
                </c:pt>
                <c:pt idx="496">
                  <c:v>4.2300000000011551E-2</c:v>
                </c:pt>
                <c:pt idx="497">
                  <c:v>4.2300000000011551E-2</c:v>
                </c:pt>
                <c:pt idx="498">
                  <c:v>4.2300000000011551E-2</c:v>
                </c:pt>
                <c:pt idx="499">
                  <c:v>4.2900000000031469E-2</c:v>
                </c:pt>
                <c:pt idx="500">
                  <c:v>4.2900000000031469E-2</c:v>
                </c:pt>
                <c:pt idx="501">
                  <c:v>4.3100000000038108E-2</c:v>
                </c:pt>
                <c:pt idx="502">
                  <c:v>4.3200000000013006E-2</c:v>
                </c:pt>
                <c:pt idx="503">
                  <c:v>4.3300000000044747E-2</c:v>
                </c:pt>
                <c:pt idx="504">
                  <c:v>4.3400000000019645E-2</c:v>
                </c:pt>
                <c:pt idx="505">
                  <c:v>4.3500000000051386E-2</c:v>
                </c:pt>
                <c:pt idx="506">
                  <c:v>4.3600000000026284E-2</c:v>
                </c:pt>
                <c:pt idx="507">
                  <c:v>4.3700000000001182E-2</c:v>
                </c:pt>
                <c:pt idx="508">
                  <c:v>4.3800000000032924E-2</c:v>
                </c:pt>
                <c:pt idx="509">
                  <c:v>4.3800000000032924E-2</c:v>
                </c:pt>
                <c:pt idx="510">
                  <c:v>4.3900000000007822E-2</c:v>
                </c:pt>
                <c:pt idx="511">
                  <c:v>4.3900000000007822E-2</c:v>
                </c:pt>
                <c:pt idx="512">
                  <c:v>4.4000000000039563E-2</c:v>
                </c:pt>
                <c:pt idx="513">
                  <c:v>4.4100000000014461E-2</c:v>
                </c:pt>
                <c:pt idx="514">
                  <c:v>4.4100000000014461E-2</c:v>
                </c:pt>
                <c:pt idx="515">
                  <c:v>4.4100000000014461E-2</c:v>
                </c:pt>
                <c:pt idx="516">
                  <c:v>4.4200000000046202E-2</c:v>
                </c:pt>
                <c:pt idx="517">
                  <c:v>4.4200000000046202E-2</c:v>
                </c:pt>
                <c:pt idx="518">
                  <c:v>4.43000000000211E-2</c:v>
                </c:pt>
                <c:pt idx="519">
                  <c:v>4.43000000000211E-2</c:v>
                </c:pt>
                <c:pt idx="520">
                  <c:v>4.43000000000211E-2</c:v>
                </c:pt>
                <c:pt idx="521">
                  <c:v>4.43000000000211E-2</c:v>
                </c:pt>
                <c:pt idx="522">
                  <c:v>4.4400000000052842E-2</c:v>
                </c:pt>
                <c:pt idx="523">
                  <c:v>4.4400000000052842E-2</c:v>
                </c:pt>
                <c:pt idx="524">
                  <c:v>4.4400000000052842E-2</c:v>
                </c:pt>
                <c:pt idx="525">
                  <c:v>4.4400000000052842E-2</c:v>
                </c:pt>
                <c:pt idx="526">
                  <c:v>4.450000000002774E-2</c:v>
                </c:pt>
                <c:pt idx="527">
                  <c:v>4.450000000002774E-2</c:v>
                </c:pt>
                <c:pt idx="528">
                  <c:v>4.450000000002774E-2</c:v>
                </c:pt>
                <c:pt idx="529">
                  <c:v>4.43000000000211E-2</c:v>
                </c:pt>
                <c:pt idx="530">
                  <c:v>4.4000000000039563E-2</c:v>
                </c:pt>
                <c:pt idx="531">
                  <c:v>4.4000000000039563E-2</c:v>
                </c:pt>
                <c:pt idx="532">
                  <c:v>4.3800000000032924E-2</c:v>
                </c:pt>
              </c:numCache>
            </c:numRef>
          </c:yVal>
          <c:smooth val="1"/>
          <c:extLst>
            <c:ext xmlns:c16="http://schemas.microsoft.com/office/drawing/2014/chart" uri="{C3380CC4-5D6E-409C-BE32-E72D297353CC}">
              <c16:uniqueId val="{00000007-070C-47F8-AF40-B045CA708FE7}"/>
            </c:ext>
          </c:extLst>
        </c:ser>
        <c:ser>
          <c:idx val="8"/>
          <c:order val="8"/>
          <c:tx>
            <c:strRef>
              <c:f>N50000_VV_TEMPS_oc5l2_50000!$BJ$1</c:f>
              <c:strCache>
                <c:ptCount val="1"/>
                <c:pt idx="0">
                  <c:v>CGI_DM2.2</c:v>
                </c:pt>
              </c:strCache>
            </c:strRef>
          </c:tx>
          <c:spPr>
            <a:ln w="19050" cap="rnd">
              <a:solidFill>
                <a:schemeClr val="accent3">
                  <a:lumMod val="60000"/>
                </a:schemeClr>
              </a:solidFill>
              <a:round/>
            </a:ln>
            <a:effectLst/>
          </c:spPr>
          <c:marker>
            <c:symbol val="circle"/>
            <c:size val="5"/>
            <c:spPr>
              <a:solidFill>
                <a:schemeClr val="accent3">
                  <a:lumMod val="60000"/>
                </a:schemeClr>
              </a:solidFill>
              <a:ln w="9525">
                <a:solidFill>
                  <a:schemeClr val="accent3">
                    <a:lumMod val="60000"/>
                  </a:schemeClr>
                </a:solidFill>
              </a:ln>
              <a:effectLst/>
            </c:spPr>
          </c:marker>
          <c:xVal>
            <c:numRef>
              <c:f>N50000_VV_TEMPS_oc5l2_50000!$BA$2:$BA$536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N50000_VV_TEMPS_oc5l2_50000!$BJ$2:$BJ$536</c:f>
              <c:numCache>
                <c:formatCode>General</c:formatCode>
                <c:ptCount val="533"/>
                <c:pt idx="0">
                  <c:v>0</c:v>
                </c:pt>
                <c:pt idx="1">
                  <c:v>5.4100000000005366E-2</c:v>
                </c:pt>
                <c:pt idx="2">
                  <c:v>5.0700000000006185E-2</c:v>
                </c:pt>
                <c:pt idx="3">
                  <c:v>3.6299999999982901E-2</c:v>
                </c:pt>
                <c:pt idx="4">
                  <c:v>4.5999999999992269E-2</c:v>
                </c:pt>
                <c:pt idx="5">
                  <c:v>4.0699999999958436E-2</c:v>
                </c:pt>
                <c:pt idx="6">
                  <c:v>4.1899999999998272E-2</c:v>
                </c:pt>
                <c:pt idx="7">
                  <c:v>4.2199999999979809E-2</c:v>
                </c:pt>
                <c:pt idx="8">
                  <c:v>4.1599999999959891E-2</c:v>
                </c:pt>
                <c:pt idx="9">
                  <c:v>4.199999999997317E-2</c:v>
                </c:pt>
                <c:pt idx="10">
                  <c:v>4.1899999999998272E-2</c:v>
                </c:pt>
                <c:pt idx="11">
                  <c:v>4.1899999999998272E-2</c:v>
                </c:pt>
                <c:pt idx="12">
                  <c:v>4.1899999999998272E-2</c:v>
                </c:pt>
                <c:pt idx="13">
                  <c:v>4.1899999999998272E-2</c:v>
                </c:pt>
                <c:pt idx="14">
                  <c:v>4.1899999999998272E-2</c:v>
                </c:pt>
                <c:pt idx="15">
                  <c:v>4.1899999999998272E-2</c:v>
                </c:pt>
                <c:pt idx="16">
                  <c:v>4.1899999999998272E-2</c:v>
                </c:pt>
                <c:pt idx="17">
                  <c:v>4.1899999999998272E-2</c:v>
                </c:pt>
                <c:pt idx="18">
                  <c:v>4.1899999999998272E-2</c:v>
                </c:pt>
                <c:pt idx="19">
                  <c:v>4.1899999999998272E-2</c:v>
                </c:pt>
                <c:pt idx="20">
                  <c:v>4.1899999999998272E-2</c:v>
                </c:pt>
                <c:pt idx="21">
                  <c:v>4.1899999999998272E-2</c:v>
                </c:pt>
                <c:pt idx="22">
                  <c:v>4.1899999999998272E-2</c:v>
                </c:pt>
                <c:pt idx="23">
                  <c:v>4.1899999999998272E-2</c:v>
                </c:pt>
                <c:pt idx="24">
                  <c:v>4.1899999999998272E-2</c:v>
                </c:pt>
                <c:pt idx="25">
                  <c:v>4.1899999999998272E-2</c:v>
                </c:pt>
                <c:pt idx="26">
                  <c:v>4.2199999999979809E-2</c:v>
                </c:pt>
                <c:pt idx="27">
                  <c:v>4.2599999999993088E-2</c:v>
                </c:pt>
                <c:pt idx="28">
                  <c:v>4.2599999999993088E-2</c:v>
                </c:pt>
                <c:pt idx="29">
                  <c:v>4.2799999999999727E-2</c:v>
                </c:pt>
                <c:pt idx="30">
                  <c:v>4.2899999999974625E-2</c:v>
                </c:pt>
                <c:pt idx="31">
                  <c:v>4.3000000000006366E-2</c:v>
                </c:pt>
                <c:pt idx="32">
                  <c:v>4.3099999999981264E-2</c:v>
                </c:pt>
                <c:pt idx="33">
                  <c:v>4.3199999999956162E-2</c:v>
                </c:pt>
                <c:pt idx="34">
                  <c:v>4.3299999999987904E-2</c:v>
                </c:pt>
                <c:pt idx="35">
                  <c:v>4.3399999999962802E-2</c:v>
                </c:pt>
                <c:pt idx="36">
                  <c:v>4.3399999999962802E-2</c:v>
                </c:pt>
                <c:pt idx="37">
                  <c:v>4.3499999999994543E-2</c:v>
                </c:pt>
                <c:pt idx="38">
                  <c:v>4.3599999999969441E-2</c:v>
                </c:pt>
                <c:pt idx="39">
                  <c:v>4.3599999999969441E-2</c:v>
                </c:pt>
                <c:pt idx="40">
                  <c:v>4.3700000000001182E-2</c:v>
                </c:pt>
                <c:pt idx="41">
                  <c:v>4.3700000000001182E-2</c:v>
                </c:pt>
                <c:pt idx="42">
                  <c:v>4.379999999997608E-2</c:v>
                </c:pt>
                <c:pt idx="43">
                  <c:v>4.379999999997608E-2</c:v>
                </c:pt>
                <c:pt idx="44">
                  <c:v>4.3900000000007822E-2</c:v>
                </c:pt>
                <c:pt idx="45">
                  <c:v>4.3900000000007822E-2</c:v>
                </c:pt>
                <c:pt idx="46">
                  <c:v>4.399999999998272E-2</c:v>
                </c:pt>
                <c:pt idx="47">
                  <c:v>4.399999999998272E-2</c:v>
                </c:pt>
                <c:pt idx="48">
                  <c:v>4.399999999998272E-2</c:v>
                </c:pt>
                <c:pt idx="49">
                  <c:v>4.399999999998272E-2</c:v>
                </c:pt>
                <c:pt idx="50">
                  <c:v>4.4099999999957618E-2</c:v>
                </c:pt>
                <c:pt idx="51">
                  <c:v>4.4099999999957618E-2</c:v>
                </c:pt>
                <c:pt idx="52">
                  <c:v>4.4099999999957618E-2</c:v>
                </c:pt>
                <c:pt idx="53">
                  <c:v>4.4099999999957618E-2</c:v>
                </c:pt>
                <c:pt idx="54">
                  <c:v>4.4199999999989359E-2</c:v>
                </c:pt>
                <c:pt idx="55">
                  <c:v>4.4199999999989359E-2</c:v>
                </c:pt>
                <c:pt idx="56">
                  <c:v>4.4199999999989359E-2</c:v>
                </c:pt>
                <c:pt idx="57">
                  <c:v>4.3700000000001182E-2</c:v>
                </c:pt>
                <c:pt idx="58">
                  <c:v>4.3700000000001182E-2</c:v>
                </c:pt>
                <c:pt idx="59">
                  <c:v>4.3599999999969441E-2</c:v>
                </c:pt>
                <c:pt idx="60">
                  <c:v>4.3499999999994543E-2</c:v>
                </c:pt>
                <c:pt idx="61">
                  <c:v>4.3399999999962802E-2</c:v>
                </c:pt>
                <c:pt idx="62">
                  <c:v>4.3299999999987904E-2</c:v>
                </c:pt>
                <c:pt idx="63">
                  <c:v>4.3299999999987904E-2</c:v>
                </c:pt>
                <c:pt idx="64">
                  <c:v>4.3199999999956162E-2</c:v>
                </c:pt>
                <c:pt idx="65">
                  <c:v>4.3099999999981264E-2</c:v>
                </c:pt>
                <c:pt idx="66">
                  <c:v>4.3099999999981264E-2</c:v>
                </c:pt>
                <c:pt idx="67">
                  <c:v>4.3000000000006366E-2</c:v>
                </c:pt>
                <c:pt idx="68">
                  <c:v>4.3000000000006366E-2</c:v>
                </c:pt>
                <c:pt idx="69">
                  <c:v>4.3000000000006366E-2</c:v>
                </c:pt>
                <c:pt idx="70">
                  <c:v>4.2899999999974625E-2</c:v>
                </c:pt>
                <c:pt idx="71">
                  <c:v>4.2899999999974625E-2</c:v>
                </c:pt>
                <c:pt idx="72">
                  <c:v>4.2899999999974625E-2</c:v>
                </c:pt>
                <c:pt idx="73">
                  <c:v>4.2799999999999727E-2</c:v>
                </c:pt>
                <c:pt idx="74">
                  <c:v>4.2799999999999727E-2</c:v>
                </c:pt>
                <c:pt idx="75">
                  <c:v>4.2799999999999727E-2</c:v>
                </c:pt>
                <c:pt idx="76">
                  <c:v>4.2799999999999727E-2</c:v>
                </c:pt>
                <c:pt idx="77">
                  <c:v>4.2799999999999727E-2</c:v>
                </c:pt>
                <c:pt idx="78">
                  <c:v>4.2699999999967986E-2</c:v>
                </c:pt>
                <c:pt idx="79">
                  <c:v>4.2699999999967986E-2</c:v>
                </c:pt>
                <c:pt idx="80">
                  <c:v>4.2699999999967986E-2</c:v>
                </c:pt>
                <c:pt idx="81">
                  <c:v>4.2699999999967986E-2</c:v>
                </c:pt>
                <c:pt idx="82">
                  <c:v>4.2699999999967986E-2</c:v>
                </c:pt>
                <c:pt idx="83">
                  <c:v>4.2699999999967986E-2</c:v>
                </c:pt>
                <c:pt idx="84">
                  <c:v>4.2699999999967986E-2</c:v>
                </c:pt>
                <c:pt idx="85">
                  <c:v>4.2699999999967986E-2</c:v>
                </c:pt>
                <c:pt idx="86">
                  <c:v>4.2599999999993088E-2</c:v>
                </c:pt>
                <c:pt idx="87">
                  <c:v>4.2599999999993088E-2</c:v>
                </c:pt>
                <c:pt idx="88">
                  <c:v>4.2599999999993088E-2</c:v>
                </c:pt>
                <c:pt idx="89">
                  <c:v>4.2599999999993088E-2</c:v>
                </c:pt>
                <c:pt idx="90">
                  <c:v>4.2599999999993088E-2</c:v>
                </c:pt>
                <c:pt idx="91">
                  <c:v>4.2599999999993088E-2</c:v>
                </c:pt>
                <c:pt idx="92">
                  <c:v>4.2599999999993088E-2</c:v>
                </c:pt>
                <c:pt idx="93">
                  <c:v>4.2599999999993088E-2</c:v>
                </c:pt>
                <c:pt idx="94">
                  <c:v>4.2599999999993088E-2</c:v>
                </c:pt>
                <c:pt idx="95">
                  <c:v>4.2599999999993088E-2</c:v>
                </c:pt>
                <c:pt idx="96">
                  <c:v>4.2599999999993088E-2</c:v>
                </c:pt>
                <c:pt idx="97">
                  <c:v>4.2599999999993088E-2</c:v>
                </c:pt>
                <c:pt idx="98">
                  <c:v>4.2599999999993088E-2</c:v>
                </c:pt>
                <c:pt idx="99">
                  <c:v>4.2599999999993088E-2</c:v>
                </c:pt>
                <c:pt idx="100">
                  <c:v>4.2599999999993088E-2</c:v>
                </c:pt>
                <c:pt idx="101">
                  <c:v>4.2599999999993088E-2</c:v>
                </c:pt>
                <c:pt idx="102">
                  <c:v>4.2599999999993088E-2</c:v>
                </c:pt>
                <c:pt idx="103">
                  <c:v>4.2599999999993088E-2</c:v>
                </c:pt>
                <c:pt idx="104">
                  <c:v>4.2599999999993088E-2</c:v>
                </c:pt>
                <c:pt idx="105">
                  <c:v>4.2599999999993088E-2</c:v>
                </c:pt>
                <c:pt idx="106">
                  <c:v>4.2599999999993088E-2</c:v>
                </c:pt>
                <c:pt idx="107">
                  <c:v>4.2599999999993088E-2</c:v>
                </c:pt>
                <c:pt idx="108">
                  <c:v>4.2799999999999727E-2</c:v>
                </c:pt>
                <c:pt idx="109">
                  <c:v>4.2699999999967986E-2</c:v>
                </c:pt>
                <c:pt idx="110">
                  <c:v>4.2799999999999727E-2</c:v>
                </c:pt>
                <c:pt idx="111">
                  <c:v>4.2799999999999727E-2</c:v>
                </c:pt>
                <c:pt idx="112">
                  <c:v>4.2799999999999727E-2</c:v>
                </c:pt>
                <c:pt idx="113">
                  <c:v>4.2899999999974625E-2</c:v>
                </c:pt>
                <c:pt idx="114">
                  <c:v>4.2899999999974625E-2</c:v>
                </c:pt>
                <c:pt idx="115">
                  <c:v>4.2899999999974625E-2</c:v>
                </c:pt>
                <c:pt idx="116">
                  <c:v>4.3000000000006366E-2</c:v>
                </c:pt>
                <c:pt idx="117">
                  <c:v>4.3000000000006366E-2</c:v>
                </c:pt>
                <c:pt idx="118">
                  <c:v>4.3000000000006366E-2</c:v>
                </c:pt>
                <c:pt idx="119">
                  <c:v>4.3000000000006366E-2</c:v>
                </c:pt>
                <c:pt idx="120">
                  <c:v>4.3000000000006366E-2</c:v>
                </c:pt>
                <c:pt idx="121">
                  <c:v>4.3099999999981264E-2</c:v>
                </c:pt>
                <c:pt idx="122">
                  <c:v>4.3099999999981264E-2</c:v>
                </c:pt>
                <c:pt idx="123">
                  <c:v>4.3099999999981264E-2</c:v>
                </c:pt>
                <c:pt idx="124">
                  <c:v>4.3099999999981264E-2</c:v>
                </c:pt>
                <c:pt idx="125">
                  <c:v>4.3099999999981264E-2</c:v>
                </c:pt>
                <c:pt idx="126">
                  <c:v>4.3099999999981264E-2</c:v>
                </c:pt>
                <c:pt idx="127">
                  <c:v>4.3199999999956162E-2</c:v>
                </c:pt>
                <c:pt idx="128">
                  <c:v>4.3199999999956162E-2</c:v>
                </c:pt>
                <c:pt idx="129">
                  <c:v>4.3199999999956162E-2</c:v>
                </c:pt>
                <c:pt idx="130">
                  <c:v>4.3199999999956162E-2</c:v>
                </c:pt>
                <c:pt idx="131">
                  <c:v>4.3199999999956162E-2</c:v>
                </c:pt>
                <c:pt idx="132">
                  <c:v>4.3199999999956162E-2</c:v>
                </c:pt>
                <c:pt idx="133">
                  <c:v>4.3199999999956162E-2</c:v>
                </c:pt>
                <c:pt idx="134">
                  <c:v>4.3199999999956162E-2</c:v>
                </c:pt>
                <c:pt idx="135">
                  <c:v>4.3199999999956162E-2</c:v>
                </c:pt>
                <c:pt idx="136">
                  <c:v>4.3199999999956162E-2</c:v>
                </c:pt>
                <c:pt idx="137">
                  <c:v>4.3199999999956162E-2</c:v>
                </c:pt>
                <c:pt idx="138">
                  <c:v>4.3199999999956162E-2</c:v>
                </c:pt>
                <c:pt idx="139">
                  <c:v>4.3199999999956162E-2</c:v>
                </c:pt>
                <c:pt idx="140">
                  <c:v>4.3299999999987904E-2</c:v>
                </c:pt>
                <c:pt idx="141">
                  <c:v>4.3299999999987904E-2</c:v>
                </c:pt>
                <c:pt idx="142">
                  <c:v>4.3299999999987904E-2</c:v>
                </c:pt>
                <c:pt idx="143">
                  <c:v>4.3299999999987904E-2</c:v>
                </c:pt>
                <c:pt idx="144">
                  <c:v>4.3299999999987904E-2</c:v>
                </c:pt>
                <c:pt idx="145">
                  <c:v>4.3299999999987904E-2</c:v>
                </c:pt>
                <c:pt idx="146">
                  <c:v>4.3299999999987904E-2</c:v>
                </c:pt>
                <c:pt idx="147">
                  <c:v>4.3299999999987904E-2</c:v>
                </c:pt>
                <c:pt idx="148">
                  <c:v>4.3299999999987904E-2</c:v>
                </c:pt>
                <c:pt idx="149">
                  <c:v>4.3299999999987904E-2</c:v>
                </c:pt>
                <c:pt idx="150">
                  <c:v>4.3299999999987904E-2</c:v>
                </c:pt>
                <c:pt idx="151">
                  <c:v>4.3299999999987904E-2</c:v>
                </c:pt>
                <c:pt idx="152">
                  <c:v>4.3299999999987904E-2</c:v>
                </c:pt>
                <c:pt idx="153">
                  <c:v>4.3299999999987904E-2</c:v>
                </c:pt>
                <c:pt idx="154">
                  <c:v>4.3299999999987904E-2</c:v>
                </c:pt>
                <c:pt idx="155">
                  <c:v>4.3299999999987904E-2</c:v>
                </c:pt>
                <c:pt idx="156">
                  <c:v>4.3299999999987904E-2</c:v>
                </c:pt>
                <c:pt idx="157">
                  <c:v>4.3299999999987904E-2</c:v>
                </c:pt>
                <c:pt idx="158">
                  <c:v>4.3000000000006366E-2</c:v>
                </c:pt>
                <c:pt idx="159">
                  <c:v>4.3000000000006366E-2</c:v>
                </c:pt>
                <c:pt idx="160">
                  <c:v>4.2899999999974625E-2</c:v>
                </c:pt>
                <c:pt idx="161">
                  <c:v>4.2799999999999727E-2</c:v>
                </c:pt>
                <c:pt idx="162">
                  <c:v>4.2799999999999727E-2</c:v>
                </c:pt>
                <c:pt idx="163">
                  <c:v>4.2699999999967986E-2</c:v>
                </c:pt>
                <c:pt idx="164">
                  <c:v>4.2599999999993088E-2</c:v>
                </c:pt>
                <c:pt idx="165">
                  <c:v>4.2599999999993088E-2</c:v>
                </c:pt>
                <c:pt idx="166">
                  <c:v>4.2499999999961346E-2</c:v>
                </c:pt>
                <c:pt idx="167">
                  <c:v>4.2499999999961346E-2</c:v>
                </c:pt>
                <c:pt idx="168">
                  <c:v>4.2399999999986449E-2</c:v>
                </c:pt>
                <c:pt idx="169">
                  <c:v>4.2399999999986449E-2</c:v>
                </c:pt>
                <c:pt idx="170">
                  <c:v>4.2299999999954707E-2</c:v>
                </c:pt>
                <c:pt idx="171">
                  <c:v>4.2299999999954707E-2</c:v>
                </c:pt>
                <c:pt idx="172">
                  <c:v>4.2299999999954707E-2</c:v>
                </c:pt>
                <c:pt idx="173">
                  <c:v>4.2199999999979809E-2</c:v>
                </c:pt>
                <c:pt idx="174">
                  <c:v>4.2199999999979809E-2</c:v>
                </c:pt>
                <c:pt idx="175">
                  <c:v>4.2199999999979809E-2</c:v>
                </c:pt>
                <c:pt idx="176">
                  <c:v>4.2100000000004911E-2</c:v>
                </c:pt>
                <c:pt idx="177">
                  <c:v>4.2100000000004911E-2</c:v>
                </c:pt>
                <c:pt idx="178">
                  <c:v>4.2100000000004911E-2</c:v>
                </c:pt>
                <c:pt idx="179">
                  <c:v>4.2100000000004911E-2</c:v>
                </c:pt>
                <c:pt idx="180">
                  <c:v>4.199999999997317E-2</c:v>
                </c:pt>
                <c:pt idx="181">
                  <c:v>4.199999999997317E-2</c:v>
                </c:pt>
                <c:pt idx="182">
                  <c:v>4.199999999997317E-2</c:v>
                </c:pt>
                <c:pt idx="183">
                  <c:v>4.2399999999986449E-2</c:v>
                </c:pt>
                <c:pt idx="184">
                  <c:v>4.2699999999967986E-2</c:v>
                </c:pt>
                <c:pt idx="185">
                  <c:v>4.2699999999967986E-2</c:v>
                </c:pt>
                <c:pt idx="186">
                  <c:v>4.2899999999974625E-2</c:v>
                </c:pt>
                <c:pt idx="187">
                  <c:v>4.3000000000006366E-2</c:v>
                </c:pt>
                <c:pt idx="188">
                  <c:v>4.3099999999981264E-2</c:v>
                </c:pt>
                <c:pt idx="189">
                  <c:v>4.3199999999956162E-2</c:v>
                </c:pt>
                <c:pt idx="190">
                  <c:v>4.3299999999987904E-2</c:v>
                </c:pt>
                <c:pt idx="191">
                  <c:v>4.3399999999962802E-2</c:v>
                </c:pt>
                <c:pt idx="192">
                  <c:v>4.3399999999962802E-2</c:v>
                </c:pt>
                <c:pt idx="193">
                  <c:v>4.3499999999994543E-2</c:v>
                </c:pt>
                <c:pt idx="194">
                  <c:v>4.3599999999969441E-2</c:v>
                </c:pt>
                <c:pt idx="195">
                  <c:v>4.3599999999969441E-2</c:v>
                </c:pt>
                <c:pt idx="196">
                  <c:v>4.3700000000001182E-2</c:v>
                </c:pt>
                <c:pt idx="197">
                  <c:v>4.3700000000001182E-2</c:v>
                </c:pt>
                <c:pt idx="198">
                  <c:v>4.379999999997608E-2</c:v>
                </c:pt>
                <c:pt idx="199">
                  <c:v>4.379999999997608E-2</c:v>
                </c:pt>
                <c:pt idx="200">
                  <c:v>4.3900000000007822E-2</c:v>
                </c:pt>
                <c:pt idx="201">
                  <c:v>4.3900000000007822E-2</c:v>
                </c:pt>
                <c:pt idx="202">
                  <c:v>4.3900000000007822E-2</c:v>
                </c:pt>
                <c:pt idx="203">
                  <c:v>4.399999999998272E-2</c:v>
                </c:pt>
                <c:pt idx="204">
                  <c:v>4.399999999998272E-2</c:v>
                </c:pt>
                <c:pt idx="205">
                  <c:v>4.399999999998272E-2</c:v>
                </c:pt>
                <c:pt idx="206">
                  <c:v>4.4099999999957618E-2</c:v>
                </c:pt>
                <c:pt idx="207">
                  <c:v>4.4099999999957618E-2</c:v>
                </c:pt>
                <c:pt idx="208">
                  <c:v>4.4099999999957618E-2</c:v>
                </c:pt>
                <c:pt idx="209">
                  <c:v>4.4099999999957618E-2</c:v>
                </c:pt>
                <c:pt idx="210">
                  <c:v>4.4099999999957618E-2</c:v>
                </c:pt>
                <c:pt idx="211">
                  <c:v>4.4199999999989359E-2</c:v>
                </c:pt>
                <c:pt idx="212">
                  <c:v>4.4199999999989359E-2</c:v>
                </c:pt>
                <c:pt idx="213">
                  <c:v>4.4099999999957618E-2</c:v>
                </c:pt>
                <c:pt idx="214">
                  <c:v>4.3700000000001182E-2</c:v>
                </c:pt>
                <c:pt idx="215">
                  <c:v>4.3700000000001182E-2</c:v>
                </c:pt>
                <c:pt idx="216">
                  <c:v>4.3599999999969441E-2</c:v>
                </c:pt>
                <c:pt idx="217">
                  <c:v>4.3499999999994543E-2</c:v>
                </c:pt>
                <c:pt idx="218">
                  <c:v>4.3399999999962802E-2</c:v>
                </c:pt>
                <c:pt idx="219">
                  <c:v>4.3299999999987904E-2</c:v>
                </c:pt>
                <c:pt idx="220">
                  <c:v>4.3299999999987904E-2</c:v>
                </c:pt>
                <c:pt idx="221">
                  <c:v>4.3199999999956162E-2</c:v>
                </c:pt>
                <c:pt idx="222">
                  <c:v>4.3099999999981264E-2</c:v>
                </c:pt>
                <c:pt idx="223">
                  <c:v>4.3099999999981264E-2</c:v>
                </c:pt>
                <c:pt idx="224">
                  <c:v>4.3000000000006366E-2</c:v>
                </c:pt>
                <c:pt idx="225">
                  <c:v>4.3000000000006366E-2</c:v>
                </c:pt>
                <c:pt idx="226">
                  <c:v>4.3000000000006366E-2</c:v>
                </c:pt>
                <c:pt idx="227">
                  <c:v>4.2899999999974625E-2</c:v>
                </c:pt>
                <c:pt idx="228">
                  <c:v>4.2899999999974625E-2</c:v>
                </c:pt>
                <c:pt idx="229">
                  <c:v>4.2899999999974625E-2</c:v>
                </c:pt>
                <c:pt idx="230">
                  <c:v>4.2799999999999727E-2</c:v>
                </c:pt>
                <c:pt idx="231">
                  <c:v>4.2799999999999727E-2</c:v>
                </c:pt>
                <c:pt idx="232">
                  <c:v>4.2799999999999727E-2</c:v>
                </c:pt>
                <c:pt idx="233">
                  <c:v>4.2799999999999727E-2</c:v>
                </c:pt>
                <c:pt idx="234">
                  <c:v>4.2799999999999727E-2</c:v>
                </c:pt>
                <c:pt idx="235">
                  <c:v>4.2699999999967986E-2</c:v>
                </c:pt>
                <c:pt idx="236">
                  <c:v>4.2699999999967986E-2</c:v>
                </c:pt>
                <c:pt idx="237">
                  <c:v>4.2699999999967986E-2</c:v>
                </c:pt>
                <c:pt idx="238">
                  <c:v>4.2699999999967986E-2</c:v>
                </c:pt>
                <c:pt idx="239">
                  <c:v>4.2699999999967986E-2</c:v>
                </c:pt>
                <c:pt idx="240">
                  <c:v>4.2699999999967986E-2</c:v>
                </c:pt>
                <c:pt idx="241">
                  <c:v>4.2699999999967986E-2</c:v>
                </c:pt>
                <c:pt idx="242">
                  <c:v>4.2699999999967986E-2</c:v>
                </c:pt>
                <c:pt idx="243">
                  <c:v>4.2599999999993088E-2</c:v>
                </c:pt>
                <c:pt idx="244">
                  <c:v>4.2599999999993088E-2</c:v>
                </c:pt>
                <c:pt idx="245">
                  <c:v>4.2599999999993088E-2</c:v>
                </c:pt>
                <c:pt idx="246">
                  <c:v>4.2599999999993088E-2</c:v>
                </c:pt>
                <c:pt idx="247">
                  <c:v>4.2599999999993088E-2</c:v>
                </c:pt>
                <c:pt idx="248">
                  <c:v>4.2599999999993088E-2</c:v>
                </c:pt>
                <c:pt idx="249">
                  <c:v>4.2599999999993088E-2</c:v>
                </c:pt>
                <c:pt idx="250">
                  <c:v>4.2599999999993088E-2</c:v>
                </c:pt>
                <c:pt idx="251">
                  <c:v>4.2599999999993088E-2</c:v>
                </c:pt>
                <c:pt idx="252">
                  <c:v>4.2599999999993088E-2</c:v>
                </c:pt>
                <c:pt idx="253">
                  <c:v>4.2599999999993088E-2</c:v>
                </c:pt>
                <c:pt idx="254">
                  <c:v>4.2599999999993088E-2</c:v>
                </c:pt>
                <c:pt idx="255">
                  <c:v>4.2599999999993088E-2</c:v>
                </c:pt>
                <c:pt idx="256">
                  <c:v>4.2599999999993088E-2</c:v>
                </c:pt>
                <c:pt idx="257">
                  <c:v>4.2599999999993088E-2</c:v>
                </c:pt>
                <c:pt idx="258">
                  <c:v>4.2599999999993088E-2</c:v>
                </c:pt>
                <c:pt idx="259">
                  <c:v>4.2599999999993088E-2</c:v>
                </c:pt>
                <c:pt idx="260">
                  <c:v>4.2599999999993088E-2</c:v>
                </c:pt>
                <c:pt idx="261">
                  <c:v>4.2599999999993088E-2</c:v>
                </c:pt>
                <c:pt idx="262">
                  <c:v>4.2599999999993088E-2</c:v>
                </c:pt>
                <c:pt idx="263">
                  <c:v>4.2599999999993088E-2</c:v>
                </c:pt>
                <c:pt idx="264">
                  <c:v>4.2599999999993088E-2</c:v>
                </c:pt>
                <c:pt idx="265">
                  <c:v>4.2799999999999727E-2</c:v>
                </c:pt>
                <c:pt idx="266">
                  <c:v>4.2699999999967986E-2</c:v>
                </c:pt>
                <c:pt idx="267">
                  <c:v>4.2799999999999727E-2</c:v>
                </c:pt>
                <c:pt idx="268">
                  <c:v>4.2799999999999727E-2</c:v>
                </c:pt>
                <c:pt idx="269">
                  <c:v>4.2899999999974625E-2</c:v>
                </c:pt>
                <c:pt idx="270">
                  <c:v>4.2899999999974625E-2</c:v>
                </c:pt>
                <c:pt idx="271">
                  <c:v>4.2899999999974625E-2</c:v>
                </c:pt>
                <c:pt idx="272">
                  <c:v>4.2899999999974625E-2</c:v>
                </c:pt>
                <c:pt idx="273">
                  <c:v>4.3000000000006366E-2</c:v>
                </c:pt>
                <c:pt idx="274">
                  <c:v>4.3000000000006366E-2</c:v>
                </c:pt>
                <c:pt idx="275">
                  <c:v>4.3000000000006366E-2</c:v>
                </c:pt>
                <c:pt idx="276">
                  <c:v>4.3000000000006366E-2</c:v>
                </c:pt>
                <c:pt idx="277">
                  <c:v>4.3000000000006366E-2</c:v>
                </c:pt>
                <c:pt idx="278">
                  <c:v>4.3099999999981264E-2</c:v>
                </c:pt>
                <c:pt idx="279">
                  <c:v>4.3099999999981264E-2</c:v>
                </c:pt>
                <c:pt idx="280">
                  <c:v>4.3099999999981264E-2</c:v>
                </c:pt>
                <c:pt idx="281">
                  <c:v>4.3099999999981264E-2</c:v>
                </c:pt>
                <c:pt idx="282">
                  <c:v>4.3099999999981264E-2</c:v>
                </c:pt>
                <c:pt idx="283">
                  <c:v>4.3099999999981264E-2</c:v>
                </c:pt>
                <c:pt idx="284">
                  <c:v>4.3199999999956162E-2</c:v>
                </c:pt>
                <c:pt idx="285">
                  <c:v>4.3199999999956162E-2</c:v>
                </c:pt>
                <c:pt idx="286">
                  <c:v>4.3199999999956162E-2</c:v>
                </c:pt>
                <c:pt idx="287">
                  <c:v>4.3199999999956162E-2</c:v>
                </c:pt>
                <c:pt idx="288">
                  <c:v>4.3199999999956162E-2</c:v>
                </c:pt>
                <c:pt idx="289">
                  <c:v>4.3199999999956162E-2</c:v>
                </c:pt>
                <c:pt idx="290">
                  <c:v>4.3199999999956162E-2</c:v>
                </c:pt>
                <c:pt idx="291">
                  <c:v>4.3199999999956162E-2</c:v>
                </c:pt>
                <c:pt idx="292">
                  <c:v>4.3199999999956162E-2</c:v>
                </c:pt>
                <c:pt idx="293">
                  <c:v>4.3199999999956162E-2</c:v>
                </c:pt>
                <c:pt idx="294">
                  <c:v>4.3199999999956162E-2</c:v>
                </c:pt>
                <c:pt idx="295">
                  <c:v>4.3199999999956162E-2</c:v>
                </c:pt>
                <c:pt idx="296">
                  <c:v>4.3199999999956162E-2</c:v>
                </c:pt>
                <c:pt idx="297">
                  <c:v>4.3299999999987904E-2</c:v>
                </c:pt>
                <c:pt idx="298">
                  <c:v>4.3299999999987904E-2</c:v>
                </c:pt>
                <c:pt idx="299">
                  <c:v>4.3299999999987904E-2</c:v>
                </c:pt>
                <c:pt idx="300">
                  <c:v>4.3299999999987904E-2</c:v>
                </c:pt>
                <c:pt idx="301">
                  <c:v>4.3299999999987904E-2</c:v>
                </c:pt>
                <c:pt idx="302">
                  <c:v>4.3299999999987904E-2</c:v>
                </c:pt>
                <c:pt idx="303">
                  <c:v>4.3299999999987904E-2</c:v>
                </c:pt>
                <c:pt idx="304">
                  <c:v>4.3299999999987904E-2</c:v>
                </c:pt>
                <c:pt idx="305">
                  <c:v>4.3299999999987904E-2</c:v>
                </c:pt>
                <c:pt idx="306">
                  <c:v>4.3299999999987904E-2</c:v>
                </c:pt>
                <c:pt idx="307">
                  <c:v>4.3299999999987904E-2</c:v>
                </c:pt>
                <c:pt idx="308">
                  <c:v>4.3299999999987904E-2</c:v>
                </c:pt>
                <c:pt idx="309">
                  <c:v>4.3299999999987904E-2</c:v>
                </c:pt>
                <c:pt idx="310">
                  <c:v>4.3299999999987904E-2</c:v>
                </c:pt>
                <c:pt idx="311">
                  <c:v>4.3299999999987904E-2</c:v>
                </c:pt>
                <c:pt idx="312">
                  <c:v>4.3299999999987904E-2</c:v>
                </c:pt>
                <c:pt idx="313">
                  <c:v>4.3299999999987904E-2</c:v>
                </c:pt>
                <c:pt idx="314">
                  <c:v>4.3199999999956162E-2</c:v>
                </c:pt>
                <c:pt idx="315">
                  <c:v>4.3000000000006366E-2</c:v>
                </c:pt>
                <c:pt idx="316">
                  <c:v>4.3000000000006366E-2</c:v>
                </c:pt>
                <c:pt idx="317">
                  <c:v>4.2899999999974625E-2</c:v>
                </c:pt>
                <c:pt idx="318">
                  <c:v>4.2799999999999727E-2</c:v>
                </c:pt>
                <c:pt idx="319">
                  <c:v>4.2699999999967986E-2</c:v>
                </c:pt>
                <c:pt idx="320">
                  <c:v>4.2699999999967986E-2</c:v>
                </c:pt>
                <c:pt idx="321">
                  <c:v>4.2599999999993088E-2</c:v>
                </c:pt>
                <c:pt idx="322">
                  <c:v>4.2599999999993088E-2</c:v>
                </c:pt>
                <c:pt idx="323">
                  <c:v>4.2499999999961346E-2</c:v>
                </c:pt>
                <c:pt idx="324">
                  <c:v>4.2499999999961346E-2</c:v>
                </c:pt>
                <c:pt idx="325">
                  <c:v>4.2399999999986449E-2</c:v>
                </c:pt>
                <c:pt idx="326">
                  <c:v>4.2399999999986449E-2</c:v>
                </c:pt>
                <c:pt idx="327">
                  <c:v>4.2299999999954707E-2</c:v>
                </c:pt>
                <c:pt idx="328">
                  <c:v>4.2299999999954707E-2</c:v>
                </c:pt>
                <c:pt idx="329">
                  <c:v>4.2299999999954707E-2</c:v>
                </c:pt>
                <c:pt idx="330">
                  <c:v>4.2199999999979809E-2</c:v>
                </c:pt>
                <c:pt idx="331">
                  <c:v>4.2199999999979809E-2</c:v>
                </c:pt>
                <c:pt idx="332">
                  <c:v>4.2199999999979809E-2</c:v>
                </c:pt>
                <c:pt idx="333">
                  <c:v>4.2100000000004911E-2</c:v>
                </c:pt>
                <c:pt idx="334">
                  <c:v>4.2100000000004911E-2</c:v>
                </c:pt>
                <c:pt idx="335">
                  <c:v>4.2100000000004911E-2</c:v>
                </c:pt>
                <c:pt idx="336">
                  <c:v>4.2100000000004911E-2</c:v>
                </c:pt>
                <c:pt idx="337">
                  <c:v>4.199999999997317E-2</c:v>
                </c:pt>
                <c:pt idx="338">
                  <c:v>4.199999999997317E-2</c:v>
                </c:pt>
                <c:pt idx="339">
                  <c:v>4.199999999997317E-2</c:v>
                </c:pt>
                <c:pt idx="340">
                  <c:v>4.2499999999961346E-2</c:v>
                </c:pt>
                <c:pt idx="341">
                  <c:v>4.2699999999967986E-2</c:v>
                </c:pt>
                <c:pt idx="342">
                  <c:v>4.2699999999967986E-2</c:v>
                </c:pt>
                <c:pt idx="343">
                  <c:v>4.2899999999974625E-2</c:v>
                </c:pt>
                <c:pt idx="344">
                  <c:v>4.3000000000006366E-2</c:v>
                </c:pt>
                <c:pt idx="345">
                  <c:v>4.3099999999981264E-2</c:v>
                </c:pt>
                <c:pt idx="346">
                  <c:v>4.3199999999956162E-2</c:v>
                </c:pt>
                <c:pt idx="347">
                  <c:v>4.3299999999987904E-2</c:v>
                </c:pt>
                <c:pt idx="348">
                  <c:v>4.3399999999962802E-2</c:v>
                </c:pt>
                <c:pt idx="349">
                  <c:v>4.3499999999994543E-2</c:v>
                </c:pt>
                <c:pt idx="350">
                  <c:v>4.3499999999994543E-2</c:v>
                </c:pt>
                <c:pt idx="351">
                  <c:v>4.3599999999969441E-2</c:v>
                </c:pt>
                <c:pt idx="352">
                  <c:v>4.3599999999969441E-2</c:v>
                </c:pt>
                <c:pt idx="353">
                  <c:v>4.3700000000001182E-2</c:v>
                </c:pt>
                <c:pt idx="354">
                  <c:v>4.379999999997608E-2</c:v>
                </c:pt>
                <c:pt idx="355">
                  <c:v>4.379999999997608E-2</c:v>
                </c:pt>
                <c:pt idx="356">
                  <c:v>4.379999999997608E-2</c:v>
                </c:pt>
                <c:pt idx="357">
                  <c:v>4.3900000000007822E-2</c:v>
                </c:pt>
                <c:pt idx="358">
                  <c:v>4.3900000000007822E-2</c:v>
                </c:pt>
                <c:pt idx="359">
                  <c:v>4.399999999998272E-2</c:v>
                </c:pt>
                <c:pt idx="360">
                  <c:v>4.399999999998272E-2</c:v>
                </c:pt>
                <c:pt idx="361">
                  <c:v>4.399999999998272E-2</c:v>
                </c:pt>
                <c:pt idx="362">
                  <c:v>4.399999999998272E-2</c:v>
                </c:pt>
                <c:pt idx="363">
                  <c:v>4.399999999998272E-2</c:v>
                </c:pt>
                <c:pt idx="364">
                  <c:v>4.4099999999957618E-2</c:v>
                </c:pt>
                <c:pt idx="365">
                  <c:v>4.4099999999957618E-2</c:v>
                </c:pt>
                <c:pt idx="366">
                  <c:v>4.4099999999957618E-2</c:v>
                </c:pt>
                <c:pt idx="367">
                  <c:v>4.4099999999957618E-2</c:v>
                </c:pt>
                <c:pt idx="368">
                  <c:v>4.4199999999989359E-2</c:v>
                </c:pt>
                <c:pt idx="369">
                  <c:v>4.4199999999989359E-2</c:v>
                </c:pt>
                <c:pt idx="370">
                  <c:v>4.4199999999989359E-2</c:v>
                </c:pt>
                <c:pt idx="371">
                  <c:v>4.399999999998272E-2</c:v>
                </c:pt>
                <c:pt idx="372">
                  <c:v>4.3700000000001182E-2</c:v>
                </c:pt>
                <c:pt idx="373">
                  <c:v>4.3700000000001182E-2</c:v>
                </c:pt>
                <c:pt idx="374">
                  <c:v>4.3499999999994543E-2</c:v>
                </c:pt>
                <c:pt idx="375">
                  <c:v>4.3499999999994543E-2</c:v>
                </c:pt>
                <c:pt idx="376">
                  <c:v>4.3399999999962802E-2</c:v>
                </c:pt>
                <c:pt idx="377">
                  <c:v>4.3299999999987904E-2</c:v>
                </c:pt>
                <c:pt idx="378">
                  <c:v>4.3199999999956162E-2</c:v>
                </c:pt>
                <c:pt idx="379">
                  <c:v>4.3199999999956162E-2</c:v>
                </c:pt>
                <c:pt idx="380">
                  <c:v>4.3099999999981264E-2</c:v>
                </c:pt>
                <c:pt idx="381">
                  <c:v>4.3099999999981264E-2</c:v>
                </c:pt>
                <c:pt idx="382">
                  <c:v>4.3000000000006366E-2</c:v>
                </c:pt>
                <c:pt idx="383">
                  <c:v>4.3000000000006366E-2</c:v>
                </c:pt>
                <c:pt idx="384">
                  <c:v>4.3000000000006366E-2</c:v>
                </c:pt>
                <c:pt idx="385">
                  <c:v>4.2899999999974625E-2</c:v>
                </c:pt>
                <c:pt idx="386">
                  <c:v>4.2899999999974625E-2</c:v>
                </c:pt>
                <c:pt idx="387">
                  <c:v>4.2899999999974625E-2</c:v>
                </c:pt>
                <c:pt idx="388">
                  <c:v>4.2799999999999727E-2</c:v>
                </c:pt>
                <c:pt idx="389">
                  <c:v>4.2799999999999727E-2</c:v>
                </c:pt>
                <c:pt idx="390">
                  <c:v>4.2799999999999727E-2</c:v>
                </c:pt>
                <c:pt idx="391">
                  <c:v>4.2799999999999727E-2</c:v>
                </c:pt>
                <c:pt idx="392">
                  <c:v>4.2799999999999727E-2</c:v>
                </c:pt>
                <c:pt idx="393">
                  <c:v>4.2699999999967986E-2</c:v>
                </c:pt>
                <c:pt idx="394">
                  <c:v>4.2699999999967986E-2</c:v>
                </c:pt>
                <c:pt idx="395">
                  <c:v>4.2699999999967986E-2</c:v>
                </c:pt>
                <c:pt idx="396">
                  <c:v>4.2699999999967986E-2</c:v>
                </c:pt>
                <c:pt idx="397">
                  <c:v>4.2699999999967986E-2</c:v>
                </c:pt>
                <c:pt idx="398">
                  <c:v>4.2699999999967986E-2</c:v>
                </c:pt>
                <c:pt idx="399">
                  <c:v>4.2699999999967986E-2</c:v>
                </c:pt>
                <c:pt idx="400">
                  <c:v>4.2699999999967986E-2</c:v>
                </c:pt>
                <c:pt idx="401">
                  <c:v>4.2599999999993088E-2</c:v>
                </c:pt>
                <c:pt idx="402">
                  <c:v>4.2599999999993088E-2</c:v>
                </c:pt>
                <c:pt idx="403">
                  <c:v>4.2599999999993088E-2</c:v>
                </c:pt>
                <c:pt idx="404">
                  <c:v>4.2599999999993088E-2</c:v>
                </c:pt>
                <c:pt idx="405">
                  <c:v>4.2599999999993088E-2</c:v>
                </c:pt>
                <c:pt idx="406">
                  <c:v>4.2599999999993088E-2</c:v>
                </c:pt>
                <c:pt idx="407">
                  <c:v>4.2599999999993088E-2</c:v>
                </c:pt>
                <c:pt idx="408">
                  <c:v>4.2599999999993088E-2</c:v>
                </c:pt>
                <c:pt idx="409">
                  <c:v>4.2599999999993088E-2</c:v>
                </c:pt>
                <c:pt idx="410">
                  <c:v>4.2599999999993088E-2</c:v>
                </c:pt>
                <c:pt idx="411">
                  <c:v>4.2599999999993088E-2</c:v>
                </c:pt>
                <c:pt idx="412">
                  <c:v>4.2599999999993088E-2</c:v>
                </c:pt>
                <c:pt idx="413">
                  <c:v>4.2599999999993088E-2</c:v>
                </c:pt>
                <c:pt idx="414">
                  <c:v>4.2599999999993088E-2</c:v>
                </c:pt>
                <c:pt idx="415">
                  <c:v>4.2599999999993088E-2</c:v>
                </c:pt>
                <c:pt idx="416">
                  <c:v>4.2599999999993088E-2</c:v>
                </c:pt>
                <c:pt idx="417">
                  <c:v>4.2599999999993088E-2</c:v>
                </c:pt>
                <c:pt idx="418">
                  <c:v>4.2599999999993088E-2</c:v>
                </c:pt>
                <c:pt idx="419">
                  <c:v>4.2599999999993088E-2</c:v>
                </c:pt>
                <c:pt idx="420">
                  <c:v>4.2599999999993088E-2</c:v>
                </c:pt>
                <c:pt idx="421">
                  <c:v>4.2599999999993088E-2</c:v>
                </c:pt>
                <c:pt idx="422">
                  <c:v>4.2699999999967986E-2</c:v>
                </c:pt>
                <c:pt idx="423">
                  <c:v>4.2799999999999727E-2</c:v>
                </c:pt>
                <c:pt idx="424">
                  <c:v>4.2699999999967986E-2</c:v>
                </c:pt>
                <c:pt idx="425">
                  <c:v>4.2799999999999727E-2</c:v>
                </c:pt>
                <c:pt idx="426">
                  <c:v>4.2799999999999727E-2</c:v>
                </c:pt>
                <c:pt idx="427">
                  <c:v>4.2899999999974625E-2</c:v>
                </c:pt>
                <c:pt idx="428">
                  <c:v>4.2899999999974625E-2</c:v>
                </c:pt>
                <c:pt idx="429">
                  <c:v>4.2899999999974625E-2</c:v>
                </c:pt>
                <c:pt idx="430">
                  <c:v>4.2899999999974625E-2</c:v>
                </c:pt>
                <c:pt idx="431">
                  <c:v>4.3000000000006366E-2</c:v>
                </c:pt>
                <c:pt idx="432">
                  <c:v>4.3000000000006366E-2</c:v>
                </c:pt>
                <c:pt idx="433">
                  <c:v>4.3000000000006366E-2</c:v>
                </c:pt>
                <c:pt idx="434">
                  <c:v>4.3000000000006366E-2</c:v>
                </c:pt>
                <c:pt idx="435">
                  <c:v>4.3099999999981264E-2</c:v>
                </c:pt>
                <c:pt idx="436">
                  <c:v>4.3099999999981264E-2</c:v>
                </c:pt>
                <c:pt idx="437">
                  <c:v>4.3099999999981264E-2</c:v>
                </c:pt>
                <c:pt idx="438">
                  <c:v>4.3099999999981264E-2</c:v>
                </c:pt>
                <c:pt idx="439">
                  <c:v>4.3099999999981264E-2</c:v>
                </c:pt>
                <c:pt idx="440">
                  <c:v>4.3099999999981264E-2</c:v>
                </c:pt>
                <c:pt idx="441">
                  <c:v>4.3099999999981264E-2</c:v>
                </c:pt>
                <c:pt idx="442">
                  <c:v>4.3199999999956162E-2</c:v>
                </c:pt>
                <c:pt idx="443">
                  <c:v>4.3199999999956162E-2</c:v>
                </c:pt>
                <c:pt idx="444">
                  <c:v>4.3199999999956162E-2</c:v>
                </c:pt>
                <c:pt idx="445">
                  <c:v>4.3199999999956162E-2</c:v>
                </c:pt>
                <c:pt idx="446">
                  <c:v>4.3199999999956162E-2</c:v>
                </c:pt>
                <c:pt idx="447">
                  <c:v>4.3199999999956162E-2</c:v>
                </c:pt>
                <c:pt idx="448">
                  <c:v>4.3199999999956162E-2</c:v>
                </c:pt>
                <c:pt idx="449">
                  <c:v>4.3199999999956162E-2</c:v>
                </c:pt>
                <c:pt idx="450">
                  <c:v>4.3199999999956162E-2</c:v>
                </c:pt>
                <c:pt idx="451">
                  <c:v>4.3199999999956162E-2</c:v>
                </c:pt>
                <c:pt idx="452">
                  <c:v>4.3199999999956162E-2</c:v>
                </c:pt>
                <c:pt idx="453">
                  <c:v>4.3199999999956162E-2</c:v>
                </c:pt>
                <c:pt idx="454">
                  <c:v>4.3199999999956162E-2</c:v>
                </c:pt>
                <c:pt idx="455">
                  <c:v>4.3199999999956162E-2</c:v>
                </c:pt>
                <c:pt idx="456">
                  <c:v>4.3299999999987904E-2</c:v>
                </c:pt>
                <c:pt idx="457">
                  <c:v>4.3299999999987904E-2</c:v>
                </c:pt>
                <c:pt idx="458">
                  <c:v>4.3299999999987904E-2</c:v>
                </c:pt>
                <c:pt idx="459">
                  <c:v>4.3299999999987904E-2</c:v>
                </c:pt>
                <c:pt idx="460">
                  <c:v>4.3299999999987904E-2</c:v>
                </c:pt>
                <c:pt idx="461">
                  <c:v>4.3299999999987904E-2</c:v>
                </c:pt>
                <c:pt idx="462">
                  <c:v>4.3299999999987904E-2</c:v>
                </c:pt>
                <c:pt idx="463">
                  <c:v>4.3299999999987904E-2</c:v>
                </c:pt>
                <c:pt idx="464">
                  <c:v>4.3299999999987904E-2</c:v>
                </c:pt>
                <c:pt idx="465">
                  <c:v>4.3299999999987904E-2</c:v>
                </c:pt>
                <c:pt idx="466">
                  <c:v>4.3299999999987904E-2</c:v>
                </c:pt>
                <c:pt idx="467">
                  <c:v>4.3299999999987904E-2</c:v>
                </c:pt>
                <c:pt idx="468">
                  <c:v>4.3299999999987904E-2</c:v>
                </c:pt>
                <c:pt idx="469">
                  <c:v>4.3299999999987904E-2</c:v>
                </c:pt>
                <c:pt idx="470">
                  <c:v>4.3299999999987904E-2</c:v>
                </c:pt>
                <c:pt idx="471">
                  <c:v>4.3299999999987904E-2</c:v>
                </c:pt>
                <c:pt idx="472">
                  <c:v>4.3299999999987904E-2</c:v>
                </c:pt>
                <c:pt idx="473">
                  <c:v>4.3199999999956162E-2</c:v>
                </c:pt>
                <c:pt idx="474">
                  <c:v>4.3000000000006366E-2</c:v>
                </c:pt>
                <c:pt idx="475">
                  <c:v>4.3000000000006366E-2</c:v>
                </c:pt>
                <c:pt idx="476">
                  <c:v>4.2899999999974625E-2</c:v>
                </c:pt>
                <c:pt idx="477">
                  <c:v>4.2799999999999727E-2</c:v>
                </c:pt>
                <c:pt idx="478">
                  <c:v>4.2699999999967986E-2</c:v>
                </c:pt>
                <c:pt idx="479">
                  <c:v>4.2699999999967986E-2</c:v>
                </c:pt>
                <c:pt idx="480">
                  <c:v>4.2599999999993088E-2</c:v>
                </c:pt>
                <c:pt idx="481">
                  <c:v>4.2599999999993088E-2</c:v>
                </c:pt>
                <c:pt idx="482">
                  <c:v>4.2499999999961346E-2</c:v>
                </c:pt>
                <c:pt idx="483">
                  <c:v>4.2499999999961346E-2</c:v>
                </c:pt>
                <c:pt idx="484">
                  <c:v>4.2399999999986449E-2</c:v>
                </c:pt>
                <c:pt idx="485">
                  <c:v>4.2399999999986449E-2</c:v>
                </c:pt>
                <c:pt idx="486">
                  <c:v>4.2299999999954707E-2</c:v>
                </c:pt>
                <c:pt idx="487">
                  <c:v>4.2299999999954707E-2</c:v>
                </c:pt>
                <c:pt idx="488">
                  <c:v>4.2299999999954707E-2</c:v>
                </c:pt>
                <c:pt idx="489">
                  <c:v>4.2199999999979809E-2</c:v>
                </c:pt>
                <c:pt idx="490">
                  <c:v>4.2199999999979809E-2</c:v>
                </c:pt>
                <c:pt idx="491">
                  <c:v>4.2199999999979809E-2</c:v>
                </c:pt>
                <c:pt idx="492">
                  <c:v>4.2100000000004911E-2</c:v>
                </c:pt>
                <c:pt idx="493">
                  <c:v>4.2100000000004911E-2</c:v>
                </c:pt>
                <c:pt idx="494">
                  <c:v>4.2100000000004911E-2</c:v>
                </c:pt>
                <c:pt idx="495">
                  <c:v>4.2100000000004911E-2</c:v>
                </c:pt>
                <c:pt idx="496">
                  <c:v>4.199999999997317E-2</c:v>
                </c:pt>
                <c:pt idx="497">
                  <c:v>4.199999999997317E-2</c:v>
                </c:pt>
                <c:pt idx="498">
                  <c:v>4.199999999997317E-2</c:v>
                </c:pt>
                <c:pt idx="499">
                  <c:v>4.2599999999993088E-2</c:v>
                </c:pt>
                <c:pt idx="500">
                  <c:v>4.2699999999967986E-2</c:v>
                </c:pt>
                <c:pt idx="501">
                  <c:v>4.2799999999999727E-2</c:v>
                </c:pt>
                <c:pt idx="502">
                  <c:v>4.2899999999974625E-2</c:v>
                </c:pt>
                <c:pt idx="503">
                  <c:v>4.3000000000006366E-2</c:v>
                </c:pt>
                <c:pt idx="504">
                  <c:v>4.3099999999981264E-2</c:v>
                </c:pt>
                <c:pt idx="505">
                  <c:v>4.3199999999956162E-2</c:v>
                </c:pt>
                <c:pt idx="506">
                  <c:v>4.3299999999987904E-2</c:v>
                </c:pt>
                <c:pt idx="507">
                  <c:v>4.3399999999962802E-2</c:v>
                </c:pt>
                <c:pt idx="508">
                  <c:v>4.3499999999994543E-2</c:v>
                </c:pt>
                <c:pt idx="509">
                  <c:v>4.3499999999994543E-2</c:v>
                </c:pt>
                <c:pt idx="510">
                  <c:v>4.3599999999969441E-2</c:v>
                </c:pt>
                <c:pt idx="511">
                  <c:v>4.3700000000001182E-2</c:v>
                </c:pt>
                <c:pt idx="512">
                  <c:v>4.3700000000001182E-2</c:v>
                </c:pt>
                <c:pt idx="513">
                  <c:v>4.379999999997608E-2</c:v>
                </c:pt>
                <c:pt idx="514">
                  <c:v>4.379999999997608E-2</c:v>
                </c:pt>
                <c:pt idx="515">
                  <c:v>4.379999999997608E-2</c:v>
                </c:pt>
                <c:pt idx="516">
                  <c:v>4.3900000000007822E-2</c:v>
                </c:pt>
                <c:pt idx="517">
                  <c:v>4.3900000000007822E-2</c:v>
                </c:pt>
                <c:pt idx="518">
                  <c:v>4.399999999998272E-2</c:v>
                </c:pt>
                <c:pt idx="519">
                  <c:v>4.399999999998272E-2</c:v>
                </c:pt>
                <c:pt idx="520">
                  <c:v>4.399999999998272E-2</c:v>
                </c:pt>
                <c:pt idx="521">
                  <c:v>4.399999999998272E-2</c:v>
                </c:pt>
                <c:pt idx="522">
                  <c:v>4.4099999999957618E-2</c:v>
                </c:pt>
                <c:pt idx="523">
                  <c:v>4.4099999999957618E-2</c:v>
                </c:pt>
                <c:pt idx="524">
                  <c:v>4.4099999999957618E-2</c:v>
                </c:pt>
                <c:pt idx="525">
                  <c:v>4.4099999999957618E-2</c:v>
                </c:pt>
                <c:pt idx="526">
                  <c:v>4.4199999999989359E-2</c:v>
                </c:pt>
                <c:pt idx="527">
                  <c:v>4.4199999999989359E-2</c:v>
                </c:pt>
                <c:pt idx="528">
                  <c:v>4.4199999999989359E-2</c:v>
                </c:pt>
                <c:pt idx="529">
                  <c:v>4.399999999998272E-2</c:v>
                </c:pt>
                <c:pt idx="530">
                  <c:v>4.3700000000001182E-2</c:v>
                </c:pt>
                <c:pt idx="531">
                  <c:v>4.3700000000001182E-2</c:v>
                </c:pt>
                <c:pt idx="532">
                  <c:v>4.3499999999994543E-2</c:v>
                </c:pt>
              </c:numCache>
            </c:numRef>
          </c:yVal>
          <c:smooth val="1"/>
          <c:extLst>
            <c:ext xmlns:c16="http://schemas.microsoft.com/office/drawing/2014/chart" uri="{C3380CC4-5D6E-409C-BE32-E72D297353CC}">
              <c16:uniqueId val="{00000008-070C-47F8-AF40-B045CA708FE7}"/>
            </c:ext>
          </c:extLst>
        </c:ser>
        <c:ser>
          <c:idx val="9"/>
          <c:order val="9"/>
          <c:tx>
            <c:strRef>
              <c:f>N50000_VV_TEMPS_oc5l2_50000!$BK$1</c:f>
              <c:strCache>
                <c:ptCount val="1"/>
                <c:pt idx="0">
                  <c:v>CGI_DM2.3</c:v>
                </c:pt>
              </c:strCache>
            </c:strRef>
          </c:tx>
          <c:spPr>
            <a:ln w="19050" cap="rnd">
              <a:solidFill>
                <a:schemeClr val="accent4">
                  <a:lumMod val="60000"/>
                </a:schemeClr>
              </a:solidFill>
              <a:round/>
            </a:ln>
            <a:effectLst/>
          </c:spPr>
          <c:marker>
            <c:symbol val="circle"/>
            <c:size val="5"/>
            <c:spPr>
              <a:solidFill>
                <a:schemeClr val="accent4">
                  <a:lumMod val="60000"/>
                </a:schemeClr>
              </a:solidFill>
              <a:ln w="9525">
                <a:solidFill>
                  <a:schemeClr val="accent4">
                    <a:lumMod val="60000"/>
                  </a:schemeClr>
                </a:solidFill>
              </a:ln>
              <a:effectLst/>
            </c:spPr>
          </c:marker>
          <c:xVal>
            <c:numRef>
              <c:f>N50000_VV_TEMPS_oc5l2_50000!$BA$2:$BA$536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N50000_VV_TEMPS_oc5l2_50000!$BK$2:$BK$536</c:f>
              <c:numCache>
                <c:formatCode>General</c:formatCode>
                <c:ptCount val="533"/>
                <c:pt idx="0">
                  <c:v>0</c:v>
                </c:pt>
                <c:pt idx="1">
                  <c:v>5.3999999999973625E-2</c:v>
                </c:pt>
                <c:pt idx="2">
                  <c:v>5.0599999999974443E-2</c:v>
                </c:pt>
                <c:pt idx="3">
                  <c:v>3.619999999995116E-2</c:v>
                </c:pt>
                <c:pt idx="4">
                  <c:v>4.5899999999960528E-2</c:v>
                </c:pt>
                <c:pt idx="5">
                  <c:v>4.0599999999983538E-2</c:v>
                </c:pt>
                <c:pt idx="6">
                  <c:v>4.1799999999966531E-2</c:v>
                </c:pt>
                <c:pt idx="7">
                  <c:v>4.2099999999948068E-2</c:v>
                </c:pt>
                <c:pt idx="8">
                  <c:v>4.1499999999984993E-2</c:v>
                </c:pt>
                <c:pt idx="9">
                  <c:v>4.1899999999998272E-2</c:v>
                </c:pt>
                <c:pt idx="10">
                  <c:v>4.1799999999966531E-2</c:v>
                </c:pt>
                <c:pt idx="11">
                  <c:v>4.1799999999966531E-2</c:v>
                </c:pt>
                <c:pt idx="12">
                  <c:v>4.1799999999966531E-2</c:v>
                </c:pt>
                <c:pt idx="13">
                  <c:v>4.1799999999966531E-2</c:v>
                </c:pt>
                <c:pt idx="14">
                  <c:v>4.1799999999966531E-2</c:v>
                </c:pt>
                <c:pt idx="15">
                  <c:v>4.1799999999966531E-2</c:v>
                </c:pt>
                <c:pt idx="16">
                  <c:v>4.1799999999966531E-2</c:v>
                </c:pt>
                <c:pt idx="17">
                  <c:v>4.1799999999966531E-2</c:v>
                </c:pt>
                <c:pt idx="18">
                  <c:v>4.1799999999966531E-2</c:v>
                </c:pt>
                <c:pt idx="19">
                  <c:v>4.1799999999966531E-2</c:v>
                </c:pt>
                <c:pt idx="20">
                  <c:v>4.1799999999966531E-2</c:v>
                </c:pt>
                <c:pt idx="21">
                  <c:v>4.1799999999966531E-2</c:v>
                </c:pt>
                <c:pt idx="22">
                  <c:v>4.1799999999966531E-2</c:v>
                </c:pt>
                <c:pt idx="23">
                  <c:v>4.1799999999966531E-2</c:v>
                </c:pt>
                <c:pt idx="24">
                  <c:v>4.1799999999966531E-2</c:v>
                </c:pt>
                <c:pt idx="25">
                  <c:v>4.1799999999966531E-2</c:v>
                </c:pt>
                <c:pt idx="26">
                  <c:v>4.2099999999948068E-2</c:v>
                </c:pt>
                <c:pt idx="27">
                  <c:v>4.2499999999961346E-2</c:v>
                </c:pt>
                <c:pt idx="28">
                  <c:v>4.2499999999961346E-2</c:v>
                </c:pt>
                <c:pt idx="29">
                  <c:v>4.2699999999967986E-2</c:v>
                </c:pt>
                <c:pt idx="30">
                  <c:v>4.2799999999999727E-2</c:v>
                </c:pt>
                <c:pt idx="31">
                  <c:v>4.2899999999974625E-2</c:v>
                </c:pt>
                <c:pt idx="32">
                  <c:v>4.2999999999949523E-2</c:v>
                </c:pt>
                <c:pt idx="33">
                  <c:v>4.3099999999981264E-2</c:v>
                </c:pt>
                <c:pt idx="34">
                  <c:v>4.3199999999956162E-2</c:v>
                </c:pt>
                <c:pt idx="35">
                  <c:v>4.3299999999987904E-2</c:v>
                </c:pt>
                <c:pt idx="36">
                  <c:v>4.3399999999962802E-2</c:v>
                </c:pt>
                <c:pt idx="37">
                  <c:v>4.3399999999962802E-2</c:v>
                </c:pt>
                <c:pt idx="38">
                  <c:v>4.3499999999994543E-2</c:v>
                </c:pt>
                <c:pt idx="39">
                  <c:v>4.3599999999969441E-2</c:v>
                </c:pt>
                <c:pt idx="40">
                  <c:v>4.3599999999969441E-2</c:v>
                </c:pt>
                <c:pt idx="41">
                  <c:v>4.3700000000001182E-2</c:v>
                </c:pt>
                <c:pt idx="42">
                  <c:v>4.3700000000001182E-2</c:v>
                </c:pt>
                <c:pt idx="43">
                  <c:v>4.379999999997608E-2</c:v>
                </c:pt>
                <c:pt idx="44">
                  <c:v>4.379999999997608E-2</c:v>
                </c:pt>
                <c:pt idx="45">
                  <c:v>4.379999999997608E-2</c:v>
                </c:pt>
                <c:pt idx="46">
                  <c:v>4.3899999999950978E-2</c:v>
                </c:pt>
                <c:pt idx="47">
                  <c:v>4.3899999999950978E-2</c:v>
                </c:pt>
                <c:pt idx="48">
                  <c:v>4.3899999999950978E-2</c:v>
                </c:pt>
                <c:pt idx="49">
                  <c:v>4.399999999998272E-2</c:v>
                </c:pt>
                <c:pt idx="50">
                  <c:v>4.399999999998272E-2</c:v>
                </c:pt>
                <c:pt idx="51">
                  <c:v>4.399999999998272E-2</c:v>
                </c:pt>
                <c:pt idx="52">
                  <c:v>4.399999999998272E-2</c:v>
                </c:pt>
                <c:pt idx="53">
                  <c:v>4.399999999998272E-2</c:v>
                </c:pt>
                <c:pt idx="54">
                  <c:v>4.4099999999957618E-2</c:v>
                </c:pt>
                <c:pt idx="55">
                  <c:v>4.4099999999957618E-2</c:v>
                </c:pt>
                <c:pt idx="56">
                  <c:v>4.4099999999957618E-2</c:v>
                </c:pt>
                <c:pt idx="57">
                  <c:v>4.3599999999969441E-2</c:v>
                </c:pt>
                <c:pt idx="58">
                  <c:v>4.3599999999969441E-2</c:v>
                </c:pt>
                <c:pt idx="59">
                  <c:v>4.3499999999994543E-2</c:v>
                </c:pt>
                <c:pt idx="60">
                  <c:v>4.3399999999962802E-2</c:v>
                </c:pt>
                <c:pt idx="61">
                  <c:v>4.3299999999987904E-2</c:v>
                </c:pt>
                <c:pt idx="62">
                  <c:v>4.3199999999956162E-2</c:v>
                </c:pt>
                <c:pt idx="63">
                  <c:v>4.3199999999956162E-2</c:v>
                </c:pt>
                <c:pt idx="64">
                  <c:v>4.3099999999981264E-2</c:v>
                </c:pt>
                <c:pt idx="65">
                  <c:v>4.3099999999981264E-2</c:v>
                </c:pt>
                <c:pt idx="66">
                  <c:v>4.2999999999949523E-2</c:v>
                </c:pt>
                <c:pt idx="67">
                  <c:v>4.2999999999949523E-2</c:v>
                </c:pt>
                <c:pt idx="68">
                  <c:v>4.2899999999974625E-2</c:v>
                </c:pt>
                <c:pt idx="69">
                  <c:v>4.2899999999974625E-2</c:v>
                </c:pt>
                <c:pt idx="70">
                  <c:v>4.2799999999999727E-2</c:v>
                </c:pt>
                <c:pt idx="71">
                  <c:v>4.2799999999999727E-2</c:v>
                </c:pt>
                <c:pt idx="72">
                  <c:v>4.2799999999999727E-2</c:v>
                </c:pt>
                <c:pt idx="73">
                  <c:v>4.2799999999999727E-2</c:v>
                </c:pt>
                <c:pt idx="74">
                  <c:v>4.2699999999967986E-2</c:v>
                </c:pt>
                <c:pt idx="75">
                  <c:v>4.2699999999967986E-2</c:v>
                </c:pt>
                <c:pt idx="76">
                  <c:v>4.2699999999967986E-2</c:v>
                </c:pt>
                <c:pt idx="77">
                  <c:v>4.2699999999967986E-2</c:v>
                </c:pt>
                <c:pt idx="78">
                  <c:v>4.2699999999967986E-2</c:v>
                </c:pt>
                <c:pt idx="79">
                  <c:v>4.2599999999993088E-2</c:v>
                </c:pt>
                <c:pt idx="80">
                  <c:v>4.2599999999993088E-2</c:v>
                </c:pt>
                <c:pt idx="81">
                  <c:v>4.2599999999993088E-2</c:v>
                </c:pt>
                <c:pt idx="82">
                  <c:v>4.2599999999993088E-2</c:v>
                </c:pt>
                <c:pt idx="83">
                  <c:v>4.2599999999993088E-2</c:v>
                </c:pt>
                <c:pt idx="84">
                  <c:v>4.2599999999993088E-2</c:v>
                </c:pt>
                <c:pt idx="85">
                  <c:v>4.2599999999993088E-2</c:v>
                </c:pt>
                <c:pt idx="86">
                  <c:v>4.2599999999993088E-2</c:v>
                </c:pt>
                <c:pt idx="87">
                  <c:v>4.2599999999993088E-2</c:v>
                </c:pt>
                <c:pt idx="88">
                  <c:v>4.2599999999993088E-2</c:v>
                </c:pt>
                <c:pt idx="89">
                  <c:v>4.2499999999961346E-2</c:v>
                </c:pt>
                <c:pt idx="90">
                  <c:v>4.2499999999961346E-2</c:v>
                </c:pt>
                <c:pt idx="91">
                  <c:v>4.2499999999961346E-2</c:v>
                </c:pt>
                <c:pt idx="92">
                  <c:v>4.2499999999961346E-2</c:v>
                </c:pt>
                <c:pt idx="93">
                  <c:v>4.2499999999961346E-2</c:v>
                </c:pt>
                <c:pt idx="94">
                  <c:v>4.2499999999961346E-2</c:v>
                </c:pt>
                <c:pt idx="95">
                  <c:v>4.2499999999961346E-2</c:v>
                </c:pt>
                <c:pt idx="96">
                  <c:v>4.2499999999961346E-2</c:v>
                </c:pt>
                <c:pt idx="97">
                  <c:v>4.2499999999961346E-2</c:v>
                </c:pt>
                <c:pt idx="98">
                  <c:v>4.2499999999961346E-2</c:v>
                </c:pt>
                <c:pt idx="99">
                  <c:v>4.2499999999961346E-2</c:v>
                </c:pt>
                <c:pt idx="100">
                  <c:v>4.2499999999961346E-2</c:v>
                </c:pt>
                <c:pt idx="101">
                  <c:v>4.2499999999961346E-2</c:v>
                </c:pt>
                <c:pt idx="102">
                  <c:v>4.2499999999961346E-2</c:v>
                </c:pt>
                <c:pt idx="103">
                  <c:v>4.2499999999961346E-2</c:v>
                </c:pt>
                <c:pt idx="104">
                  <c:v>4.2499999999961346E-2</c:v>
                </c:pt>
                <c:pt idx="105">
                  <c:v>4.2499999999961346E-2</c:v>
                </c:pt>
                <c:pt idx="106">
                  <c:v>4.2499999999961346E-2</c:v>
                </c:pt>
                <c:pt idx="107">
                  <c:v>4.2499999999961346E-2</c:v>
                </c:pt>
                <c:pt idx="108">
                  <c:v>4.2699999999967986E-2</c:v>
                </c:pt>
                <c:pt idx="109">
                  <c:v>4.2599999999993088E-2</c:v>
                </c:pt>
                <c:pt idx="110">
                  <c:v>4.2699999999967986E-2</c:v>
                </c:pt>
                <c:pt idx="111">
                  <c:v>4.2699999999967986E-2</c:v>
                </c:pt>
                <c:pt idx="112">
                  <c:v>4.2799999999999727E-2</c:v>
                </c:pt>
                <c:pt idx="113">
                  <c:v>4.2799999999999727E-2</c:v>
                </c:pt>
                <c:pt idx="114">
                  <c:v>4.2799999999999727E-2</c:v>
                </c:pt>
                <c:pt idx="115">
                  <c:v>4.2899999999974625E-2</c:v>
                </c:pt>
                <c:pt idx="116">
                  <c:v>4.2899999999974625E-2</c:v>
                </c:pt>
                <c:pt idx="117">
                  <c:v>4.2899999999974625E-2</c:v>
                </c:pt>
                <c:pt idx="118">
                  <c:v>4.2899999999974625E-2</c:v>
                </c:pt>
                <c:pt idx="119">
                  <c:v>4.2899999999974625E-2</c:v>
                </c:pt>
                <c:pt idx="120">
                  <c:v>4.2999999999949523E-2</c:v>
                </c:pt>
                <c:pt idx="121">
                  <c:v>4.2999999999949523E-2</c:v>
                </c:pt>
                <c:pt idx="122">
                  <c:v>4.2999999999949523E-2</c:v>
                </c:pt>
                <c:pt idx="123">
                  <c:v>4.2999999999949523E-2</c:v>
                </c:pt>
                <c:pt idx="124">
                  <c:v>4.2999999999949523E-2</c:v>
                </c:pt>
                <c:pt idx="125">
                  <c:v>4.2999999999949523E-2</c:v>
                </c:pt>
                <c:pt idx="126">
                  <c:v>4.3099999999981264E-2</c:v>
                </c:pt>
                <c:pt idx="127">
                  <c:v>4.3099999999981264E-2</c:v>
                </c:pt>
                <c:pt idx="128">
                  <c:v>4.3099999999981264E-2</c:v>
                </c:pt>
                <c:pt idx="129">
                  <c:v>4.3099999999981264E-2</c:v>
                </c:pt>
                <c:pt idx="130">
                  <c:v>4.3099999999981264E-2</c:v>
                </c:pt>
                <c:pt idx="131">
                  <c:v>4.3099999999981264E-2</c:v>
                </c:pt>
                <c:pt idx="132">
                  <c:v>4.3099999999981264E-2</c:v>
                </c:pt>
                <c:pt idx="133">
                  <c:v>4.3099999999981264E-2</c:v>
                </c:pt>
                <c:pt idx="134">
                  <c:v>4.3099999999981264E-2</c:v>
                </c:pt>
                <c:pt idx="135">
                  <c:v>4.3099999999981264E-2</c:v>
                </c:pt>
                <c:pt idx="136">
                  <c:v>4.3099999999981264E-2</c:v>
                </c:pt>
                <c:pt idx="137">
                  <c:v>4.3199999999956162E-2</c:v>
                </c:pt>
                <c:pt idx="138">
                  <c:v>4.3199999999956162E-2</c:v>
                </c:pt>
                <c:pt idx="139">
                  <c:v>4.3199999999956162E-2</c:v>
                </c:pt>
                <c:pt idx="140">
                  <c:v>4.3199999999956162E-2</c:v>
                </c:pt>
                <c:pt idx="141">
                  <c:v>4.3199999999956162E-2</c:v>
                </c:pt>
                <c:pt idx="142">
                  <c:v>4.3199999999956162E-2</c:v>
                </c:pt>
                <c:pt idx="143">
                  <c:v>4.3199999999956162E-2</c:v>
                </c:pt>
                <c:pt idx="144">
                  <c:v>4.3199999999956162E-2</c:v>
                </c:pt>
                <c:pt idx="145">
                  <c:v>4.3199999999956162E-2</c:v>
                </c:pt>
                <c:pt idx="146">
                  <c:v>4.3199999999956162E-2</c:v>
                </c:pt>
                <c:pt idx="147">
                  <c:v>4.3199999999956162E-2</c:v>
                </c:pt>
                <c:pt idx="148">
                  <c:v>4.3199999999956162E-2</c:v>
                </c:pt>
                <c:pt idx="149">
                  <c:v>4.3199999999956162E-2</c:v>
                </c:pt>
                <c:pt idx="150">
                  <c:v>4.3199999999956162E-2</c:v>
                </c:pt>
                <c:pt idx="151">
                  <c:v>4.3199999999956162E-2</c:v>
                </c:pt>
                <c:pt idx="152">
                  <c:v>4.3199999999956162E-2</c:v>
                </c:pt>
                <c:pt idx="153">
                  <c:v>4.3199999999956162E-2</c:v>
                </c:pt>
                <c:pt idx="154">
                  <c:v>4.3199999999956162E-2</c:v>
                </c:pt>
                <c:pt idx="155">
                  <c:v>4.3199999999956162E-2</c:v>
                </c:pt>
                <c:pt idx="156">
                  <c:v>4.3199999999956162E-2</c:v>
                </c:pt>
                <c:pt idx="157">
                  <c:v>4.3199999999956162E-2</c:v>
                </c:pt>
                <c:pt idx="158">
                  <c:v>4.2899999999974625E-2</c:v>
                </c:pt>
                <c:pt idx="159">
                  <c:v>4.2899999999974625E-2</c:v>
                </c:pt>
                <c:pt idx="160">
                  <c:v>4.2799999999999727E-2</c:v>
                </c:pt>
                <c:pt idx="161">
                  <c:v>4.2699999999967986E-2</c:v>
                </c:pt>
                <c:pt idx="162">
                  <c:v>4.2699999999967986E-2</c:v>
                </c:pt>
                <c:pt idx="163">
                  <c:v>4.2599999999993088E-2</c:v>
                </c:pt>
                <c:pt idx="164">
                  <c:v>4.2499999999961346E-2</c:v>
                </c:pt>
                <c:pt idx="165">
                  <c:v>4.2499999999961346E-2</c:v>
                </c:pt>
                <c:pt idx="166">
                  <c:v>4.2399999999986449E-2</c:v>
                </c:pt>
                <c:pt idx="167">
                  <c:v>4.2399999999986449E-2</c:v>
                </c:pt>
                <c:pt idx="168">
                  <c:v>4.2299999999954707E-2</c:v>
                </c:pt>
                <c:pt idx="169">
                  <c:v>4.2299999999954707E-2</c:v>
                </c:pt>
                <c:pt idx="170">
                  <c:v>4.2299999999954707E-2</c:v>
                </c:pt>
                <c:pt idx="171">
                  <c:v>4.2199999999979809E-2</c:v>
                </c:pt>
                <c:pt idx="172">
                  <c:v>4.2199999999979809E-2</c:v>
                </c:pt>
                <c:pt idx="173">
                  <c:v>4.2099999999948068E-2</c:v>
                </c:pt>
                <c:pt idx="174">
                  <c:v>4.2099999999948068E-2</c:v>
                </c:pt>
                <c:pt idx="175">
                  <c:v>4.2099999999948068E-2</c:v>
                </c:pt>
                <c:pt idx="176">
                  <c:v>4.2099999999948068E-2</c:v>
                </c:pt>
                <c:pt idx="177">
                  <c:v>4.199999999997317E-2</c:v>
                </c:pt>
                <c:pt idx="178">
                  <c:v>4.199999999997317E-2</c:v>
                </c:pt>
                <c:pt idx="179">
                  <c:v>4.199999999997317E-2</c:v>
                </c:pt>
                <c:pt idx="180">
                  <c:v>4.199999999997317E-2</c:v>
                </c:pt>
                <c:pt idx="181">
                  <c:v>4.1899999999998272E-2</c:v>
                </c:pt>
                <c:pt idx="182">
                  <c:v>4.1899999999998272E-2</c:v>
                </c:pt>
                <c:pt idx="183">
                  <c:v>4.2299999999954707E-2</c:v>
                </c:pt>
                <c:pt idx="184">
                  <c:v>4.2599999999993088E-2</c:v>
                </c:pt>
                <c:pt idx="185">
                  <c:v>4.2599999999993088E-2</c:v>
                </c:pt>
                <c:pt idx="186">
                  <c:v>4.2799999999999727E-2</c:v>
                </c:pt>
                <c:pt idx="187">
                  <c:v>4.2899999999974625E-2</c:v>
                </c:pt>
                <c:pt idx="188">
                  <c:v>4.2999999999949523E-2</c:v>
                </c:pt>
                <c:pt idx="189">
                  <c:v>4.3099999999981264E-2</c:v>
                </c:pt>
                <c:pt idx="190">
                  <c:v>4.3199999999956162E-2</c:v>
                </c:pt>
                <c:pt idx="191">
                  <c:v>4.3299999999987904E-2</c:v>
                </c:pt>
                <c:pt idx="192">
                  <c:v>4.3399999999962802E-2</c:v>
                </c:pt>
                <c:pt idx="193">
                  <c:v>4.3399999999962802E-2</c:v>
                </c:pt>
                <c:pt idx="194">
                  <c:v>4.3499999999994543E-2</c:v>
                </c:pt>
                <c:pt idx="195">
                  <c:v>4.3599999999969441E-2</c:v>
                </c:pt>
                <c:pt idx="196">
                  <c:v>4.3599999999969441E-2</c:v>
                </c:pt>
                <c:pt idx="197">
                  <c:v>4.3700000000001182E-2</c:v>
                </c:pt>
                <c:pt idx="198">
                  <c:v>4.3700000000001182E-2</c:v>
                </c:pt>
                <c:pt idx="199">
                  <c:v>4.379999999997608E-2</c:v>
                </c:pt>
                <c:pt idx="200">
                  <c:v>4.379999999997608E-2</c:v>
                </c:pt>
                <c:pt idx="201">
                  <c:v>4.379999999997608E-2</c:v>
                </c:pt>
                <c:pt idx="202">
                  <c:v>4.3899999999950978E-2</c:v>
                </c:pt>
                <c:pt idx="203">
                  <c:v>4.3899999999950978E-2</c:v>
                </c:pt>
                <c:pt idx="204">
                  <c:v>4.3899999999950978E-2</c:v>
                </c:pt>
                <c:pt idx="205">
                  <c:v>4.399999999998272E-2</c:v>
                </c:pt>
                <c:pt idx="206">
                  <c:v>4.399999999998272E-2</c:v>
                </c:pt>
                <c:pt idx="207">
                  <c:v>4.399999999998272E-2</c:v>
                </c:pt>
                <c:pt idx="208">
                  <c:v>4.399999999998272E-2</c:v>
                </c:pt>
                <c:pt idx="209">
                  <c:v>4.399999999998272E-2</c:v>
                </c:pt>
                <c:pt idx="210">
                  <c:v>4.4099999999957618E-2</c:v>
                </c:pt>
                <c:pt idx="211">
                  <c:v>4.4099999999957618E-2</c:v>
                </c:pt>
                <c:pt idx="212">
                  <c:v>4.4099999999957618E-2</c:v>
                </c:pt>
                <c:pt idx="213">
                  <c:v>4.399999999998272E-2</c:v>
                </c:pt>
                <c:pt idx="214">
                  <c:v>4.3599999999969441E-2</c:v>
                </c:pt>
                <c:pt idx="215">
                  <c:v>4.3599999999969441E-2</c:v>
                </c:pt>
                <c:pt idx="216">
                  <c:v>4.3499999999994543E-2</c:v>
                </c:pt>
                <c:pt idx="217">
                  <c:v>4.3399999999962802E-2</c:v>
                </c:pt>
                <c:pt idx="218">
                  <c:v>4.3299999999987904E-2</c:v>
                </c:pt>
                <c:pt idx="219">
                  <c:v>4.3199999999956162E-2</c:v>
                </c:pt>
                <c:pt idx="220">
                  <c:v>4.3199999999956162E-2</c:v>
                </c:pt>
                <c:pt idx="221">
                  <c:v>4.3099999999981264E-2</c:v>
                </c:pt>
                <c:pt idx="222">
                  <c:v>4.2999999999949523E-2</c:v>
                </c:pt>
                <c:pt idx="223">
                  <c:v>4.2999999999949523E-2</c:v>
                </c:pt>
                <c:pt idx="224">
                  <c:v>4.2999999999949523E-2</c:v>
                </c:pt>
                <c:pt idx="225">
                  <c:v>4.2899999999974625E-2</c:v>
                </c:pt>
                <c:pt idx="226">
                  <c:v>4.2899999999974625E-2</c:v>
                </c:pt>
                <c:pt idx="227">
                  <c:v>4.2799999999999727E-2</c:v>
                </c:pt>
                <c:pt idx="228">
                  <c:v>4.2799999999999727E-2</c:v>
                </c:pt>
                <c:pt idx="229">
                  <c:v>4.2799999999999727E-2</c:v>
                </c:pt>
                <c:pt idx="230">
                  <c:v>4.2799999999999727E-2</c:v>
                </c:pt>
                <c:pt idx="231">
                  <c:v>4.2699999999967986E-2</c:v>
                </c:pt>
                <c:pt idx="232">
                  <c:v>4.2699999999967986E-2</c:v>
                </c:pt>
                <c:pt idx="233">
                  <c:v>4.2699999999967986E-2</c:v>
                </c:pt>
                <c:pt idx="234">
                  <c:v>4.2699999999967986E-2</c:v>
                </c:pt>
                <c:pt idx="235">
                  <c:v>4.2699999999967986E-2</c:v>
                </c:pt>
                <c:pt idx="236">
                  <c:v>4.2599999999993088E-2</c:v>
                </c:pt>
                <c:pt idx="237">
                  <c:v>4.2599999999993088E-2</c:v>
                </c:pt>
                <c:pt idx="238">
                  <c:v>4.2599999999993088E-2</c:v>
                </c:pt>
                <c:pt idx="239">
                  <c:v>4.2599999999993088E-2</c:v>
                </c:pt>
                <c:pt idx="240">
                  <c:v>4.2599999999993088E-2</c:v>
                </c:pt>
                <c:pt idx="241">
                  <c:v>4.2599999999993088E-2</c:v>
                </c:pt>
                <c:pt idx="242">
                  <c:v>4.2599999999993088E-2</c:v>
                </c:pt>
                <c:pt idx="243">
                  <c:v>4.2599999999993088E-2</c:v>
                </c:pt>
                <c:pt idx="244">
                  <c:v>4.2599999999993088E-2</c:v>
                </c:pt>
                <c:pt idx="245">
                  <c:v>4.2599999999993088E-2</c:v>
                </c:pt>
                <c:pt idx="246">
                  <c:v>4.2499999999961346E-2</c:v>
                </c:pt>
                <c:pt idx="247">
                  <c:v>4.2499999999961346E-2</c:v>
                </c:pt>
                <c:pt idx="248">
                  <c:v>4.2499999999961346E-2</c:v>
                </c:pt>
                <c:pt idx="249">
                  <c:v>4.2499999999961346E-2</c:v>
                </c:pt>
                <c:pt idx="250">
                  <c:v>4.2499999999961346E-2</c:v>
                </c:pt>
                <c:pt idx="251">
                  <c:v>4.2499999999961346E-2</c:v>
                </c:pt>
                <c:pt idx="252">
                  <c:v>4.2499999999961346E-2</c:v>
                </c:pt>
                <c:pt idx="253">
                  <c:v>4.2499999999961346E-2</c:v>
                </c:pt>
                <c:pt idx="254">
                  <c:v>4.2499999999961346E-2</c:v>
                </c:pt>
                <c:pt idx="255">
                  <c:v>4.2499999999961346E-2</c:v>
                </c:pt>
                <c:pt idx="256">
                  <c:v>4.2499999999961346E-2</c:v>
                </c:pt>
                <c:pt idx="257">
                  <c:v>4.2499999999961346E-2</c:v>
                </c:pt>
                <c:pt idx="258">
                  <c:v>4.2499999999961346E-2</c:v>
                </c:pt>
                <c:pt idx="259">
                  <c:v>4.2499999999961346E-2</c:v>
                </c:pt>
                <c:pt idx="260">
                  <c:v>4.2499999999961346E-2</c:v>
                </c:pt>
                <c:pt idx="261">
                  <c:v>4.2499999999961346E-2</c:v>
                </c:pt>
                <c:pt idx="262">
                  <c:v>4.2499999999961346E-2</c:v>
                </c:pt>
                <c:pt idx="263">
                  <c:v>4.2499999999961346E-2</c:v>
                </c:pt>
                <c:pt idx="264">
                  <c:v>4.2599999999993088E-2</c:v>
                </c:pt>
                <c:pt idx="265">
                  <c:v>4.2699999999967986E-2</c:v>
                </c:pt>
                <c:pt idx="266">
                  <c:v>4.2699999999967986E-2</c:v>
                </c:pt>
                <c:pt idx="267">
                  <c:v>4.2699999999967986E-2</c:v>
                </c:pt>
                <c:pt idx="268">
                  <c:v>4.2699999999967986E-2</c:v>
                </c:pt>
                <c:pt idx="269">
                  <c:v>4.2799999999999727E-2</c:v>
                </c:pt>
                <c:pt idx="270">
                  <c:v>4.2799999999999727E-2</c:v>
                </c:pt>
                <c:pt idx="271">
                  <c:v>4.2799999999999727E-2</c:v>
                </c:pt>
                <c:pt idx="272">
                  <c:v>4.2899999999974625E-2</c:v>
                </c:pt>
                <c:pt idx="273">
                  <c:v>4.2899999999974625E-2</c:v>
                </c:pt>
                <c:pt idx="274">
                  <c:v>4.2899999999974625E-2</c:v>
                </c:pt>
                <c:pt idx="275">
                  <c:v>4.2899999999974625E-2</c:v>
                </c:pt>
                <c:pt idx="276">
                  <c:v>4.2899999999974625E-2</c:v>
                </c:pt>
                <c:pt idx="277">
                  <c:v>4.2999999999949523E-2</c:v>
                </c:pt>
                <c:pt idx="278">
                  <c:v>4.2999999999949523E-2</c:v>
                </c:pt>
                <c:pt idx="279">
                  <c:v>4.2999999999949523E-2</c:v>
                </c:pt>
                <c:pt idx="280">
                  <c:v>4.2999999999949523E-2</c:v>
                </c:pt>
                <c:pt idx="281">
                  <c:v>4.2999999999949523E-2</c:v>
                </c:pt>
                <c:pt idx="282">
                  <c:v>4.2999999999949523E-2</c:v>
                </c:pt>
                <c:pt idx="283">
                  <c:v>4.3099999999981264E-2</c:v>
                </c:pt>
                <c:pt idx="284">
                  <c:v>4.3099999999981264E-2</c:v>
                </c:pt>
                <c:pt idx="285">
                  <c:v>4.3099999999981264E-2</c:v>
                </c:pt>
                <c:pt idx="286">
                  <c:v>4.3099999999981264E-2</c:v>
                </c:pt>
                <c:pt idx="287">
                  <c:v>4.3099999999981264E-2</c:v>
                </c:pt>
                <c:pt idx="288">
                  <c:v>4.3099999999981264E-2</c:v>
                </c:pt>
                <c:pt idx="289">
                  <c:v>4.3099999999981264E-2</c:v>
                </c:pt>
                <c:pt idx="290">
                  <c:v>4.3099999999981264E-2</c:v>
                </c:pt>
                <c:pt idx="291">
                  <c:v>4.3099999999981264E-2</c:v>
                </c:pt>
                <c:pt idx="292">
                  <c:v>4.3099999999981264E-2</c:v>
                </c:pt>
                <c:pt idx="293">
                  <c:v>4.3099999999981264E-2</c:v>
                </c:pt>
                <c:pt idx="294">
                  <c:v>4.3199999999956162E-2</c:v>
                </c:pt>
                <c:pt idx="295">
                  <c:v>4.3199999999956162E-2</c:v>
                </c:pt>
                <c:pt idx="296">
                  <c:v>4.3199999999956162E-2</c:v>
                </c:pt>
                <c:pt idx="297">
                  <c:v>4.3199999999956162E-2</c:v>
                </c:pt>
                <c:pt idx="298">
                  <c:v>4.3199999999956162E-2</c:v>
                </c:pt>
                <c:pt idx="299">
                  <c:v>4.3199999999956162E-2</c:v>
                </c:pt>
                <c:pt idx="300">
                  <c:v>4.3199999999956162E-2</c:v>
                </c:pt>
                <c:pt idx="301">
                  <c:v>4.3199999999956162E-2</c:v>
                </c:pt>
                <c:pt idx="302">
                  <c:v>4.3199999999956162E-2</c:v>
                </c:pt>
                <c:pt idx="303">
                  <c:v>4.3199999999956162E-2</c:v>
                </c:pt>
                <c:pt idx="304">
                  <c:v>4.3199999999956162E-2</c:v>
                </c:pt>
                <c:pt idx="305">
                  <c:v>4.3199999999956162E-2</c:v>
                </c:pt>
                <c:pt idx="306">
                  <c:v>4.3199999999956162E-2</c:v>
                </c:pt>
                <c:pt idx="307">
                  <c:v>4.3199999999956162E-2</c:v>
                </c:pt>
                <c:pt idx="308">
                  <c:v>4.3199999999956162E-2</c:v>
                </c:pt>
                <c:pt idx="309">
                  <c:v>4.3199999999956162E-2</c:v>
                </c:pt>
                <c:pt idx="310">
                  <c:v>4.3199999999956162E-2</c:v>
                </c:pt>
                <c:pt idx="311">
                  <c:v>4.3199999999956162E-2</c:v>
                </c:pt>
                <c:pt idx="312">
                  <c:v>4.3199999999956162E-2</c:v>
                </c:pt>
                <c:pt idx="313">
                  <c:v>4.3199999999956162E-2</c:v>
                </c:pt>
                <c:pt idx="314">
                  <c:v>4.3199999999956162E-2</c:v>
                </c:pt>
                <c:pt idx="315">
                  <c:v>4.2899999999974625E-2</c:v>
                </c:pt>
                <c:pt idx="316">
                  <c:v>4.2899999999974625E-2</c:v>
                </c:pt>
                <c:pt idx="317">
                  <c:v>4.2799999999999727E-2</c:v>
                </c:pt>
                <c:pt idx="318">
                  <c:v>4.2699999999967986E-2</c:v>
                </c:pt>
                <c:pt idx="319">
                  <c:v>4.2699999999967986E-2</c:v>
                </c:pt>
                <c:pt idx="320">
                  <c:v>4.2599999999993088E-2</c:v>
                </c:pt>
                <c:pt idx="321">
                  <c:v>4.2499999999961346E-2</c:v>
                </c:pt>
                <c:pt idx="322">
                  <c:v>4.2499999999961346E-2</c:v>
                </c:pt>
                <c:pt idx="323">
                  <c:v>4.2399999999986449E-2</c:v>
                </c:pt>
                <c:pt idx="324">
                  <c:v>4.2399999999986449E-2</c:v>
                </c:pt>
                <c:pt idx="325">
                  <c:v>4.2299999999954707E-2</c:v>
                </c:pt>
                <c:pt idx="326">
                  <c:v>4.2299999999954707E-2</c:v>
                </c:pt>
                <c:pt idx="327">
                  <c:v>4.2199999999979809E-2</c:v>
                </c:pt>
                <c:pt idx="328">
                  <c:v>4.2199999999979809E-2</c:v>
                </c:pt>
                <c:pt idx="329">
                  <c:v>4.2199999999979809E-2</c:v>
                </c:pt>
                <c:pt idx="330">
                  <c:v>4.2099999999948068E-2</c:v>
                </c:pt>
                <c:pt idx="331">
                  <c:v>4.2099999999948068E-2</c:v>
                </c:pt>
                <c:pt idx="332">
                  <c:v>4.2099999999948068E-2</c:v>
                </c:pt>
                <c:pt idx="333">
                  <c:v>4.2099999999948068E-2</c:v>
                </c:pt>
                <c:pt idx="334">
                  <c:v>4.199999999997317E-2</c:v>
                </c:pt>
                <c:pt idx="335">
                  <c:v>4.199999999997317E-2</c:v>
                </c:pt>
                <c:pt idx="336">
                  <c:v>4.199999999997317E-2</c:v>
                </c:pt>
                <c:pt idx="337">
                  <c:v>4.199999999997317E-2</c:v>
                </c:pt>
                <c:pt idx="338">
                  <c:v>4.1899999999998272E-2</c:v>
                </c:pt>
                <c:pt idx="339">
                  <c:v>4.1899999999998272E-2</c:v>
                </c:pt>
                <c:pt idx="340">
                  <c:v>4.2399999999986449E-2</c:v>
                </c:pt>
                <c:pt idx="341">
                  <c:v>4.2599999999993088E-2</c:v>
                </c:pt>
                <c:pt idx="342">
                  <c:v>4.2599999999993088E-2</c:v>
                </c:pt>
                <c:pt idx="343">
                  <c:v>4.2799999999999727E-2</c:v>
                </c:pt>
                <c:pt idx="344">
                  <c:v>4.2899999999974625E-2</c:v>
                </c:pt>
                <c:pt idx="345">
                  <c:v>4.2999999999949523E-2</c:v>
                </c:pt>
                <c:pt idx="346">
                  <c:v>4.3099999999981264E-2</c:v>
                </c:pt>
                <c:pt idx="347">
                  <c:v>4.3199999999956162E-2</c:v>
                </c:pt>
                <c:pt idx="348">
                  <c:v>4.3299999999987904E-2</c:v>
                </c:pt>
                <c:pt idx="349">
                  <c:v>4.3399999999962802E-2</c:v>
                </c:pt>
                <c:pt idx="350">
                  <c:v>4.3399999999962802E-2</c:v>
                </c:pt>
                <c:pt idx="351">
                  <c:v>4.3499999999994543E-2</c:v>
                </c:pt>
                <c:pt idx="352">
                  <c:v>4.3599999999969441E-2</c:v>
                </c:pt>
                <c:pt idx="353">
                  <c:v>4.3599999999969441E-2</c:v>
                </c:pt>
                <c:pt idx="354">
                  <c:v>4.3700000000001182E-2</c:v>
                </c:pt>
                <c:pt idx="355">
                  <c:v>4.3700000000001182E-2</c:v>
                </c:pt>
                <c:pt idx="356">
                  <c:v>4.379999999997608E-2</c:v>
                </c:pt>
                <c:pt idx="357">
                  <c:v>4.379999999997608E-2</c:v>
                </c:pt>
                <c:pt idx="358">
                  <c:v>4.379999999997608E-2</c:v>
                </c:pt>
                <c:pt idx="359">
                  <c:v>4.3899999999950978E-2</c:v>
                </c:pt>
                <c:pt idx="360">
                  <c:v>4.3899999999950978E-2</c:v>
                </c:pt>
                <c:pt idx="361">
                  <c:v>4.3899999999950978E-2</c:v>
                </c:pt>
                <c:pt idx="362">
                  <c:v>4.3899999999950978E-2</c:v>
                </c:pt>
                <c:pt idx="363">
                  <c:v>4.399999999998272E-2</c:v>
                </c:pt>
                <c:pt idx="364">
                  <c:v>4.399999999998272E-2</c:v>
                </c:pt>
                <c:pt idx="365">
                  <c:v>4.399999999998272E-2</c:v>
                </c:pt>
                <c:pt idx="366">
                  <c:v>4.399999999998272E-2</c:v>
                </c:pt>
                <c:pt idx="367">
                  <c:v>4.399999999998272E-2</c:v>
                </c:pt>
                <c:pt idx="368">
                  <c:v>4.4099999999957618E-2</c:v>
                </c:pt>
                <c:pt idx="369">
                  <c:v>4.4099999999957618E-2</c:v>
                </c:pt>
                <c:pt idx="370">
                  <c:v>4.4099999999957618E-2</c:v>
                </c:pt>
                <c:pt idx="371">
                  <c:v>4.399999999998272E-2</c:v>
                </c:pt>
                <c:pt idx="372">
                  <c:v>4.3599999999969441E-2</c:v>
                </c:pt>
                <c:pt idx="373">
                  <c:v>4.3599999999969441E-2</c:v>
                </c:pt>
                <c:pt idx="374">
                  <c:v>4.3499999999994543E-2</c:v>
                </c:pt>
                <c:pt idx="375">
                  <c:v>4.3399999999962802E-2</c:v>
                </c:pt>
                <c:pt idx="376">
                  <c:v>4.3299999999987904E-2</c:v>
                </c:pt>
                <c:pt idx="377">
                  <c:v>4.3199999999956162E-2</c:v>
                </c:pt>
                <c:pt idx="378">
                  <c:v>4.3199999999956162E-2</c:v>
                </c:pt>
                <c:pt idx="379">
                  <c:v>4.3099999999981264E-2</c:v>
                </c:pt>
                <c:pt idx="380">
                  <c:v>4.2999999999949523E-2</c:v>
                </c:pt>
                <c:pt idx="381">
                  <c:v>4.2999999999949523E-2</c:v>
                </c:pt>
                <c:pt idx="382">
                  <c:v>4.2899999999974625E-2</c:v>
                </c:pt>
                <c:pt idx="383">
                  <c:v>4.2899999999974625E-2</c:v>
                </c:pt>
                <c:pt idx="384">
                  <c:v>4.2899999999974625E-2</c:v>
                </c:pt>
                <c:pt idx="385">
                  <c:v>4.2799999999999727E-2</c:v>
                </c:pt>
                <c:pt idx="386">
                  <c:v>4.2799999999999727E-2</c:v>
                </c:pt>
                <c:pt idx="387">
                  <c:v>4.2799999999999727E-2</c:v>
                </c:pt>
                <c:pt idx="388">
                  <c:v>4.2799999999999727E-2</c:v>
                </c:pt>
                <c:pt idx="389">
                  <c:v>4.2699999999967986E-2</c:v>
                </c:pt>
                <c:pt idx="390">
                  <c:v>4.2699999999967986E-2</c:v>
                </c:pt>
                <c:pt idx="391">
                  <c:v>4.2699999999967986E-2</c:v>
                </c:pt>
                <c:pt idx="392">
                  <c:v>4.2699999999967986E-2</c:v>
                </c:pt>
                <c:pt idx="393">
                  <c:v>4.2699999999967986E-2</c:v>
                </c:pt>
                <c:pt idx="394">
                  <c:v>4.2599999999993088E-2</c:v>
                </c:pt>
                <c:pt idx="395">
                  <c:v>4.2599999999993088E-2</c:v>
                </c:pt>
                <c:pt idx="396">
                  <c:v>4.2599999999993088E-2</c:v>
                </c:pt>
                <c:pt idx="397">
                  <c:v>4.2599999999993088E-2</c:v>
                </c:pt>
                <c:pt idx="398">
                  <c:v>4.2599999999993088E-2</c:v>
                </c:pt>
                <c:pt idx="399">
                  <c:v>4.2599999999993088E-2</c:v>
                </c:pt>
                <c:pt idx="400">
                  <c:v>4.2599999999993088E-2</c:v>
                </c:pt>
                <c:pt idx="401">
                  <c:v>4.2599999999993088E-2</c:v>
                </c:pt>
                <c:pt idx="402">
                  <c:v>4.2599999999993088E-2</c:v>
                </c:pt>
                <c:pt idx="403">
                  <c:v>4.2499999999961346E-2</c:v>
                </c:pt>
                <c:pt idx="404">
                  <c:v>4.2499999999961346E-2</c:v>
                </c:pt>
                <c:pt idx="405">
                  <c:v>4.2499999999961346E-2</c:v>
                </c:pt>
                <c:pt idx="406">
                  <c:v>4.2499999999961346E-2</c:v>
                </c:pt>
                <c:pt idx="407">
                  <c:v>4.2499999999961346E-2</c:v>
                </c:pt>
                <c:pt idx="408">
                  <c:v>4.2499999999961346E-2</c:v>
                </c:pt>
                <c:pt idx="409">
                  <c:v>4.2499999999961346E-2</c:v>
                </c:pt>
                <c:pt idx="410">
                  <c:v>4.2499999999961346E-2</c:v>
                </c:pt>
                <c:pt idx="411">
                  <c:v>4.2499999999961346E-2</c:v>
                </c:pt>
                <c:pt idx="412">
                  <c:v>4.2499999999961346E-2</c:v>
                </c:pt>
                <c:pt idx="413">
                  <c:v>4.2499999999961346E-2</c:v>
                </c:pt>
                <c:pt idx="414">
                  <c:v>4.2499999999961346E-2</c:v>
                </c:pt>
                <c:pt idx="415">
                  <c:v>4.2499999999961346E-2</c:v>
                </c:pt>
                <c:pt idx="416">
                  <c:v>4.2499999999961346E-2</c:v>
                </c:pt>
                <c:pt idx="417">
                  <c:v>4.2499999999961346E-2</c:v>
                </c:pt>
                <c:pt idx="418">
                  <c:v>4.2499999999961346E-2</c:v>
                </c:pt>
                <c:pt idx="419">
                  <c:v>4.2499999999961346E-2</c:v>
                </c:pt>
                <c:pt idx="420">
                  <c:v>4.2499999999961346E-2</c:v>
                </c:pt>
                <c:pt idx="421">
                  <c:v>4.2499999999961346E-2</c:v>
                </c:pt>
                <c:pt idx="422">
                  <c:v>4.2599999999993088E-2</c:v>
                </c:pt>
                <c:pt idx="423">
                  <c:v>4.2699999999967986E-2</c:v>
                </c:pt>
                <c:pt idx="424">
                  <c:v>4.2699999999967986E-2</c:v>
                </c:pt>
                <c:pt idx="425">
                  <c:v>4.2699999999967986E-2</c:v>
                </c:pt>
                <c:pt idx="426">
                  <c:v>4.2699999999967986E-2</c:v>
                </c:pt>
                <c:pt idx="427">
                  <c:v>4.2799999999999727E-2</c:v>
                </c:pt>
                <c:pt idx="428">
                  <c:v>4.2799999999999727E-2</c:v>
                </c:pt>
                <c:pt idx="429">
                  <c:v>4.2799999999999727E-2</c:v>
                </c:pt>
                <c:pt idx="430">
                  <c:v>4.2899999999974625E-2</c:v>
                </c:pt>
                <c:pt idx="431">
                  <c:v>4.2899999999974625E-2</c:v>
                </c:pt>
                <c:pt idx="432">
                  <c:v>4.2899999999974625E-2</c:v>
                </c:pt>
                <c:pt idx="433">
                  <c:v>4.2899999999974625E-2</c:v>
                </c:pt>
                <c:pt idx="434">
                  <c:v>4.2899999999974625E-2</c:v>
                </c:pt>
                <c:pt idx="435">
                  <c:v>4.2999999999949523E-2</c:v>
                </c:pt>
                <c:pt idx="436">
                  <c:v>4.2999999999949523E-2</c:v>
                </c:pt>
                <c:pt idx="437">
                  <c:v>4.2999999999949523E-2</c:v>
                </c:pt>
                <c:pt idx="438">
                  <c:v>4.2999999999949523E-2</c:v>
                </c:pt>
                <c:pt idx="439">
                  <c:v>4.2999999999949523E-2</c:v>
                </c:pt>
                <c:pt idx="440">
                  <c:v>4.2999999999949523E-2</c:v>
                </c:pt>
                <c:pt idx="441">
                  <c:v>4.3099999999981264E-2</c:v>
                </c:pt>
                <c:pt idx="442">
                  <c:v>4.3099999999981264E-2</c:v>
                </c:pt>
                <c:pt idx="443">
                  <c:v>4.3099999999981264E-2</c:v>
                </c:pt>
                <c:pt idx="444">
                  <c:v>4.3099999999981264E-2</c:v>
                </c:pt>
                <c:pt idx="445">
                  <c:v>4.3099999999981264E-2</c:v>
                </c:pt>
                <c:pt idx="446">
                  <c:v>4.3099999999981264E-2</c:v>
                </c:pt>
                <c:pt idx="447">
                  <c:v>4.3099999999981264E-2</c:v>
                </c:pt>
                <c:pt idx="448">
                  <c:v>4.3099999999981264E-2</c:v>
                </c:pt>
                <c:pt idx="449">
                  <c:v>4.3099999999981264E-2</c:v>
                </c:pt>
                <c:pt idx="450">
                  <c:v>4.3099999999981264E-2</c:v>
                </c:pt>
                <c:pt idx="451">
                  <c:v>4.3099999999981264E-2</c:v>
                </c:pt>
                <c:pt idx="452">
                  <c:v>4.3099999999981264E-2</c:v>
                </c:pt>
                <c:pt idx="453">
                  <c:v>4.3199999999956162E-2</c:v>
                </c:pt>
                <c:pt idx="454">
                  <c:v>4.3199999999956162E-2</c:v>
                </c:pt>
                <c:pt idx="455">
                  <c:v>4.3199999999956162E-2</c:v>
                </c:pt>
                <c:pt idx="456">
                  <c:v>4.3199999999956162E-2</c:v>
                </c:pt>
                <c:pt idx="457">
                  <c:v>4.3199999999956162E-2</c:v>
                </c:pt>
                <c:pt idx="458">
                  <c:v>4.3199999999956162E-2</c:v>
                </c:pt>
                <c:pt idx="459">
                  <c:v>4.3199999999956162E-2</c:v>
                </c:pt>
                <c:pt idx="460">
                  <c:v>4.3199999999956162E-2</c:v>
                </c:pt>
                <c:pt idx="461">
                  <c:v>4.3199999999956162E-2</c:v>
                </c:pt>
                <c:pt idx="462">
                  <c:v>4.3199999999956162E-2</c:v>
                </c:pt>
                <c:pt idx="463">
                  <c:v>4.3199999999956162E-2</c:v>
                </c:pt>
                <c:pt idx="464">
                  <c:v>4.3199999999956162E-2</c:v>
                </c:pt>
                <c:pt idx="465">
                  <c:v>4.3199999999956162E-2</c:v>
                </c:pt>
                <c:pt idx="466">
                  <c:v>4.3199999999956162E-2</c:v>
                </c:pt>
                <c:pt idx="467">
                  <c:v>4.3199999999956162E-2</c:v>
                </c:pt>
                <c:pt idx="468">
                  <c:v>4.3199999999956162E-2</c:v>
                </c:pt>
                <c:pt idx="469">
                  <c:v>4.3199999999956162E-2</c:v>
                </c:pt>
                <c:pt idx="470">
                  <c:v>4.3199999999956162E-2</c:v>
                </c:pt>
                <c:pt idx="471">
                  <c:v>4.3199999999956162E-2</c:v>
                </c:pt>
                <c:pt idx="472">
                  <c:v>4.3199999999956162E-2</c:v>
                </c:pt>
                <c:pt idx="473">
                  <c:v>4.3099999999981264E-2</c:v>
                </c:pt>
                <c:pt idx="474">
                  <c:v>4.2899999999974625E-2</c:v>
                </c:pt>
                <c:pt idx="475">
                  <c:v>4.2899999999974625E-2</c:v>
                </c:pt>
                <c:pt idx="476">
                  <c:v>4.2799999999999727E-2</c:v>
                </c:pt>
                <c:pt idx="477">
                  <c:v>4.2699999999967986E-2</c:v>
                </c:pt>
                <c:pt idx="478">
                  <c:v>4.2599999999993088E-2</c:v>
                </c:pt>
                <c:pt idx="479">
                  <c:v>4.2599999999993088E-2</c:v>
                </c:pt>
                <c:pt idx="480">
                  <c:v>4.2499999999961346E-2</c:v>
                </c:pt>
                <c:pt idx="481">
                  <c:v>4.2499999999961346E-2</c:v>
                </c:pt>
                <c:pt idx="482">
                  <c:v>4.2399999999986449E-2</c:v>
                </c:pt>
                <c:pt idx="483">
                  <c:v>4.2399999999986449E-2</c:v>
                </c:pt>
                <c:pt idx="484">
                  <c:v>4.2299999999954707E-2</c:v>
                </c:pt>
                <c:pt idx="485">
                  <c:v>4.2299999999954707E-2</c:v>
                </c:pt>
                <c:pt idx="486">
                  <c:v>4.2199999999979809E-2</c:v>
                </c:pt>
                <c:pt idx="487">
                  <c:v>4.2199999999979809E-2</c:v>
                </c:pt>
                <c:pt idx="488">
                  <c:v>4.2199999999979809E-2</c:v>
                </c:pt>
                <c:pt idx="489">
                  <c:v>4.2099999999948068E-2</c:v>
                </c:pt>
                <c:pt idx="490">
                  <c:v>4.2099999999948068E-2</c:v>
                </c:pt>
                <c:pt idx="491">
                  <c:v>4.2099999999948068E-2</c:v>
                </c:pt>
                <c:pt idx="492">
                  <c:v>4.199999999997317E-2</c:v>
                </c:pt>
                <c:pt idx="493">
                  <c:v>4.199999999997317E-2</c:v>
                </c:pt>
                <c:pt idx="494">
                  <c:v>4.199999999997317E-2</c:v>
                </c:pt>
                <c:pt idx="495">
                  <c:v>4.199999999997317E-2</c:v>
                </c:pt>
                <c:pt idx="496">
                  <c:v>4.199999999997317E-2</c:v>
                </c:pt>
                <c:pt idx="497">
                  <c:v>4.1899999999998272E-2</c:v>
                </c:pt>
                <c:pt idx="498">
                  <c:v>4.199999999997317E-2</c:v>
                </c:pt>
                <c:pt idx="499">
                  <c:v>4.2499999999961346E-2</c:v>
                </c:pt>
                <c:pt idx="500">
                  <c:v>4.2599999999993088E-2</c:v>
                </c:pt>
                <c:pt idx="501">
                  <c:v>4.2699999999967986E-2</c:v>
                </c:pt>
                <c:pt idx="502">
                  <c:v>4.2799999999999727E-2</c:v>
                </c:pt>
                <c:pt idx="503">
                  <c:v>4.2899999999974625E-2</c:v>
                </c:pt>
                <c:pt idx="504">
                  <c:v>4.2999999999949523E-2</c:v>
                </c:pt>
                <c:pt idx="505">
                  <c:v>4.3099999999981264E-2</c:v>
                </c:pt>
                <c:pt idx="506">
                  <c:v>4.3199999999956162E-2</c:v>
                </c:pt>
                <c:pt idx="507">
                  <c:v>4.3299999999987904E-2</c:v>
                </c:pt>
                <c:pt idx="508">
                  <c:v>4.3399999999962802E-2</c:v>
                </c:pt>
                <c:pt idx="509">
                  <c:v>4.3399999999962802E-2</c:v>
                </c:pt>
                <c:pt idx="510">
                  <c:v>4.3499999999994543E-2</c:v>
                </c:pt>
                <c:pt idx="511">
                  <c:v>4.3599999999969441E-2</c:v>
                </c:pt>
                <c:pt idx="512">
                  <c:v>4.3599999999969441E-2</c:v>
                </c:pt>
                <c:pt idx="513">
                  <c:v>4.3700000000001182E-2</c:v>
                </c:pt>
                <c:pt idx="514">
                  <c:v>4.3700000000001182E-2</c:v>
                </c:pt>
                <c:pt idx="515">
                  <c:v>4.379999999997608E-2</c:v>
                </c:pt>
                <c:pt idx="516">
                  <c:v>4.379999999997608E-2</c:v>
                </c:pt>
                <c:pt idx="517">
                  <c:v>4.379999999997608E-2</c:v>
                </c:pt>
                <c:pt idx="518">
                  <c:v>4.3899999999950978E-2</c:v>
                </c:pt>
                <c:pt idx="519">
                  <c:v>4.3899999999950978E-2</c:v>
                </c:pt>
                <c:pt idx="520">
                  <c:v>4.3899999999950978E-2</c:v>
                </c:pt>
                <c:pt idx="521">
                  <c:v>4.399999999998272E-2</c:v>
                </c:pt>
                <c:pt idx="522">
                  <c:v>4.399999999998272E-2</c:v>
                </c:pt>
                <c:pt idx="523">
                  <c:v>4.399999999998272E-2</c:v>
                </c:pt>
                <c:pt idx="524">
                  <c:v>4.399999999998272E-2</c:v>
                </c:pt>
                <c:pt idx="525">
                  <c:v>4.4099999999957618E-2</c:v>
                </c:pt>
                <c:pt idx="526">
                  <c:v>4.4099999999957618E-2</c:v>
                </c:pt>
                <c:pt idx="527">
                  <c:v>4.4099999999957618E-2</c:v>
                </c:pt>
                <c:pt idx="528">
                  <c:v>4.4099999999957618E-2</c:v>
                </c:pt>
                <c:pt idx="529">
                  <c:v>4.3899999999950978E-2</c:v>
                </c:pt>
                <c:pt idx="530">
                  <c:v>4.3599999999969441E-2</c:v>
                </c:pt>
                <c:pt idx="531">
                  <c:v>4.3599999999969441E-2</c:v>
                </c:pt>
                <c:pt idx="532">
                  <c:v>4.3399999999962802E-2</c:v>
                </c:pt>
              </c:numCache>
            </c:numRef>
          </c:yVal>
          <c:smooth val="1"/>
          <c:extLst>
            <c:ext xmlns:c16="http://schemas.microsoft.com/office/drawing/2014/chart" uri="{C3380CC4-5D6E-409C-BE32-E72D297353CC}">
              <c16:uniqueId val="{00000009-070C-47F8-AF40-B045CA708FE7}"/>
            </c:ext>
          </c:extLst>
        </c:ser>
        <c:ser>
          <c:idx val="10"/>
          <c:order val="10"/>
          <c:tx>
            <c:strRef>
              <c:f>N50000_VV_TEMPS_oc5l2_50000!$BL$1</c:f>
              <c:strCache>
                <c:ptCount val="1"/>
                <c:pt idx="0">
                  <c:v>CGI_DM2.4</c:v>
                </c:pt>
              </c:strCache>
            </c:strRef>
          </c:tx>
          <c:spPr>
            <a:ln w="19050" cap="rnd">
              <a:solidFill>
                <a:schemeClr val="accent5">
                  <a:lumMod val="60000"/>
                </a:schemeClr>
              </a:solidFill>
              <a:round/>
            </a:ln>
            <a:effectLst/>
          </c:spPr>
          <c:marker>
            <c:symbol val="circle"/>
            <c:size val="5"/>
            <c:spPr>
              <a:solidFill>
                <a:schemeClr val="accent5">
                  <a:lumMod val="60000"/>
                </a:schemeClr>
              </a:solidFill>
              <a:ln w="9525">
                <a:solidFill>
                  <a:schemeClr val="accent5">
                    <a:lumMod val="60000"/>
                  </a:schemeClr>
                </a:solidFill>
              </a:ln>
              <a:effectLst/>
            </c:spPr>
          </c:marker>
          <c:xVal>
            <c:numRef>
              <c:f>N50000_VV_TEMPS_oc5l2_50000!$BA$2:$BA$536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N50000_VV_TEMPS_oc5l2_50000!$BL$2:$BL$536</c:f>
              <c:numCache>
                <c:formatCode>General</c:formatCode>
                <c:ptCount val="533"/>
                <c:pt idx="0">
                  <c:v>0</c:v>
                </c:pt>
                <c:pt idx="1">
                  <c:v>5.3699999999992087E-2</c:v>
                </c:pt>
                <c:pt idx="2">
                  <c:v>5.1499999999975898E-2</c:v>
                </c:pt>
                <c:pt idx="3">
                  <c:v>3.6900000000002819E-2</c:v>
                </c:pt>
                <c:pt idx="4">
                  <c:v>4.6699999999987085E-2</c:v>
                </c:pt>
                <c:pt idx="5">
                  <c:v>4.1499999999984993E-2</c:v>
                </c:pt>
                <c:pt idx="6">
                  <c:v>4.2599999999993088E-2</c:v>
                </c:pt>
                <c:pt idx="7">
                  <c:v>4.3000000000006366E-2</c:v>
                </c:pt>
                <c:pt idx="8">
                  <c:v>4.2399999999986449E-2</c:v>
                </c:pt>
                <c:pt idx="9">
                  <c:v>4.2799999999999727E-2</c:v>
                </c:pt>
                <c:pt idx="10">
                  <c:v>4.2599999999993088E-2</c:v>
                </c:pt>
                <c:pt idx="11">
                  <c:v>4.2699999999967986E-2</c:v>
                </c:pt>
                <c:pt idx="12">
                  <c:v>4.2699999999967986E-2</c:v>
                </c:pt>
                <c:pt idx="13">
                  <c:v>4.2699999999967986E-2</c:v>
                </c:pt>
                <c:pt idx="14">
                  <c:v>4.2699999999967986E-2</c:v>
                </c:pt>
                <c:pt idx="15">
                  <c:v>4.2699999999967986E-2</c:v>
                </c:pt>
                <c:pt idx="16">
                  <c:v>4.2699999999967986E-2</c:v>
                </c:pt>
                <c:pt idx="17">
                  <c:v>4.2699999999967986E-2</c:v>
                </c:pt>
                <c:pt idx="18">
                  <c:v>4.2699999999967986E-2</c:v>
                </c:pt>
                <c:pt idx="19">
                  <c:v>4.2699999999967986E-2</c:v>
                </c:pt>
                <c:pt idx="20">
                  <c:v>4.2699999999967986E-2</c:v>
                </c:pt>
                <c:pt idx="21">
                  <c:v>4.2699999999967986E-2</c:v>
                </c:pt>
                <c:pt idx="22">
                  <c:v>4.2699999999967986E-2</c:v>
                </c:pt>
                <c:pt idx="23">
                  <c:v>4.2699999999967986E-2</c:v>
                </c:pt>
                <c:pt idx="24">
                  <c:v>4.2699999999967986E-2</c:v>
                </c:pt>
                <c:pt idx="25">
                  <c:v>4.2699999999967986E-2</c:v>
                </c:pt>
                <c:pt idx="26">
                  <c:v>4.3000000000006366E-2</c:v>
                </c:pt>
                <c:pt idx="27">
                  <c:v>4.3399999999962802E-2</c:v>
                </c:pt>
                <c:pt idx="28">
                  <c:v>4.3399999999962802E-2</c:v>
                </c:pt>
                <c:pt idx="29">
                  <c:v>4.3599999999969441E-2</c:v>
                </c:pt>
                <c:pt idx="30">
                  <c:v>4.3700000000001182E-2</c:v>
                </c:pt>
                <c:pt idx="31">
                  <c:v>4.379999999997608E-2</c:v>
                </c:pt>
                <c:pt idx="32">
                  <c:v>4.3900000000007822E-2</c:v>
                </c:pt>
                <c:pt idx="33">
                  <c:v>4.399999999998272E-2</c:v>
                </c:pt>
                <c:pt idx="34">
                  <c:v>4.4099999999957618E-2</c:v>
                </c:pt>
                <c:pt idx="35">
                  <c:v>4.4199999999989359E-2</c:v>
                </c:pt>
                <c:pt idx="36">
                  <c:v>4.4299999999964257E-2</c:v>
                </c:pt>
                <c:pt idx="37">
                  <c:v>4.4299999999964257E-2</c:v>
                </c:pt>
                <c:pt idx="38">
                  <c:v>4.4399999999995998E-2</c:v>
                </c:pt>
                <c:pt idx="39">
                  <c:v>4.4499999999970896E-2</c:v>
                </c:pt>
                <c:pt idx="40">
                  <c:v>4.4499999999970896E-2</c:v>
                </c:pt>
                <c:pt idx="41">
                  <c:v>4.4600000000002638E-2</c:v>
                </c:pt>
                <c:pt idx="42">
                  <c:v>4.4600000000002638E-2</c:v>
                </c:pt>
                <c:pt idx="43">
                  <c:v>4.4699999999977535E-2</c:v>
                </c:pt>
                <c:pt idx="44">
                  <c:v>4.4699999999977535E-2</c:v>
                </c:pt>
                <c:pt idx="45">
                  <c:v>4.4800000000009277E-2</c:v>
                </c:pt>
                <c:pt idx="46">
                  <c:v>4.4800000000009277E-2</c:v>
                </c:pt>
                <c:pt idx="47">
                  <c:v>4.4800000000009277E-2</c:v>
                </c:pt>
                <c:pt idx="48">
                  <c:v>4.4899999999984175E-2</c:v>
                </c:pt>
                <c:pt idx="49">
                  <c:v>4.4899999999984175E-2</c:v>
                </c:pt>
                <c:pt idx="50">
                  <c:v>4.4899999999984175E-2</c:v>
                </c:pt>
                <c:pt idx="51">
                  <c:v>4.4899999999984175E-2</c:v>
                </c:pt>
                <c:pt idx="52">
                  <c:v>4.4999999999959073E-2</c:v>
                </c:pt>
                <c:pt idx="53">
                  <c:v>4.4999999999959073E-2</c:v>
                </c:pt>
                <c:pt idx="54">
                  <c:v>4.4999999999959073E-2</c:v>
                </c:pt>
                <c:pt idx="55">
                  <c:v>4.4999999999959073E-2</c:v>
                </c:pt>
                <c:pt idx="56">
                  <c:v>4.4999999999959073E-2</c:v>
                </c:pt>
                <c:pt idx="57">
                  <c:v>4.4600000000002638E-2</c:v>
                </c:pt>
                <c:pt idx="58">
                  <c:v>4.4499999999970896E-2</c:v>
                </c:pt>
                <c:pt idx="59">
                  <c:v>4.4399999999995998E-2</c:v>
                </c:pt>
                <c:pt idx="60">
                  <c:v>4.4299999999964257E-2</c:v>
                </c:pt>
                <c:pt idx="61">
                  <c:v>4.4199999999989359E-2</c:v>
                </c:pt>
                <c:pt idx="62">
                  <c:v>4.4099999999957618E-2</c:v>
                </c:pt>
                <c:pt idx="63">
                  <c:v>4.4099999999957618E-2</c:v>
                </c:pt>
                <c:pt idx="64">
                  <c:v>4.399999999998272E-2</c:v>
                </c:pt>
                <c:pt idx="65">
                  <c:v>4.399999999998272E-2</c:v>
                </c:pt>
                <c:pt idx="66">
                  <c:v>4.3900000000007822E-2</c:v>
                </c:pt>
                <c:pt idx="67">
                  <c:v>4.3900000000007822E-2</c:v>
                </c:pt>
                <c:pt idx="68">
                  <c:v>4.379999999997608E-2</c:v>
                </c:pt>
                <c:pt idx="69">
                  <c:v>4.379999999997608E-2</c:v>
                </c:pt>
                <c:pt idx="70">
                  <c:v>4.3700000000001182E-2</c:v>
                </c:pt>
                <c:pt idx="71">
                  <c:v>4.3700000000001182E-2</c:v>
                </c:pt>
                <c:pt idx="72">
                  <c:v>4.3700000000001182E-2</c:v>
                </c:pt>
                <c:pt idx="73">
                  <c:v>4.3700000000001182E-2</c:v>
                </c:pt>
                <c:pt idx="74">
                  <c:v>4.3599999999969441E-2</c:v>
                </c:pt>
                <c:pt idx="75">
                  <c:v>4.3599999999969441E-2</c:v>
                </c:pt>
                <c:pt idx="76">
                  <c:v>4.3599999999969441E-2</c:v>
                </c:pt>
                <c:pt idx="77">
                  <c:v>4.3599999999969441E-2</c:v>
                </c:pt>
                <c:pt idx="78">
                  <c:v>4.3499999999994543E-2</c:v>
                </c:pt>
                <c:pt idx="79">
                  <c:v>4.3499999999994543E-2</c:v>
                </c:pt>
                <c:pt idx="80">
                  <c:v>4.3499999999994543E-2</c:v>
                </c:pt>
                <c:pt idx="81">
                  <c:v>4.3499999999994543E-2</c:v>
                </c:pt>
                <c:pt idx="82">
                  <c:v>4.3499999999994543E-2</c:v>
                </c:pt>
                <c:pt idx="83">
                  <c:v>4.3499999999994543E-2</c:v>
                </c:pt>
                <c:pt idx="84">
                  <c:v>4.3499999999994543E-2</c:v>
                </c:pt>
                <c:pt idx="85">
                  <c:v>4.3499999999994543E-2</c:v>
                </c:pt>
                <c:pt idx="86">
                  <c:v>4.3499999999994543E-2</c:v>
                </c:pt>
                <c:pt idx="87">
                  <c:v>4.3399999999962802E-2</c:v>
                </c:pt>
                <c:pt idx="88">
                  <c:v>4.3399999999962802E-2</c:v>
                </c:pt>
                <c:pt idx="89">
                  <c:v>4.3399999999962802E-2</c:v>
                </c:pt>
                <c:pt idx="90">
                  <c:v>4.3399999999962802E-2</c:v>
                </c:pt>
                <c:pt idx="91">
                  <c:v>4.3399999999962802E-2</c:v>
                </c:pt>
                <c:pt idx="92">
                  <c:v>4.3399999999962802E-2</c:v>
                </c:pt>
                <c:pt idx="93">
                  <c:v>4.3399999999962802E-2</c:v>
                </c:pt>
                <c:pt idx="94">
                  <c:v>4.3399999999962802E-2</c:v>
                </c:pt>
                <c:pt idx="95">
                  <c:v>4.3399999999962802E-2</c:v>
                </c:pt>
                <c:pt idx="96">
                  <c:v>4.3399999999962802E-2</c:v>
                </c:pt>
                <c:pt idx="97">
                  <c:v>4.3399999999962802E-2</c:v>
                </c:pt>
                <c:pt idx="98">
                  <c:v>4.3399999999962802E-2</c:v>
                </c:pt>
                <c:pt idx="99">
                  <c:v>4.3399999999962802E-2</c:v>
                </c:pt>
                <c:pt idx="100">
                  <c:v>4.3399999999962802E-2</c:v>
                </c:pt>
                <c:pt idx="101">
                  <c:v>4.3399999999962802E-2</c:v>
                </c:pt>
                <c:pt idx="102">
                  <c:v>4.3399999999962802E-2</c:v>
                </c:pt>
                <c:pt idx="103">
                  <c:v>4.3399999999962802E-2</c:v>
                </c:pt>
                <c:pt idx="104">
                  <c:v>4.3399999999962802E-2</c:v>
                </c:pt>
                <c:pt idx="105">
                  <c:v>4.3399999999962802E-2</c:v>
                </c:pt>
                <c:pt idx="106">
                  <c:v>4.3399999999962802E-2</c:v>
                </c:pt>
                <c:pt idx="107">
                  <c:v>4.3399999999962802E-2</c:v>
                </c:pt>
                <c:pt idx="108">
                  <c:v>4.3599999999969441E-2</c:v>
                </c:pt>
                <c:pt idx="109">
                  <c:v>4.3499999999994543E-2</c:v>
                </c:pt>
                <c:pt idx="110">
                  <c:v>4.3599999999969441E-2</c:v>
                </c:pt>
                <c:pt idx="111">
                  <c:v>4.3599999999969441E-2</c:v>
                </c:pt>
                <c:pt idx="112">
                  <c:v>4.3700000000001182E-2</c:v>
                </c:pt>
                <c:pt idx="113">
                  <c:v>4.3700000000001182E-2</c:v>
                </c:pt>
                <c:pt idx="114">
                  <c:v>4.3700000000001182E-2</c:v>
                </c:pt>
                <c:pt idx="115">
                  <c:v>4.3700000000001182E-2</c:v>
                </c:pt>
                <c:pt idx="116">
                  <c:v>4.379999999997608E-2</c:v>
                </c:pt>
                <c:pt idx="117">
                  <c:v>4.379999999997608E-2</c:v>
                </c:pt>
                <c:pt idx="118">
                  <c:v>4.379999999997608E-2</c:v>
                </c:pt>
                <c:pt idx="119">
                  <c:v>4.379999999997608E-2</c:v>
                </c:pt>
                <c:pt idx="120">
                  <c:v>4.3900000000007822E-2</c:v>
                </c:pt>
                <c:pt idx="121">
                  <c:v>4.3900000000007822E-2</c:v>
                </c:pt>
                <c:pt idx="122">
                  <c:v>4.3900000000007822E-2</c:v>
                </c:pt>
                <c:pt idx="123">
                  <c:v>4.3900000000007822E-2</c:v>
                </c:pt>
                <c:pt idx="124">
                  <c:v>4.3900000000007822E-2</c:v>
                </c:pt>
                <c:pt idx="125">
                  <c:v>4.3900000000007822E-2</c:v>
                </c:pt>
                <c:pt idx="126">
                  <c:v>4.399999999998272E-2</c:v>
                </c:pt>
                <c:pt idx="127">
                  <c:v>4.399999999998272E-2</c:v>
                </c:pt>
                <c:pt idx="128">
                  <c:v>4.399999999998272E-2</c:v>
                </c:pt>
                <c:pt idx="129">
                  <c:v>4.399999999998272E-2</c:v>
                </c:pt>
                <c:pt idx="130">
                  <c:v>4.399999999998272E-2</c:v>
                </c:pt>
                <c:pt idx="131">
                  <c:v>4.399999999998272E-2</c:v>
                </c:pt>
                <c:pt idx="132">
                  <c:v>4.399999999998272E-2</c:v>
                </c:pt>
                <c:pt idx="133">
                  <c:v>4.399999999998272E-2</c:v>
                </c:pt>
                <c:pt idx="134">
                  <c:v>4.399999999998272E-2</c:v>
                </c:pt>
                <c:pt idx="135">
                  <c:v>4.399999999998272E-2</c:v>
                </c:pt>
                <c:pt idx="136">
                  <c:v>4.4099999999957618E-2</c:v>
                </c:pt>
                <c:pt idx="137">
                  <c:v>4.4099999999957618E-2</c:v>
                </c:pt>
                <c:pt idx="138">
                  <c:v>4.4099999999957618E-2</c:v>
                </c:pt>
                <c:pt idx="139">
                  <c:v>4.4099999999957618E-2</c:v>
                </c:pt>
                <c:pt idx="140">
                  <c:v>4.4099999999957618E-2</c:v>
                </c:pt>
                <c:pt idx="141">
                  <c:v>4.4099999999957618E-2</c:v>
                </c:pt>
                <c:pt idx="142">
                  <c:v>4.4099999999957618E-2</c:v>
                </c:pt>
                <c:pt idx="143">
                  <c:v>4.4099999999957618E-2</c:v>
                </c:pt>
                <c:pt idx="144">
                  <c:v>4.4099999999957618E-2</c:v>
                </c:pt>
                <c:pt idx="145">
                  <c:v>4.4099999999957618E-2</c:v>
                </c:pt>
                <c:pt idx="146">
                  <c:v>4.4099999999957618E-2</c:v>
                </c:pt>
                <c:pt idx="147">
                  <c:v>4.4099999999957618E-2</c:v>
                </c:pt>
                <c:pt idx="148">
                  <c:v>4.4099999999957618E-2</c:v>
                </c:pt>
                <c:pt idx="149">
                  <c:v>4.4099999999957618E-2</c:v>
                </c:pt>
                <c:pt idx="150">
                  <c:v>4.4099999999957618E-2</c:v>
                </c:pt>
                <c:pt idx="151">
                  <c:v>4.4099999999957618E-2</c:v>
                </c:pt>
                <c:pt idx="152">
                  <c:v>4.4099999999957618E-2</c:v>
                </c:pt>
                <c:pt idx="153">
                  <c:v>4.4099999999957618E-2</c:v>
                </c:pt>
                <c:pt idx="154">
                  <c:v>4.4099999999957618E-2</c:v>
                </c:pt>
                <c:pt idx="155">
                  <c:v>4.4099999999957618E-2</c:v>
                </c:pt>
                <c:pt idx="156">
                  <c:v>4.4099999999957618E-2</c:v>
                </c:pt>
                <c:pt idx="157">
                  <c:v>4.4099999999957618E-2</c:v>
                </c:pt>
                <c:pt idx="158">
                  <c:v>4.379999999997608E-2</c:v>
                </c:pt>
                <c:pt idx="159">
                  <c:v>4.379999999997608E-2</c:v>
                </c:pt>
                <c:pt idx="160">
                  <c:v>4.3700000000001182E-2</c:v>
                </c:pt>
                <c:pt idx="161">
                  <c:v>4.3599999999969441E-2</c:v>
                </c:pt>
                <c:pt idx="162">
                  <c:v>4.3599999999969441E-2</c:v>
                </c:pt>
                <c:pt idx="163">
                  <c:v>4.3499999999994543E-2</c:v>
                </c:pt>
                <c:pt idx="164">
                  <c:v>4.3399999999962802E-2</c:v>
                </c:pt>
                <c:pt idx="165">
                  <c:v>4.3399999999962802E-2</c:v>
                </c:pt>
                <c:pt idx="166">
                  <c:v>4.3299999999987904E-2</c:v>
                </c:pt>
                <c:pt idx="167">
                  <c:v>4.3299999999987904E-2</c:v>
                </c:pt>
                <c:pt idx="168">
                  <c:v>4.3200000000013006E-2</c:v>
                </c:pt>
                <c:pt idx="169">
                  <c:v>4.3200000000013006E-2</c:v>
                </c:pt>
                <c:pt idx="170">
                  <c:v>4.3099999999981264E-2</c:v>
                </c:pt>
                <c:pt idx="171">
                  <c:v>4.3099999999981264E-2</c:v>
                </c:pt>
                <c:pt idx="172">
                  <c:v>4.3099999999981264E-2</c:v>
                </c:pt>
                <c:pt idx="173">
                  <c:v>4.3000000000006366E-2</c:v>
                </c:pt>
                <c:pt idx="174">
                  <c:v>4.3000000000006366E-2</c:v>
                </c:pt>
                <c:pt idx="175">
                  <c:v>4.3000000000006366E-2</c:v>
                </c:pt>
                <c:pt idx="176">
                  <c:v>4.2899999999974625E-2</c:v>
                </c:pt>
                <c:pt idx="177">
                  <c:v>4.2899999999974625E-2</c:v>
                </c:pt>
                <c:pt idx="178">
                  <c:v>4.2899999999974625E-2</c:v>
                </c:pt>
                <c:pt idx="179">
                  <c:v>4.2899999999974625E-2</c:v>
                </c:pt>
                <c:pt idx="180">
                  <c:v>4.2799999999999727E-2</c:v>
                </c:pt>
                <c:pt idx="181">
                  <c:v>4.2799999999999727E-2</c:v>
                </c:pt>
                <c:pt idx="182">
                  <c:v>4.2799999999999727E-2</c:v>
                </c:pt>
                <c:pt idx="183">
                  <c:v>4.3200000000013006E-2</c:v>
                </c:pt>
                <c:pt idx="184">
                  <c:v>4.3499999999994543E-2</c:v>
                </c:pt>
                <c:pt idx="185">
                  <c:v>4.3499999999994543E-2</c:v>
                </c:pt>
                <c:pt idx="186">
                  <c:v>4.3700000000001182E-2</c:v>
                </c:pt>
                <c:pt idx="187">
                  <c:v>4.379999999997608E-2</c:v>
                </c:pt>
                <c:pt idx="188">
                  <c:v>4.3900000000007822E-2</c:v>
                </c:pt>
                <c:pt idx="189">
                  <c:v>4.399999999998272E-2</c:v>
                </c:pt>
                <c:pt idx="190">
                  <c:v>4.4099999999957618E-2</c:v>
                </c:pt>
                <c:pt idx="191">
                  <c:v>4.4199999999989359E-2</c:v>
                </c:pt>
                <c:pt idx="192">
                  <c:v>4.4299999999964257E-2</c:v>
                </c:pt>
                <c:pt idx="193">
                  <c:v>4.4299999999964257E-2</c:v>
                </c:pt>
                <c:pt idx="194">
                  <c:v>4.4399999999995998E-2</c:v>
                </c:pt>
                <c:pt idx="195">
                  <c:v>4.4499999999970896E-2</c:v>
                </c:pt>
                <c:pt idx="196">
                  <c:v>4.4499999999970896E-2</c:v>
                </c:pt>
                <c:pt idx="197">
                  <c:v>4.4600000000002638E-2</c:v>
                </c:pt>
                <c:pt idx="198">
                  <c:v>4.4600000000002638E-2</c:v>
                </c:pt>
                <c:pt idx="199">
                  <c:v>4.4699999999977535E-2</c:v>
                </c:pt>
                <c:pt idx="200">
                  <c:v>4.4699999999977535E-2</c:v>
                </c:pt>
                <c:pt idx="201">
                  <c:v>4.4800000000009277E-2</c:v>
                </c:pt>
                <c:pt idx="202">
                  <c:v>4.4800000000009277E-2</c:v>
                </c:pt>
                <c:pt idx="203">
                  <c:v>4.4800000000009277E-2</c:v>
                </c:pt>
                <c:pt idx="204">
                  <c:v>4.4899999999984175E-2</c:v>
                </c:pt>
                <c:pt idx="205">
                  <c:v>4.4899999999984175E-2</c:v>
                </c:pt>
                <c:pt idx="206">
                  <c:v>4.4899999999984175E-2</c:v>
                </c:pt>
                <c:pt idx="207">
                  <c:v>4.4899999999984175E-2</c:v>
                </c:pt>
                <c:pt idx="208">
                  <c:v>4.4999999999959073E-2</c:v>
                </c:pt>
                <c:pt idx="209">
                  <c:v>4.4999999999959073E-2</c:v>
                </c:pt>
                <c:pt idx="210">
                  <c:v>4.4999999999959073E-2</c:v>
                </c:pt>
                <c:pt idx="211">
                  <c:v>4.4999999999959073E-2</c:v>
                </c:pt>
                <c:pt idx="212">
                  <c:v>4.4999999999959073E-2</c:v>
                </c:pt>
                <c:pt idx="213">
                  <c:v>4.4999999999959073E-2</c:v>
                </c:pt>
                <c:pt idx="214">
                  <c:v>4.4499999999970896E-2</c:v>
                </c:pt>
                <c:pt idx="215">
                  <c:v>4.4499999999970896E-2</c:v>
                </c:pt>
                <c:pt idx="216">
                  <c:v>4.4399999999995998E-2</c:v>
                </c:pt>
                <c:pt idx="217">
                  <c:v>4.4299999999964257E-2</c:v>
                </c:pt>
                <c:pt idx="218">
                  <c:v>4.4199999999989359E-2</c:v>
                </c:pt>
                <c:pt idx="219">
                  <c:v>4.4099999999957618E-2</c:v>
                </c:pt>
                <c:pt idx="220">
                  <c:v>4.4099999999957618E-2</c:v>
                </c:pt>
                <c:pt idx="221">
                  <c:v>4.399999999998272E-2</c:v>
                </c:pt>
                <c:pt idx="222">
                  <c:v>4.399999999998272E-2</c:v>
                </c:pt>
                <c:pt idx="223">
                  <c:v>4.3900000000007822E-2</c:v>
                </c:pt>
                <c:pt idx="224">
                  <c:v>4.3900000000007822E-2</c:v>
                </c:pt>
                <c:pt idx="225">
                  <c:v>4.379999999997608E-2</c:v>
                </c:pt>
                <c:pt idx="226">
                  <c:v>4.379999999997608E-2</c:v>
                </c:pt>
                <c:pt idx="227">
                  <c:v>4.3700000000001182E-2</c:v>
                </c:pt>
                <c:pt idx="228">
                  <c:v>4.3700000000001182E-2</c:v>
                </c:pt>
                <c:pt idx="229">
                  <c:v>4.3700000000001182E-2</c:v>
                </c:pt>
                <c:pt idx="230">
                  <c:v>4.3700000000001182E-2</c:v>
                </c:pt>
                <c:pt idx="231">
                  <c:v>4.3599999999969441E-2</c:v>
                </c:pt>
                <c:pt idx="232">
                  <c:v>4.3599999999969441E-2</c:v>
                </c:pt>
                <c:pt idx="233">
                  <c:v>4.3599999999969441E-2</c:v>
                </c:pt>
                <c:pt idx="234">
                  <c:v>4.3599999999969441E-2</c:v>
                </c:pt>
                <c:pt idx="235">
                  <c:v>4.3499999999994543E-2</c:v>
                </c:pt>
                <c:pt idx="236">
                  <c:v>4.3499999999994543E-2</c:v>
                </c:pt>
                <c:pt idx="237">
                  <c:v>4.3499999999994543E-2</c:v>
                </c:pt>
                <c:pt idx="238">
                  <c:v>4.3499999999994543E-2</c:v>
                </c:pt>
                <c:pt idx="239">
                  <c:v>4.3499999999994543E-2</c:v>
                </c:pt>
                <c:pt idx="240">
                  <c:v>4.3499999999994543E-2</c:v>
                </c:pt>
                <c:pt idx="241">
                  <c:v>4.3499999999994543E-2</c:v>
                </c:pt>
                <c:pt idx="242">
                  <c:v>4.3499999999994543E-2</c:v>
                </c:pt>
                <c:pt idx="243">
                  <c:v>4.3499999999994543E-2</c:v>
                </c:pt>
                <c:pt idx="244">
                  <c:v>4.3399999999962802E-2</c:v>
                </c:pt>
                <c:pt idx="245">
                  <c:v>4.3399999999962802E-2</c:v>
                </c:pt>
                <c:pt idx="246">
                  <c:v>4.3399999999962802E-2</c:v>
                </c:pt>
                <c:pt idx="247">
                  <c:v>4.3399999999962802E-2</c:v>
                </c:pt>
                <c:pt idx="248">
                  <c:v>4.3399999999962802E-2</c:v>
                </c:pt>
                <c:pt idx="249">
                  <c:v>4.3399999999962802E-2</c:v>
                </c:pt>
                <c:pt idx="250">
                  <c:v>4.3399999999962802E-2</c:v>
                </c:pt>
                <c:pt idx="251">
                  <c:v>4.3399999999962802E-2</c:v>
                </c:pt>
                <c:pt idx="252">
                  <c:v>4.3399999999962802E-2</c:v>
                </c:pt>
                <c:pt idx="253">
                  <c:v>4.3399999999962802E-2</c:v>
                </c:pt>
                <c:pt idx="254">
                  <c:v>4.3399999999962802E-2</c:v>
                </c:pt>
                <c:pt idx="255">
                  <c:v>4.3399999999962802E-2</c:v>
                </c:pt>
                <c:pt idx="256">
                  <c:v>4.3399999999962802E-2</c:v>
                </c:pt>
                <c:pt idx="257">
                  <c:v>4.3399999999962802E-2</c:v>
                </c:pt>
                <c:pt idx="258">
                  <c:v>4.3399999999962802E-2</c:v>
                </c:pt>
                <c:pt idx="259">
                  <c:v>4.3399999999962802E-2</c:v>
                </c:pt>
                <c:pt idx="260">
                  <c:v>4.3399999999962802E-2</c:v>
                </c:pt>
                <c:pt idx="261">
                  <c:v>4.3399999999962802E-2</c:v>
                </c:pt>
                <c:pt idx="262">
                  <c:v>4.3399999999962802E-2</c:v>
                </c:pt>
                <c:pt idx="263">
                  <c:v>4.3399999999962802E-2</c:v>
                </c:pt>
                <c:pt idx="264">
                  <c:v>4.3399999999962802E-2</c:v>
                </c:pt>
                <c:pt idx="265">
                  <c:v>4.3599999999969441E-2</c:v>
                </c:pt>
                <c:pt idx="266">
                  <c:v>4.3499999999994543E-2</c:v>
                </c:pt>
                <c:pt idx="267">
                  <c:v>4.3599999999969441E-2</c:v>
                </c:pt>
                <c:pt idx="268">
                  <c:v>4.3599999999969441E-2</c:v>
                </c:pt>
                <c:pt idx="269">
                  <c:v>4.3700000000001182E-2</c:v>
                </c:pt>
                <c:pt idx="270">
                  <c:v>4.3700000000001182E-2</c:v>
                </c:pt>
                <c:pt idx="271">
                  <c:v>4.3700000000001182E-2</c:v>
                </c:pt>
                <c:pt idx="272">
                  <c:v>4.379999999997608E-2</c:v>
                </c:pt>
                <c:pt idx="273">
                  <c:v>4.379999999997608E-2</c:v>
                </c:pt>
                <c:pt idx="274">
                  <c:v>4.379999999997608E-2</c:v>
                </c:pt>
                <c:pt idx="275">
                  <c:v>4.379999999997608E-2</c:v>
                </c:pt>
                <c:pt idx="276">
                  <c:v>4.379999999997608E-2</c:v>
                </c:pt>
                <c:pt idx="277">
                  <c:v>4.3900000000007822E-2</c:v>
                </c:pt>
                <c:pt idx="278">
                  <c:v>4.3900000000007822E-2</c:v>
                </c:pt>
                <c:pt idx="279">
                  <c:v>4.3900000000007822E-2</c:v>
                </c:pt>
                <c:pt idx="280">
                  <c:v>4.3900000000007822E-2</c:v>
                </c:pt>
                <c:pt idx="281">
                  <c:v>4.3900000000007822E-2</c:v>
                </c:pt>
                <c:pt idx="282">
                  <c:v>4.3900000000007822E-2</c:v>
                </c:pt>
                <c:pt idx="283">
                  <c:v>4.399999999998272E-2</c:v>
                </c:pt>
                <c:pt idx="284">
                  <c:v>4.399999999998272E-2</c:v>
                </c:pt>
                <c:pt idx="285">
                  <c:v>4.399999999998272E-2</c:v>
                </c:pt>
                <c:pt idx="286">
                  <c:v>4.399999999998272E-2</c:v>
                </c:pt>
                <c:pt idx="287">
                  <c:v>4.399999999998272E-2</c:v>
                </c:pt>
                <c:pt idx="288">
                  <c:v>4.399999999998272E-2</c:v>
                </c:pt>
                <c:pt idx="289">
                  <c:v>4.399999999998272E-2</c:v>
                </c:pt>
                <c:pt idx="290">
                  <c:v>4.399999999998272E-2</c:v>
                </c:pt>
                <c:pt idx="291">
                  <c:v>4.399999999998272E-2</c:v>
                </c:pt>
                <c:pt idx="292">
                  <c:v>4.399999999998272E-2</c:v>
                </c:pt>
                <c:pt idx="293">
                  <c:v>4.4099999999957618E-2</c:v>
                </c:pt>
                <c:pt idx="294">
                  <c:v>4.4099999999957618E-2</c:v>
                </c:pt>
                <c:pt idx="295">
                  <c:v>4.4099999999957618E-2</c:v>
                </c:pt>
                <c:pt idx="296">
                  <c:v>4.4099999999957618E-2</c:v>
                </c:pt>
                <c:pt idx="297">
                  <c:v>4.4099999999957618E-2</c:v>
                </c:pt>
                <c:pt idx="298">
                  <c:v>4.4099999999957618E-2</c:v>
                </c:pt>
                <c:pt idx="299">
                  <c:v>4.4099999999957618E-2</c:v>
                </c:pt>
                <c:pt idx="300">
                  <c:v>4.4099999999957618E-2</c:v>
                </c:pt>
                <c:pt idx="301">
                  <c:v>4.4099999999957618E-2</c:v>
                </c:pt>
                <c:pt idx="302">
                  <c:v>4.4099999999957618E-2</c:v>
                </c:pt>
                <c:pt idx="303">
                  <c:v>4.4099999999957618E-2</c:v>
                </c:pt>
                <c:pt idx="304">
                  <c:v>4.4099999999957618E-2</c:v>
                </c:pt>
                <c:pt idx="305">
                  <c:v>4.4099999999957618E-2</c:v>
                </c:pt>
                <c:pt idx="306">
                  <c:v>4.4099999999957618E-2</c:v>
                </c:pt>
                <c:pt idx="307">
                  <c:v>4.4099999999957618E-2</c:v>
                </c:pt>
                <c:pt idx="308">
                  <c:v>4.4099999999957618E-2</c:v>
                </c:pt>
                <c:pt idx="309">
                  <c:v>4.4099999999957618E-2</c:v>
                </c:pt>
                <c:pt idx="310">
                  <c:v>4.4099999999957618E-2</c:v>
                </c:pt>
                <c:pt idx="311">
                  <c:v>4.4099999999957618E-2</c:v>
                </c:pt>
                <c:pt idx="312">
                  <c:v>4.4099999999957618E-2</c:v>
                </c:pt>
                <c:pt idx="313">
                  <c:v>4.4099999999957618E-2</c:v>
                </c:pt>
                <c:pt idx="314">
                  <c:v>4.4099999999957618E-2</c:v>
                </c:pt>
                <c:pt idx="315">
                  <c:v>4.379999999997608E-2</c:v>
                </c:pt>
                <c:pt idx="316">
                  <c:v>4.379999999997608E-2</c:v>
                </c:pt>
                <c:pt idx="317">
                  <c:v>4.3700000000001182E-2</c:v>
                </c:pt>
                <c:pt idx="318">
                  <c:v>4.3599999999969441E-2</c:v>
                </c:pt>
                <c:pt idx="319">
                  <c:v>4.3599999999969441E-2</c:v>
                </c:pt>
                <c:pt idx="320">
                  <c:v>4.3499999999994543E-2</c:v>
                </c:pt>
                <c:pt idx="321">
                  <c:v>4.3399999999962802E-2</c:v>
                </c:pt>
                <c:pt idx="322">
                  <c:v>4.3399999999962802E-2</c:v>
                </c:pt>
                <c:pt idx="323">
                  <c:v>4.3299999999987904E-2</c:v>
                </c:pt>
                <c:pt idx="324">
                  <c:v>4.3299999999987904E-2</c:v>
                </c:pt>
                <c:pt idx="325">
                  <c:v>4.3200000000013006E-2</c:v>
                </c:pt>
                <c:pt idx="326">
                  <c:v>4.3200000000013006E-2</c:v>
                </c:pt>
                <c:pt idx="327">
                  <c:v>4.3099999999981264E-2</c:v>
                </c:pt>
                <c:pt idx="328">
                  <c:v>4.3099999999981264E-2</c:v>
                </c:pt>
                <c:pt idx="329">
                  <c:v>4.3099999999981264E-2</c:v>
                </c:pt>
                <c:pt idx="330">
                  <c:v>4.3000000000006366E-2</c:v>
                </c:pt>
                <c:pt idx="331">
                  <c:v>4.3000000000006366E-2</c:v>
                </c:pt>
                <c:pt idx="332">
                  <c:v>4.3000000000006366E-2</c:v>
                </c:pt>
                <c:pt idx="333">
                  <c:v>4.2899999999974625E-2</c:v>
                </c:pt>
                <c:pt idx="334">
                  <c:v>4.2899999999974625E-2</c:v>
                </c:pt>
                <c:pt idx="335">
                  <c:v>4.2899999999974625E-2</c:v>
                </c:pt>
                <c:pt idx="336">
                  <c:v>4.2899999999974625E-2</c:v>
                </c:pt>
                <c:pt idx="337">
                  <c:v>4.2799999999999727E-2</c:v>
                </c:pt>
                <c:pt idx="338">
                  <c:v>4.2799999999999727E-2</c:v>
                </c:pt>
                <c:pt idx="339">
                  <c:v>4.2799999999999727E-2</c:v>
                </c:pt>
                <c:pt idx="340">
                  <c:v>4.3299999999987904E-2</c:v>
                </c:pt>
                <c:pt idx="341">
                  <c:v>4.3499999999994543E-2</c:v>
                </c:pt>
                <c:pt idx="342">
                  <c:v>4.3499999999994543E-2</c:v>
                </c:pt>
                <c:pt idx="343">
                  <c:v>4.3700000000001182E-2</c:v>
                </c:pt>
                <c:pt idx="344">
                  <c:v>4.379999999997608E-2</c:v>
                </c:pt>
                <c:pt idx="345">
                  <c:v>4.3900000000007822E-2</c:v>
                </c:pt>
                <c:pt idx="346">
                  <c:v>4.399999999998272E-2</c:v>
                </c:pt>
                <c:pt idx="347">
                  <c:v>4.4099999999957618E-2</c:v>
                </c:pt>
                <c:pt idx="348">
                  <c:v>4.4199999999989359E-2</c:v>
                </c:pt>
                <c:pt idx="349">
                  <c:v>4.4299999999964257E-2</c:v>
                </c:pt>
                <c:pt idx="350">
                  <c:v>4.4299999999964257E-2</c:v>
                </c:pt>
                <c:pt idx="351">
                  <c:v>4.4399999999995998E-2</c:v>
                </c:pt>
                <c:pt idx="352">
                  <c:v>4.4499999999970896E-2</c:v>
                </c:pt>
                <c:pt idx="353">
                  <c:v>4.4499999999970896E-2</c:v>
                </c:pt>
                <c:pt idx="354">
                  <c:v>4.4600000000002638E-2</c:v>
                </c:pt>
                <c:pt idx="355">
                  <c:v>4.4600000000002638E-2</c:v>
                </c:pt>
                <c:pt idx="356">
                  <c:v>4.4699999999977535E-2</c:v>
                </c:pt>
                <c:pt idx="357">
                  <c:v>4.4699999999977535E-2</c:v>
                </c:pt>
                <c:pt idx="358">
                  <c:v>4.4800000000009277E-2</c:v>
                </c:pt>
                <c:pt idx="359">
                  <c:v>4.4800000000009277E-2</c:v>
                </c:pt>
                <c:pt idx="360">
                  <c:v>4.4800000000009277E-2</c:v>
                </c:pt>
                <c:pt idx="361">
                  <c:v>4.4800000000009277E-2</c:v>
                </c:pt>
                <c:pt idx="362">
                  <c:v>4.4899999999984175E-2</c:v>
                </c:pt>
                <c:pt idx="363">
                  <c:v>4.4899999999984175E-2</c:v>
                </c:pt>
                <c:pt idx="364">
                  <c:v>4.4899999999984175E-2</c:v>
                </c:pt>
                <c:pt idx="365">
                  <c:v>4.4899999999984175E-2</c:v>
                </c:pt>
                <c:pt idx="366">
                  <c:v>4.4999999999959073E-2</c:v>
                </c:pt>
                <c:pt idx="367">
                  <c:v>4.4999999999959073E-2</c:v>
                </c:pt>
                <c:pt idx="368">
                  <c:v>4.4999999999959073E-2</c:v>
                </c:pt>
                <c:pt idx="369">
                  <c:v>4.4999999999959073E-2</c:v>
                </c:pt>
                <c:pt idx="370">
                  <c:v>4.4999999999959073E-2</c:v>
                </c:pt>
                <c:pt idx="371">
                  <c:v>4.4899999999984175E-2</c:v>
                </c:pt>
                <c:pt idx="372">
                  <c:v>4.4499999999970896E-2</c:v>
                </c:pt>
                <c:pt idx="373">
                  <c:v>4.4499999999970896E-2</c:v>
                </c:pt>
                <c:pt idx="374">
                  <c:v>4.4399999999995998E-2</c:v>
                </c:pt>
                <c:pt idx="375">
                  <c:v>4.4299999999964257E-2</c:v>
                </c:pt>
                <c:pt idx="376">
                  <c:v>4.4199999999989359E-2</c:v>
                </c:pt>
                <c:pt idx="377">
                  <c:v>4.4099999999957618E-2</c:v>
                </c:pt>
                <c:pt idx="378">
                  <c:v>4.4099999999957618E-2</c:v>
                </c:pt>
                <c:pt idx="379">
                  <c:v>4.399999999998272E-2</c:v>
                </c:pt>
                <c:pt idx="380">
                  <c:v>4.3900000000007822E-2</c:v>
                </c:pt>
                <c:pt idx="381">
                  <c:v>4.3900000000007822E-2</c:v>
                </c:pt>
                <c:pt idx="382">
                  <c:v>4.3900000000007822E-2</c:v>
                </c:pt>
                <c:pt idx="383">
                  <c:v>4.379999999997608E-2</c:v>
                </c:pt>
                <c:pt idx="384">
                  <c:v>4.379999999997608E-2</c:v>
                </c:pt>
                <c:pt idx="385">
                  <c:v>4.3700000000001182E-2</c:v>
                </c:pt>
                <c:pt idx="386">
                  <c:v>4.3700000000001182E-2</c:v>
                </c:pt>
                <c:pt idx="387">
                  <c:v>4.3700000000001182E-2</c:v>
                </c:pt>
                <c:pt idx="388">
                  <c:v>4.3599999999969441E-2</c:v>
                </c:pt>
                <c:pt idx="389">
                  <c:v>4.3599999999969441E-2</c:v>
                </c:pt>
                <c:pt idx="390">
                  <c:v>4.3599999999969441E-2</c:v>
                </c:pt>
                <c:pt idx="391">
                  <c:v>4.3599999999969441E-2</c:v>
                </c:pt>
                <c:pt idx="392">
                  <c:v>4.3599999999969441E-2</c:v>
                </c:pt>
                <c:pt idx="393">
                  <c:v>4.3499999999994543E-2</c:v>
                </c:pt>
                <c:pt idx="394">
                  <c:v>4.3499999999994543E-2</c:v>
                </c:pt>
                <c:pt idx="395">
                  <c:v>4.3499999999994543E-2</c:v>
                </c:pt>
                <c:pt idx="396">
                  <c:v>4.3499999999994543E-2</c:v>
                </c:pt>
                <c:pt idx="397">
                  <c:v>4.3499999999994543E-2</c:v>
                </c:pt>
                <c:pt idx="398">
                  <c:v>4.3499999999994543E-2</c:v>
                </c:pt>
                <c:pt idx="399">
                  <c:v>4.3499999999994543E-2</c:v>
                </c:pt>
                <c:pt idx="400">
                  <c:v>4.3499999999994543E-2</c:v>
                </c:pt>
                <c:pt idx="401">
                  <c:v>4.3499999999994543E-2</c:v>
                </c:pt>
                <c:pt idx="402">
                  <c:v>4.3399999999962802E-2</c:v>
                </c:pt>
                <c:pt idx="403">
                  <c:v>4.3399999999962802E-2</c:v>
                </c:pt>
                <c:pt idx="404">
                  <c:v>4.3399999999962802E-2</c:v>
                </c:pt>
                <c:pt idx="405">
                  <c:v>4.3399999999962802E-2</c:v>
                </c:pt>
                <c:pt idx="406">
                  <c:v>4.3399999999962802E-2</c:v>
                </c:pt>
                <c:pt idx="407">
                  <c:v>4.3399999999962802E-2</c:v>
                </c:pt>
                <c:pt idx="408">
                  <c:v>4.3399999999962802E-2</c:v>
                </c:pt>
                <c:pt idx="409">
                  <c:v>4.3399999999962802E-2</c:v>
                </c:pt>
                <c:pt idx="410">
                  <c:v>4.3399999999962802E-2</c:v>
                </c:pt>
                <c:pt idx="411">
                  <c:v>4.3399999999962802E-2</c:v>
                </c:pt>
                <c:pt idx="412">
                  <c:v>4.3399999999962802E-2</c:v>
                </c:pt>
                <c:pt idx="413">
                  <c:v>4.3399999999962802E-2</c:v>
                </c:pt>
                <c:pt idx="414">
                  <c:v>4.3399999999962802E-2</c:v>
                </c:pt>
                <c:pt idx="415">
                  <c:v>4.3399999999962802E-2</c:v>
                </c:pt>
                <c:pt idx="416">
                  <c:v>4.3399999999962802E-2</c:v>
                </c:pt>
                <c:pt idx="417">
                  <c:v>4.3399999999962802E-2</c:v>
                </c:pt>
                <c:pt idx="418">
                  <c:v>4.3399999999962802E-2</c:v>
                </c:pt>
                <c:pt idx="419">
                  <c:v>4.3399999999962802E-2</c:v>
                </c:pt>
                <c:pt idx="420">
                  <c:v>4.3399999999962802E-2</c:v>
                </c:pt>
                <c:pt idx="421">
                  <c:v>4.3399999999962802E-2</c:v>
                </c:pt>
                <c:pt idx="422">
                  <c:v>4.3499999999994543E-2</c:v>
                </c:pt>
                <c:pt idx="423">
                  <c:v>4.3599999999969441E-2</c:v>
                </c:pt>
                <c:pt idx="424">
                  <c:v>4.3499999999994543E-2</c:v>
                </c:pt>
                <c:pt idx="425">
                  <c:v>4.3599999999969441E-2</c:v>
                </c:pt>
                <c:pt idx="426">
                  <c:v>4.3599999999969441E-2</c:v>
                </c:pt>
                <c:pt idx="427">
                  <c:v>4.3700000000001182E-2</c:v>
                </c:pt>
                <c:pt idx="428">
                  <c:v>4.3700000000001182E-2</c:v>
                </c:pt>
                <c:pt idx="429">
                  <c:v>4.3700000000001182E-2</c:v>
                </c:pt>
                <c:pt idx="430">
                  <c:v>4.379999999997608E-2</c:v>
                </c:pt>
                <c:pt idx="431">
                  <c:v>4.379999999997608E-2</c:v>
                </c:pt>
                <c:pt idx="432">
                  <c:v>4.379999999997608E-2</c:v>
                </c:pt>
                <c:pt idx="433">
                  <c:v>4.379999999997608E-2</c:v>
                </c:pt>
                <c:pt idx="434">
                  <c:v>4.379999999997608E-2</c:v>
                </c:pt>
                <c:pt idx="435">
                  <c:v>4.3900000000007822E-2</c:v>
                </c:pt>
                <c:pt idx="436">
                  <c:v>4.3900000000007822E-2</c:v>
                </c:pt>
                <c:pt idx="437">
                  <c:v>4.3900000000007822E-2</c:v>
                </c:pt>
                <c:pt idx="438">
                  <c:v>4.3900000000007822E-2</c:v>
                </c:pt>
                <c:pt idx="439">
                  <c:v>4.3900000000007822E-2</c:v>
                </c:pt>
                <c:pt idx="440">
                  <c:v>4.3900000000007822E-2</c:v>
                </c:pt>
                <c:pt idx="441">
                  <c:v>4.399999999998272E-2</c:v>
                </c:pt>
                <c:pt idx="442">
                  <c:v>4.399999999998272E-2</c:v>
                </c:pt>
                <c:pt idx="443">
                  <c:v>4.399999999998272E-2</c:v>
                </c:pt>
                <c:pt idx="444">
                  <c:v>4.399999999998272E-2</c:v>
                </c:pt>
                <c:pt idx="445">
                  <c:v>4.399999999998272E-2</c:v>
                </c:pt>
                <c:pt idx="446">
                  <c:v>4.399999999998272E-2</c:v>
                </c:pt>
                <c:pt idx="447">
                  <c:v>4.399999999998272E-2</c:v>
                </c:pt>
                <c:pt idx="448">
                  <c:v>4.399999999998272E-2</c:v>
                </c:pt>
                <c:pt idx="449">
                  <c:v>4.399999999998272E-2</c:v>
                </c:pt>
                <c:pt idx="450">
                  <c:v>4.399999999998272E-2</c:v>
                </c:pt>
                <c:pt idx="451">
                  <c:v>4.4099999999957618E-2</c:v>
                </c:pt>
                <c:pt idx="452">
                  <c:v>4.4099999999957618E-2</c:v>
                </c:pt>
                <c:pt idx="453">
                  <c:v>4.4099999999957618E-2</c:v>
                </c:pt>
                <c:pt idx="454">
                  <c:v>4.4099999999957618E-2</c:v>
                </c:pt>
                <c:pt idx="455">
                  <c:v>4.4099999999957618E-2</c:v>
                </c:pt>
                <c:pt idx="456">
                  <c:v>4.4099999999957618E-2</c:v>
                </c:pt>
                <c:pt idx="457">
                  <c:v>4.4099999999957618E-2</c:v>
                </c:pt>
                <c:pt idx="458">
                  <c:v>4.4099999999957618E-2</c:v>
                </c:pt>
                <c:pt idx="459">
                  <c:v>4.4099999999957618E-2</c:v>
                </c:pt>
                <c:pt idx="460">
                  <c:v>4.4099999999957618E-2</c:v>
                </c:pt>
                <c:pt idx="461">
                  <c:v>4.4099999999957618E-2</c:v>
                </c:pt>
                <c:pt idx="462">
                  <c:v>4.4099999999957618E-2</c:v>
                </c:pt>
                <c:pt idx="463">
                  <c:v>4.4099999999957618E-2</c:v>
                </c:pt>
                <c:pt idx="464">
                  <c:v>4.4099999999957618E-2</c:v>
                </c:pt>
                <c:pt idx="465">
                  <c:v>4.4099999999957618E-2</c:v>
                </c:pt>
                <c:pt idx="466">
                  <c:v>4.4099999999957618E-2</c:v>
                </c:pt>
                <c:pt idx="467">
                  <c:v>4.4099999999957618E-2</c:v>
                </c:pt>
                <c:pt idx="468">
                  <c:v>4.4099999999957618E-2</c:v>
                </c:pt>
                <c:pt idx="469">
                  <c:v>4.4099999999957618E-2</c:v>
                </c:pt>
                <c:pt idx="470">
                  <c:v>4.4099999999957618E-2</c:v>
                </c:pt>
                <c:pt idx="471">
                  <c:v>4.4099999999957618E-2</c:v>
                </c:pt>
                <c:pt idx="472">
                  <c:v>4.4099999999957618E-2</c:v>
                </c:pt>
                <c:pt idx="473">
                  <c:v>4.399999999998272E-2</c:v>
                </c:pt>
                <c:pt idx="474">
                  <c:v>4.379999999997608E-2</c:v>
                </c:pt>
                <c:pt idx="475">
                  <c:v>4.379999999997608E-2</c:v>
                </c:pt>
                <c:pt idx="476">
                  <c:v>4.3700000000001182E-2</c:v>
                </c:pt>
                <c:pt idx="477">
                  <c:v>4.3599999999969441E-2</c:v>
                </c:pt>
                <c:pt idx="478">
                  <c:v>4.3499999999994543E-2</c:v>
                </c:pt>
                <c:pt idx="479">
                  <c:v>4.3499999999994543E-2</c:v>
                </c:pt>
                <c:pt idx="480">
                  <c:v>4.3399999999962802E-2</c:v>
                </c:pt>
                <c:pt idx="481">
                  <c:v>4.3399999999962802E-2</c:v>
                </c:pt>
                <c:pt idx="482">
                  <c:v>4.3299999999987904E-2</c:v>
                </c:pt>
                <c:pt idx="483">
                  <c:v>4.3299999999987904E-2</c:v>
                </c:pt>
                <c:pt idx="484">
                  <c:v>4.3200000000013006E-2</c:v>
                </c:pt>
                <c:pt idx="485">
                  <c:v>4.3200000000013006E-2</c:v>
                </c:pt>
                <c:pt idx="486">
                  <c:v>4.3099999999981264E-2</c:v>
                </c:pt>
                <c:pt idx="487">
                  <c:v>4.3099999999981264E-2</c:v>
                </c:pt>
                <c:pt idx="488">
                  <c:v>4.3099999999981264E-2</c:v>
                </c:pt>
                <c:pt idx="489">
                  <c:v>4.3000000000006366E-2</c:v>
                </c:pt>
                <c:pt idx="490">
                  <c:v>4.3000000000006366E-2</c:v>
                </c:pt>
                <c:pt idx="491">
                  <c:v>4.3000000000006366E-2</c:v>
                </c:pt>
                <c:pt idx="492">
                  <c:v>4.2899999999974625E-2</c:v>
                </c:pt>
                <c:pt idx="493">
                  <c:v>4.2899999999974625E-2</c:v>
                </c:pt>
                <c:pt idx="494">
                  <c:v>4.2899999999974625E-2</c:v>
                </c:pt>
                <c:pt idx="495">
                  <c:v>4.2899999999974625E-2</c:v>
                </c:pt>
                <c:pt idx="496">
                  <c:v>4.2799999999999727E-2</c:v>
                </c:pt>
                <c:pt idx="497">
                  <c:v>4.2799999999999727E-2</c:v>
                </c:pt>
                <c:pt idx="498">
                  <c:v>4.2799999999999727E-2</c:v>
                </c:pt>
                <c:pt idx="499">
                  <c:v>4.3399999999962802E-2</c:v>
                </c:pt>
                <c:pt idx="500">
                  <c:v>4.3499999999994543E-2</c:v>
                </c:pt>
                <c:pt idx="501">
                  <c:v>4.3599999999969441E-2</c:v>
                </c:pt>
                <c:pt idx="502">
                  <c:v>4.3700000000001182E-2</c:v>
                </c:pt>
                <c:pt idx="503">
                  <c:v>4.379999999997608E-2</c:v>
                </c:pt>
                <c:pt idx="504">
                  <c:v>4.3900000000007822E-2</c:v>
                </c:pt>
                <c:pt idx="505">
                  <c:v>4.399999999998272E-2</c:v>
                </c:pt>
                <c:pt idx="506">
                  <c:v>4.4099999999957618E-2</c:v>
                </c:pt>
                <c:pt idx="507">
                  <c:v>4.4199999999989359E-2</c:v>
                </c:pt>
                <c:pt idx="508">
                  <c:v>4.4299999999964257E-2</c:v>
                </c:pt>
                <c:pt idx="509">
                  <c:v>4.4399999999995998E-2</c:v>
                </c:pt>
                <c:pt idx="510">
                  <c:v>4.4399999999995998E-2</c:v>
                </c:pt>
                <c:pt idx="511">
                  <c:v>4.4499999999970896E-2</c:v>
                </c:pt>
                <c:pt idx="512">
                  <c:v>4.4499999999970896E-2</c:v>
                </c:pt>
                <c:pt idx="513">
                  <c:v>4.4600000000002638E-2</c:v>
                </c:pt>
                <c:pt idx="514">
                  <c:v>4.4600000000002638E-2</c:v>
                </c:pt>
                <c:pt idx="515">
                  <c:v>4.4699999999977535E-2</c:v>
                </c:pt>
                <c:pt idx="516">
                  <c:v>4.4699999999977535E-2</c:v>
                </c:pt>
                <c:pt idx="517">
                  <c:v>4.4800000000009277E-2</c:v>
                </c:pt>
                <c:pt idx="518">
                  <c:v>4.4800000000009277E-2</c:v>
                </c:pt>
                <c:pt idx="519">
                  <c:v>4.4800000000009277E-2</c:v>
                </c:pt>
                <c:pt idx="520">
                  <c:v>4.4899999999984175E-2</c:v>
                </c:pt>
                <c:pt idx="521">
                  <c:v>4.4899999999984175E-2</c:v>
                </c:pt>
                <c:pt idx="522">
                  <c:v>4.4899999999984175E-2</c:v>
                </c:pt>
                <c:pt idx="523">
                  <c:v>4.4899999999984175E-2</c:v>
                </c:pt>
                <c:pt idx="524">
                  <c:v>4.4999999999959073E-2</c:v>
                </c:pt>
                <c:pt idx="525">
                  <c:v>4.4999999999959073E-2</c:v>
                </c:pt>
                <c:pt idx="526">
                  <c:v>4.4999999999959073E-2</c:v>
                </c:pt>
                <c:pt idx="527">
                  <c:v>4.4999999999959073E-2</c:v>
                </c:pt>
                <c:pt idx="528">
                  <c:v>4.4999999999959073E-2</c:v>
                </c:pt>
                <c:pt idx="529">
                  <c:v>4.4800000000009277E-2</c:v>
                </c:pt>
                <c:pt idx="530">
                  <c:v>4.4499999999970896E-2</c:v>
                </c:pt>
                <c:pt idx="531">
                  <c:v>4.4499999999970896E-2</c:v>
                </c:pt>
                <c:pt idx="532">
                  <c:v>4.4399999999995998E-2</c:v>
                </c:pt>
              </c:numCache>
            </c:numRef>
          </c:yVal>
          <c:smooth val="1"/>
          <c:extLst>
            <c:ext xmlns:c16="http://schemas.microsoft.com/office/drawing/2014/chart" uri="{C3380CC4-5D6E-409C-BE32-E72D297353CC}">
              <c16:uniqueId val="{0000000A-070C-47F8-AF40-B045CA708FE7}"/>
            </c:ext>
          </c:extLst>
        </c:ser>
        <c:ser>
          <c:idx val="11"/>
          <c:order val="11"/>
          <c:tx>
            <c:strRef>
              <c:f>N50000_VV_TEMPS_oc5l2_50000!$BM$1</c:f>
              <c:strCache>
                <c:ptCount val="1"/>
                <c:pt idx="0">
                  <c:v>CGI_DM2.5</c:v>
                </c:pt>
              </c:strCache>
            </c:strRef>
          </c:tx>
          <c:spPr>
            <a:ln w="19050" cap="rnd">
              <a:solidFill>
                <a:schemeClr val="accent6">
                  <a:lumMod val="60000"/>
                </a:schemeClr>
              </a:solidFill>
              <a:round/>
            </a:ln>
            <a:effectLst/>
          </c:spPr>
          <c:marker>
            <c:symbol val="circle"/>
            <c:size val="5"/>
            <c:spPr>
              <a:solidFill>
                <a:schemeClr val="accent6">
                  <a:lumMod val="60000"/>
                </a:schemeClr>
              </a:solidFill>
              <a:ln w="9525">
                <a:solidFill>
                  <a:schemeClr val="accent6">
                    <a:lumMod val="60000"/>
                  </a:schemeClr>
                </a:solidFill>
              </a:ln>
              <a:effectLst/>
            </c:spPr>
          </c:marker>
          <c:xVal>
            <c:numRef>
              <c:f>N50000_VV_TEMPS_oc5l2_50000!$BA$2:$BA$536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N50000_VV_TEMPS_oc5l2_50000!$BM$2:$BM$536</c:f>
              <c:numCache>
                <c:formatCode>General</c:formatCode>
                <c:ptCount val="533"/>
                <c:pt idx="0">
                  <c:v>0</c:v>
                </c:pt>
                <c:pt idx="1">
                  <c:v>5.8299999999974261E-2</c:v>
                </c:pt>
                <c:pt idx="2">
                  <c:v>4.3299999999987904E-2</c:v>
                </c:pt>
                <c:pt idx="3">
                  <c:v>3.2299999999963802E-2</c:v>
                </c:pt>
                <c:pt idx="4">
                  <c:v>4.0799999999990177E-2</c:v>
                </c:pt>
                <c:pt idx="5">
                  <c:v>3.489999999999327E-2</c:v>
                </c:pt>
                <c:pt idx="6">
                  <c:v>3.6599999999964439E-2</c:v>
                </c:pt>
                <c:pt idx="7">
                  <c:v>3.6499999999989541E-2</c:v>
                </c:pt>
                <c:pt idx="8">
                  <c:v>3.6000000000001364E-2</c:v>
                </c:pt>
                <c:pt idx="9">
                  <c:v>3.6400000000014643E-2</c:v>
                </c:pt>
                <c:pt idx="10">
                  <c:v>3.6200000000008004E-2</c:v>
                </c:pt>
                <c:pt idx="11">
                  <c:v>3.6299999999982901E-2</c:v>
                </c:pt>
                <c:pt idx="12">
                  <c:v>3.6299999999982901E-2</c:v>
                </c:pt>
                <c:pt idx="13">
                  <c:v>3.6299999999982901E-2</c:v>
                </c:pt>
                <c:pt idx="14">
                  <c:v>3.6299999999982901E-2</c:v>
                </c:pt>
                <c:pt idx="15">
                  <c:v>3.6299999999982901E-2</c:v>
                </c:pt>
                <c:pt idx="16">
                  <c:v>3.6299999999982901E-2</c:v>
                </c:pt>
                <c:pt idx="17">
                  <c:v>3.6299999999982901E-2</c:v>
                </c:pt>
                <c:pt idx="18">
                  <c:v>3.6299999999982901E-2</c:v>
                </c:pt>
                <c:pt idx="19">
                  <c:v>3.6299999999982901E-2</c:v>
                </c:pt>
                <c:pt idx="20">
                  <c:v>3.6299999999982901E-2</c:v>
                </c:pt>
                <c:pt idx="21">
                  <c:v>3.6299999999982901E-2</c:v>
                </c:pt>
                <c:pt idx="22">
                  <c:v>3.6299999999982901E-2</c:v>
                </c:pt>
                <c:pt idx="23">
                  <c:v>3.6299999999982901E-2</c:v>
                </c:pt>
                <c:pt idx="24">
                  <c:v>3.6299999999982901E-2</c:v>
                </c:pt>
                <c:pt idx="25">
                  <c:v>3.6299999999982901E-2</c:v>
                </c:pt>
                <c:pt idx="26">
                  <c:v>3.6599999999964439E-2</c:v>
                </c:pt>
                <c:pt idx="27">
                  <c:v>3.6900000000002819E-2</c:v>
                </c:pt>
                <c:pt idx="28">
                  <c:v>3.6900000000002819E-2</c:v>
                </c:pt>
                <c:pt idx="29">
                  <c:v>3.7100000000009459E-2</c:v>
                </c:pt>
                <c:pt idx="30">
                  <c:v>3.7199999999984357E-2</c:v>
                </c:pt>
                <c:pt idx="31">
                  <c:v>3.7199999999984357E-2</c:v>
                </c:pt>
                <c:pt idx="32">
                  <c:v>3.7300000000016098E-2</c:v>
                </c:pt>
                <c:pt idx="33">
                  <c:v>3.7399999999990996E-2</c:v>
                </c:pt>
                <c:pt idx="34">
                  <c:v>3.7499999999965894E-2</c:v>
                </c:pt>
                <c:pt idx="35">
                  <c:v>3.7499999999965894E-2</c:v>
                </c:pt>
                <c:pt idx="36">
                  <c:v>3.7599999999997635E-2</c:v>
                </c:pt>
                <c:pt idx="37">
                  <c:v>3.7699999999972533E-2</c:v>
                </c:pt>
                <c:pt idx="38">
                  <c:v>3.7699999999972533E-2</c:v>
                </c:pt>
                <c:pt idx="39">
                  <c:v>3.7800000000004275E-2</c:v>
                </c:pt>
                <c:pt idx="40">
                  <c:v>3.7800000000004275E-2</c:v>
                </c:pt>
                <c:pt idx="41">
                  <c:v>3.7800000000004275E-2</c:v>
                </c:pt>
                <c:pt idx="42">
                  <c:v>3.7899999999979173E-2</c:v>
                </c:pt>
                <c:pt idx="43">
                  <c:v>3.7899999999979173E-2</c:v>
                </c:pt>
                <c:pt idx="44">
                  <c:v>3.7899999999979173E-2</c:v>
                </c:pt>
                <c:pt idx="45">
                  <c:v>3.8000000000010914E-2</c:v>
                </c:pt>
                <c:pt idx="46">
                  <c:v>3.8000000000010914E-2</c:v>
                </c:pt>
                <c:pt idx="47">
                  <c:v>3.8000000000010914E-2</c:v>
                </c:pt>
                <c:pt idx="48">
                  <c:v>3.8099999999985812E-2</c:v>
                </c:pt>
                <c:pt idx="49">
                  <c:v>3.8099999999985812E-2</c:v>
                </c:pt>
                <c:pt idx="50">
                  <c:v>3.8099999999985812E-2</c:v>
                </c:pt>
                <c:pt idx="51">
                  <c:v>3.8099999999985812E-2</c:v>
                </c:pt>
                <c:pt idx="52">
                  <c:v>3.8099999999985812E-2</c:v>
                </c:pt>
                <c:pt idx="53">
                  <c:v>3.8099999999985812E-2</c:v>
                </c:pt>
                <c:pt idx="54">
                  <c:v>3.8200000000017553E-2</c:v>
                </c:pt>
                <c:pt idx="55">
                  <c:v>3.8200000000017553E-2</c:v>
                </c:pt>
                <c:pt idx="56">
                  <c:v>3.8099999999985812E-2</c:v>
                </c:pt>
                <c:pt idx="57">
                  <c:v>3.7699999999972533E-2</c:v>
                </c:pt>
                <c:pt idx="58">
                  <c:v>3.7699999999972533E-2</c:v>
                </c:pt>
                <c:pt idx="59">
                  <c:v>3.7599999999997635E-2</c:v>
                </c:pt>
                <c:pt idx="60">
                  <c:v>3.7499999999965894E-2</c:v>
                </c:pt>
                <c:pt idx="61">
                  <c:v>3.7499999999965894E-2</c:v>
                </c:pt>
                <c:pt idx="62">
                  <c:v>3.7399999999990996E-2</c:v>
                </c:pt>
                <c:pt idx="63">
                  <c:v>3.7399999999990996E-2</c:v>
                </c:pt>
                <c:pt idx="64">
                  <c:v>3.7300000000016098E-2</c:v>
                </c:pt>
                <c:pt idx="65">
                  <c:v>3.7300000000016098E-2</c:v>
                </c:pt>
                <c:pt idx="66">
                  <c:v>3.7300000000016098E-2</c:v>
                </c:pt>
                <c:pt idx="67">
                  <c:v>3.7199999999984357E-2</c:v>
                </c:pt>
                <c:pt idx="68">
                  <c:v>3.7199999999984357E-2</c:v>
                </c:pt>
                <c:pt idx="69">
                  <c:v>3.7199999999984357E-2</c:v>
                </c:pt>
                <c:pt idx="70">
                  <c:v>3.7100000000009459E-2</c:v>
                </c:pt>
                <c:pt idx="71">
                  <c:v>3.7100000000009459E-2</c:v>
                </c:pt>
                <c:pt idx="72">
                  <c:v>3.7100000000009459E-2</c:v>
                </c:pt>
                <c:pt idx="73">
                  <c:v>3.7100000000009459E-2</c:v>
                </c:pt>
                <c:pt idx="74">
                  <c:v>3.6999999999977717E-2</c:v>
                </c:pt>
                <c:pt idx="75">
                  <c:v>3.6999999999977717E-2</c:v>
                </c:pt>
                <c:pt idx="76">
                  <c:v>3.6999999999977717E-2</c:v>
                </c:pt>
                <c:pt idx="77">
                  <c:v>3.6999999999977717E-2</c:v>
                </c:pt>
                <c:pt idx="78">
                  <c:v>3.6999999999977717E-2</c:v>
                </c:pt>
                <c:pt idx="79">
                  <c:v>3.6999999999977717E-2</c:v>
                </c:pt>
                <c:pt idx="80">
                  <c:v>3.6999999999977717E-2</c:v>
                </c:pt>
                <c:pt idx="81">
                  <c:v>3.6900000000002819E-2</c:v>
                </c:pt>
                <c:pt idx="82">
                  <c:v>3.6900000000002819E-2</c:v>
                </c:pt>
                <c:pt idx="83">
                  <c:v>3.6900000000002819E-2</c:v>
                </c:pt>
                <c:pt idx="84">
                  <c:v>3.6900000000002819E-2</c:v>
                </c:pt>
                <c:pt idx="85">
                  <c:v>3.6900000000002819E-2</c:v>
                </c:pt>
                <c:pt idx="86">
                  <c:v>3.6900000000002819E-2</c:v>
                </c:pt>
                <c:pt idx="87">
                  <c:v>3.6900000000002819E-2</c:v>
                </c:pt>
                <c:pt idx="88">
                  <c:v>3.6900000000002819E-2</c:v>
                </c:pt>
                <c:pt idx="89">
                  <c:v>3.6900000000002819E-2</c:v>
                </c:pt>
                <c:pt idx="90">
                  <c:v>3.6900000000002819E-2</c:v>
                </c:pt>
                <c:pt idx="91">
                  <c:v>3.6900000000002819E-2</c:v>
                </c:pt>
                <c:pt idx="92">
                  <c:v>3.6900000000002819E-2</c:v>
                </c:pt>
                <c:pt idx="93">
                  <c:v>3.6900000000002819E-2</c:v>
                </c:pt>
                <c:pt idx="94">
                  <c:v>3.6900000000002819E-2</c:v>
                </c:pt>
                <c:pt idx="95">
                  <c:v>3.6900000000002819E-2</c:v>
                </c:pt>
                <c:pt idx="96">
                  <c:v>3.6900000000002819E-2</c:v>
                </c:pt>
                <c:pt idx="97">
                  <c:v>3.6900000000002819E-2</c:v>
                </c:pt>
                <c:pt idx="98">
                  <c:v>3.6900000000002819E-2</c:v>
                </c:pt>
                <c:pt idx="99">
                  <c:v>3.6900000000002819E-2</c:v>
                </c:pt>
                <c:pt idx="100">
                  <c:v>3.6900000000002819E-2</c:v>
                </c:pt>
                <c:pt idx="101">
                  <c:v>3.6900000000002819E-2</c:v>
                </c:pt>
                <c:pt idx="102">
                  <c:v>3.6900000000002819E-2</c:v>
                </c:pt>
                <c:pt idx="103">
                  <c:v>3.6900000000002819E-2</c:v>
                </c:pt>
                <c:pt idx="104">
                  <c:v>3.6900000000002819E-2</c:v>
                </c:pt>
                <c:pt idx="105">
                  <c:v>3.6900000000002819E-2</c:v>
                </c:pt>
                <c:pt idx="106">
                  <c:v>3.6799999999971078E-2</c:v>
                </c:pt>
                <c:pt idx="107">
                  <c:v>3.6900000000002819E-2</c:v>
                </c:pt>
                <c:pt idx="108">
                  <c:v>3.6999999999977717E-2</c:v>
                </c:pt>
                <c:pt idx="109">
                  <c:v>3.6999999999977717E-2</c:v>
                </c:pt>
                <c:pt idx="110">
                  <c:v>3.6999999999977717E-2</c:v>
                </c:pt>
                <c:pt idx="111">
                  <c:v>3.7100000000009459E-2</c:v>
                </c:pt>
                <c:pt idx="112">
                  <c:v>3.7100000000009459E-2</c:v>
                </c:pt>
                <c:pt idx="113">
                  <c:v>3.7100000000009459E-2</c:v>
                </c:pt>
                <c:pt idx="114">
                  <c:v>3.7100000000009459E-2</c:v>
                </c:pt>
                <c:pt idx="115">
                  <c:v>3.7199999999984357E-2</c:v>
                </c:pt>
                <c:pt idx="116">
                  <c:v>3.7199999999984357E-2</c:v>
                </c:pt>
                <c:pt idx="117">
                  <c:v>3.7199999999984357E-2</c:v>
                </c:pt>
                <c:pt idx="118">
                  <c:v>3.7199999999984357E-2</c:v>
                </c:pt>
                <c:pt idx="119">
                  <c:v>3.7199999999984357E-2</c:v>
                </c:pt>
                <c:pt idx="120">
                  <c:v>3.7199999999984357E-2</c:v>
                </c:pt>
                <c:pt idx="121">
                  <c:v>3.7300000000016098E-2</c:v>
                </c:pt>
                <c:pt idx="122">
                  <c:v>3.7300000000016098E-2</c:v>
                </c:pt>
                <c:pt idx="123">
                  <c:v>3.7300000000016098E-2</c:v>
                </c:pt>
                <c:pt idx="124">
                  <c:v>3.7300000000016098E-2</c:v>
                </c:pt>
                <c:pt idx="125">
                  <c:v>3.7300000000016098E-2</c:v>
                </c:pt>
                <c:pt idx="126">
                  <c:v>3.7300000000016098E-2</c:v>
                </c:pt>
                <c:pt idx="127">
                  <c:v>3.7300000000016098E-2</c:v>
                </c:pt>
                <c:pt idx="128">
                  <c:v>3.7300000000016098E-2</c:v>
                </c:pt>
                <c:pt idx="129">
                  <c:v>3.7300000000016098E-2</c:v>
                </c:pt>
                <c:pt idx="130">
                  <c:v>3.7399999999990996E-2</c:v>
                </c:pt>
                <c:pt idx="131">
                  <c:v>3.7399999999990996E-2</c:v>
                </c:pt>
                <c:pt idx="132">
                  <c:v>3.7399999999990996E-2</c:v>
                </c:pt>
                <c:pt idx="133">
                  <c:v>3.7399999999990996E-2</c:v>
                </c:pt>
                <c:pt idx="134">
                  <c:v>3.7399999999990996E-2</c:v>
                </c:pt>
                <c:pt idx="135">
                  <c:v>3.7399999999990996E-2</c:v>
                </c:pt>
                <c:pt idx="136">
                  <c:v>3.7399999999990996E-2</c:v>
                </c:pt>
                <c:pt idx="137">
                  <c:v>3.7399999999990996E-2</c:v>
                </c:pt>
                <c:pt idx="138">
                  <c:v>3.7399999999990996E-2</c:v>
                </c:pt>
                <c:pt idx="139">
                  <c:v>3.7399999999990996E-2</c:v>
                </c:pt>
                <c:pt idx="140">
                  <c:v>3.7399999999990996E-2</c:v>
                </c:pt>
                <c:pt idx="141">
                  <c:v>3.7399999999990996E-2</c:v>
                </c:pt>
                <c:pt idx="142">
                  <c:v>3.7399999999990996E-2</c:v>
                </c:pt>
                <c:pt idx="143">
                  <c:v>3.7399999999990996E-2</c:v>
                </c:pt>
                <c:pt idx="144">
                  <c:v>3.7399999999990996E-2</c:v>
                </c:pt>
                <c:pt idx="145">
                  <c:v>3.7399999999990996E-2</c:v>
                </c:pt>
                <c:pt idx="146">
                  <c:v>3.7399999999990996E-2</c:v>
                </c:pt>
                <c:pt idx="147">
                  <c:v>3.7399999999990996E-2</c:v>
                </c:pt>
                <c:pt idx="148">
                  <c:v>3.7399999999990996E-2</c:v>
                </c:pt>
                <c:pt idx="149">
                  <c:v>3.7399999999990996E-2</c:v>
                </c:pt>
                <c:pt idx="150">
                  <c:v>3.7399999999990996E-2</c:v>
                </c:pt>
                <c:pt idx="151">
                  <c:v>3.7399999999990996E-2</c:v>
                </c:pt>
                <c:pt idx="152">
                  <c:v>3.7399999999990996E-2</c:v>
                </c:pt>
                <c:pt idx="153">
                  <c:v>3.7399999999990996E-2</c:v>
                </c:pt>
                <c:pt idx="154">
                  <c:v>3.7399999999990996E-2</c:v>
                </c:pt>
                <c:pt idx="155">
                  <c:v>3.7399999999990996E-2</c:v>
                </c:pt>
                <c:pt idx="156">
                  <c:v>3.7399999999990996E-2</c:v>
                </c:pt>
                <c:pt idx="157">
                  <c:v>3.7399999999990996E-2</c:v>
                </c:pt>
                <c:pt idx="158">
                  <c:v>3.7100000000009459E-2</c:v>
                </c:pt>
                <c:pt idx="159">
                  <c:v>3.7199999999984357E-2</c:v>
                </c:pt>
                <c:pt idx="160">
                  <c:v>3.7100000000009459E-2</c:v>
                </c:pt>
                <c:pt idx="161">
                  <c:v>3.6999999999977717E-2</c:v>
                </c:pt>
                <c:pt idx="162">
                  <c:v>3.6999999999977717E-2</c:v>
                </c:pt>
                <c:pt idx="163">
                  <c:v>3.6900000000002819E-2</c:v>
                </c:pt>
                <c:pt idx="164">
                  <c:v>3.6900000000002819E-2</c:v>
                </c:pt>
                <c:pt idx="165">
                  <c:v>3.6799999999971078E-2</c:v>
                </c:pt>
                <c:pt idx="166">
                  <c:v>3.6799999999971078E-2</c:v>
                </c:pt>
                <c:pt idx="167">
                  <c:v>3.669999999999618E-2</c:v>
                </c:pt>
                <c:pt idx="168">
                  <c:v>3.669999999999618E-2</c:v>
                </c:pt>
                <c:pt idx="169">
                  <c:v>3.669999999999618E-2</c:v>
                </c:pt>
                <c:pt idx="170">
                  <c:v>3.6599999999964439E-2</c:v>
                </c:pt>
                <c:pt idx="171">
                  <c:v>3.6599999999964439E-2</c:v>
                </c:pt>
                <c:pt idx="172">
                  <c:v>3.6599999999964439E-2</c:v>
                </c:pt>
                <c:pt idx="173">
                  <c:v>3.6599999999964439E-2</c:v>
                </c:pt>
                <c:pt idx="174">
                  <c:v>3.6499999999989541E-2</c:v>
                </c:pt>
                <c:pt idx="175">
                  <c:v>3.6499999999989541E-2</c:v>
                </c:pt>
                <c:pt idx="176">
                  <c:v>3.6499999999989541E-2</c:v>
                </c:pt>
                <c:pt idx="177">
                  <c:v>3.6499999999989541E-2</c:v>
                </c:pt>
                <c:pt idx="178">
                  <c:v>3.6400000000014643E-2</c:v>
                </c:pt>
                <c:pt idx="179">
                  <c:v>3.6400000000014643E-2</c:v>
                </c:pt>
                <c:pt idx="180">
                  <c:v>3.6400000000014643E-2</c:v>
                </c:pt>
                <c:pt idx="181">
                  <c:v>3.6400000000014643E-2</c:v>
                </c:pt>
                <c:pt idx="182">
                  <c:v>3.6400000000014643E-2</c:v>
                </c:pt>
                <c:pt idx="183">
                  <c:v>3.6799999999971078E-2</c:v>
                </c:pt>
                <c:pt idx="184">
                  <c:v>3.6999999999977717E-2</c:v>
                </c:pt>
                <c:pt idx="185">
                  <c:v>3.6999999999977717E-2</c:v>
                </c:pt>
                <c:pt idx="186">
                  <c:v>3.7199999999984357E-2</c:v>
                </c:pt>
                <c:pt idx="187">
                  <c:v>3.7199999999984357E-2</c:v>
                </c:pt>
                <c:pt idx="188">
                  <c:v>3.7300000000016098E-2</c:v>
                </c:pt>
                <c:pt idx="189">
                  <c:v>3.7399999999990996E-2</c:v>
                </c:pt>
                <c:pt idx="190">
                  <c:v>3.7499999999965894E-2</c:v>
                </c:pt>
                <c:pt idx="191">
                  <c:v>3.7499999999965894E-2</c:v>
                </c:pt>
                <c:pt idx="192">
                  <c:v>3.7599999999997635E-2</c:v>
                </c:pt>
                <c:pt idx="193">
                  <c:v>3.7699999999972533E-2</c:v>
                </c:pt>
                <c:pt idx="194">
                  <c:v>3.7699999999972533E-2</c:v>
                </c:pt>
                <c:pt idx="195">
                  <c:v>3.7800000000004275E-2</c:v>
                </c:pt>
                <c:pt idx="196">
                  <c:v>3.7800000000004275E-2</c:v>
                </c:pt>
                <c:pt idx="197">
                  <c:v>3.7800000000004275E-2</c:v>
                </c:pt>
                <c:pt idx="198">
                  <c:v>3.7899999999979173E-2</c:v>
                </c:pt>
                <c:pt idx="199">
                  <c:v>3.7899999999979173E-2</c:v>
                </c:pt>
                <c:pt idx="200">
                  <c:v>3.7899999999979173E-2</c:v>
                </c:pt>
                <c:pt idx="201">
                  <c:v>3.8000000000010914E-2</c:v>
                </c:pt>
                <c:pt idx="202">
                  <c:v>3.8000000000010914E-2</c:v>
                </c:pt>
                <c:pt idx="203">
                  <c:v>3.8000000000010914E-2</c:v>
                </c:pt>
                <c:pt idx="204">
                  <c:v>3.8000000000010914E-2</c:v>
                </c:pt>
                <c:pt idx="205">
                  <c:v>3.8099999999985812E-2</c:v>
                </c:pt>
                <c:pt idx="206">
                  <c:v>3.8099999999985812E-2</c:v>
                </c:pt>
                <c:pt idx="207">
                  <c:v>3.8099999999985812E-2</c:v>
                </c:pt>
                <c:pt idx="208">
                  <c:v>3.8099999999985812E-2</c:v>
                </c:pt>
                <c:pt idx="209">
                  <c:v>3.8099999999985812E-2</c:v>
                </c:pt>
                <c:pt idx="210">
                  <c:v>3.8200000000017553E-2</c:v>
                </c:pt>
                <c:pt idx="211">
                  <c:v>3.8200000000017553E-2</c:v>
                </c:pt>
                <c:pt idx="212">
                  <c:v>3.8200000000017553E-2</c:v>
                </c:pt>
                <c:pt idx="213">
                  <c:v>3.8099999999985812E-2</c:v>
                </c:pt>
                <c:pt idx="214">
                  <c:v>3.7699999999972533E-2</c:v>
                </c:pt>
                <c:pt idx="215">
                  <c:v>3.7699999999972533E-2</c:v>
                </c:pt>
                <c:pt idx="216">
                  <c:v>3.7599999999997635E-2</c:v>
                </c:pt>
                <c:pt idx="217">
                  <c:v>3.7499999999965894E-2</c:v>
                </c:pt>
                <c:pt idx="218">
                  <c:v>3.7499999999965894E-2</c:v>
                </c:pt>
                <c:pt idx="219">
                  <c:v>3.7399999999990996E-2</c:v>
                </c:pt>
                <c:pt idx="220">
                  <c:v>3.7399999999990996E-2</c:v>
                </c:pt>
                <c:pt idx="221">
                  <c:v>3.7300000000016098E-2</c:v>
                </c:pt>
                <c:pt idx="222">
                  <c:v>3.7300000000016098E-2</c:v>
                </c:pt>
                <c:pt idx="223">
                  <c:v>3.7300000000016098E-2</c:v>
                </c:pt>
                <c:pt idx="224">
                  <c:v>3.7199999999984357E-2</c:v>
                </c:pt>
                <c:pt idx="225">
                  <c:v>3.7199999999984357E-2</c:v>
                </c:pt>
                <c:pt idx="226">
                  <c:v>3.7199999999984357E-2</c:v>
                </c:pt>
                <c:pt idx="227">
                  <c:v>3.7100000000009459E-2</c:v>
                </c:pt>
                <c:pt idx="228">
                  <c:v>3.7100000000009459E-2</c:v>
                </c:pt>
                <c:pt idx="229">
                  <c:v>3.7100000000009459E-2</c:v>
                </c:pt>
                <c:pt idx="230">
                  <c:v>3.7100000000009459E-2</c:v>
                </c:pt>
                <c:pt idx="231">
                  <c:v>3.6999999999977717E-2</c:v>
                </c:pt>
                <c:pt idx="232">
                  <c:v>3.6999999999977717E-2</c:v>
                </c:pt>
                <c:pt idx="233">
                  <c:v>3.6999999999977717E-2</c:v>
                </c:pt>
                <c:pt idx="234">
                  <c:v>3.6999999999977717E-2</c:v>
                </c:pt>
                <c:pt idx="235">
                  <c:v>3.6999999999977717E-2</c:v>
                </c:pt>
                <c:pt idx="236">
                  <c:v>3.6999999999977717E-2</c:v>
                </c:pt>
                <c:pt idx="237">
                  <c:v>3.6999999999977717E-2</c:v>
                </c:pt>
                <c:pt idx="238">
                  <c:v>3.6900000000002819E-2</c:v>
                </c:pt>
                <c:pt idx="239">
                  <c:v>3.6900000000002819E-2</c:v>
                </c:pt>
                <c:pt idx="240">
                  <c:v>3.6900000000002819E-2</c:v>
                </c:pt>
                <c:pt idx="241">
                  <c:v>3.6900000000002819E-2</c:v>
                </c:pt>
                <c:pt idx="242">
                  <c:v>3.6900000000002819E-2</c:v>
                </c:pt>
                <c:pt idx="243">
                  <c:v>3.6900000000002819E-2</c:v>
                </c:pt>
                <c:pt idx="244">
                  <c:v>3.6900000000002819E-2</c:v>
                </c:pt>
                <c:pt idx="245">
                  <c:v>3.6900000000002819E-2</c:v>
                </c:pt>
                <c:pt idx="246">
                  <c:v>3.6900000000002819E-2</c:v>
                </c:pt>
                <c:pt idx="247">
                  <c:v>3.6900000000002819E-2</c:v>
                </c:pt>
                <c:pt idx="248">
                  <c:v>3.6900000000002819E-2</c:v>
                </c:pt>
                <c:pt idx="249">
                  <c:v>3.6900000000002819E-2</c:v>
                </c:pt>
                <c:pt idx="250">
                  <c:v>3.6900000000002819E-2</c:v>
                </c:pt>
                <c:pt idx="251">
                  <c:v>3.6900000000002819E-2</c:v>
                </c:pt>
                <c:pt idx="252">
                  <c:v>3.6900000000002819E-2</c:v>
                </c:pt>
                <c:pt idx="253">
                  <c:v>3.6900000000002819E-2</c:v>
                </c:pt>
                <c:pt idx="254">
                  <c:v>3.6900000000002819E-2</c:v>
                </c:pt>
                <c:pt idx="255">
                  <c:v>3.6900000000002819E-2</c:v>
                </c:pt>
                <c:pt idx="256">
                  <c:v>3.6900000000002819E-2</c:v>
                </c:pt>
                <c:pt idx="257">
                  <c:v>3.6900000000002819E-2</c:v>
                </c:pt>
                <c:pt idx="258">
                  <c:v>3.6900000000002819E-2</c:v>
                </c:pt>
                <c:pt idx="259">
                  <c:v>3.6900000000002819E-2</c:v>
                </c:pt>
                <c:pt idx="260">
                  <c:v>3.6900000000002819E-2</c:v>
                </c:pt>
                <c:pt idx="261">
                  <c:v>3.6900000000002819E-2</c:v>
                </c:pt>
                <c:pt idx="262">
                  <c:v>3.6900000000002819E-2</c:v>
                </c:pt>
                <c:pt idx="263">
                  <c:v>3.6799999999971078E-2</c:v>
                </c:pt>
                <c:pt idx="264">
                  <c:v>3.6900000000002819E-2</c:v>
                </c:pt>
                <c:pt idx="265">
                  <c:v>3.6999999999977717E-2</c:v>
                </c:pt>
                <c:pt idx="266">
                  <c:v>3.6999999999977717E-2</c:v>
                </c:pt>
                <c:pt idx="267">
                  <c:v>3.6999999999977717E-2</c:v>
                </c:pt>
                <c:pt idx="268">
                  <c:v>3.7100000000009459E-2</c:v>
                </c:pt>
                <c:pt idx="269">
                  <c:v>3.7100000000009459E-2</c:v>
                </c:pt>
                <c:pt idx="270">
                  <c:v>3.7100000000009459E-2</c:v>
                </c:pt>
                <c:pt idx="271">
                  <c:v>3.7100000000009459E-2</c:v>
                </c:pt>
                <c:pt idx="272">
                  <c:v>3.7199999999984357E-2</c:v>
                </c:pt>
                <c:pt idx="273">
                  <c:v>3.7199999999984357E-2</c:v>
                </c:pt>
                <c:pt idx="274">
                  <c:v>3.7199999999984357E-2</c:v>
                </c:pt>
                <c:pt idx="275">
                  <c:v>3.7199999999984357E-2</c:v>
                </c:pt>
                <c:pt idx="276">
                  <c:v>3.7199999999984357E-2</c:v>
                </c:pt>
                <c:pt idx="277">
                  <c:v>3.7199999999984357E-2</c:v>
                </c:pt>
                <c:pt idx="278">
                  <c:v>3.7300000000016098E-2</c:v>
                </c:pt>
                <c:pt idx="279">
                  <c:v>3.7300000000016098E-2</c:v>
                </c:pt>
                <c:pt idx="280">
                  <c:v>3.7300000000016098E-2</c:v>
                </c:pt>
                <c:pt idx="281">
                  <c:v>3.7300000000016098E-2</c:v>
                </c:pt>
                <c:pt idx="282">
                  <c:v>3.7300000000016098E-2</c:v>
                </c:pt>
                <c:pt idx="283">
                  <c:v>3.7300000000016098E-2</c:v>
                </c:pt>
                <c:pt idx="284">
                  <c:v>3.7300000000016098E-2</c:v>
                </c:pt>
                <c:pt idx="285">
                  <c:v>3.7300000000016098E-2</c:v>
                </c:pt>
                <c:pt idx="286">
                  <c:v>3.7300000000016098E-2</c:v>
                </c:pt>
                <c:pt idx="287">
                  <c:v>3.7399999999990996E-2</c:v>
                </c:pt>
                <c:pt idx="288">
                  <c:v>3.7399999999990996E-2</c:v>
                </c:pt>
                <c:pt idx="289">
                  <c:v>3.7399999999990996E-2</c:v>
                </c:pt>
                <c:pt idx="290">
                  <c:v>3.7399999999990996E-2</c:v>
                </c:pt>
                <c:pt idx="291">
                  <c:v>3.7399999999990996E-2</c:v>
                </c:pt>
                <c:pt idx="292">
                  <c:v>3.7399999999990996E-2</c:v>
                </c:pt>
                <c:pt idx="293">
                  <c:v>3.7399999999990996E-2</c:v>
                </c:pt>
                <c:pt idx="294">
                  <c:v>3.7399999999990996E-2</c:v>
                </c:pt>
                <c:pt idx="295">
                  <c:v>3.7399999999990996E-2</c:v>
                </c:pt>
                <c:pt idx="296">
                  <c:v>3.7399999999990996E-2</c:v>
                </c:pt>
                <c:pt idx="297">
                  <c:v>3.7399999999990996E-2</c:v>
                </c:pt>
                <c:pt idx="298">
                  <c:v>3.7399999999990996E-2</c:v>
                </c:pt>
                <c:pt idx="299">
                  <c:v>3.7399999999990996E-2</c:v>
                </c:pt>
                <c:pt idx="300">
                  <c:v>3.7399999999990996E-2</c:v>
                </c:pt>
                <c:pt idx="301">
                  <c:v>3.7399999999990996E-2</c:v>
                </c:pt>
                <c:pt idx="302">
                  <c:v>3.7399999999990996E-2</c:v>
                </c:pt>
                <c:pt idx="303">
                  <c:v>3.7399999999990996E-2</c:v>
                </c:pt>
                <c:pt idx="304">
                  <c:v>3.7399999999990996E-2</c:v>
                </c:pt>
                <c:pt idx="305">
                  <c:v>3.7399999999990996E-2</c:v>
                </c:pt>
                <c:pt idx="306">
                  <c:v>3.7399999999990996E-2</c:v>
                </c:pt>
                <c:pt idx="307">
                  <c:v>3.7399999999990996E-2</c:v>
                </c:pt>
                <c:pt idx="308">
                  <c:v>3.7399999999990996E-2</c:v>
                </c:pt>
                <c:pt idx="309">
                  <c:v>3.7399999999990996E-2</c:v>
                </c:pt>
                <c:pt idx="310">
                  <c:v>3.7399999999990996E-2</c:v>
                </c:pt>
                <c:pt idx="311">
                  <c:v>3.7399999999990996E-2</c:v>
                </c:pt>
                <c:pt idx="312">
                  <c:v>3.7399999999990996E-2</c:v>
                </c:pt>
                <c:pt idx="313">
                  <c:v>3.7399999999990996E-2</c:v>
                </c:pt>
                <c:pt idx="314">
                  <c:v>3.7399999999990996E-2</c:v>
                </c:pt>
                <c:pt idx="315">
                  <c:v>3.7100000000009459E-2</c:v>
                </c:pt>
                <c:pt idx="316">
                  <c:v>3.7199999999984357E-2</c:v>
                </c:pt>
                <c:pt idx="317">
                  <c:v>3.7100000000009459E-2</c:v>
                </c:pt>
                <c:pt idx="318">
                  <c:v>3.6999999999977717E-2</c:v>
                </c:pt>
                <c:pt idx="319">
                  <c:v>3.6999999999977717E-2</c:v>
                </c:pt>
                <c:pt idx="320">
                  <c:v>3.6900000000002819E-2</c:v>
                </c:pt>
                <c:pt idx="321">
                  <c:v>3.6900000000002819E-2</c:v>
                </c:pt>
                <c:pt idx="322">
                  <c:v>3.6799999999971078E-2</c:v>
                </c:pt>
                <c:pt idx="323">
                  <c:v>3.6799999999971078E-2</c:v>
                </c:pt>
                <c:pt idx="324">
                  <c:v>3.669999999999618E-2</c:v>
                </c:pt>
                <c:pt idx="325">
                  <c:v>3.669999999999618E-2</c:v>
                </c:pt>
                <c:pt idx="326">
                  <c:v>3.669999999999618E-2</c:v>
                </c:pt>
                <c:pt idx="327">
                  <c:v>3.6599999999964439E-2</c:v>
                </c:pt>
                <c:pt idx="328">
                  <c:v>3.6599999999964439E-2</c:v>
                </c:pt>
                <c:pt idx="329">
                  <c:v>3.6599999999964439E-2</c:v>
                </c:pt>
                <c:pt idx="330">
                  <c:v>3.6499999999989541E-2</c:v>
                </c:pt>
                <c:pt idx="331">
                  <c:v>3.6499999999989541E-2</c:v>
                </c:pt>
                <c:pt idx="332">
                  <c:v>3.6499999999989541E-2</c:v>
                </c:pt>
                <c:pt idx="333">
                  <c:v>3.6499999999989541E-2</c:v>
                </c:pt>
                <c:pt idx="334">
                  <c:v>3.6499999999989541E-2</c:v>
                </c:pt>
                <c:pt idx="335">
                  <c:v>3.6400000000014643E-2</c:v>
                </c:pt>
                <c:pt idx="336">
                  <c:v>3.6400000000014643E-2</c:v>
                </c:pt>
                <c:pt idx="337">
                  <c:v>3.6400000000014643E-2</c:v>
                </c:pt>
                <c:pt idx="338">
                  <c:v>3.6400000000014643E-2</c:v>
                </c:pt>
                <c:pt idx="339">
                  <c:v>3.6400000000014643E-2</c:v>
                </c:pt>
                <c:pt idx="340">
                  <c:v>3.6900000000002819E-2</c:v>
                </c:pt>
                <c:pt idx="341">
                  <c:v>3.6999999999977717E-2</c:v>
                </c:pt>
                <c:pt idx="342">
                  <c:v>3.6999999999977717E-2</c:v>
                </c:pt>
                <c:pt idx="343">
                  <c:v>3.7199999999984357E-2</c:v>
                </c:pt>
                <c:pt idx="344">
                  <c:v>3.7199999999984357E-2</c:v>
                </c:pt>
                <c:pt idx="345">
                  <c:v>3.7300000000016098E-2</c:v>
                </c:pt>
                <c:pt idx="346">
                  <c:v>3.7399999999990996E-2</c:v>
                </c:pt>
                <c:pt idx="347">
                  <c:v>3.7499999999965894E-2</c:v>
                </c:pt>
                <c:pt idx="348">
                  <c:v>3.7499999999965894E-2</c:v>
                </c:pt>
                <c:pt idx="349">
                  <c:v>3.7599999999997635E-2</c:v>
                </c:pt>
                <c:pt idx="350">
                  <c:v>3.7699999999972533E-2</c:v>
                </c:pt>
                <c:pt idx="351">
                  <c:v>3.7699999999972533E-2</c:v>
                </c:pt>
                <c:pt idx="352">
                  <c:v>3.7800000000004275E-2</c:v>
                </c:pt>
                <c:pt idx="353">
                  <c:v>3.7800000000004275E-2</c:v>
                </c:pt>
                <c:pt idx="354">
                  <c:v>3.7800000000004275E-2</c:v>
                </c:pt>
                <c:pt idx="355">
                  <c:v>3.7899999999979173E-2</c:v>
                </c:pt>
                <c:pt idx="356">
                  <c:v>3.7899999999979173E-2</c:v>
                </c:pt>
                <c:pt idx="357">
                  <c:v>3.7899999999979173E-2</c:v>
                </c:pt>
                <c:pt idx="358">
                  <c:v>3.8000000000010914E-2</c:v>
                </c:pt>
                <c:pt idx="359">
                  <c:v>3.8000000000010914E-2</c:v>
                </c:pt>
                <c:pt idx="360">
                  <c:v>3.8000000000010914E-2</c:v>
                </c:pt>
                <c:pt idx="361">
                  <c:v>3.8000000000010914E-2</c:v>
                </c:pt>
                <c:pt idx="362">
                  <c:v>3.8099999999985812E-2</c:v>
                </c:pt>
                <c:pt idx="363">
                  <c:v>3.8099999999985812E-2</c:v>
                </c:pt>
                <c:pt idx="364">
                  <c:v>3.8099999999985812E-2</c:v>
                </c:pt>
                <c:pt idx="365">
                  <c:v>3.8099999999985812E-2</c:v>
                </c:pt>
                <c:pt idx="366">
                  <c:v>3.8099999999985812E-2</c:v>
                </c:pt>
                <c:pt idx="367">
                  <c:v>3.8099999999985812E-2</c:v>
                </c:pt>
                <c:pt idx="368">
                  <c:v>3.8200000000017553E-2</c:v>
                </c:pt>
                <c:pt idx="369">
                  <c:v>3.8200000000017553E-2</c:v>
                </c:pt>
                <c:pt idx="370">
                  <c:v>3.8200000000017553E-2</c:v>
                </c:pt>
                <c:pt idx="371">
                  <c:v>3.8000000000010914E-2</c:v>
                </c:pt>
                <c:pt idx="372">
                  <c:v>3.7699999999972533E-2</c:v>
                </c:pt>
                <c:pt idx="373">
                  <c:v>3.7699999999972533E-2</c:v>
                </c:pt>
                <c:pt idx="374">
                  <c:v>3.7599999999997635E-2</c:v>
                </c:pt>
                <c:pt idx="375">
                  <c:v>3.7499999999965894E-2</c:v>
                </c:pt>
                <c:pt idx="376">
                  <c:v>3.7499999999965894E-2</c:v>
                </c:pt>
                <c:pt idx="377">
                  <c:v>3.7399999999990996E-2</c:v>
                </c:pt>
                <c:pt idx="378">
                  <c:v>3.7399999999990996E-2</c:v>
                </c:pt>
                <c:pt idx="379">
                  <c:v>3.7300000000016098E-2</c:v>
                </c:pt>
                <c:pt idx="380">
                  <c:v>3.7300000000016098E-2</c:v>
                </c:pt>
                <c:pt idx="381">
                  <c:v>3.7199999999984357E-2</c:v>
                </c:pt>
                <c:pt idx="382">
                  <c:v>3.7199999999984357E-2</c:v>
                </c:pt>
                <c:pt idx="383">
                  <c:v>3.7199999999984357E-2</c:v>
                </c:pt>
                <c:pt idx="384">
                  <c:v>3.7100000000009459E-2</c:v>
                </c:pt>
                <c:pt idx="385">
                  <c:v>3.7100000000009459E-2</c:v>
                </c:pt>
                <c:pt idx="386">
                  <c:v>3.7100000000009459E-2</c:v>
                </c:pt>
                <c:pt idx="387">
                  <c:v>3.7100000000009459E-2</c:v>
                </c:pt>
                <c:pt idx="388">
                  <c:v>3.7100000000009459E-2</c:v>
                </c:pt>
                <c:pt idx="389">
                  <c:v>3.6999999999977717E-2</c:v>
                </c:pt>
                <c:pt idx="390">
                  <c:v>3.6999999999977717E-2</c:v>
                </c:pt>
                <c:pt idx="391">
                  <c:v>3.6999999999977717E-2</c:v>
                </c:pt>
                <c:pt idx="392">
                  <c:v>3.6999999999977717E-2</c:v>
                </c:pt>
                <c:pt idx="393">
                  <c:v>3.6999999999977717E-2</c:v>
                </c:pt>
                <c:pt idx="394">
                  <c:v>3.6999999999977717E-2</c:v>
                </c:pt>
                <c:pt idx="395">
                  <c:v>3.6999999999977717E-2</c:v>
                </c:pt>
                <c:pt idx="396">
                  <c:v>3.6900000000002819E-2</c:v>
                </c:pt>
                <c:pt idx="397">
                  <c:v>3.6900000000002819E-2</c:v>
                </c:pt>
                <c:pt idx="398">
                  <c:v>3.6900000000002819E-2</c:v>
                </c:pt>
                <c:pt idx="399">
                  <c:v>3.6900000000002819E-2</c:v>
                </c:pt>
                <c:pt idx="400">
                  <c:v>3.6900000000002819E-2</c:v>
                </c:pt>
                <c:pt idx="401">
                  <c:v>3.6900000000002819E-2</c:v>
                </c:pt>
                <c:pt idx="402">
                  <c:v>3.6900000000002819E-2</c:v>
                </c:pt>
                <c:pt idx="403">
                  <c:v>3.6900000000002819E-2</c:v>
                </c:pt>
                <c:pt idx="404">
                  <c:v>3.6900000000002819E-2</c:v>
                </c:pt>
                <c:pt idx="405">
                  <c:v>3.6900000000002819E-2</c:v>
                </c:pt>
                <c:pt idx="406">
                  <c:v>3.6900000000002819E-2</c:v>
                </c:pt>
                <c:pt idx="407">
                  <c:v>3.6900000000002819E-2</c:v>
                </c:pt>
                <c:pt idx="408">
                  <c:v>3.6900000000002819E-2</c:v>
                </c:pt>
                <c:pt idx="409">
                  <c:v>3.6900000000002819E-2</c:v>
                </c:pt>
                <c:pt idx="410">
                  <c:v>3.6900000000002819E-2</c:v>
                </c:pt>
                <c:pt idx="411">
                  <c:v>3.6900000000002819E-2</c:v>
                </c:pt>
                <c:pt idx="412">
                  <c:v>3.6900000000002819E-2</c:v>
                </c:pt>
                <c:pt idx="413">
                  <c:v>3.6900000000002819E-2</c:v>
                </c:pt>
                <c:pt idx="414">
                  <c:v>3.6900000000002819E-2</c:v>
                </c:pt>
                <c:pt idx="415">
                  <c:v>3.6900000000002819E-2</c:v>
                </c:pt>
                <c:pt idx="416">
                  <c:v>3.6900000000002819E-2</c:v>
                </c:pt>
                <c:pt idx="417">
                  <c:v>3.6900000000002819E-2</c:v>
                </c:pt>
                <c:pt idx="418">
                  <c:v>3.6900000000002819E-2</c:v>
                </c:pt>
                <c:pt idx="419">
                  <c:v>3.6900000000002819E-2</c:v>
                </c:pt>
                <c:pt idx="420">
                  <c:v>3.6799999999971078E-2</c:v>
                </c:pt>
                <c:pt idx="421">
                  <c:v>3.6799999999971078E-2</c:v>
                </c:pt>
                <c:pt idx="422">
                  <c:v>3.6999999999977717E-2</c:v>
                </c:pt>
                <c:pt idx="423">
                  <c:v>3.6999999999977717E-2</c:v>
                </c:pt>
                <c:pt idx="424">
                  <c:v>3.6999999999977717E-2</c:v>
                </c:pt>
                <c:pt idx="425">
                  <c:v>3.7100000000009459E-2</c:v>
                </c:pt>
                <c:pt idx="426">
                  <c:v>3.7100000000009459E-2</c:v>
                </c:pt>
                <c:pt idx="427">
                  <c:v>3.7100000000009459E-2</c:v>
                </c:pt>
                <c:pt idx="428">
                  <c:v>3.7100000000009459E-2</c:v>
                </c:pt>
                <c:pt idx="429">
                  <c:v>3.7100000000009459E-2</c:v>
                </c:pt>
                <c:pt idx="430">
                  <c:v>3.7199999999984357E-2</c:v>
                </c:pt>
                <c:pt idx="431">
                  <c:v>3.7199999999984357E-2</c:v>
                </c:pt>
                <c:pt idx="432">
                  <c:v>3.7199999999984357E-2</c:v>
                </c:pt>
                <c:pt idx="433">
                  <c:v>3.7199999999984357E-2</c:v>
                </c:pt>
                <c:pt idx="434">
                  <c:v>3.7199999999984357E-2</c:v>
                </c:pt>
                <c:pt idx="435">
                  <c:v>3.7300000000016098E-2</c:v>
                </c:pt>
                <c:pt idx="436">
                  <c:v>3.7300000000016098E-2</c:v>
                </c:pt>
                <c:pt idx="437">
                  <c:v>3.7300000000016098E-2</c:v>
                </c:pt>
                <c:pt idx="438">
                  <c:v>3.7300000000016098E-2</c:v>
                </c:pt>
                <c:pt idx="439">
                  <c:v>3.7300000000016098E-2</c:v>
                </c:pt>
                <c:pt idx="440">
                  <c:v>3.7300000000016098E-2</c:v>
                </c:pt>
                <c:pt idx="441">
                  <c:v>3.7300000000016098E-2</c:v>
                </c:pt>
                <c:pt idx="442">
                  <c:v>3.7300000000016098E-2</c:v>
                </c:pt>
                <c:pt idx="443">
                  <c:v>3.7300000000016098E-2</c:v>
                </c:pt>
                <c:pt idx="444">
                  <c:v>3.7399999999990996E-2</c:v>
                </c:pt>
                <c:pt idx="445">
                  <c:v>3.7399999999990996E-2</c:v>
                </c:pt>
                <c:pt idx="446">
                  <c:v>3.7399999999990996E-2</c:v>
                </c:pt>
                <c:pt idx="447">
                  <c:v>3.7399999999990996E-2</c:v>
                </c:pt>
                <c:pt idx="448">
                  <c:v>3.7399999999990996E-2</c:v>
                </c:pt>
                <c:pt idx="449">
                  <c:v>3.7399999999990996E-2</c:v>
                </c:pt>
                <c:pt idx="450">
                  <c:v>3.7399999999990996E-2</c:v>
                </c:pt>
                <c:pt idx="451">
                  <c:v>3.7399999999990996E-2</c:v>
                </c:pt>
                <c:pt idx="452">
                  <c:v>3.7399999999990996E-2</c:v>
                </c:pt>
                <c:pt idx="453">
                  <c:v>3.7399999999990996E-2</c:v>
                </c:pt>
                <c:pt idx="454">
                  <c:v>3.7399999999990996E-2</c:v>
                </c:pt>
                <c:pt idx="455">
                  <c:v>3.7399999999990996E-2</c:v>
                </c:pt>
                <c:pt idx="456">
                  <c:v>3.7399999999990996E-2</c:v>
                </c:pt>
                <c:pt idx="457">
                  <c:v>3.7399999999990996E-2</c:v>
                </c:pt>
                <c:pt idx="458">
                  <c:v>3.7399999999990996E-2</c:v>
                </c:pt>
                <c:pt idx="459">
                  <c:v>3.7399999999990996E-2</c:v>
                </c:pt>
                <c:pt idx="460">
                  <c:v>3.7399999999990996E-2</c:v>
                </c:pt>
                <c:pt idx="461">
                  <c:v>3.7399999999990996E-2</c:v>
                </c:pt>
                <c:pt idx="462">
                  <c:v>3.7399999999990996E-2</c:v>
                </c:pt>
                <c:pt idx="463">
                  <c:v>3.7399999999990996E-2</c:v>
                </c:pt>
                <c:pt idx="464">
                  <c:v>3.7399999999990996E-2</c:v>
                </c:pt>
                <c:pt idx="465">
                  <c:v>3.7399999999990996E-2</c:v>
                </c:pt>
                <c:pt idx="466">
                  <c:v>3.7399999999990996E-2</c:v>
                </c:pt>
                <c:pt idx="467">
                  <c:v>3.7399999999990996E-2</c:v>
                </c:pt>
                <c:pt idx="468">
                  <c:v>3.7399999999990996E-2</c:v>
                </c:pt>
                <c:pt idx="469">
                  <c:v>3.7399999999990996E-2</c:v>
                </c:pt>
                <c:pt idx="470">
                  <c:v>3.7399999999990996E-2</c:v>
                </c:pt>
                <c:pt idx="471">
                  <c:v>3.7399999999990996E-2</c:v>
                </c:pt>
                <c:pt idx="472">
                  <c:v>3.7399999999990996E-2</c:v>
                </c:pt>
                <c:pt idx="473">
                  <c:v>3.7300000000016098E-2</c:v>
                </c:pt>
                <c:pt idx="474">
                  <c:v>3.7100000000009459E-2</c:v>
                </c:pt>
                <c:pt idx="475">
                  <c:v>3.7100000000009459E-2</c:v>
                </c:pt>
                <c:pt idx="476">
                  <c:v>3.6999999999977717E-2</c:v>
                </c:pt>
                <c:pt idx="477">
                  <c:v>3.6999999999977717E-2</c:v>
                </c:pt>
                <c:pt idx="478">
                  <c:v>3.6999999999977717E-2</c:v>
                </c:pt>
                <c:pt idx="479">
                  <c:v>3.6900000000002819E-2</c:v>
                </c:pt>
                <c:pt idx="480">
                  <c:v>3.6900000000002819E-2</c:v>
                </c:pt>
                <c:pt idx="481">
                  <c:v>3.6799999999971078E-2</c:v>
                </c:pt>
                <c:pt idx="482">
                  <c:v>3.6799999999971078E-2</c:v>
                </c:pt>
                <c:pt idx="483">
                  <c:v>3.669999999999618E-2</c:v>
                </c:pt>
                <c:pt idx="484">
                  <c:v>3.669999999999618E-2</c:v>
                </c:pt>
                <c:pt idx="485">
                  <c:v>3.669999999999618E-2</c:v>
                </c:pt>
                <c:pt idx="486">
                  <c:v>3.6599999999964439E-2</c:v>
                </c:pt>
                <c:pt idx="487">
                  <c:v>3.6599999999964439E-2</c:v>
                </c:pt>
                <c:pt idx="488">
                  <c:v>3.6599999999964439E-2</c:v>
                </c:pt>
                <c:pt idx="489">
                  <c:v>3.6499999999989541E-2</c:v>
                </c:pt>
                <c:pt idx="490">
                  <c:v>3.6499999999989541E-2</c:v>
                </c:pt>
                <c:pt idx="491">
                  <c:v>3.6499999999989541E-2</c:v>
                </c:pt>
                <c:pt idx="492">
                  <c:v>3.6499999999989541E-2</c:v>
                </c:pt>
                <c:pt idx="493">
                  <c:v>3.6499999999989541E-2</c:v>
                </c:pt>
                <c:pt idx="494">
                  <c:v>3.6400000000014643E-2</c:v>
                </c:pt>
                <c:pt idx="495">
                  <c:v>3.6400000000014643E-2</c:v>
                </c:pt>
                <c:pt idx="496">
                  <c:v>3.6400000000014643E-2</c:v>
                </c:pt>
                <c:pt idx="497">
                  <c:v>3.6400000000014643E-2</c:v>
                </c:pt>
                <c:pt idx="498">
                  <c:v>3.6400000000014643E-2</c:v>
                </c:pt>
                <c:pt idx="499">
                  <c:v>3.6999999999977717E-2</c:v>
                </c:pt>
                <c:pt idx="500">
                  <c:v>3.6999999999977717E-2</c:v>
                </c:pt>
                <c:pt idx="501">
                  <c:v>3.7100000000009459E-2</c:v>
                </c:pt>
                <c:pt idx="502">
                  <c:v>3.7199999999984357E-2</c:v>
                </c:pt>
                <c:pt idx="503">
                  <c:v>3.7300000000016098E-2</c:v>
                </c:pt>
                <c:pt idx="504">
                  <c:v>3.7399999999990996E-2</c:v>
                </c:pt>
                <c:pt idx="505">
                  <c:v>3.7399999999990996E-2</c:v>
                </c:pt>
                <c:pt idx="506">
                  <c:v>3.7499999999965894E-2</c:v>
                </c:pt>
                <c:pt idx="507">
                  <c:v>3.7599999999997635E-2</c:v>
                </c:pt>
                <c:pt idx="508">
                  <c:v>3.7599999999997635E-2</c:v>
                </c:pt>
                <c:pt idx="509">
                  <c:v>3.7699999999972533E-2</c:v>
                </c:pt>
                <c:pt idx="510">
                  <c:v>3.7699999999972533E-2</c:v>
                </c:pt>
                <c:pt idx="511">
                  <c:v>3.7800000000004275E-2</c:v>
                </c:pt>
                <c:pt idx="512">
                  <c:v>3.7800000000004275E-2</c:v>
                </c:pt>
                <c:pt idx="513">
                  <c:v>3.7899999999979173E-2</c:v>
                </c:pt>
                <c:pt idx="514">
                  <c:v>3.7899999999979173E-2</c:v>
                </c:pt>
                <c:pt idx="515">
                  <c:v>3.7899999999979173E-2</c:v>
                </c:pt>
                <c:pt idx="516">
                  <c:v>3.8000000000010914E-2</c:v>
                </c:pt>
                <c:pt idx="517">
                  <c:v>3.8000000000010914E-2</c:v>
                </c:pt>
                <c:pt idx="518">
                  <c:v>3.8000000000010914E-2</c:v>
                </c:pt>
                <c:pt idx="519">
                  <c:v>3.8000000000010914E-2</c:v>
                </c:pt>
                <c:pt idx="520">
                  <c:v>3.8099999999985812E-2</c:v>
                </c:pt>
                <c:pt idx="521">
                  <c:v>3.8099999999985812E-2</c:v>
                </c:pt>
                <c:pt idx="522">
                  <c:v>3.8099999999985812E-2</c:v>
                </c:pt>
                <c:pt idx="523">
                  <c:v>3.8099999999985812E-2</c:v>
                </c:pt>
                <c:pt idx="524">
                  <c:v>3.8099999999985812E-2</c:v>
                </c:pt>
                <c:pt idx="525">
                  <c:v>3.8099999999985812E-2</c:v>
                </c:pt>
                <c:pt idx="526">
                  <c:v>3.8200000000017553E-2</c:v>
                </c:pt>
                <c:pt idx="527">
                  <c:v>3.8200000000017553E-2</c:v>
                </c:pt>
                <c:pt idx="528">
                  <c:v>3.8200000000017553E-2</c:v>
                </c:pt>
                <c:pt idx="529">
                  <c:v>3.7899999999979173E-2</c:v>
                </c:pt>
                <c:pt idx="530">
                  <c:v>3.7699999999972533E-2</c:v>
                </c:pt>
                <c:pt idx="531">
                  <c:v>3.7699999999972533E-2</c:v>
                </c:pt>
                <c:pt idx="532">
                  <c:v>3.7599999999997635E-2</c:v>
                </c:pt>
              </c:numCache>
            </c:numRef>
          </c:yVal>
          <c:smooth val="1"/>
          <c:extLst>
            <c:ext xmlns:c16="http://schemas.microsoft.com/office/drawing/2014/chart" uri="{C3380CC4-5D6E-409C-BE32-E72D297353CC}">
              <c16:uniqueId val="{0000000B-070C-47F8-AF40-B045CA708FE7}"/>
            </c:ext>
          </c:extLst>
        </c:ser>
        <c:dLbls>
          <c:showLegendKey val="0"/>
          <c:showVal val="0"/>
          <c:showCatName val="0"/>
          <c:showSerName val="0"/>
          <c:showPercent val="0"/>
          <c:showBubbleSize val="0"/>
        </c:dLbls>
        <c:axId val="313458568"/>
        <c:axId val="386014168"/>
      </c:scatterChart>
      <c:valAx>
        <c:axId val="31345856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t (SEC)</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86014168"/>
        <c:crosses val="autoZero"/>
        <c:crossBetween val="midCat"/>
      </c:valAx>
      <c:valAx>
        <c:axId val="38601416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T</a:t>
                </a:r>
                <a:r>
                  <a:rPr lang="en-US" baseline="0" dirty="0"/>
                  <a:t> (K)</a:t>
                </a:r>
              </a:p>
            </c:rich>
          </c:tx>
          <c:layout>
            <c:manualLayout>
              <c:xMode val="edge"/>
              <c:yMode val="edge"/>
              <c:x val="1.4609672684663099E-2"/>
              <c:y val="0.44795918804221813"/>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13458568"/>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CGI CAMERA THERMAL STABILITY 50,000 MONTE CARLO RAYS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smoothMarker"/>
        <c:varyColors val="0"/>
        <c:ser>
          <c:idx val="0"/>
          <c:order val="0"/>
          <c:tx>
            <c:strRef>
              <c:f>N50000_VV_TEMPS_oc5l2_50000!$BP$1</c:f>
              <c:strCache>
                <c:ptCount val="1"/>
                <c:pt idx="0">
                  <c:v>CGI_CMR_1.100</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N50000_VV_TEMPS_oc5l2_50000!$BA$2:$BA$536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N50000_VV_TEMPS_oc5l2_50000!$BP$2:$BP$536</c:f>
              <c:numCache>
                <c:formatCode>General</c:formatCode>
                <c:ptCount val="533"/>
                <c:pt idx="0">
                  <c:v>0</c:v>
                </c:pt>
                <c:pt idx="1">
                  <c:v>-5.2000000000020918E-3</c:v>
                </c:pt>
                <c:pt idx="2">
                  <c:v>1.1799999999993815E-2</c:v>
                </c:pt>
                <c:pt idx="3">
                  <c:v>6.6900000000003956E-2</c:v>
                </c:pt>
                <c:pt idx="4">
                  <c:v>0.14979999999999905</c:v>
                </c:pt>
                <c:pt idx="5">
                  <c:v>0.24129999999999541</c:v>
                </c:pt>
                <c:pt idx="6">
                  <c:v>0.33159999999998035</c:v>
                </c:pt>
                <c:pt idx="7">
                  <c:v>0.41620000000000346</c:v>
                </c:pt>
                <c:pt idx="8">
                  <c:v>0.49379999999999313</c:v>
                </c:pt>
                <c:pt idx="9">
                  <c:v>0.56399999999999295</c:v>
                </c:pt>
                <c:pt idx="10">
                  <c:v>0.62719999999998777</c:v>
                </c:pt>
                <c:pt idx="11">
                  <c:v>0.68379999999999086</c:v>
                </c:pt>
                <c:pt idx="12">
                  <c:v>0.73449999999999704</c:v>
                </c:pt>
                <c:pt idx="13">
                  <c:v>0.77989999999999782</c:v>
                </c:pt>
                <c:pt idx="14">
                  <c:v>0.82049999999998136</c:v>
                </c:pt>
                <c:pt idx="15">
                  <c:v>0.85679999999999268</c:v>
                </c:pt>
                <c:pt idx="16">
                  <c:v>0.8890999999999849</c:v>
                </c:pt>
                <c:pt idx="17">
                  <c:v>0.91800000000000637</c:v>
                </c:pt>
                <c:pt idx="18">
                  <c:v>0.94370000000000687</c:v>
                </c:pt>
                <c:pt idx="19">
                  <c:v>0.966700000000003</c:v>
                </c:pt>
                <c:pt idx="20">
                  <c:v>0.98730000000000473</c:v>
                </c:pt>
                <c:pt idx="21">
                  <c:v>1.0055999999999869</c:v>
                </c:pt>
                <c:pt idx="22">
                  <c:v>1.0219999999999914</c:v>
                </c:pt>
                <c:pt idx="23">
                  <c:v>1.0365999999999929</c:v>
                </c:pt>
                <c:pt idx="24">
                  <c:v>1.0494999999999948</c:v>
                </c:pt>
                <c:pt idx="25">
                  <c:v>1.0610999999999819</c:v>
                </c:pt>
                <c:pt idx="26">
                  <c:v>1.0713999999999828</c:v>
                </c:pt>
                <c:pt idx="27">
                  <c:v>1.0807999999999822</c:v>
                </c:pt>
                <c:pt idx="28">
                  <c:v>1.0894999999999868</c:v>
                </c:pt>
                <c:pt idx="29">
                  <c:v>1.0973999999999933</c:v>
                </c:pt>
                <c:pt idx="30">
                  <c:v>1.1047000000000082</c:v>
                </c:pt>
                <c:pt idx="31">
                  <c:v>1.1114000000000033</c:v>
                </c:pt>
                <c:pt idx="32">
                  <c:v>1.1175000000000068</c:v>
                </c:pt>
                <c:pt idx="33">
                  <c:v>1.1231999999999971</c:v>
                </c:pt>
                <c:pt idx="34">
                  <c:v>1.1285000000000025</c:v>
                </c:pt>
                <c:pt idx="35">
                  <c:v>1.133499999999998</c:v>
                </c:pt>
                <c:pt idx="36">
                  <c:v>1.1380000000000052</c:v>
                </c:pt>
                <c:pt idx="37">
                  <c:v>1.1422000000000025</c:v>
                </c:pt>
                <c:pt idx="38">
                  <c:v>1.1460999999999899</c:v>
                </c:pt>
                <c:pt idx="39">
                  <c:v>1.1496999999999957</c:v>
                </c:pt>
                <c:pt idx="40">
                  <c:v>1.1529999999999916</c:v>
                </c:pt>
                <c:pt idx="41">
                  <c:v>1.1560999999999808</c:v>
                </c:pt>
                <c:pt idx="42">
                  <c:v>1.1590999999999951</c:v>
                </c:pt>
                <c:pt idx="43">
                  <c:v>1.1617999999999995</c:v>
                </c:pt>
                <c:pt idx="44">
                  <c:v>1.1642999999999972</c:v>
                </c:pt>
                <c:pt idx="45">
                  <c:v>1.1665999999999883</c:v>
                </c:pt>
                <c:pt idx="46">
                  <c:v>1.1687000000000012</c:v>
                </c:pt>
                <c:pt idx="47">
                  <c:v>1.1706000000000074</c:v>
                </c:pt>
                <c:pt idx="48">
                  <c:v>1.1724999999999852</c:v>
                </c:pt>
                <c:pt idx="49">
                  <c:v>1.1742999999999881</c:v>
                </c:pt>
                <c:pt idx="50">
                  <c:v>1.1758999999999844</c:v>
                </c:pt>
                <c:pt idx="51">
                  <c:v>1.1774000000000058</c:v>
                </c:pt>
                <c:pt idx="52">
                  <c:v>1.1786999999999921</c:v>
                </c:pt>
                <c:pt idx="53">
                  <c:v>1.1800000000000068</c:v>
                </c:pt>
                <c:pt idx="54">
                  <c:v>1.1811999999999898</c:v>
                </c:pt>
                <c:pt idx="55">
                  <c:v>1.1822999999999979</c:v>
                </c:pt>
                <c:pt idx="56">
                  <c:v>1.1833000000000027</c:v>
                </c:pt>
                <c:pt idx="57">
                  <c:v>1.1842000000000041</c:v>
                </c:pt>
                <c:pt idx="58">
                  <c:v>1.1847999999999956</c:v>
                </c:pt>
                <c:pt idx="59">
                  <c:v>1.1851999999999805</c:v>
                </c:pt>
                <c:pt idx="60">
                  <c:v>1.1852999999999838</c:v>
                </c:pt>
                <c:pt idx="61">
                  <c:v>1.1852999999999838</c:v>
                </c:pt>
                <c:pt idx="62">
                  <c:v>1.1851999999999805</c:v>
                </c:pt>
                <c:pt idx="63">
                  <c:v>1.1850000000000023</c:v>
                </c:pt>
                <c:pt idx="64">
                  <c:v>1.1846999999999923</c:v>
                </c:pt>
                <c:pt idx="65">
                  <c:v>1.1843000000000075</c:v>
                </c:pt>
                <c:pt idx="66">
                  <c:v>1.1836999999999875</c:v>
                </c:pt>
                <c:pt idx="67">
                  <c:v>1.183099999999996</c:v>
                </c:pt>
                <c:pt idx="68">
                  <c:v>1.1825000000000045</c:v>
                </c:pt>
                <c:pt idx="69">
                  <c:v>1.1818999999999846</c:v>
                </c:pt>
                <c:pt idx="70">
                  <c:v>1.1812999999999931</c:v>
                </c:pt>
                <c:pt idx="71">
                  <c:v>1.1807000000000016</c:v>
                </c:pt>
                <c:pt idx="72">
                  <c:v>1.1800000000000068</c:v>
                </c:pt>
                <c:pt idx="73">
                  <c:v>1.1792999999999836</c:v>
                </c:pt>
                <c:pt idx="74">
                  <c:v>1.1785999999999888</c:v>
                </c:pt>
                <c:pt idx="75">
                  <c:v>1.1779999999999973</c:v>
                </c:pt>
                <c:pt idx="76">
                  <c:v>1.1774000000000058</c:v>
                </c:pt>
                <c:pt idx="77">
                  <c:v>1.1767999999999859</c:v>
                </c:pt>
                <c:pt idx="78">
                  <c:v>1.1762999999999977</c:v>
                </c:pt>
                <c:pt idx="79">
                  <c:v>1.1757000000000062</c:v>
                </c:pt>
                <c:pt idx="80">
                  <c:v>1.1750999999999863</c:v>
                </c:pt>
                <c:pt idx="81">
                  <c:v>1.1745999999999981</c:v>
                </c:pt>
                <c:pt idx="82">
                  <c:v>1.1740999999999815</c:v>
                </c:pt>
                <c:pt idx="83">
                  <c:v>1.1735999999999933</c:v>
                </c:pt>
                <c:pt idx="84">
                  <c:v>1.1732000000000085</c:v>
                </c:pt>
                <c:pt idx="85">
                  <c:v>1.1727999999999952</c:v>
                </c:pt>
                <c:pt idx="86">
                  <c:v>1.1723999999999819</c:v>
                </c:pt>
                <c:pt idx="87">
                  <c:v>1.171999999999997</c:v>
                </c:pt>
                <c:pt idx="88">
                  <c:v>1.1715999999999838</c:v>
                </c:pt>
                <c:pt idx="89">
                  <c:v>1.1713000000000022</c:v>
                </c:pt>
                <c:pt idx="90">
                  <c:v>1.1709999999999923</c:v>
                </c:pt>
                <c:pt idx="91">
                  <c:v>1.1706999999999823</c:v>
                </c:pt>
                <c:pt idx="92">
                  <c:v>1.1705000000000041</c:v>
                </c:pt>
                <c:pt idx="93">
                  <c:v>1.1701999999999941</c:v>
                </c:pt>
                <c:pt idx="94">
                  <c:v>1.1699999999999875</c:v>
                </c:pt>
                <c:pt idx="95">
                  <c:v>1.169700000000006</c:v>
                </c:pt>
                <c:pt idx="96">
                  <c:v>1.1694999999999993</c:v>
                </c:pt>
                <c:pt idx="97">
                  <c:v>1.1692999999999927</c:v>
                </c:pt>
                <c:pt idx="98">
                  <c:v>1.169099999999986</c:v>
                </c:pt>
                <c:pt idx="99">
                  <c:v>1.1689999999999827</c:v>
                </c:pt>
                <c:pt idx="100">
                  <c:v>1.1688000000000045</c:v>
                </c:pt>
                <c:pt idx="101">
                  <c:v>1.1687000000000012</c:v>
                </c:pt>
                <c:pt idx="102">
                  <c:v>1.1684999999999945</c:v>
                </c:pt>
                <c:pt idx="103">
                  <c:v>1.1682999999999879</c:v>
                </c:pt>
                <c:pt idx="104">
                  <c:v>1.1681999999999846</c:v>
                </c:pt>
                <c:pt idx="105">
                  <c:v>1.1681999999999846</c:v>
                </c:pt>
                <c:pt idx="106">
                  <c:v>1.1680999999999813</c:v>
                </c:pt>
                <c:pt idx="107">
                  <c:v>1.1680000000000064</c:v>
                </c:pt>
                <c:pt idx="108">
                  <c:v>1.1680999999999813</c:v>
                </c:pt>
                <c:pt idx="109">
                  <c:v>1.1684999999999945</c:v>
                </c:pt>
                <c:pt idx="110">
                  <c:v>1.169099999999986</c:v>
                </c:pt>
                <c:pt idx="111">
                  <c:v>1.1697999999999809</c:v>
                </c:pt>
                <c:pt idx="112">
                  <c:v>1.1706000000000074</c:v>
                </c:pt>
                <c:pt idx="113">
                  <c:v>1.1714000000000055</c:v>
                </c:pt>
                <c:pt idx="114">
                  <c:v>1.1721000000000004</c:v>
                </c:pt>
                <c:pt idx="115">
                  <c:v>1.1728999999999985</c:v>
                </c:pt>
                <c:pt idx="116">
                  <c:v>1.17349999999999</c:v>
                </c:pt>
                <c:pt idx="117">
                  <c:v>1.1741999999999848</c:v>
                </c:pt>
                <c:pt idx="118">
                  <c:v>1.174900000000008</c:v>
                </c:pt>
                <c:pt idx="119">
                  <c:v>1.1756000000000029</c:v>
                </c:pt>
                <c:pt idx="120">
                  <c:v>1.1761999999999944</c:v>
                </c:pt>
                <c:pt idx="121">
                  <c:v>1.1767999999999859</c:v>
                </c:pt>
                <c:pt idx="122">
                  <c:v>1.1774000000000058</c:v>
                </c:pt>
                <c:pt idx="123">
                  <c:v>1.177899999999994</c:v>
                </c:pt>
                <c:pt idx="124">
                  <c:v>1.1783999999999821</c:v>
                </c:pt>
                <c:pt idx="125">
                  <c:v>1.1788999999999987</c:v>
                </c:pt>
                <c:pt idx="126">
                  <c:v>1.1793999999999869</c:v>
                </c:pt>
                <c:pt idx="127">
                  <c:v>1.1799000000000035</c:v>
                </c:pt>
                <c:pt idx="128">
                  <c:v>1.1803999999999917</c:v>
                </c:pt>
                <c:pt idx="129">
                  <c:v>1.180800000000005</c:v>
                </c:pt>
                <c:pt idx="130">
                  <c:v>1.1810999999999865</c:v>
                </c:pt>
                <c:pt idx="131">
                  <c:v>1.1814999999999998</c:v>
                </c:pt>
                <c:pt idx="132">
                  <c:v>1.1818999999999846</c:v>
                </c:pt>
                <c:pt idx="133">
                  <c:v>1.1821999999999946</c:v>
                </c:pt>
                <c:pt idx="134">
                  <c:v>1.1826000000000079</c:v>
                </c:pt>
                <c:pt idx="135">
                  <c:v>1.1828999999999894</c:v>
                </c:pt>
                <c:pt idx="136">
                  <c:v>1.1831999999999994</c:v>
                </c:pt>
                <c:pt idx="137">
                  <c:v>1.183400000000006</c:v>
                </c:pt>
                <c:pt idx="138">
                  <c:v>1.1836999999999875</c:v>
                </c:pt>
                <c:pt idx="139">
                  <c:v>1.1839999999999975</c:v>
                </c:pt>
                <c:pt idx="140">
                  <c:v>1.1842000000000041</c:v>
                </c:pt>
                <c:pt idx="141">
                  <c:v>1.1844999999999857</c:v>
                </c:pt>
                <c:pt idx="142">
                  <c:v>1.1846999999999923</c:v>
                </c:pt>
                <c:pt idx="143">
                  <c:v>1.184899999999999</c:v>
                </c:pt>
                <c:pt idx="144">
                  <c:v>1.1850000000000023</c:v>
                </c:pt>
                <c:pt idx="145">
                  <c:v>1.1851999999999805</c:v>
                </c:pt>
                <c:pt idx="146">
                  <c:v>1.1853999999999871</c:v>
                </c:pt>
                <c:pt idx="147">
                  <c:v>1.1855999999999938</c:v>
                </c:pt>
                <c:pt idx="148">
                  <c:v>1.1858000000000004</c:v>
                </c:pt>
                <c:pt idx="149">
                  <c:v>1.1859000000000037</c:v>
                </c:pt>
                <c:pt idx="150">
                  <c:v>1.186000000000007</c:v>
                </c:pt>
                <c:pt idx="151">
                  <c:v>1.1860999999999819</c:v>
                </c:pt>
                <c:pt idx="152">
                  <c:v>1.1861999999999853</c:v>
                </c:pt>
                <c:pt idx="153">
                  <c:v>1.1862999999999886</c:v>
                </c:pt>
                <c:pt idx="154">
                  <c:v>1.1864999999999952</c:v>
                </c:pt>
                <c:pt idx="155">
                  <c:v>1.1865999999999985</c:v>
                </c:pt>
                <c:pt idx="156">
                  <c:v>1.1867000000000019</c:v>
                </c:pt>
                <c:pt idx="157">
                  <c:v>1.1868000000000052</c:v>
                </c:pt>
                <c:pt idx="158">
                  <c:v>1.1864999999999952</c:v>
                </c:pt>
                <c:pt idx="159">
                  <c:v>1.186000000000007</c:v>
                </c:pt>
                <c:pt idx="160">
                  <c:v>1.1851999999999805</c:v>
                </c:pt>
                <c:pt idx="161">
                  <c:v>1.1843000000000075</c:v>
                </c:pt>
                <c:pt idx="162">
                  <c:v>1.1833000000000027</c:v>
                </c:pt>
                <c:pt idx="163">
                  <c:v>1.1822999999999979</c:v>
                </c:pt>
                <c:pt idx="164">
                  <c:v>1.1811999999999898</c:v>
                </c:pt>
                <c:pt idx="165">
                  <c:v>1.180199999999985</c:v>
                </c:pt>
                <c:pt idx="166">
                  <c:v>1.1791000000000054</c:v>
                </c:pt>
                <c:pt idx="167">
                  <c:v>1.1781000000000006</c:v>
                </c:pt>
                <c:pt idx="168">
                  <c:v>1.1770999999999958</c:v>
                </c:pt>
                <c:pt idx="169">
                  <c:v>1.176099999999991</c:v>
                </c:pt>
                <c:pt idx="170">
                  <c:v>1.1750999999999863</c:v>
                </c:pt>
                <c:pt idx="171">
                  <c:v>1.1740999999999815</c:v>
                </c:pt>
                <c:pt idx="172">
                  <c:v>1.1732000000000085</c:v>
                </c:pt>
                <c:pt idx="173">
                  <c:v>1.172300000000007</c:v>
                </c:pt>
                <c:pt idx="174">
                  <c:v>1.1714000000000055</c:v>
                </c:pt>
                <c:pt idx="175">
                  <c:v>1.1706000000000074</c:v>
                </c:pt>
                <c:pt idx="176">
                  <c:v>1.169700000000006</c:v>
                </c:pt>
                <c:pt idx="177">
                  <c:v>1.1689000000000078</c:v>
                </c:pt>
                <c:pt idx="178">
                  <c:v>1.1680999999999813</c:v>
                </c:pt>
                <c:pt idx="179">
                  <c:v>1.1672999999999831</c:v>
                </c:pt>
                <c:pt idx="180">
                  <c:v>1.1665999999999883</c:v>
                </c:pt>
                <c:pt idx="181">
                  <c:v>1.1658999999999935</c:v>
                </c:pt>
                <c:pt idx="182">
                  <c:v>1.165300000000002</c:v>
                </c:pt>
                <c:pt idx="183">
                  <c:v>1.1646999999999821</c:v>
                </c:pt>
                <c:pt idx="184">
                  <c:v>1.1644000000000005</c:v>
                </c:pt>
                <c:pt idx="185">
                  <c:v>1.1641999999999939</c:v>
                </c:pt>
                <c:pt idx="186">
                  <c:v>1.1642999999999972</c:v>
                </c:pt>
                <c:pt idx="187">
                  <c:v>1.1646000000000072</c:v>
                </c:pt>
                <c:pt idx="188">
                  <c:v>1.1650999999999954</c:v>
                </c:pt>
                <c:pt idx="189">
                  <c:v>1.1657999999999902</c:v>
                </c:pt>
                <c:pt idx="190">
                  <c:v>1.166499999999985</c:v>
                </c:pt>
                <c:pt idx="191">
                  <c:v>1.1672000000000082</c:v>
                </c:pt>
                <c:pt idx="192">
                  <c:v>1.1680999999999813</c:v>
                </c:pt>
                <c:pt idx="193">
                  <c:v>1.1689999999999827</c:v>
                </c:pt>
                <c:pt idx="194">
                  <c:v>1.1699999999999875</c:v>
                </c:pt>
                <c:pt idx="195">
                  <c:v>1.1710999999999956</c:v>
                </c:pt>
                <c:pt idx="196">
                  <c:v>1.1721000000000004</c:v>
                </c:pt>
                <c:pt idx="197">
                  <c:v>1.1732000000000085</c:v>
                </c:pt>
                <c:pt idx="198">
                  <c:v>1.1741999999999848</c:v>
                </c:pt>
                <c:pt idx="199">
                  <c:v>1.1751999999999896</c:v>
                </c:pt>
                <c:pt idx="200">
                  <c:v>1.1761999999999944</c:v>
                </c:pt>
                <c:pt idx="201">
                  <c:v>1.1771999999999991</c:v>
                </c:pt>
                <c:pt idx="202">
                  <c:v>1.1782000000000039</c:v>
                </c:pt>
                <c:pt idx="203">
                  <c:v>1.1791999999999803</c:v>
                </c:pt>
                <c:pt idx="204">
                  <c:v>1.180199999999985</c:v>
                </c:pt>
                <c:pt idx="205">
                  <c:v>1.1809999999999832</c:v>
                </c:pt>
                <c:pt idx="206">
                  <c:v>1.1817999999999813</c:v>
                </c:pt>
                <c:pt idx="207">
                  <c:v>1.1826999999999828</c:v>
                </c:pt>
                <c:pt idx="208">
                  <c:v>1.1834999999999809</c:v>
                </c:pt>
                <c:pt idx="209">
                  <c:v>1.1843000000000075</c:v>
                </c:pt>
                <c:pt idx="210">
                  <c:v>1.1850000000000023</c:v>
                </c:pt>
                <c:pt idx="211">
                  <c:v>1.1856999999999971</c:v>
                </c:pt>
                <c:pt idx="212">
                  <c:v>1.1862999999999886</c:v>
                </c:pt>
                <c:pt idx="213">
                  <c:v>1.1869000000000085</c:v>
                </c:pt>
                <c:pt idx="214">
                  <c:v>1.1873999999999967</c:v>
                </c:pt>
                <c:pt idx="215">
                  <c:v>1.1876000000000033</c:v>
                </c:pt>
                <c:pt idx="216">
                  <c:v>1.1877000000000066</c:v>
                </c:pt>
                <c:pt idx="217">
                  <c:v>1.1877000000000066</c:v>
                </c:pt>
                <c:pt idx="218">
                  <c:v>1.1875</c:v>
                </c:pt>
                <c:pt idx="219">
                  <c:v>1.1870999999999867</c:v>
                </c:pt>
                <c:pt idx="220">
                  <c:v>1.1865999999999985</c:v>
                </c:pt>
                <c:pt idx="221">
                  <c:v>1.1860999999999819</c:v>
                </c:pt>
                <c:pt idx="222">
                  <c:v>1.1854999999999905</c:v>
                </c:pt>
                <c:pt idx="223">
                  <c:v>1.184899999999999</c:v>
                </c:pt>
                <c:pt idx="224">
                  <c:v>1.1842000000000041</c:v>
                </c:pt>
                <c:pt idx="225">
                  <c:v>1.1834999999999809</c:v>
                </c:pt>
                <c:pt idx="226">
                  <c:v>1.1827999999999861</c:v>
                </c:pt>
                <c:pt idx="227">
                  <c:v>1.1819999999999879</c:v>
                </c:pt>
                <c:pt idx="228">
                  <c:v>1.1811999999999898</c:v>
                </c:pt>
                <c:pt idx="229">
                  <c:v>1.180499999999995</c:v>
                </c:pt>
                <c:pt idx="230">
                  <c:v>1.1798000000000002</c:v>
                </c:pt>
                <c:pt idx="231">
                  <c:v>1.1791000000000054</c:v>
                </c:pt>
                <c:pt idx="232">
                  <c:v>1.1784999999999854</c:v>
                </c:pt>
                <c:pt idx="233">
                  <c:v>1.1777999999999906</c:v>
                </c:pt>
                <c:pt idx="234">
                  <c:v>1.1770999999999958</c:v>
                </c:pt>
                <c:pt idx="235">
                  <c:v>1.1765000000000043</c:v>
                </c:pt>
                <c:pt idx="236">
                  <c:v>1.1758999999999844</c:v>
                </c:pt>
                <c:pt idx="237">
                  <c:v>1.1752999999999929</c:v>
                </c:pt>
                <c:pt idx="238">
                  <c:v>1.1748000000000047</c:v>
                </c:pt>
                <c:pt idx="239">
                  <c:v>1.1742999999999881</c:v>
                </c:pt>
                <c:pt idx="240">
                  <c:v>1.1738</c:v>
                </c:pt>
                <c:pt idx="241">
                  <c:v>1.1732999999999834</c:v>
                </c:pt>
                <c:pt idx="242">
                  <c:v>1.1728999999999985</c:v>
                </c:pt>
                <c:pt idx="243">
                  <c:v>1.1724999999999852</c:v>
                </c:pt>
                <c:pt idx="244">
                  <c:v>1.1721000000000004</c:v>
                </c:pt>
                <c:pt idx="245">
                  <c:v>1.1717999999999904</c:v>
                </c:pt>
                <c:pt idx="246">
                  <c:v>1.1714000000000055</c:v>
                </c:pt>
                <c:pt idx="247">
                  <c:v>1.1710999999999956</c:v>
                </c:pt>
                <c:pt idx="248">
                  <c:v>1.1707999999999856</c:v>
                </c:pt>
                <c:pt idx="249">
                  <c:v>1.1705000000000041</c:v>
                </c:pt>
                <c:pt idx="250">
                  <c:v>1.1701999999999941</c:v>
                </c:pt>
                <c:pt idx="251">
                  <c:v>1.1699999999999875</c:v>
                </c:pt>
                <c:pt idx="252">
                  <c:v>1.1697999999999809</c:v>
                </c:pt>
                <c:pt idx="253">
                  <c:v>1.1696000000000026</c:v>
                </c:pt>
                <c:pt idx="254">
                  <c:v>1.169399999999996</c:v>
                </c:pt>
                <c:pt idx="255">
                  <c:v>1.169099999999986</c:v>
                </c:pt>
                <c:pt idx="256">
                  <c:v>1.1689000000000078</c:v>
                </c:pt>
                <c:pt idx="257">
                  <c:v>1.1688000000000045</c:v>
                </c:pt>
                <c:pt idx="258">
                  <c:v>1.1687000000000012</c:v>
                </c:pt>
                <c:pt idx="259">
                  <c:v>1.1685999999999979</c:v>
                </c:pt>
                <c:pt idx="260">
                  <c:v>1.1683999999999912</c:v>
                </c:pt>
                <c:pt idx="261">
                  <c:v>1.1682999999999879</c:v>
                </c:pt>
                <c:pt idx="262">
                  <c:v>1.1680999999999813</c:v>
                </c:pt>
                <c:pt idx="263">
                  <c:v>1.1680000000000064</c:v>
                </c:pt>
                <c:pt idx="264">
                  <c:v>1.167900000000003</c:v>
                </c:pt>
                <c:pt idx="265">
                  <c:v>1.1681999999999846</c:v>
                </c:pt>
                <c:pt idx="266">
                  <c:v>1.1687000000000012</c:v>
                </c:pt>
                <c:pt idx="267">
                  <c:v>1.1692999999999927</c:v>
                </c:pt>
                <c:pt idx="268">
                  <c:v>1.1699999999999875</c:v>
                </c:pt>
                <c:pt idx="269">
                  <c:v>1.1706999999999823</c:v>
                </c:pt>
                <c:pt idx="270">
                  <c:v>1.1714000000000055</c:v>
                </c:pt>
                <c:pt idx="271">
                  <c:v>1.1722000000000037</c:v>
                </c:pt>
                <c:pt idx="272">
                  <c:v>1.1728999999999985</c:v>
                </c:pt>
                <c:pt idx="273">
                  <c:v>1.1736999999999966</c:v>
                </c:pt>
                <c:pt idx="274">
                  <c:v>1.1743999999999915</c:v>
                </c:pt>
                <c:pt idx="275">
                  <c:v>1.1749999999999829</c:v>
                </c:pt>
                <c:pt idx="276">
                  <c:v>1.1756000000000029</c:v>
                </c:pt>
                <c:pt idx="277">
                  <c:v>1.1761999999999944</c:v>
                </c:pt>
                <c:pt idx="278">
                  <c:v>1.1767999999999859</c:v>
                </c:pt>
                <c:pt idx="279">
                  <c:v>1.1774000000000058</c:v>
                </c:pt>
                <c:pt idx="280">
                  <c:v>1.1779999999999973</c:v>
                </c:pt>
                <c:pt idx="281">
                  <c:v>1.1784999999999854</c:v>
                </c:pt>
                <c:pt idx="282">
                  <c:v>1.179000000000002</c:v>
                </c:pt>
                <c:pt idx="283">
                  <c:v>1.1794999999999902</c:v>
                </c:pt>
                <c:pt idx="284">
                  <c:v>1.1799000000000035</c:v>
                </c:pt>
                <c:pt idx="285">
                  <c:v>1.1803999999999917</c:v>
                </c:pt>
                <c:pt idx="286">
                  <c:v>1.180800000000005</c:v>
                </c:pt>
                <c:pt idx="287">
                  <c:v>1.1811999999999898</c:v>
                </c:pt>
                <c:pt idx="288">
                  <c:v>1.1816000000000031</c:v>
                </c:pt>
                <c:pt idx="289">
                  <c:v>1.1819999999999879</c:v>
                </c:pt>
                <c:pt idx="290">
                  <c:v>1.1822999999999979</c:v>
                </c:pt>
                <c:pt idx="291">
                  <c:v>1.1826000000000079</c:v>
                </c:pt>
                <c:pt idx="292">
                  <c:v>1.1828999999999894</c:v>
                </c:pt>
                <c:pt idx="293">
                  <c:v>1.1831999999999994</c:v>
                </c:pt>
                <c:pt idx="294">
                  <c:v>1.1834999999999809</c:v>
                </c:pt>
                <c:pt idx="295">
                  <c:v>1.1837999999999909</c:v>
                </c:pt>
                <c:pt idx="296">
                  <c:v>1.1839999999999975</c:v>
                </c:pt>
                <c:pt idx="297">
                  <c:v>1.1842000000000041</c:v>
                </c:pt>
                <c:pt idx="298">
                  <c:v>1.1843999999999824</c:v>
                </c:pt>
                <c:pt idx="299">
                  <c:v>1.1846999999999923</c:v>
                </c:pt>
                <c:pt idx="300">
                  <c:v>1.184899999999999</c:v>
                </c:pt>
                <c:pt idx="301">
                  <c:v>1.1851000000000056</c:v>
                </c:pt>
                <c:pt idx="302">
                  <c:v>1.1852999999999838</c:v>
                </c:pt>
                <c:pt idx="303">
                  <c:v>1.1853999999999871</c:v>
                </c:pt>
                <c:pt idx="304">
                  <c:v>1.1854999999999905</c:v>
                </c:pt>
                <c:pt idx="305">
                  <c:v>1.1856999999999971</c:v>
                </c:pt>
                <c:pt idx="306">
                  <c:v>1.1858000000000004</c:v>
                </c:pt>
                <c:pt idx="307">
                  <c:v>1.186000000000007</c:v>
                </c:pt>
                <c:pt idx="308">
                  <c:v>1.1861999999999853</c:v>
                </c:pt>
                <c:pt idx="309">
                  <c:v>1.1862999999999886</c:v>
                </c:pt>
                <c:pt idx="310">
                  <c:v>1.1863999999999919</c:v>
                </c:pt>
                <c:pt idx="311">
                  <c:v>1.1863999999999919</c:v>
                </c:pt>
                <c:pt idx="312">
                  <c:v>1.1864999999999952</c:v>
                </c:pt>
                <c:pt idx="313">
                  <c:v>1.1865999999999985</c:v>
                </c:pt>
                <c:pt idx="314">
                  <c:v>1.1868000000000052</c:v>
                </c:pt>
                <c:pt idx="315">
                  <c:v>1.1865999999999985</c:v>
                </c:pt>
                <c:pt idx="316">
                  <c:v>1.186000000000007</c:v>
                </c:pt>
                <c:pt idx="317">
                  <c:v>1.1851999999999805</c:v>
                </c:pt>
                <c:pt idx="318">
                  <c:v>1.1842000000000041</c:v>
                </c:pt>
                <c:pt idx="319">
                  <c:v>1.1831999999999994</c:v>
                </c:pt>
                <c:pt idx="320">
                  <c:v>1.1821999999999946</c:v>
                </c:pt>
                <c:pt idx="321">
                  <c:v>1.1811999999999898</c:v>
                </c:pt>
                <c:pt idx="322">
                  <c:v>1.180199999999985</c:v>
                </c:pt>
                <c:pt idx="323">
                  <c:v>1.1791000000000054</c:v>
                </c:pt>
                <c:pt idx="324">
                  <c:v>1.1781000000000006</c:v>
                </c:pt>
                <c:pt idx="325">
                  <c:v>1.1769999999999925</c:v>
                </c:pt>
                <c:pt idx="326">
                  <c:v>1.1759999999999877</c:v>
                </c:pt>
                <c:pt idx="327">
                  <c:v>1.1749999999999829</c:v>
                </c:pt>
                <c:pt idx="328">
                  <c:v>1.1740999999999815</c:v>
                </c:pt>
                <c:pt idx="329">
                  <c:v>1.1732000000000085</c:v>
                </c:pt>
                <c:pt idx="330">
                  <c:v>1.1722000000000037</c:v>
                </c:pt>
                <c:pt idx="331">
                  <c:v>1.1713000000000022</c:v>
                </c:pt>
                <c:pt idx="332">
                  <c:v>1.1704000000000008</c:v>
                </c:pt>
                <c:pt idx="333">
                  <c:v>1.1696000000000026</c:v>
                </c:pt>
                <c:pt idx="334">
                  <c:v>1.1688000000000045</c:v>
                </c:pt>
                <c:pt idx="335">
                  <c:v>1.1680000000000064</c:v>
                </c:pt>
                <c:pt idx="336">
                  <c:v>1.1672999999999831</c:v>
                </c:pt>
                <c:pt idx="337">
                  <c:v>1.1665999999999883</c:v>
                </c:pt>
                <c:pt idx="338">
                  <c:v>1.1658999999999935</c:v>
                </c:pt>
                <c:pt idx="339">
                  <c:v>1.1651999999999987</c:v>
                </c:pt>
                <c:pt idx="340">
                  <c:v>1.1646000000000072</c:v>
                </c:pt>
                <c:pt idx="341">
                  <c:v>1.1642999999999972</c:v>
                </c:pt>
                <c:pt idx="342">
                  <c:v>1.1642999999999972</c:v>
                </c:pt>
                <c:pt idx="343">
                  <c:v>1.1645000000000039</c:v>
                </c:pt>
                <c:pt idx="344">
                  <c:v>1.1647999999999854</c:v>
                </c:pt>
                <c:pt idx="345">
                  <c:v>1.1651999999999987</c:v>
                </c:pt>
                <c:pt idx="346">
                  <c:v>1.1657999999999902</c:v>
                </c:pt>
                <c:pt idx="347">
                  <c:v>1.166499999999985</c:v>
                </c:pt>
                <c:pt idx="348">
                  <c:v>1.1672999999999831</c:v>
                </c:pt>
                <c:pt idx="349">
                  <c:v>1.1681999999999846</c:v>
                </c:pt>
                <c:pt idx="350">
                  <c:v>1.1691999999999894</c:v>
                </c:pt>
                <c:pt idx="351">
                  <c:v>1.1701999999999941</c:v>
                </c:pt>
                <c:pt idx="352">
                  <c:v>1.1711999999999989</c:v>
                </c:pt>
                <c:pt idx="353">
                  <c:v>1.1722000000000037</c:v>
                </c:pt>
                <c:pt idx="354">
                  <c:v>1.1732000000000085</c:v>
                </c:pt>
                <c:pt idx="355">
                  <c:v>1.1742999999999881</c:v>
                </c:pt>
                <c:pt idx="356">
                  <c:v>1.1753999999999962</c:v>
                </c:pt>
                <c:pt idx="357">
                  <c:v>1.176400000000001</c:v>
                </c:pt>
                <c:pt idx="358">
                  <c:v>1.1774000000000058</c:v>
                </c:pt>
                <c:pt idx="359">
                  <c:v>1.1783999999999821</c:v>
                </c:pt>
                <c:pt idx="360">
                  <c:v>1.1792999999999836</c:v>
                </c:pt>
                <c:pt idx="361">
                  <c:v>1.1792999999999836</c:v>
                </c:pt>
                <c:pt idx="362">
                  <c:v>1.180199999999985</c:v>
                </c:pt>
                <c:pt idx="363">
                  <c:v>1.1810999999999865</c:v>
                </c:pt>
                <c:pt idx="364">
                  <c:v>1.1819999999999879</c:v>
                </c:pt>
                <c:pt idx="365">
                  <c:v>1.1827999999999861</c:v>
                </c:pt>
                <c:pt idx="366">
                  <c:v>1.1835999999999842</c:v>
                </c:pt>
                <c:pt idx="367">
                  <c:v>1.1843999999999824</c:v>
                </c:pt>
                <c:pt idx="368">
                  <c:v>1.1850000000000023</c:v>
                </c:pt>
                <c:pt idx="369">
                  <c:v>1.1856999999999971</c:v>
                </c:pt>
                <c:pt idx="370">
                  <c:v>1.1863999999999919</c:v>
                </c:pt>
                <c:pt idx="371">
                  <c:v>1.1869999999999834</c:v>
                </c:pt>
                <c:pt idx="372">
                  <c:v>1.1875</c:v>
                </c:pt>
                <c:pt idx="373">
                  <c:v>1.1877000000000066</c:v>
                </c:pt>
                <c:pt idx="374">
                  <c:v>1.1877000000000066</c:v>
                </c:pt>
                <c:pt idx="375">
                  <c:v>1.1876000000000033</c:v>
                </c:pt>
                <c:pt idx="376">
                  <c:v>1.1872999999999934</c:v>
                </c:pt>
                <c:pt idx="377">
                  <c:v>1.1869999999999834</c:v>
                </c:pt>
                <c:pt idx="378">
                  <c:v>1.1865999999999985</c:v>
                </c:pt>
                <c:pt idx="379">
                  <c:v>1.1860999999999819</c:v>
                </c:pt>
                <c:pt idx="380">
                  <c:v>1.1853999999999871</c:v>
                </c:pt>
                <c:pt idx="381">
                  <c:v>1.1847999999999956</c:v>
                </c:pt>
                <c:pt idx="382">
                  <c:v>1.1839999999999975</c:v>
                </c:pt>
                <c:pt idx="383">
                  <c:v>1.1833000000000027</c:v>
                </c:pt>
                <c:pt idx="384">
                  <c:v>1.1826000000000079</c:v>
                </c:pt>
                <c:pt idx="385">
                  <c:v>1.1818999999999846</c:v>
                </c:pt>
                <c:pt idx="386">
                  <c:v>1.1811999999999898</c:v>
                </c:pt>
                <c:pt idx="387">
                  <c:v>1.180499999999995</c:v>
                </c:pt>
                <c:pt idx="388">
                  <c:v>1.1796999999999969</c:v>
                </c:pt>
                <c:pt idx="389">
                  <c:v>1.179000000000002</c:v>
                </c:pt>
                <c:pt idx="390">
                  <c:v>1.1783000000000072</c:v>
                </c:pt>
                <c:pt idx="391">
                  <c:v>1.177599999999984</c:v>
                </c:pt>
                <c:pt idx="392">
                  <c:v>1.1769999999999925</c:v>
                </c:pt>
                <c:pt idx="393">
                  <c:v>1.176400000000001</c:v>
                </c:pt>
                <c:pt idx="394">
                  <c:v>1.1758999999999844</c:v>
                </c:pt>
                <c:pt idx="395">
                  <c:v>1.1752999999999929</c:v>
                </c:pt>
                <c:pt idx="396">
                  <c:v>1.1747000000000014</c:v>
                </c:pt>
                <c:pt idx="397">
                  <c:v>1.1741999999999848</c:v>
                </c:pt>
                <c:pt idx="398">
                  <c:v>1.1736999999999966</c:v>
                </c:pt>
                <c:pt idx="399">
                  <c:v>1.1732999999999834</c:v>
                </c:pt>
                <c:pt idx="400">
                  <c:v>1.1728999999999985</c:v>
                </c:pt>
                <c:pt idx="401">
                  <c:v>1.1724999999999852</c:v>
                </c:pt>
                <c:pt idx="402">
                  <c:v>1.1721000000000004</c:v>
                </c:pt>
                <c:pt idx="403">
                  <c:v>1.1716999999999871</c:v>
                </c:pt>
                <c:pt idx="404">
                  <c:v>1.1713000000000022</c:v>
                </c:pt>
                <c:pt idx="405">
                  <c:v>1.1709999999999923</c:v>
                </c:pt>
                <c:pt idx="406">
                  <c:v>1.1706999999999823</c:v>
                </c:pt>
                <c:pt idx="407">
                  <c:v>1.1705000000000041</c:v>
                </c:pt>
                <c:pt idx="408">
                  <c:v>1.1701999999999941</c:v>
                </c:pt>
                <c:pt idx="409">
                  <c:v>1.1699999999999875</c:v>
                </c:pt>
                <c:pt idx="410">
                  <c:v>1.169700000000006</c:v>
                </c:pt>
                <c:pt idx="411">
                  <c:v>1.1694999999999993</c:v>
                </c:pt>
                <c:pt idx="412">
                  <c:v>1.1692999999999927</c:v>
                </c:pt>
                <c:pt idx="413">
                  <c:v>1.169099999999986</c:v>
                </c:pt>
                <c:pt idx="414">
                  <c:v>1.1689999999999827</c:v>
                </c:pt>
                <c:pt idx="415">
                  <c:v>1.1688000000000045</c:v>
                </c:pt>
                <c:pt idx="416">
                  <c:v>1.1687000000000012</c:v>
                </c:pt>
                <c:pt idx="417">
                  <c:v>1.1684999999999945</c:v>
                </c:pt>
                <c:pt idx="418">
                  <c:v>1.1682999999999879</c:v>
                </c:pt>
                <c:pt idx="419">
                  <c:v>1.1681999999999846</c:v>
                </c:pt>
                <c:pt idx="420">
                  <c:v>1.1680999999999813</c:v>
                </c:pt>
                <c:pt idx="421">
                  <c:v>1.1680999999999813</c:v>
                </c:pt>
                <c:pt idx="422">
                  <c:v>1.1680000000000064</c:v>
                </c:pt>
                <c:pt idx="423">
                  <c:v>1.1681999999999846</c:v>
                </c:pt>
                <c:pt idx="424">
                  <c:v>1.1687000000000012</c:v>
                </c:pt>
                <c:pt idx="425">
                  <c:v>1.1692999999999927</c:v>
                </c:pt>
                <c:pt idx="426">
                  <c:v>1.1700999999999908</c:v>
                </c:pt>
                <c:pt idx="427">
                  <c:v>1.1708999999999889</c:v>
                </c:pt>
                <c:pt idx="428">
                  <c:v>1.1715999999999838</c:v>
                </c:pt>
                <c:pt idx="429">
                  <c:v>1.1723999999999819</c:v>
                </c:pt>
                <c:pt idx="430">
                  <c:v>1.1731000000000051</c:v>
                </c:pt>
                <c:pt idx="431">
                  <c:v>1.1736999999999966</c:v>
                </c:pt>
                <c:pt idx="432">
                  <c:v>1.1743999999999915</c:v>
                </c:pt>
                <c:pt idx="433">
                  <c:v>1.1750999999999863</c:v>
                </c:pt>
                <c:pt idx="434">
                  <c:v>1.1757000000000062</c:v>
                </c:pt>
                <c:pt idx="435">
                  <c:v>1.176400000000001</c:v>
                </c:pt>
                <c:pt idx="436">
                  <c:v>1.1769999999999925</c:v>
                </c:pt>
                <c:pt idx="437">
                  <c:v>1.1774999999999807</c:v>
                </c:pt>
                <c:pt idx="438">
                  <c:v>1.1779999999999973</c:v>
                </c:pt>
                <c:pt idx="439">
                  <c:v>1.1784999999999854</c:v>
                </c:pt>
                <c:pt idx="440">
                  <c:v>1.1791000000000054</c:v>
                </c:pt>
                <c:pt idx="441">
                  <c:v>1.1795999999999935</c:v>
                </c:pt>
                <c:pt idx="442">
                  <c:v>1.1800999999999817</c:v>
                </c:pt>
                <c:pt idx="443">
                  <c:v>1.180499999999995</c:v>
                </c:pt>
                <c:pt idx="444">
                  <c:v>1.1809000000000083</c:v>
                </c:pt>
                <c:pt idx="445">
                  <c:v>1.1811999999999898</c:v>
                </c:pt>
                <c:pt idx="446">
                  <c:v>1.1816000000000031</c:v>
                </c:pt>
                <c:pt idx="447">
                  <c:v>1.1819999999999879</c:v>
                </c:pt>
                <c:pt idx="448">
                  <c:v>1.1822999999999979</c:v>
                </c:pt>
                <c:pt idx="449">
                  <c:v>1.1826999999999828</c:v>
                </c:pt>
                <c:pt idx="450">
                  <c:v>1.1829999999999927</c:v>
                </c:pt>
                <c:pt idx="451">
                  <c:v>1.1833000000000027</c:v>
                </c:pt>
                <c:pt idx="452">
                  <c:v>1.1833000000000027</c:v>
                </c:pt>
                <c:pt idx="453">
                  <c:v>1.1834999999999809</c:v>
                </c:pt>
                <c:pt idx="454">
                  <c:v>1.1837999999999909</c:v>
                </c:pt>
                <c:pt idx="455">
                  <c:v>1.1839999999999975</c:v>
                </c:pt>
                <c:pt idx="456">
                  <c:v>1.1843000000000075</c:v>
                </c:pt>
                <c:pt idx="457">
                  <c:v>1.184599999999989</c:v>
                </c:pt>
                <c:pt idx="458">
                  <c:v>1.1847999999999956</c:v>
                </c:pt>
                <c:pt idx="459">
                  <c:v>1.184899999999999</c:v>
                </c:pt>
                <c:pt idx="460">
                  <c:v>1.1851000000000056</c:v>
                </c:pt>
                <c:pt idx="461">
                  <c:v>1.1851999999999805</c:v>
                </c:pt>
                <c:pt idx="462">
                  <c:v>1.1853999999999871</c:v>
                </c:pt>
                <c:pt idx="463">
                  <c:v>1.1855999999999938</c:v>
                </c:pt>
                <c:pt idx="464">
                  <c:v>1.1858000000000004</c:v>
                </c:pt>
                <c:pt idx="465">
                  <c:v>1.1859000000000037</c:v>
                </c:pt>
                <c:pt idx="466">
                  <c:v>1.186000000000007</c:v>
                </c:pt>
                <c:pt idx="467">
                  <c:v>1.1860999999999819</c:v>
                </c:pt>
                <c:pt idx="468">
                  <c:v>1.1861999999999853</c:v>
                </c:pt>
                <c:pt idx="469">
                  <c:v>1.1863999999999919</c:v>
                </c:pt>
                <c:pt idx="470">
                  <c:v>1.1864999999999952</c:v>
                </c:pt>
                <c:pt idx="471">
                  <c:v>1.1865999999999985</c:v>
                </c:pt>
                <c:pt idx="472">
                  <c:v>1.1867000000000019</c:v>
                </c:pt>
                <c:pt idx="473">
                  <c:v>1.1868000000000052</c:v>
                </c:pt>
                <c:pt idx="474">
                  <c:v>1.1863999999999919</c:v>
                </c:pt>
                <c:pt idx="475">
                  <c:v>1.1858000000000004</c:v>
                </c:pt>
                <c:pt idx="476">
                  <c:v>1.1850000000000023</c:v>
                </c:pt>
                <c:pt idx="477">
                  <c:v>1.1841000000000008</c:v>
                </c:pt>
                <c:pt idx="478">
                  <c:v>1.183099999999996</c:v>
                </c:pt>
                <c:pt idx="479">
                  <c:v>1.1819999999999879</c:v>
                </c:pt>
                <c:pt idx="480">
                  <c:v>1.1809000000000083</c:v>
                </c:pt>
                <c:pt idx="481">
                  <c:v>1.1799000000000035</c:v>
                </c:pt>
                <c:pt idx="482">
                  <c:v>1.1787999999999954</c:v>
                </c:pt>
                <c:pt idx="483">
                  <c:v>1.1777999999999906</c:v>
                </c:pt>
                <c:pt idx="484">
                  <c:v>1.1768999999999892</c:v>
                </c:pt>
                <c:pt idx="485">
                  <c:v>1.1757999999999811</c:v>
                </c:pt>
                <c:pt idx="486">
                  <c:v>1.1748000000000047</c:v>
                </c:pt>
                <c:pt idx="487">
                  <c:v>1.1738</c:v>
                </c:pt>
                <c:pt idx="488">
                  <c:v>1.1728999999999985</c:v>
                </c:pt>
                <c:pt idx="489">
                  <c:v>1.171999999999997</c:v>
                </c:pt>
                <c:pt idx="490">
                  <c:v>1.1710999999999956</c:v>
                </c:pt>
                <c:pt idx="491">
                  <c:v>1.1702999999999975</c:v>
                </c:pt>
                <c:pt idx="492">
                  <c:v>1.1694999999999993</c:v>
                </c:pt>
                <c:pt idx="493">
                  <c:v>1.1687000000000012</c:v>
                </c:pt>
                <c:pt idx="494">
                  <c:v>1.1677999999999997</c:v>
                </c:pt>
                <c:pt idx="495">
                  <c:v>1.1671000000000049</c:v>
                </c:pt>
                <c:pt idx="496">
                  <c:v>1.1663999999999817</c:v>
                </c:pt>
                <c:pt idx="497">
                  <c:v>1.1656999999999869</c:v>
                </c:pt>
                <c:pt idx="498">
                  <c:v>1.1650999999999954</c:v>
                </c:pt>
                <c:pt idx="499">
                  <c:v>1.1646000000000072</c:v>
                </c:pt>
                <c:pt idx="500">
                  <c:v>1.1642999999999972</c:v>
                </c:pt>
                <c:pt idx="501">
                  <c:v>1.1642999999999972</c:v>
                </c:pt>
                <c:pt idx="502">
                  <c:v>1.1644000000000005</c:v>
                </c:pt>
                <c:pt idx="503">
                  <c:v>1.1647999999999854</c:v>
                </c:pt>
                <c:pt idx="504">
                  <c:v>1.165300000000002</c:v>
                </c:pt>
                <c:pt idx="505">
                  <c:v>1.1659999999999968</c:v>
                </c:pt>
                <c:pt idx="506">
                  <c:v>1.1666999999999916</c:v>
                </c:pt>
                <c:pt idx="507">
                  <c:v>1.1674999999999898</c:v>
                </c:pt>
                <c:pt idx="508">
                  <c:v>1.1683999999999912</c:v>
                </c:pt>
                <c:pt idx="509">
                  <c:v>1.1692999999999927</c:v>
                </c:pt>
                <c:pt idx="510">
                  <c:v>1.1702999999999975</c:v>
                </c:pt>
                <c:pt idx="511">
                  <c:v>1.1714000000000055</c:v>
                </c:pt>
                <c:pt idx="512">
                  <c:v>1.1724999999999852</c:v>
                </c:pt>
                <c:pt idx="513">
                  <c:v>1.17349999999999</c:v>
                </c:pt>
                <c:pt idx="514">
                  <c:v>1.1744999999999948</c:v>
                </c:pt>
                <c:pt idx="515">
                  <c:v>1.1754999999999995</c:v>
                </c:pt>
                <c:pt idx="516">
                  <c:v>1.1765000000000043</c:v>
                </c:pt>
                <c:pt idx="517">
                  <c:v>1.1774999999999807</c:v>
                </c:pt>
                <c:pt idx="518">
                  <c:v>1.1784999999999854</c:v>
                </c:pt>
                <c:pt idx="519">
                  <c:v>1.1794999999999902</c:v>
                </c:pt>
                <c:pt idx="520">
                  <c:v>1.1803999999999917</c:v>
                </c:pt>
                <c:pt idx="521">
                  <c:v>1.1812999999999931</c:v>
                </c:pt>
                <c:pt idx="522">
                  <c:v>1.1820999999999913</c:v>
                </c:pt>
                <c:pt idx="523">
                  <c:v>1.1828999999999894</c:v>
                </c:pt>
                <c:pt idx="524">
                  <c:v>1.1836999999999875</c:v>
                </c:pt>
                <c:pt idx="525">
                  <c:v>1.1844999999999857</c:v>
                </c:pt>
                <c:pt idx="526">
                  <c:v>1.1851999999999805</c:v>
                </c:pt>
                <c:pt idx="527">
                  <c:v>1.1859000000000037</c:v>
                </c:pt>
                <c:pt idx="528">
                  <c:v>1.1864999999999952</c:v>
                </c:pt>
                <c:pt idx="529">
                  <c:v>1.1870999999999867</c:v>
                </c:pt>
                <c:pt idx="530">
                  <c:v>1.1875</c:v>
                </c:pt>
                <c:pt idx="531">
                  <c:v>1.1877000000000066</c:v>
                </c:pt>
                <c:pt idx="532">
                  <c:v>1.1877000000000066</c:v>
                </c:pt>
              </c:numCache>
            </c:numRef>
          </c:yVal>
          <c:smooth val="1"/>
          <c:extLst>
            <c:ext xmlns:c16="http://schemas.microsoft.com/office/drawing/2014/chart" uri="{C3380CC4-5D6E-409C-BE32-E72D297353CC}">
              <c16:uniqueId val="{00000000-6C3C-446B-A6D3-7B3EBAB7A07E}"/>
            </c:ext>
          </c:extLst>
        </c:ser>
        <c:ser>
          <c:idx val="1"/>
          <c:order val="1"/>
          <c:tx>
            <c:strRef>
              <c:f>N50000_VV_TEMPS_oc5l2_50000!$BQ$1</c:f>
              <c:strCache>
                <c:ptCount val="1"/>
                <c:pt idx="0">
                  <c:v>CGI_CMR_1.300</c:v>
                </c:pt>
              </c:strCache>
            </c:strRef>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N50000_VV_TEMPS_oc5l2_50000!$BA$2:$BA$536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N50000_VV_TEMPS_oc5l2_50000!$BQ$2:$BQ$536</c:f>
              <c:numCache>
                <c:formatCode>General</c:formatCode>
                <c:ptCount val="533"/>
                <c:pt idx="0">
                  <c:v>0</c:v>
                </c:pt>
                <c:pt idx="1">
                  <c:v>-1.8699999999995498E-2</c:v>
                </c:pt>
                <c:pt idx="2">
                  <c:v>4.199999999997317E-3</c:v>
                </c:pt>
                <c:pt idx="3">
                  <c:v>7.2200000000009368E-2</c:v>
                </c:pt>
                <c:pt idx="4">
                  <c:v>0.16339999999999577</c:v>
                </c:pt>
                <c:pt idx="5">
                  <c:v>0.25919999999999277</c:v>
                </c:pt>
                <c:pt idx="6">
                  <c:v>0.35139999999998395</c:v>
                </c:pt>
                <c:pt idx="7">
                  <c:v>0.43709999999998672</c:v>
                </c:pt>
                <c:pt idx="8">
                  <c:v>0.51509999999998968</c:v>
                </c:pt>
                <c:pt idx="9">
                  <c:v>0.58559999999999945</c:v>
                </c:pt>
                <c:pt idx="10">
                  <c:v>0.64889999999999759</c:v>
                </c:pt>
                <c:pt idx="11">
                  <c:v>0.705600000000004</c:v>
                </c:pt>
                <c:pt idx="12">
                  <c:v>0.75639999999998508</c:v>
                </c:pt>
                <c:pt idx="13">
                  <c:v>0.80189999999998918</c:v>
                </c:pt>
                <c:pt idx="14">
                  <c:v>0.84250000000000114</c:v>
                </c:pt>
                <c:pt idx="15">
                  <c:v>0.87879999999998404</c:v>
                </c:pt>
                <c:pt idx="16">
                  <c:v>0.911200000000008</c:v>
                </c:pt>
                <c:pt idx="17">
                  <c:v>0.94010000000000105</c:v>
                </c:pt>
                <c:pt idx="18">
                  <c:v>0.96590000000000487</c:v>
                </c:pt>
                <c:pt idx="19">
                  <c:v>0.988900000000001</c:v>
                </c:pt>
                <c:pt idx="20">
                  <c:v>1.0095000000000027</c:v>
                </c:pt>
                <c:pt idx="21">
                  <c:v>1.0278999999999883</c:v>
                </c:pt>
                <c:pt idx="22">
                  <c:v>1.0442999999999927</c:v>
                </c:pt>
                <c:pt idx="23">
                  <c:v>1.0587999999999909</c:v>
                </c:pt>
                <c:pt idx="24">
                  <c:v>1.0717999999999961</c:v>
                </c:pt>
                <c:pt idx="25">
                  <c:v>1.0833000000000084</c:v>
                </c:pt>
                <c:pt idx="26">
                  <c:v>1.0936999999999841</c:v>
                </c:pt>
                <c:pt idx="27">
                  <c:v>1.1031999999999869</c:v>
                </c:pt>
                <c:pt idx="28">
                  <c:v>1.1117999999999881</c:v>
                </c:pt>
                <c:pt idx="29">
                  <c:v>1.1197999999999979</c:v>
                </c:pt>
                <c:pt idx="30">
                  <c:v>1.1270000000000095</c:v>
                </c:pt>
                <c:pt idx="31">
                  <c:v>1.1337000000000046</c:v>
                </c:pt>
                <c:pt idx="32">
                  <c:v>1.1398000000000081</c:v>
                </c:pt>
                <c:pt idx="33">
                  <c:v>1.1454999999999984</c:v>
                </c:pt>
                <c:pt idx="34">
                  <c:v>1.1508000000000038</c:v>
                </c:pt>
                <c:pt idx="35">
                  <c:v>1.155699999999996</c:v>
                </c:pt>
                <c:pt idx="36">
                  <c:v>1.1603000000000065</c:v>
                </c:pt>
                <c:pt idx="37">
                  <c:v>1.1644000000000005</c:v>
                </c:pt>
                <c:pt idx="38">
                  <c:v>1.1682999999999879</c:v>
                </c:pt>
                <c:pt idx="39">
                  <c:v>1.1718999999999937</c:v>
                </c:pt>
                <c:pt idx="40">
                  <c:v>1.1751999999999896</c:v>
                </c:pt>
                <c:pt idx="41">
                  <c:v>1.1783000000000072</c:v>
                </c:pt>
                <c:pt idx="42">
                  <c:v>1.1812999999999931</c:v>
                </c:pt>
                <c:pt idx="43">
                  <c:v>1.1839999999999975</c:v>
                </c:pt>
                <c:pt idx="44">
                  <c:v>1.1863999999999919</c:v>
                </c:pt>
                <c:pt idx="45">
                  <c:v>1.1887000000000114</c:v>
                </c:pt>
                <c:pt idx="46">
                  <c:v>1.1907999999999959</c:v>
                </c:pt>
                <c:pt idx="47">
                  <c:v>1.1928000000000054</c:v>
                </c:pt>
                <c:pt idx="48">
                  <c:v>1.1947000000000116</c:v>
                </c:pt>
                <c:pt idx="49">
                  <c:v>1.1964000000000112</c:v>
                </c:pt>
                <c:pt idx="50">
                  <c:v>1.1981000000000108</c:v>
                </c:pt>
                <c:pt idx="51">
                  <c:v>1.1995000000000005</c:v>
                </c:pt>
                <c:pt idx="52">
                  <c:v>1.2007999999999868</c:v>
                </c:pt>
                <c:pt idx="53">
                  <c:v>1.2021000000000015</c:v>
                </c:pt>
                <c:pt idx="54">
                  <c:v>1.2032999999999845</c:v>
                </c:pt>
                <c:pt idx="55">
                  <c:v>1.2043999999999926</c:v>
                </c:pt>
                <c:pt idx="56">
                  <c:v>1.2055000000000007</c:v>
                </c:pt>
                <c:pt idx="57">
                  <c:v>1.2062999999999988</c:v>
                </c:pt>
                <c:pt idx="58">
                  <c:v>1.2068999999999903</c:v>
                </c:pt>
                <c:pt idx="59">
                  <c:v>1.2073000000000036</c:v>
                </c:pt>
                <c:pt idx="60">
                  <c:v>1.2075000000000102</c:v>
                </c:pt>
                <c:pt idx="61">
                  <c:v>1.2075000000000102</c:v>
                </c:pt>
                <c:pt idx="62">
                  <c:v>1.2074000000000069</c:v>
                </c:pt>
                <c:pt idx="63">
                  <c:v>1.2073000000000036</c:v>
                </c:pt>
                <c:pt idx="64">
                  <c:v>1.2068999999999903</c:v>
                </c:pt>
                <c:pt idx="65">
                  <c:v>1.2065000000000055</c:v>
                </c:pt>
                <c:pt idx="66">
                  <c:v>1.2058999999999855</c:v>
                </c:pt>
                <c:pt idx="67">
                  <c:v>1.2053999999999974</c:v>
                </c:pt>
                <c:pt idx="68">
                  <c:v>1.2048000000000059</c:v>
                </c:pt>
                <c:pt idx="69">
                  <c:v>1.2041999999999859</c:v>
                </c:pt>
                <c:pt idx="70">
                  <c:v>1.2035999999999945</c:v>
                </c:pt>
                <c:pt idx="71">
                  <c:v>1.203000000000003</c:v>
                </c:pt>
                <c:pt idx="72">
                  <c:v>1.2023000000000081</c:v>
                </c:pt>
                <c:pt idx="73">
                  <c:v>1.2015999999999849</c:v>
                </c:pt>
                <c:pt idx="74">
                  <c:v>1.2008999999999901</c:v>
                </c:pt>
                <c:pt idx="75">
                  <c:v>1.2002999999999986</c:v>
                </c:pt>
                <c:pt idx="76">
                  <c:v>1.1997000000000071</c:v>
                </c:pt>
                <c:pt idx="77">
                  <c:v>1.1990999999999872</c:v>
                </c:pt>
                <c:pt idx="78">
                  <c:v>1.198599999999999</c:v>
                </c:pt>
                <c:pt idx="79">
                  <c:v>1.1980000000000075</c:v>
                </c:pt>
                <c:pt idx="80">
                  <c:v>1.1973999999999876</c:v>
                </c:pt>
                <c:pt idx="81">
                  <c:v>1.1968999999999994</c:v>
                </c:pt>
                <c:pt idx="82">
                  <c:v>1.1964000000000112</c:v>
                </c:pt>
                <c:pt idx="83">
                  <c:v>1.195999999999998</c:v>
                </c:pt>
                <c:pt idx="84">
                  <c:v>1.1955999999999847</c:v>
                </c:pt>
                <c:pt idx="85">
                  <c:v>1.1951999999999998</c:v>
                </c:pt>
                <c:pt idx="86">
                  <c:v>1.1947999999999865</c:v>
                </c:pt>
                <c:pt idx="87">
                  <c:v>1.1942999999999984</c:v>
                </c:pt>
                <c:pt idx="88">
                  <c:v>1.1938999999999851</c:v>
                </c:pt>
                <c:pt idx="89">
                  <c:v>1.1936000000000035</c:v>
                </c:pt>
                <c:pt idx="90">
                  <c:v>1.1933999999999969</c:v>
                </c:pt>
                <c:pt idx="91">
                  <c:v>1.1930999999999869</c:v>
                </c:pt>
                <c:pt idx="92">
                  <c:v>1.1928000000000054</c:v>
                </c:pt>
                <c:pt idx="93">
                  <c:v>1.1925999999999988</c:v>
                </c:pt>
                <c:pt idx="94">
                  <c:v>1.1922999999999888</c:v>
                </c:pt>
                <c:pt idx="95">
                  <c:v>1.1920000000000073</c:v>
                </c:pt>
                <c:pt idx="96">
                  <c:v>1.1918000000000006</c:v>
                </c:pt>
                <c:pt idx="97">
                  <c:v>1.1916999999999973</c:v>
                </c:pt>
                <c:pt idx="98">
                  <c:v>1.1914999999999907</c:v>
                </c:pt>
                <c:pt idx="99">
                  <c:v>1.1913999999999874</c:v>
                </c:pt>
                <c:pt idx="100">
                  <c:v>1.1912000000000091</c:v>
                </c:pt>
                <c:pt idx="101">
                  <c:v>1.1910000000000025</c:v>
                </c:pt>
                <c:pt idx="102">
                  <c:v>1.1907999999999959</c:v>
                </c:pt>
                <c:pt idx="103">
                  <c:v>1.1906999999999925</c:v>
                </c:pt>
                <c:pt idx="104">
                  <c:v>1.1905999999999892</c:v>
                </c:pt>
                <c:pt idx="105">
                  <c:v>1.1904999999999859</c:v>
                </c:pt>
                <c:pt idx="106">
                  <c:v>1.190400000000011</c:v>
                </c:pt>
                <c:pt idx="107">
                  <c:v>1.1903000000000077</c:v>
                </c:pt>
                <c:pt idx="108">
                  <c:v>1.1904999999999859</c:v>
                </c:pt>
                <c:pt idx="109">
                  <c:v>1.1910000000000025</c:v>
                </c:pt>
                <c:pt idx="110">
                  <c:v>1.191599999999994</c:v>
                </c:pt>
                <c:pt idx="111">
                  <c:v>1.1923999999999921</c:v>
                </c:pt>
                <c:pt idx="112">
                  <c:v>1.1931999999999903</c:v>
                </c:pt>
                <c:pt idx="113">
                  <c:v>1.1939999999999884</c:v>
                </c:pt>
                <c:pt idx="114">
                  <c:v>1.1947000000000116</c:v>
                </c:pt>
                <c:pt idx="115">
                  <c:v>1.1954000000000065</c:v>
                </c:pt>
                <c:pt idx="116">
                  <c:v>1.195999999999998</c:v>
                </c:pt>
                <c:pt idx="117">
                  <c:v>1.1966999999999928</c:v>
                </c:pt>
                <c:pt idx="118">
                  <c:v>1.1973999999999876</c:v>
                </c:pt>
                <c:pt idx="119">
                  <c:v>1.1981000000000108</c:v>
                </c:pt>
                <c:pt idx="120">
                  <c:v>1.1987000000000023</c:v>
                </c:pt>
                <c:pt idx="121">
                  <c:v>1.1992999999999938</c:v>
                </c:pt>
                <c:pt idx="122">
                  <c:v>1.1998000000000104</c:v>
                </c:pt>
                <c:pt idx="123">
                  <c:v>1.2002999999999986</c:v>
                </c:pt>
                <c:pt idx="124">
                  <c:v>1.2008999999999901</c:v>
                </c:pt>
                <c:pt idx="125">
                  <c:v>1.2014000000000067</c:v>
                </c:pt>
                <c:pt idx="126">
                  <c:v>1.2019999999999982</c:v>
                </c:pt>
                <c:pt idx="127">
                  <c:v>1.2024000000000115</c:v>
                </c:pt>
                <c:pt idx="128">
                  <c:v>1.2028999999999996</c:v>
                </c:pt>
                <c:pt idx="129">
                  <c:v>1.2032000000000096</c:v>
                </c:pt>
                <c:pt idx="130">
                  <c:v>1.2035999999999945</c:v>
                </c:pt>
                <c:pt idx="131">
                  <c:v>1.2040000000000077</c:v>
                </c:pt>
                <c:pt idx="132">
                  <c:v>1.2043999999999926</c:v>
                </c:pt>
                <c:pt idx="133">
                  <c:v>1.2048000000000059</c:v>
                </c:pt>
                <c:pt idx="134">
                  <c:v>1.2050999999999874</c:v>
                </c:pt>
                <c:pt idx="135">
                  <c:v>1.2053999999999974</c:v>
                </c:pt>
                <c:pt idx="136">
                  <c:v>1.2057000000000073</c:v>
                </c:pt>
                <c:pt idx="137">
                  <c:v>1.2058999999999855</c:v>
                </c:pt>
                <c:pt idx="138">
                  <c:v>1.2061999999999955</c:v>
                </c:pt>
                <c:pt idx="139">
                  <c:v>1.2065000000000055</c:v>
                </c:pt>
                <c:pt idx="140">
                  <c:v>1.2067000000000121</c:v>
                </c:pt>
                <c:pt idx="141">
                  <c:v>1.2069999999999936</c:v>
                </c:pt>
                <c:pt idx="142">
                  <c:v>1.2072000000000003</c:v>
                </c:pt>
                <c:pt idx="143">
                  <c:v>1.2073000000000036</c:v>
                </c:pt>
                <c:pt idx="144">
                  <c:v>1.2075000000000102</c:v>
                </c:pt>
                <c:pt idx="145">
                  <c:v>1.2076999999999884</c:v>
                </c:pt>
                <c:pt idx="146">
                  <c:v>1.2078999999999951</c:v>
                </c:pt>
                <c:pt idx="147">
                  <c:v>1.2081000000000017</c:v>
                </c:pt>
                <c:pt idx="148">
                  <c:v>1.208200000000005</c:v>
                </c:pt>
                <c:pt idx="149">
                  <c:v>1.2084000000000117</c:v>
                </c:pt>
                <c:pt idx="150">
                  <c:v>1.2084999999999866</c:v>
                </c:pt>
                <c:pt idx="151">
                  <c:v>1.2084999999999866</c:v>
                </c:pt>
                <c:pt idx="152">
                  <c:v>1.2086999999999932</c:v>
                </c:pt>
                <c:pt idx="153">
                  <c:v>1.2087999999999965</c:v>
                </c:pt>
                <c:pt idx="154">
                  <c:v>1.2090000000000032</c:v>
                </c:pt>
                <c:pt idx="155">
                  <c:v>1.2091000000000065</c:v>
                </c:pt>
                <c:pt idx="156">
                  <c:v>1.2092000000000098</c:v>
                </c:pt>
                <c:pt idx="157">
                  <c:v>1.2092000000000098</c:v>
                </c:pt>
                <c:pt idx="158">
                  <c:v>1.2088999999999999</c:v>
                </c:pt>
                <c:pt idx="159">
                  <c:v>1.2083000000000084</c:v>
                </c:pt>
                <c:pt idx="160">
                  <c:v>1.2075999999999851</c:v>
                </c:pt>
                <c:pt idx="161">
                  <c:v>1.2066000000000088</c:v>
                </c:pt>
                <c:pt idx="162">
                  <c:v>1.205600000000004</c:v>
                </c:pt>
                <c:pt idx="163">
                  <c:v>1.2045999999999992</c:v>
                </c:pt>
                <c:pt idx="164">
                  <c:v>1.2034999999999911</c:v>
                </c:pt>
                <c:pt idx="165">
                  <c:v>1.2024999999999864</c:v>
                </c:pt>
                <c:pt idx="166">
                  <c:v>1.20150000000001</c:v>
                </c:pt>
                <c:pt idx="167">
                  <c:v>1.2005000000000052</c:v>
                </c:pt>
                <c:pt idx="168">
                  <c:v>1.1995000000000005</c:v>
                </c:pt>
                <c:pt idx="169">
                  <c:v>1.1984999999999957</c:v>
                </c:pt>
                <c:pt idx="170">
                  <c:v>1.1974999999999909</c:v>
                </c:pt>
                <c:pt idx="171">
                  <c:v>1.1964999999999861</c:v>
                </c:pt>
                <c:pt idx="172">
                  <c:v>1.1955000000000098</c:v>
                </c:pt>
                <c:pt idx="173">
                  <c:v>1.1947000000000116</c:v>
                </c:pt>
                <c:pt idx="174">
                  <c:v>1.1938000000000102</c:v>
                </c:pt>
                <c:pt idx="175">
                  <c:v>1.1930000000000121</c:v>
                </c:pt>
                <c:pt idx="176">
                  <c:v>1.1921000000000106</c:v>
                </c:pt>
                <c:pt idx="177">
                  <c:v>1.191299999999984</c:v>
                </c:pt>
                <c:pt idx="178">
                  <c:v>1.190400000000011</c:v>
                </c:pt>
                <c:pt idx="179">
                  <c:v>1.1896999999999878</c:v>
                </c:pt>
                <c:pt idx="180">
                  <c:v>1.188999999999993</c:v>
                </c:pt>
                <c:pt idx="181">
                  <c:v>1.1884000000000015</c:v>
                </c:pt>
                <c:pt idx="182">
                  <c:v>1.1877000000000066</c:v>
                </c:pt>
                <c:pt idx="183">
                  <c:v>1.18719999999999</c:v>
                </c:pt>
                <c:pt idx="184">
                  <c:v>1.1868000000000052</c:v>
                </c:pt>
                <c:pt idx="185">
                  <c:v>1.1865999999999985</c:v>
                </c:pt>
                <c:pt idx="186">
                  <c:v>1.1867000000000019</c:v>
                </c:pt>
                <c:pt idx="187">
                  <c:v>1.1870000000000118</c:v>
                </c:pt>
                <c:pt idx="188">
                  <c:v>1.1875</c:v>
                </c:pt>
                <c:pt idx="189">
                  <c:v>1.1880999999999915</c:v>
                </c:pt>
                <c:pt idx="190">
                  <c:v>1.1887999999999863</c:v>
                </c:pt>
                <c:pt idx="191">
                  <c:v>1.1895000000000095</c:v>
                </c:pt>
                <c:pt idx="192">
                  <c:v>1.1903000000000077</c:v>
                </c:pt>
                <c:pt idx="193">
                  <c:v>1.191299999999984</c:v>
                </c:pt>
                <c:pt idx="194">
                  <c:v>1.1922999999999888</c:v>
                </c:pt>
                <c:pt idx="195">
                  <c:v>1.1932999999999936</c:v>
                </c:pt>
                <c:pt idx="196">
                  <c:v>1.1944000000000017</c:v>
                </c:pt>
                <c:pt idx="197">
                  <c:v>1.1954000000000065</c:v>
                </c:pt>
                <c:pt idx="198">
                  <c:v>1.1964000000000112</c:v>
                </c:pt>
                <c:pt idx="199">
                  <c:v>1.1973999999999876</c:v>
                </c:pt>
                <c:pt idx="200">
                  <c:v>1.1983999999999924</c:v>
                </c:pt>
                <c:pt idx="201">
                  <c:v>1.1993999999999971</c:v>
                </c:pt>
                <c:pt idx="202">
                  <c:v>1.2004000000000019</c:v>
                </c:pt>
                <c:pt idx="203">
                  <c:v>1.2014000000000067</c:v>
                </c:pt>
                <c:pt idx="204">
                  <c:v>1.2023000000000081</c:v>
                </c:pt>
                <c:pt idx="205">
                  <c:v>1.2032000000000096</c:v>
                </c:pt>
                <c:pt idx="206">
                  <c:v>1.2040000000000077</c:v>
                </c:pt>
                <c:pt idx="207">
                  <c:v>1.2048000000000059</c:v>
                </c:pt>
                <c:pt idx="208">
                  <c:v>1.205600000000004</c:v>
                </c:pt>
                <c:pt idx="209">
                  <c:v>1.2064000000000021</c:v>
                </c:pt>
                <c:pt idx="210">
                  <c:v>1.2072000000000003</c:v>
                </c:pt>
                <c:pt idx="211">
                  <c:v>1.2077999999999918</c:v>
                </c:pt>
                <c:pt idx="212">
                  <c:v>1.2084000000000117</c:v>
                </c:pt>
                <c:pt idx="213">
                  <c:v>1.2090000000000032</c:v>
                </c:pt>
                <c:pt idx="214">
                  <c:v>1.2094999999999914</c:v>
                </c:pt>
                <c:pt idx="215">
                  <c:v>1.2098000000000013</c:v>
                </c:pt>
                <c:pt idx="216">
                  <c:v>1.2099000000000046</c:v>
                </c:pt>
                <c:pt idx="217">
                  <c:v>1.2099000000000046</c:v>
                </c:pt>
                <c:pt idx="218">
                  <c:v>1.2095999999999947</c:v>
                </c:pt>
                <c:pt idx="219">
                  <c:v>1.2092999999999847</c:v>
                </c:pt>
                <c:pt idx="220">
                  <c:v>1.2087999999999965</c:v>
                </c:pt>
                <c:pt idx="221">
                  <c:v>1.2083000000000084</c:v>
                </c:pt>
                <c:pt idx="222">
                  <c:v>1.2076999999999884</c:v>
                </c:pt>
                <c:pt idx="223">
                  <c:v>1.207099999999997</c:v>
                </c:pt>
                <c:pt idx="224">
                  <c:v>1.2065000000000055</c:v>
                </c:pt>
                <c:pt idx="225">
                  <c:v>1.2057000000000073</c:v>
                </c:pt>
                <c:pt idx="226">
                  <c:v>1.2049999999999841</c:v>
                </c:pt>
                <c:pt idx="227">
                  <c:v>1.2041999999999859</c:v>
                </c:pt>
                <c:pt idx="228">
                  <c:v>1.2034999999999911</c:v>
                </c:pt>
                <c:pt idx="229">
                  <c:v>1.2027999999999963</c:v>
                </c:pt>
                <c:pt idx="230">
                  <c:v>1.2021000000000015</c:v>
                </c:pt>
                <c:pt idx="231">
                  <c:v>1.2014000000000067</c:v>
                </c:pt>
                <c:pt idx="232">
                  <c:v>1.2007000000000119</c:v>
                </c:pt>
                <c:pt idx="233">
                  <c:v>1.1999999999999886</c:v>
                </c:pt>
                <c:pt idx="234">
                  <c:v>1.1993999999999971</c:v>
                </c:pt>
                <c:pt idx="235">
                  <c:v>1.1988000000000056</c:v>
                </c:pt>
                <c:pt idx="236">
                  <c:v>1.1981999999999857</c:v>
                </c:pt>
                <c:pt idx="237">
                  <c:v>1.1976999999999975</c:v>
                </c:pt>
                <c:pt idx="238">
                  <c:v>1.1972000000000094</c:v>
                </c:pt>
                <c:pt idx="239">
                  <c:v>1.1965999999999894</c:v>
                </c:pt>
                <c:pt idx="240">
                  <c:v>1.1961000000000013</c:v>
                </c:pt>
                <c:pt idx="241">
                  <c:v>1.1955999999999847</c:v>
                </c:pt>
                <c:pt idx="242">
                  <c:v>1.1951999999999998</c:v>
                </c:pt>
                <c:pt idx="243">
                  <c:v>1.1947999999999865</c:v>
                </c:pt>
                <c:pt idx="244">
                  <c:v>1.194500000000005</c:v>
                </c:pt>
                <c:pt idx="245">
                  <c:v>1.1940999999999917</c:v>
                </c:pt>
                <c:pt idx="246">
                  <c:v>1.1938000000000102</c:v>
                </c:pt>
                <c:pt idx="247">
                  <c:v>1.1933999999999969</c:v>
                </c:pt>
                <c:pt idx="248">
                  <c:v>1.1930999999999869</c:v>
                </c:pt>
                <c:pt idx="249">
                  <c:v>1.1928000000000054</c:v>
                </c:pt>
                <c:pt idx="250">
                  <c:v>1.1925999999999988</c:v>
                </c:pt>
                <c:pt idx="251">
                  <c:v>1.1923999999999921</c:v>
                </c:pt>
                <c:pt idx="252">
                  <c:v>1.1921999999999855</c:v>
                </c:pt>
                <c:pt idx="253">
                  <c:v>1.191900000000004</c:v>
                </c:pt>
                <c:pt idx="254">
                  <c:v>1.1916999999999973</c:v>
                </c:pt>
                <c:pt idx="255">
                  <c:v>1.1914999999999907</c:v>
                </c:pt>
                <c:pt idx="256">
                  <c:v>1.191299999999984</c:v>
                </c:pt>
                <c:pt idx="257">
                  <c:v>1.1912000000000091</c:v>
                </c:pt>
                <c:pt idx="258">
                  <c:v>1.1910000000000025</c:v>
                </c:pt>
                <c:pt idx="259">
                  <c:v>1.1908999999999992</c:v>
                </c:pt>
                <c:pt idx="260">
                  <c:v>1.1907999999999959</c:v>
                </c:pt>
                <c:pt idx="261">
                  <c:v>1.1905999999999892</c:v>
                </c:pt>
                <c:pt idx="262">
                  <c:v>1.1904999999999859</c:v>
                </c:pt>
                <c:pt idx="263">
                  <c:v>1.190400000000011</c:v>
                </c:pt>
                <c:pt idx="264">
                  <c:v>1.1903000000000077</c:v>
                </c:pt>
                <c:pt idx="265">
                  <c:v>1.1905999999999892</c:v>
                </c:pt>
                <c:pt idx="266">
                  <c:v>1.1912000000000091</c:v>
                </c:pt>
                <c:pt idx="267">
                  <c:v>1.1918000000000006</c:v>
                </c:pt>
                <c:pt idx="268">
                  <c:v>1.1924999999999955</c:v>
                </c:pt>
                <c:pt idx="269">
                  <c:v>1.1931999999999903</c:v>
                </c:pt>
                <c:pt idx="270">
                  <c:v>1.1939999999999884</c:v>
                </c:pt>
                <c:pt idx="271">
                  <c:v>1.1947000000000116</c:v>
                </c:pt>
                <c:pt idx="272">
                  <c:v>1.1955000000000098</c:v>
                </c:pt>
                <c:pt idx="273">
                  <c:v>1.1962000000000046</c:v>
                </c:pt>
                <c:pt idx="274">
                  <c:v>1.1968999999999994</c:v>
                </c:pt>
                <c:pt idx="275">
                  <c:v>1.1974999999999909</c:v>
                </c:pt>
                <c:pt idx="276">
                  <c:v>1.1981000000000108</c:v>
                </c:pt>
                <c:pt idx="277">
                  <c:v>1.1987000000000023</c:v>
                </c:pt>
                <c:pt idx="278">
                  <c:v>1.1993999999999971</c:v>
                </c:pt>
                <c:pt idx="279">
                  <c:v>1.1999999999999886</c:v>
                </c:pt>
                <c:pt idx="280">
                  <c:v>1.2005000000000052</c:v>
                </c:pt>
                <c:pt idx="281">
                  <c:v>1.2009999999999934</c:v>
                </c:pt>
                <c:pt idx="282">
                  <c:v>1.20150000000001</c:v>
                </c:pt>
                <c:pt idx="283">
                  <c:v>1.2018999999999949</c:v>
                </c:pt>
                <c:pt idx="284">
                  <c:v>1.2024000000000115</c:v>
                </c:pt>
                <c:pt idx="285">
                  <c:v>1.2028999999999996</c:v>
                </c:pt>
                <c:pt idx="286">
                  <c:v>1.2032999999999845</c:v>
                </c:pt>
                <c:pt idx="287">
                  <c:v>1.2038000000000011</c:v>
                </c:pt>
                <c:pt idx="288">
                  <c:v>1.2041000000000111</c:v>
                </c:pt>
                <c:pt idx="289">
                  <c:v>1.2043999999999926</c:v>
                </c:pt>
                <c:pt idx="290">
                  <c:v>1.2047000000000025</c:v>
                </c:pt>
                <c:pt idx="291">
                  <c:v>1.2050999999999874</c:v>
                </c:pt>
                <c:pt idx="292">
                  <c:v>1.2053999999999974</c:v>
                </c:pt>
                <c:pt idx="293">
                  <c:v>1.2057000000000073</c:v>
                </c:pt>
                <c:pt idx="294">
                  <c:v>1.2059999999999889</c:v>
                </c:pt>
                <c:pt idx="295">
                  <c:v>1.2062999999999988</c:v>
                </c:pt>
                <c:pt idx="296">
                  <c:v>1.2065000000000055</c:v>
                </c:pt>
                <c:pt idx="297">
                  <c:v>1.2067000000000121</c:v>
                </c:pt>
                <c:pt idx="298">
                  <c:v>1.2068999999999903</c:v>
                </c:pt>
                <c:pt idx="299">
                  <c:v>1.2072000000000003</c:v>
                </c:pt>
                <c:pt idx="300">
                  <c:v>1.2074000000000069</c:v>
                </c:pt>
                <c:pt idx="301">
                  <c:v>1.2075999999999851</c:v>
                </c:pt>
                <c:pt idx="302">
                  <c:v>1.2077999999999918</c:v>
                </c:pt>
                <c:pt idx="303">
                  <c:v>1.2078999999999951</c:v>
                </c:pt>
                <c:pt idx="304">
                  <c:v>1.2079999999999984</c:v>
                </c:pt>
                <c:pt idx="305">
                  <c:v>1.208200000000005</c:v>
                </c:pt>
                <c:pt idx="306">
                  <c:v>1.2084000000000117</c:v>
                </c:pt>
                <c:pt idx="307">
                  <c:v>1.2084999999999866</c:v>
                </c:pt>
                <c:pt idx="308">
                  <c:v>1.2086999999999932</c:v>
                </c:pt>
                <c:pt idx="309">
                  <c:v>1.2087999999999965</c:v>
                </c:pt>
                <c:pt idx="310">
                  <c:v>1.2087999999999965</c:v>
                </c:pt>
                <c:pt idx="311">
                  <c:v>1.2088999999999999</c:v>
                </c:pt>
                <c:pt idx="312">
                  <c:v>1.2090000000000032</c:v>
                </c:pt>
                <c:pt idx="313">
                  <c:v>1.2091000000000065</c:v>
                </c:pt>
                <c:pt idx="314">
                  <c:v>1.2092999999999847</c:v>
                </c:pt>
                <c:pt idx="315">
                  <c:v>1.2090000000000032</c:v>
                </c:pt>
                <c:pt idx="316">
                  <c:v>1.2083000000000084</c:v>
                </c:pt>
                <c:pt idx="317">
                  <c:v>1.2075000000000102</c:v>
                </c:pt>
                <c:pt idx="318">
                  <c:v>1.2065000000000055</c:v>
                </c:pt>
                <c:pt idx="319">
                  <c:v>1.2055000000000007</c:v>
                </c:pt>
                <c:pt idx="320">
                  <c:v>1.2044999999999959</c:v>
                </c:pt>
                <c:pt idx="321">
                  <c:v>1.2034999999999911</c:v>
                </c:pt>
                <c:pt idx="322">
                  <c:v>1.2024999999999864</c:v>
                </c:pt>
                <c:pt idx="323">
                  <c:v>1.20150000000001</c:v>
                </c:pt>
                <c:pt idx="324">
                  <c:v>1.2004000000000019</c:v>
                </c:pt>
                <c:pt idx="325">
                  <c:v>1.1992999999999938</c:v>
                </c:pt>
                <c:pt idx="326">
                  <c:v>1.198299999999989</c:v>
                </c:pt>
                <c:pt idx="327">
                  <c:v>1.1973999999999876</c:v>
                </c:pt>
                <c:pt idx="328">
                  <c:v>1.1964999999999861</c:v>
                </c:pt>
                <c:pt idx="329">
                  <c:v>1.1955000000000098</c:v>
                </c:pt>
                <c:pt idx="330">
                  <c:v>1.1946000000000083</c:v>
                </c:pt>
                <c:pt idx="331">
                  <c:v>1.1937000000000069</c:v>
                </c:pt>
                <c:pt idx="332">
                  <c:v>1.1928000000000054</c:v>
                </c:pt>
                <c:pt idx="333">
                  <c:v>1.1920000000000073</c:v>
                </c:pt>
                <c:pt idx="334">
                  <c:v>1.1912000000000091</c:v>
                </c:pt>
                <c:pt idx="335">
                  <c:v>1.1904999999999859</c:v>
                </c:pt>
                <c:pt idx="336">
                  <c:v>1.1896999999999878</c:v>
                </c:pt>
                <c:pt idx="337">
                  <c:v>1.188999999999993</c:v>
                </c:pt>
                <c:pt idx="338">
                  <c:v>1.1882999999999981</c:v>
                </c:pt>
                <c:pt idx="339">
                  <c:v>1.1876000000000033</c:v>
                </c:pt>
                <c:pt idx="340">
                  <c:v>1.1870000000000118</c:v>
                </c:pt>
                <c:pt idx="341">
                  <c:v>1.1868000000000052</c:v>
                </c:pt>
                <c:pt idx="342">
                  <c:v>1.1867000000000019</c:v>
                </c:pt>
                <c:pt idx="343">
                  <c:v>1.1868000000000052</c:v>
                </c:pt>
                <c:pt idx="344">
                  <c:v>1.1870999999999867</c:v>
                </c:pt>
                <c:pt idx="345">
                  <c:v>1.1875</c:v>
                </c:pt>
                <c:pt idx="346">
                  <c:v>1.1880999999999915</c:v>
                </c:pt>
                <c:pt idx="347">
                  <c:v>1.1887999999999863</c:v>
                </c:pt>
                <c:pt idx="348">
                  <c:v>1.1895999999999844</c:v>
                </c:pt>
                <c:pt idx="349">
                  <c:v>1.1904999999999859</c:v>
                </c:pt>
                <c:pt idx="350">
                  <c:v>1.1914999999999907</c:v>
                </c:pt>
                <c:pt idx="351">
                  <c:v>1.1923999999999921</c:v>
                </c:pt>
                <c:pt idx="352">
                  <c:v>1.1933999999999969</c:v>
                </c:pt>
                <c:pt idx="353">
                  <c:v>1.1944000000000017</c:v>
                </c:pt>
                <c:pt idx="354">
                  <c:v>1.1955000000000098</c:v>
                </c:pt>
                <c:pt idx="355">
                  <c:v>1.1964999999999861</c:v>
                </c:pt>
                <c:pt idx="356">
                  <c:v>1.1975999999999942</c:v>
                </c:pt>
                <c:pt idx="357">
                  <c:v>1.198599999999999</c:v>
                </c:pt>
                <c:pt idx="358">
                  <c:v>1.1996000000000038</c:v>
                </c:pt>
                <c:pt idx="359">
                  <c:v>1.2005000000000052</c:v>
                </c:pt>
                <c:pt idx="360">
                  <c:v>1.2014000000000067</c:v>
                </c:pt>
                <c:pt idx="361">
                  <c:v>1.2014000000000067</c:v>
                </c:pt>
                <c:pt idx="362">
                  <c:v>1.2024000000000115</c:v>
                </c:pt>
                <c:pt idx="363">
                  <c:v>1.2032999999999845</c:v>
                </c:pt>
                <c:pt idx="364">
                  <c:v>1.2041999999999859</c:v>
                </c:pt>
                <c:pt idx="365">
                  <c:v>1.2049999999999841</c:v>
                </c:pt>
                <c:pt idx="366">
                  <c:v>1.2058000000000106</c:v>
                </c:pt>
                <c:pt idx="367">
                  <c:v>1.2065000000000055</c:v>
                </c:pt>
                <c:pt idx="368">
                  <c:v>1.2072000000000003</c:v>
                </c:pt>
                <c:pt idx="369">
                  <c:v>1.2077999999999918</c:v>
                </c:pt>
                <c:pt idx="370">
                  <c:v>1.2084999999999866</c:v>
                </c:pt>
                <c:pt idx="371">
                  <c:v>1.2092000000000098</c:v>
                </c:pt>
                <c:pt idx="372">
                  <c:v>1.2095999999999947</c:v>
                </c:pt>
                <c:pt idx="373">
                  <c:v>1.2098000000000013</c:v>
                </c:pt>
                <c:pt idx="374">
                  <c:v>1.2099000000000046</c:v>
                </c:pt>
                <c:pt idx="375">
                  <c:v>1.209699999999998</c:v>
                </c:pt>
                <c:pt idx="376">
                  <c:v>1.2094999999999914</c:v>
                </c:pt>
                <c:pt idx="377">
                  <c:v>1.2092000000000098</c:v>
                </c:pt>
                <c:pt idx="378">
                  <c:v>1.2087999999999965</c:v>
                </c:pt>
                <c:pt idx="379">
                  <c:v>1.2083000000000084</c:v>
                </c:pt>
                <c:pt idx="380">
                  <c:v>1.2076999999999884</c:v>
                </c:pt>
                <c:pt idx="381">
                  <c:v>1.2069999999999936</c:v>
                </c:pt>
                <c:pt idx="382">
                  <c:v>1.2062999999999988</c:v>
                </c:pt>
                <c:pt idx="383">
                  <c:v>1.205600000000004</c:v>
                </c:pt>
                <c:pt idx="384">
                  <c:v>1.2049000000000092</c:v>
                </c:pt>
                <c:pt idx="385">
                  <c:v>1.2041999999999859</c:v>
                </c:pt>
                <c:pt idx="386">
                  <c:v>1.2034999999999911</c:v>
                </c:pt>
                <c:pt idx="387">
                  <c:v>1.202699999999993</c:v>
                </c:pt>
                <c:pt idx="388">
                  <c:v>1.2019999999999982</c:v>
                </c:pt>
                <c:pt idx="389">
                  <c:v>1.2012</c:v>
                </c:pt>
                <c:pt idx="390">
                  <c:v>1.2006000000000085</c:v>
                </c:pt>
                <c:pt idx="391">
                  <c:v>1.1999999999999886</c:v>
                </c:pt>
                <c:pt idx="392">
                  <c:v>1.1993999999999971</c:v>
                </c:pt>
                <c:pt idx="393">
                  <c:v>1.1988000000000056</c:v>
                </c:pt>
                <c:pt idx="394">
                  <c:v>1.1981999999999857</c:v>
                </c:pt>
                <c:pt idx="395">
                  <c:v>1.1975999999999942</c:v>
                </c:pt>
                <c:pt idx="396">
                  <c:v>1.1970000000000027</c:v>
                </c:pt>
                <c:pt idx="397">
                  <c:v>1.1964999999999861</c:v>
                </c:pt>
                <c:pt idx="398">
                  <c:v>1.1961000000000013</c:v>
                </c:pt>
                <c:pt idx="399">
                  <c:v>1.1955999999999847</c:v>
                </c:pt>
                <c:pt idx="400">
                  <c:v>1.1951999999999998</c:v>
                </c:pt>
                <c:pt idx="401">
                  <c:v>1.1947999999999865</c:v>
                </c:pt>
                <c:pt idx="402">
                  <c:v>1.1944000000000017</c:v>
                </c:pt>
                <c:pt idx="403">
                  <c:v>1.1939999999999884</c:v>
                </c:pt>
                <c:pt idx="404">
                  <c:v>1.1937000000000069</c:v>
                </c:pt>
                <c:pt idx="405">
                  <c:v>1.1933999999999969</c:v>
                </c:pt>
                <c:pt idx="406">
                  <c:v>1.1930999999999869</c:v>
                </c:pt>
                <c:pt idx="407">
                  <c:v>1.1929000000000087</c:v>
                </c:pt>
                <c:pt idx="408">
                  <c:v>1.1925999999999988</c:v>
                </c:pt>
                <c:pt idx="409">
                  <c:v>1.1922999999999888</c:v>
                </c:pt>
                <c:pt idx="410">
                  <c:v>1.1920000000000073</c:v>
                </c:pt>
                <c:pt idx="411">
                  <c:v>1.1918000000000006</c:v>
                </c:pt>
                <c:pt idx="412">
                  <c:v>1.1916999999999973</c:v>
                </c:pt>
                <c:pt idx="413">
                  <c:v>1.1914999999999907</c:v>
                </c:pt>
                <c:pt idx="414">
                  <c:v>1.1913999999999874</c:v>
                </c:pt>
                <c:pt idx="415">
                  <c:v>1.1912000000000091</c:v>
                </c:pt>
                <c:pt idx="416">
                  <c:v>1.1910000000000025</c:v>
                </c:pt>
                <c:pt idx="417">
                  <c:v>1.1907999999999959</c:v>
                </c:pt>
                <c:pt idx="418">
                  <c:v>1.1906999999999925</c:v>
                </c:pt>
                <c:pt idx="419">
                  <c:v>1.1905999999999892</c:v>
                </c:pt>
                <c:pt idx="420">
                  <c:v>1.1904999999999859</c:v>
                </c:pt>
                <c:pt idx="421">
                  <c:v>1.190400000000011</c:v>
                </c:pt>
                <c:pt idx="422">
                  <c:v>1.190400000000011</c:v>
                </c:pt>
                <c:pt idx="423">
                  <c:v>1.1905999999999892</c:v>
                </c:pt>
                <c:pt idx="424">
                  <c:v>1.1912000000000091</c:v>
                </c:pt>
                <c:pt idx="425">
                  <c:v>1.191900000000004</c:v>
                </c:pt>
                <c:pt idx="426">
                  <c:v>1.1925999999999988</c:v>
                </c:pt>
                <c:pt idx="427">
                  <c:v>1.1933999999999969</c:v>
                </c:pt>
                <c:pt idx="428">
                  <c:v>1.194199999999995</c:v>
                </c:pt>
                <c:pt idx="429">
                  <c:v>1.1948999999999899</c:v>
                </c:pt>
                <c:pt idx="430">
                  <c:v>1.1955999999999847</c:v>
                </c:pt>
                <c:pt idx="431">
                  <c:v>1.1962000000000046</c:v>
                </c:pt>
                <c:pt idx="432">
                  <c:v>1.1968999999999994</c:v>
                </c:pt>
                <c:pt idx="433">
                  <c:v>1.1975999999999942</c:v>
                </c:pt>
                <c:pt idx="434">
                  <c:v>1.198299999999989</c:v>
                </c:pt>
                <c:pt idx="435">
                  <c:v>1.198900000000009</c:v>
                </c:pt>
                <c:pt idx="436">
                  <c:v>1.1995000000000005</c:v>
                </c:pt>
                <c:pt idx="437">
                  <c:v>1.1999999999999886</c:v>
                </c:pt>
                <c:pt idx="438">
                  <c:v>1.2005000000000052</c:v>
                </c:pt>
                <c:pt idx="439">
                  <c:v>1.2009999999999934</c:v>
                </c:pt>
                <c:pt idx="440">
                  <c:v>1.2015999999999849</c:v>
                </c:pt>
                <c:pt idx="441">
                  <c:v>1.2021000000000015</c:v>
                </c:pt>
                <c:pt idx="442">
                  <c:v>1.2025999999999897</c:v>
                </c:pt>
                <c:pt idx="443">
                  <c:v>1.203000000000003</c:v>
                </c:pt>
                <c:pt idx="444">
                  <c:v>1.2033999999999878</c:v>
                </c:pt>
                <c:pt idx="445">
                  <c:v>1.2036999999999978</c:v>
                </c:pt>
                <c:pt idx="446">
                  <c:v>1.2041000000000111</c:v>
                </c:pt>
                <c:pt idx="447">
                  <c:v>1.2044999999999959</c:v>
                </c:pt>
                <c:pt idx="448">
                  <c:v>1.2049000000000092</c:v>
                </c:pt>
                <c:pt idx="449">
                  <c:v>1.2051999999999907</c:v>
                </c:pt>
                <c:pt idx="450">
                  <c:v>1.2055000000000007</c:v>
                </c:pt>
                <c:pt idx="451">
                  <c:v>1.2057000000000073</c:v>
                </c:pt>
                <c:pt idx="452">
                  <c:v>1.2057000000000073</c:v>
                </c:pt>
                <c:pt idx="453">
                  <c:v>1.2059999999999889</c:v>
                </c:pt>
                <c:pt idx="454">
                  <c:v>1.2061999999999955</c:v>
                </c:pt>
                <c:pt idx="455">
                  <c:v>1.2065000000000055</c:v>
                </c:pt>
                <c:pt idx="456">
                  <c:v>1.206799999999987</c:v>
                </c:pt>
                <c:pt idx="457">
                  <c:v>1.2069999999999936</c:v>
                </c:pt>
                <c:pt idx="458">
                  <c:v>1.2072000000000003</c:v>
                </c:pt>
                <c:pt idx="459">
                  <c:v>1.2074000000000069</c:v>
                </c:pt>
                <c:pt idx="460">
                  <c:v>1.2075000000000102</c:v>
                </c:pt>
                <c:pt idx="461">
                  <c:v>1.2076999999999884</c:v>
                </c:pt>
                <c:pt idx="462">
                  <c:v>1.2078999999999951</c:v>
                </c:pt>
                <c:pt idx="463">
                  <c:v>1.2081000000000017</c:v>
                </c:pt>
                <c:pt idx="464">
                  <c:v>1.2083000000000084</c:v>
                </c:pt>
                <c:pt idx="465">
                  <c:v>1.2084000000000117</c:v>
                </c:pt>
                <c:pt idx="466">
                  <c:v>1.2084999999999866</c:v>
                </c:pt>
                <c:pt idx="467">
                  <c:v>1.2085999999999899</c:v>
                </c:pt>
                <c:pt idx="468">
                  <c:v>1.2086999999999932</c:v>
                </c:pt>
                <c:pt idx="469">
                  <c:v>1.2088999999999999</c:v>
                </c:pt>
                <c:pt idx="470">
                  <c:v>1.2090000000000032</c:v>
                </c:pt>
                <c:pt idx="471">
                  <c:v>1.2091000000000065</c:v>
                </c:pt>
                <c:pt idx="472">
                  <c:v>1.2092000000000098</c:v>
                </c:pt>
                <c:pt idx="473">
                  <c:v>1.2092000000000098</c:v>
                </c:pt>
                <c:pt idx="474">
                  <c:v>1.2087999999999965</c:v>
                </c:pt>
                <c:pt idx="475">
                  <c:v>1.2081000000000017</c:v>
                </c:pt>
                <c:pt idx="476">
                  <c:v>1.2073000000000036</c:v>
                </c:pt>
                <c:pt idx="477">
                  <c:v>1.2064000000000021</c:v>
                </c:pt>
                <c:pt idx="478">
                  <c:v>1.2053999999999974</c:v>
                </c:pt>
                <c:pt idx="479">
                  <c:v>1.2042999999999893</c:v>
                </c:pt>
                <c:pt idx="480">
                  <c:v>1.2032000000000096</c:v>
                </c:pt>
                <c:pt idx="481">
                  <c:v>1.2022000000000048</c:v>
                </c:pt>
                <c:pt idx="482">
                  <c:v>1.2012</c:v>
                </c:pt>
                <c:pt idx="483">
                  <c:v>1.2001999999999953</c:v>
                </c:pt>
                <c:pt idx="484">
                  <c:v>1.1991999999999905</c:v>
                </c:pt>
                <c:pt idx="485">
                  <c:v>1.1981999999999857</c:v>
                </c:pt>
                <c:pt idx="486">
                  <c:v>1.1972000000000094</c:v>
                </c:pt>
                <c:pt idx="487">
                  <c:v>1.1962000000000046</c:v>
                </c:pt>
                <c:pt idx="488">
                  <c:v>1.1953000000000031</c:v>
                </c:pt>
                <c:pt idx="489">
                  <c:v>1.1944000000000017</c:v>
                </c:pt>
                <c:pt idx="490">
                  <c:v>1.1935000000000002</c:v>
                </c:pt>
                <c:pt idx="491">
                  <c:v>1.1927000000000021</c:v>
                </c:pt>
                <c:pt idx="492">
                  <c:v>1.191900000000004</c:v>
                </c:pt>
                <c:pt idx="493">
                  <c:v>1.1910000000000025</c:v>
                </c:pt>
                <c:pt idx="494">
                  <c:v>1.1902000000000044</c:v>
                </c:pt>
                <c:pt idx="495">
                  <c:v>1.1895000000000095</c:v>
                </c:pt>
                <c:pt idx="496">
                  <c:v>1.1887999999999863</c:v>
                </c:pt>
                <c:pt idx="497">
                  <c:v>1.1881999999999948</c:v>
                </c:pt>
                <c:pt idx="498">
                  <c:v>1.1876000000000033</c:v>
                </c:pt>
                <c:pt idx="499">
                  <c:v>1.1870000000000118</c:v>
                </c:pt>
                <c:pt idx="500">
                  <c:v>1.1867000000000019</c:v>
                </c:pt>
                <c:pt idx="501">
                  <c:v>1.1865999999999985</c:v>
                </c:pt>
                <c:pt idx="502">
                  <c:v>1.1868000000000052</c:v>
                </c:pt>
                <c:pt idx="503">
                  <c:v>1.1870999999999867</c:v>
                </c:pt>
                <c:pt idx="504">
                  <c:v>1.1877000000000066</c:v>
                </c:pt>
                <c:pt idx="505">
                  <c:v>1.1882999999999981</c:v>
                </c:pt>
                <c:pt idx="506">
                  <c:v>1.188999999999993</c:v>
                </c:pt>
                <c:pt idx="507">
                  <c:v>1.1897999999999911</c:v>
                </c:pt>
                <c:pt idx="508">
                  <c:v>1.1905999999999892</c:v>
                </c:pt>
                <c:pt idx="509">
                  <c:v>1.191599999999994</c:v>
                </c:pt>
                <c:pt idx="510">
                  <c:v>1.1925999999999988</c:v>
                </c:pt>
                <c:pt idx="511">
                  <c:v>1.1936000000000035</c:v>
                </c:pt>
                <c:pt idx="512">
                  <c:v>1.1947000000000116</c:v>
                </c:pt>
                <c:pt idx="513">
                  <c:v>1.195699999999988</c:v>
                </c:pt>
                <c:pt idx="514">
                  <c:v>1.1966999999999928</c:v>
                </c:pt>
                <c:pt idx="515">
                  <c:v>1.1976999999999975</c:v>
                </c:pt>
                <c:pt idx="516">
                  <c:v>1.1987000000000023</c:v>
                </c:pt>
                <c:pt idx="517">
                  <c:v>1.1997000000000071</c:v>
                </c:pt>
                <c:pt idx="518">
                  <c:v>1.2007000000000119</c:v>
                </c:pt>
                <c:pt idx="519">
                  <c:v>1.2016999999999882</c:v>
                </c:pt>
                <c:pt idx="520">
                  <c:v>1.2025999999999897</c:v>
                </c:pt>
                <c:pt idx="521">
                  <c:v>1.2033999999999878</c:v>
                </c:pt>
                <c:pt idx="522">
                  <c:v>1.2041999999999859</c:v>
                </c:pt>
                <c:pt idx="523">
                  <c:v>1.2049999999999841</c:v>
                </c:pt>
                <c:pt idx="524">
                  <c:v>1.2058999999999855</c:v>
                </c:pt>
                <c:pt idx="525">
                  <c:v>1.2066000000000088</c:v>
                </c:pt>
                <c:pt idx="526">
                  <c:v>1.2074000000000069</c:v>
                </c:pt>
                <c:pt idx="527">
                  <c:v>1.2079999999999984</c:v>
                </c:pt>
                <c:pt idx="528">
                  <c:v>1.2085999999999899</c:v>
                </c:pt>
                <c:pt idx="529">
                  <c:v>1.2092000000000098</c:v>
                </c:pt>
                <c:pt idx="530">
                  <c:v>1.2095999999999947</c:v>
                </c:pt>
                <c:pt idx="531">
                  <c:v>1.2098000000000013</c:v>
                </c:pt>
                <c:pt idx="532">
                  <c:v>1.2099000000000046</c:v>
                </c:pt>
              </c:numCache>
            </c:numRef>
          </c:yVal>
          <c:smooth val="1"/>
          <c:extLst>
            <c:ext xmlns:c16="http://schemas.microsoft.com/office/drawing/2014/chart" uri="{C3380CC4-5D6E-409C-BE32-E72D297353CC}">
              <c16:uniqueId val="{00000001-6C3C-446B-A6D3-7B3EBAB7A07E}"/>
            </c:ext>
          </c:extLst>
        </c:ser>
        <c:ser>
          <c:idx val="2"/>
          <c:order val="2"/>
          <c:tx>
            <c:strRef>
              <c:f>N50000_VV_TEMPS_oc5l2_50000!$BR$1</c:f>
              <c:strCache>
                <c:ptCount val="1"/>
                <c:pt idx="0">
                  <c:v>CGI_CMR_1.400</c:v>
                </c:pt>
              </c:strCache>
            </c:strRef>
          </c:tx>
          <c:spPr>
            <a:ln w="19050" cap="rnd">
              <a:solidFill>
                <a:schemeClr val="accent3"/>
              </a:solidFill>
              <a:round/>
            </a:ln>
            <a:effectLst/>
          </c:spPr>
          <c:marker>
            <c:symbol val="circle"/>
            <c:size val="5"/>
            <c:spPr>
              <a:solidFill>
                <a:schemeClr val="accent3"/>
              </a:solidFill>
              <a:ln w="9525">
                <a:solidFill>
                  <a:schemeClr val="accent3"/>
                </a:solidFill>
              </a:ln>
              <a:effectLst/>
            </c:spPr>
          </c:marker>
          <c:xVal>
            <c:numRef>
              <c:f>N50000_VV_TEMPS_oc5l2_50000!$BA$2:$BA$536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N50000_VV_TEMPS_oc5l2_50000!$BR$2:$BR$536</c:f>
              <c:numCache>
                <c:formatCode>General</c:formatCode>
                <c:ptCount val="533"/>
                <c:pt idx="0">
                  <c:v>0</c:v>
                </c:pt>
                <c:pt idx="1">
                  <c:v>-0.63329999999999131</c:v>
                </c:pt>
                <c:pt idx="2">
                  <c:v>4.8500000000018417E-2</c:v>
                </c:pt>
                <c:pt idx="3">
                  <c:v>0.92440000000001987</c:v>
                </c:pt>
                <c:pt idx="4">
                  <c:v>1.408600000000007</c:v>
                </c:pt>
                <c:pt idx="5">
                  <c:v>1.6387</c:v>
                </c:pt>
                <c:pt idx="6">
                  <c:v>1.7518000000000029</c:v>
                </c:pt>
                <c:pt idx="7">
                  <c:v>1.8161000000000058</c:v>
                </c:pt>
                <c:pt idx="8">
                  <c:v>1.857200000000006</c:v>
                </c:pt>
                <c:pt idx="9">
                  <c:v>1.8804000000000087</c:v>
                </c:pt>
                <c:pt idx="10">
                  <c:v>1.8903999999999996</c:v>
                </c:pt>
                <c:pt idx="11">
                  <c:v>1.8903999999999996</c:v>
                </c:pt>
                <c:pt idx="12">
                  <c:v>1.8914000000000044</c:v>
                </c:pt>
                <c:pt idx="13">
                  <c:v>1.8929000000000258</c:v>
                </c:pt>
                <c:pt idx="14">
                  <c:v>1.9028000000000134</c:v>
                </c:pt>
                <c:pt idx="15">
                  <c:v>1.9161000000000001</c:v>
                </c:pt>
                <c:pt idx="16">
                  <c:v>1.9243000000000166</c:v>
                </c:pt>
                <c:pt idx="17">
                  <c:v>1.9254999999999995</c:v>
                </c:pt>
                <c:pt idx="18">
                  <c:v>1.9198000000000093</c:v>
                </c:pt>
                <c:pt idx="19">
                  <c:v>1.9167000000000201</c:v>
                </c:pt>
                <c:pt idx="20">
                  <c:v>1.9151000000000238</c:v>
                </c:pt>
                <c:pt idx="21">
                  <c:v>1.9224000000000103</c:v>
                </c:pt>
                <c:pt idx="22">
                  <c:v>1.9335000000000093</c:v>
                </c:pt>
                <c:pt idx="23">
                  <c:v>1.9398000000000195</c:v>
                </c:pt>
                <c:pt idx="24">
                  <c:v>1.9393000000000029</c:v>
                </c:pt>
                <c:pt idx="25">
                  <c:v>1.9320000000000164</c:v>
                </c:pt>
                <c:pt idx="26">
                  <c:v>1.9278000000000191</c:v>
                </c:pt>
                <c:pt idx="27">
                  <c:v>1.9254999999999995</c:v>
                </c:pt>
                <c:pt idx="28">
                  <c:v>1.9321000000000197</c:v>
                </c:pt>
                <c:pt idx="29">
                  <c:v>1.9427000000000021</c:v>
                </c:pt>
                <c:pt idx="30">
                  <c:v>1.9485000000000241</c:v>
                </c:pt>
                <c:pt idx="31">
                  <c:v>1.9475000000000193</c:v>
                </c:pt>
                <c:pt idx="32">
                  <c:v>1.9398000000000195</c:v>
                </c:pt>
                <c:pt idx="33">
                  <c:v>1.934899999999999</c:v>
                </c:pt>
                <c:pt idx="34">
                  <c:v>1.9318000000000097</c:v>
                </c:pt>
                <c:pt idx="35">
                  <c:v>1.9379000000000133</c:v>
                </c:pt>
                <c:pt idx="36">
                  <c:v>1.9480000000000075</c:v>
                </c:pt>
                <c:pt idx="37">
                  <c:v>1.9534000000000162</c:v>
                </c:pt>
                <c:pt idx="38">
                  <c:v>1.9519999999999982</c:v>
                </c:pt>
                <c:pt idx="39">
                  <c:v>1.9439000000000135</c:v>
                </c:pt>
                <c:pt idx="40">
                  <c:v>1.9388000000000147</c:v>
                </c:pt>
                <c:pt idx="41">
                  <c:v>1.9354000000000156</c:v>
                </c:pt>
                <c:pt idx="42">
                  <c:v>1.9412000000000091</c:v>
                </c:pt>
                <c:pt idx="43">
                  <c:v>1.9511000000000251</c:v>
                </c:pt>
                <c:pt idx="44">
                  <c:v>1.9562999999999988</c:v>
                </c:pt>
                <c:pt idx="45">
                  <c:v>1.9547000000000025</c:v>
                </c:pt>
                <c:pt idx="46">
                  <c:v>1.9464000000000112</c:v>
                </c:pt>
                <c:pt idx="47">
                  <c:v>1.9411000000000058</c:v>
                </c:pt>
                <c:pt idx="48">
                  <c:v>1.9375</c:v>
                </c:pt>
                <c:pt idx="49">
                  <c:v>1.9432000000000187</c:v>
                </c:pt>
                <c:pt idx="50">
                  <c:v>1.953000000000003</c:v>
                </c:pt>
                <c:pt idx="51">
                  <c:v>1.9581000000000017</c:v>
                </c:pt>
                <c:pt idx="52">
                  <c:v>1.9562999999999988</c:v>
                </c:pt>
                <c:pt idx="53">
                  <c:v>1.9479000000000042</c:v>
                </c:pt>
                <c:pt idx="54">
                  <c:v>1.9424000000000206</c:v>
                </c:pt>
                <c:pt idx="55">
                  <c:v>1.9388000000000147</c:v>
                </c:pt>
                <c:pt idx="56">
                  <c:v>1.9444000000000017</c:v>
                </c:pt>
                <c:pt idx="57">
                  <c:v>1.9536999999999978</c:v>
                </c:pt>
                <c:pt idx="58">
                  <c:v>1.958200000000005</c:v>
                </c:pt>
                <c:pt idx="59">
                  <c:v>1.9561000000000206</c:v>
                </c:pt>
                <c:pt idx="60">
                  <c:v>1.947400000000016</c:v>
                </c:pt>
                <c:pt idx="61">
                  <c:v>1.9417000000000257</c:v>
                </c:pt>
                <c:pt idx="62">
                  <c:v>1.93780000000001</c:v>
                </c:pt>
                <c:pt idx="63">
                  <c:v>1.9431000000000154</c:v>
                </c:pt>
                <c:pt idx="64">
                  <c:v>1.9525000000000148</c:v>
                </c:pt>
                <c:pt idx="65">
                  <c:v>1.9572000000000003</c:v>
                </c:pt>
                <c:pt idx="66">
                  <c:v>1.9552000000000191</c:v>
                </c:pt>
                <c:pt idx="67">
                  <c:v>1.9465000000000146</c:v>
                </c:pt>
                <c:pt idx="68">
                  <c:v>1.9408999999999992</c:v>
                </c:pt>
                <c:pt idx="69">
                  <c:v>1.9370000000000118</c:v>
                </c:pt>
                <c:pt idx="70">
                  <c:v>1.9423000000000172</c:v>
                </c:pt>
                <c:pt idx="71">
                  <c:v>1.9517000000000166</c:v>
                </c:pt>
                <c:pt idx="72">
                  <c:v>1.9564000000000021</c:v>
                </c:pt>
                <c:pt idx="73">
                  <c:v>1.9543000000000177</c:v>
                </c:pt>
                <c:pt idx="74">
                  <c:v>1.9457000000000164</c:v>
                </c:pt>
                <c:pt idx="75">
                  <c:v>1.940100000000001</c:v>
                </c:pt>
                <c:pt idx="76">
                  <c:v>1.9362000000000137</c:v>
                </c:pt>
                <c:pt idx="77">
                  <c:v>1.9415000000000191</c:v>
                </c:pt>
                <c:pt idx="78">
                  <c:v>1.9509000000000185</c:v>
                </c:pt>
                <c:pt idx="79">
                  <c:v>1.9557000000000073</c:v>
                </c:pt>
                <c:pt idx="80">
                  <c:v>1.9536000000000229</c:v>
                </c:pt>
                <c:pt idx="81">
                  <c:v>1.9451000000000249</c:v>
                </c:pt>
                <c:pt idx="82">
                  <c:v>1.9395000000000095</c:v>
                </c:pt>
                <c:pt idx="83">
                  <c:v>1.9357000000000255</c:v>
                </c:pt>
                <c:pt idx="84">
                  <c:v>1.9410000000000025</c:v>
                </c:pt>
                <c:pt idx="85">
                  <c:v>1.9504000000000019</c:v>
                </c:pt>
                <c:pt idx="86">
                  <c:v>1.9552000000000191</c:v>
                </c:pt>
                <c:pt idx="87">
                  <c:v>1.9532000000000096</c:v>
                </c:pt>
                <c:pt idx="88">
                  <c:v>1.9447000000000116</c:v>
                </c:pt>
                <c:pt idx="89">
                  <c:v>1.9391000000000247</c:v>
                </c:pt>
                <c:pt idx="90">
                  <c:v>1.9353000000000122</c:v>
                </c:pt>
                <c:pt idx="91">
                  <c:v>1.940700000000021</c:v>
                </c:pt>
                <c:pt idx="92">
                  <c:v>1.9501000000000204</c:v>
                </c:pt>
                <c:pt idx="93">
                  <c:v>1.9549000000000092</c:v>
                </c:pt>
                <c:pt idx="94">
                  <c:v>1.9528999999999996</c:v>
                </c:pt>
                <c:pt idx="95">
                  <c:v>1.9444000000000017</c:v>
                </c:pt>
                <c:pt idx="96">
                  <c:v>1.9389000000000181</c:v>
                </c:pt>
                <c:pt idx="97">
                  <c:v>1.9351000000000056</c:v>
                </c:pt>
                <c:pt idx="98">
                  <c:v>1.9405000000000143</c:v>
                </c:pt>
                <c:pt idx="99">
                  <c:v>1.9499000000000137</c:v>
                </c:pt>
                <c:pt idx="100">
                  <c:v>1.9547000000000025</c:v>
                </c:pt>
                <c:pt idx="101">
                  <c:v>1.9527000000000214</c:v>
                </c:pt>
                <c:pt idx="102">
                  <c:v>1.9442999999999984</c:v>
                </c:pt>
                <c:pt idx="103">
                  <c:v>1.9387000000000114</c:v>
                </c:pt>
                <c:pt idx="104">
                  <c:v>1.9350000000000023</c:v>
                </c:pt>
                <c:pt idx="105">
                  <c:v>1.9403000000000077</c:v>
                </c:pt>
                <c:pt idx="106">
                  <c:v>1.9498000000000104</c:v>
                </c:pt>
                <c:pt idx="107">
                  <c:v>1.9561000000000206</c:v>
                </c:pt>
                <c:pt idx="108">
                  <c:v>1.9608000000000061</c:v>
                </c:pt>
                <c:pt idx="109">
                  <c:v>1.9558000000000106</c:v>
                </c:pt>
                <c:pt idx="110">
                  <c:v>1.95180000000002</c:v>
                </c:pt>
                <c:pt idx="111">
                  <c:v>1.9487000000000023</c:v>
                </c:pt>
                <c:pt idx="112">
                  <c:v>1.9555000000000007</c:v>
                </c:pt>
                <c:pt idx="113">
                  <c:v>1.966700000000003</c:v>
                </c:pt>
                <c:pt idx="114">
                  <c:v>1.972500000000025</c:v>
                </c:pt>
                <c:pt idx="115">
                  <c:v>1.9705000000000155</c:v>
                </c:pt>
                <c:pt idx="116">
                  <c:v>1.9610000000000127</c:v>
                </c:pt>
                <c:pt idx="117">
                  <c:v>1.9548000000000059</c:v>
                </c:pt>
                <c:pt idx="118">
                  <c:v>1.9507000000000119</c:v>
                </c:pt>
                <c:pt idx="119">
                  <c:v>1.9570000000000221</c:v>
                </c:pt>
                <c:pt idx="120">
                  <c:v>1.9679000000000144</c:v>
                </c:pt>
                <c:pt idx="121">
                  <c:v>1.9735000000000014</c:v>
                </c:pt>
                <c:pt idx="122">
                  <c:v>1.9714000000000169</c:v>
                </c:pt>
                <c:pt idx="123">
                  <c:v>1.9618000000000109</c:v>
                </c:pt>
                <c:pt idx="124">
                  <c:v>1.955600000000004</c:v>
                </c:pt>
                <c:pt idx="125">
                  <c:v>1.9514000000000067</c:v>
                </c:pt>
                <c:pt idx="126">
                  <c:v>1.9577000000000169</c:v>
                </c:pt>
                <c:pt idx="127">
                  <c:v>1.9686000000000092</c:v>
                </c:pt>
                <c:pt idx="128">
                  <c:v>1.9742000000000246</c:v>
                </c:pt>
                <c:pt idx="129">
                  <c:v>1.9721000000000117</c:v>
                </c:pt>
                <c:pt idx="130">
                  <c:v>1.9625000000000057</c:v>
                </c:pt>
                <c:pt idx="131">
                  <c:v>1.9562000000000239</c:v>
                </c:pt>
                <c:pt idx="132">
                  <c:v>1.9519999999999982</c:v>
                </c:pt>
                <c:pt idx="133">
                  <c:v>1.9583000000000084</c:v>
                </c:pt>
                <c:pt idx="134">
                  <c:v>1.9692000000000007</c:v>
                </c:pt>
                <c:pt idx="135">
                  <c:v>1.9748000000000161</c:v>
                </c:pt>
                <c:pt idx="136">
                  <c:v>1.9725999999999999</c:v>
                </c:pt>
                <c:pt idx="137">
                  <c:v>1.9630000000000223</c:v>
                </c:pt>
                <c:pt idx="138">
                  <c:v>1.9567000000000121</c:v>
                </c:pt>
                <c:pt idx="139">
                  <c:v>1.9524000000000115</c:v>
                </c:pt>
                <c:pt idx="140">
                  <c:v>1.9587000000000216</c:v>
                </c:pt>
                <c:pt idx="141">
                  <c:v>1.969600000000014</c:v>
                </c:pt>
                <c:pt idx="142">
                  <c:v>1.975200000000001</c:v>
                </c:pt>
                <c:pt idx="143">
                  <c:v>1.9730000000000132</c:v>
                </c:pt>
                <c:pt idx="144">
                  <c:v>1.9633000000000038</c:v>
                </c:pt>
                <c:pt idx="145">
                  <c:v>1.9570000000000221</c:v>
                </c:pt>
                <c:pt idx="146">
                  <c:v>1.9528000000000247</c:v>
                </c:pt>
                <c:pt idx="147">
                  <c:v>1.9590000000000032</c:v>
                </c:pt>
                <c:pt idx="148">
                  <c:v>1.9699999999999989</c:v>
                </c:pt>
                <c:pt idx="149">
                  <c:v>1.9755000000000109</c:v>
                </c:pt>
                <c:pt idx="150">
                  <c:v>1.973399999999998</c:v>
                </c:pt>
                <c:pt idx="151">
                  <c:v>1.9636000000000138</c:v>
                </c:pt>
                <c:pt idx="152">
                  <c:v>1.9573000000000036</c:v>
                </c:pt>
                <c:pt idx="153">
                  <c:v>1.953000000000003</c:v>
                </c:pt>
                <c:pt idx="154">
                  <c:v>1.9593000000000131</c:v>
                </c:pt>
                <c:pt idx="155">
                  <c:v>1.9702000000000055</c:v>
                </c:pt>
                <c:pt idx="156">
                  <c:v>1.9758000000000209</c:v>
                </c:pt>
                <c:pt idx="157">
                  <c:v>1.9725999999999999</c:v>
                </c:pt>
                <c:pt idx="158">
                  <c:v>1.9549000000000092</c:v>
                </c:pt>
                <c:pt idx="159">
                  <c:v>1.9444000000000017</c:v>
                </c:pt>
                <c:pt idx="160">
                  <c:v>1.9416000000000224</c:v>
                </c:pt>
                <c:pt idx="161">
                  <c:v>1.9526000000000181</c:v>
                </c:pt>
                <c:pt idx="162">
                  <c:v>1.9570000000000221</c:v>
                </c:pt>
                <c:pt idx="163">
                  <c:v>1.9548000000000059</c:v>
                </c:pt>
                <c:pt idx="164">
                  <c:v>1.945999999999998</c:v>
                </c:pt>
                <c:pt idx="165">
                  <c:v>1.9403000000000077</c:v>
                </c:pt>
                <c:pt idx="166">
                  <c:v>1.936300000000017</c:v>
                </c:pt>
                <c:pt idx="167">
                  <c:v>1.9415000000000191</c:v>
                </c:pt>
                <c:pt idx="168">
                  <c:v>1.9508000000000152</c:v>
                </c:pt>
                <c:pt idx="169">
                  <c:v>1.9554000000000258</c:v>
                </c:pt>
                <c:pt idx="170">
                  <c:v>1.9533000000000129</c:v>
                </c:pt>
                <c:pt idx="171">
                  <c:v>1.9447000000000116</c:v>
                </c:pt>
                <c:pt idx="172">
                  <c:v>1.9390000000000214</c:v>
                </c:pt>
                <c:pt idx="173">
                  <c:v>1.9351000000000056</c:v>
                </c:pt>
                <c:pt idx="174">
                  <c:v>1.940400000000011</c:v>
                </c:pt>
                <c:pt idx="175">
                  <c:v>1.9497000000000071</c:v>
                </c:pt>
                <c:pt idx="176">
                  <c:v>1.9543000000000177</c:v>
                </c:pt>
                <c:pt idx="177">
                  <c:v>1.9523000000000081</c:v>
                </c:pt>
                <c:pt idx="178">
                  <c:v>1.9437000000000069</c:v>
                </c:pt>
                <c:pt idx="179">
                  <c:v>1.9381000000000199</c:v>
                </c:pt>
                <c:pt idx="180">
                  <c:v>1.9342000000000041</c:v>
                </c:pt>
                <c:pt idx="181">
                  <c:v>1.9395000000000095</c:v>
                </c:pt>
                <c:pt idx="182">
                  <c:v>1.9488000000000056</c:v>
                </c:pt>
                <c:pt idx="183">
                  <c:v>1.9538000000000011</c:v>
                </c:pt>
                <c:pt idx="184">
                  <c:v>1.9523000000000081</c:v>
                </c:pt>
                <c:pt idx="185">
                  <c:v>1.9442000000000235</c:v>
                </c:pt>
                <c:pt idx="186">
                  <c:v>1.9388000000000147</c:v>
                </c:pt>
                <c:pt idx="187">
                  <c:v>1.9353000000000122</c:v>
                </c:pt>
                <c:pt idx="188">
                  <c:v>1.9408999999999992</c:v>
                </c:pt>
                <c:pt idx="189">
                  <c:v>1.9506000000000085</c:v>
                </c:pt>
                <c:pt idx="190">
                  <c:v>1.955600000000004</c:v>
                </c:pt>
                <c:pt idx="191">
                  <c:v>1.9539000000000044</c:v>
                </c:pt>
                <c:pt idx="192">
                  <c:v>1.9456000000000131</c:v>
                </c:pt>
                <c:pt idx="193">
                  <c:v>1.9402000000000044</c:v>
                </c:pt>
                <c:pt idx="194">
                  <c:v>1.9365999999999985</c:v>
                </c:pt>
                <c:pt idx="195">
                  <c:v>1.9422000000000139</c:v>
                </c:pt>
                <c:pt idx="196">
                  <c:v>1.9519999999999982</c:v>
                </c:pt>
                <c:pt idx="197">
                  <c:v>1.9571000000000254</c:v>
                </c:pt>
                <c:pt idx="198">
                  <c:v>1.9553000000000225</c:v>
                </c:pt>
                <c:pt idx="199">
                  <c:v>1.9468999999999994</c:v>
                </c:pt>
                <c:pt idx="200">
                  <c:v>1.9415000000000191</c:v>
                </c:pt>
                <c:pt idx="201">
                  <c:v>1.9379000000000133</c:v>
                </c:pt>
                <c:pt idx="202">
                  <c:v>1.9435000000000002</c:v>
                </c:pt>
                <c:pt idx="203">
                  <c:v>1.9532000000000096</c:v>
                </c:pt>
                <c:pt idx="204">
                  <c:v>1.958200000000005</c:v>
                </c:pt>
                <c:pt idx="205">
                  <c:v>1.9564000000000021</c:v>
                </c:pt>
                <c:pt idx="206">
                  <c:v>1.9480000000000075</c:v>
                </c:pt>
                <c:pt idx="207">
                  <c:v>1.9425000000000239</c:v>
                </c:pt>
                <c:pt idx="208">
                  <c:v>1.9388000000000147</c:v>
                </c:pt>
                <c:pt idx="209">
                  <c:v>1.9444000000000017</c:v>
                </c:pt>
                <c:pt idx="210">
                  <c:v>1.9541000000000111</c:v>
                </c:pt>
                <c:pt idx="211">
                  <c:v>1.9591000000000065</c:v>
                </c:pt>
                <c:pt idx="212">
                  <c:v>1.9572000000000003</c:v>
                </c:pt>
                <c:pt idx="213">
                  <c:v>1.948599999999999</c:v>
                </c:pt>
                <c:pt idx="214">
                  <c:v>1.9427000000000021</c:v>
                </c:pt>
                <c:pt idx="215">
                  <c:v>1.9387000000000114</c:v>
                </c:pt>
                <c:pt idx="216">
                  <c:v>1.9439000000000135</c:v>
                </c:pt>
                <c:pt idx="217">
                  <c:v>1.9533000000000129</c:v>
                </c:pt>
                <c:pt idx="218">
                  <c:v>1.9579000000000235</c:v>
                </c:pt>
                <c:pt idx="219">
                  <c:v>1.955900000000014</c:v>
                </c:pt>
                <c:pt idx="220">
                  <c:v>1.9472000000000094</c:v>
                </c:pt>
                <c:pt idx="221">
                  <c:v>1.9415000000000191</c:v>
                </c:pt>
                <c:pt idx="222">
                  <c:v>1.9376000000000033</c:v>
                </c:pt>
                <c:pt idx="223">
                  <c:v>1.9429000000000087</c:v>
                </c:pt>
                <c:pt idx="224">
                  <c:v>1.9523000000000081</c:v>
                </c:pt>
                <c:pt idx="225">
                  <c:v>1.9569000000000187</c:v>
                </c:pt>
                <c:pt idx="226">
                  <c:v>1.9549000000000092</c:v>
                </c:pt>
                <c:pt idx="227">
                  <c:v>1.9462000000000046</c:v>
                </c:pt>
                <c:pt idx="228">
                  <c:v>1.9406000000000176</c:v>
                </c:pt>
                <c:pt idx="229">
                  <c:v>1.9367000000000019</c:v>
                </c:pt>
                <c:pt idx="230">
                  <c:v>1.9420000000000073</c:v>
                </c:pt>
                <c:pt idx="231">
                  <c:v>1.9514000000000067</c:v>
                </c:pt>
                <c:pt idx="232">
                  <c:v>1.9561000000000206</c:v>
                </c:pt>
                <c:pt idx="233">
                  <c:v>1.9540000000000077</c:v>
                </c:pt>
                <c:pt idx="234">
                  <c:v>1.9455000000000098</c:v>
                </c:pt>
                <c:pt idx="235">
                  <c:v>1.9398000000000195</c:v>
                </c:pt>
                <c:pt idx="236">
                  <c:v>1.936000000000007</c:v>
                </c:pt>
                <c:pt idx="237">
                  <c:v>1.9413000000000125</c:v>
                </c:pt>
                <c:pt idx="238">
                  <c:v>1.9507000000000119</c:v>
                </c:pt>
                <c:pt idx="239">
                  <c:v>1.9554000000000258</c:v>
                </c:pt>
                <c:pt idx="240">
                  <c:v>1.9534000000000162</c:v>
                </c:pt>
                <c:pt idx="241">
                  <c:v>1.9449000000000183</c:v>
                </c:pt>
                <c:pt idx="242">
                  <c:v>1.9393000000000029</c:v>
                </c:pt>
                <c:pt idx="243">
                  <c:v>1.9355000000000189</c:v>
                </c:pt>
                <c:pt idx="244">
                  <c:v>1.9408999999999992</c:v>
                </c:pt>
                <c:pt idx="245">
                  <c:v>1.9502999999999986</c:v>
                </c:pt>
                <c:pt idx="246">
                  <c:v>1.9550000000000125</c:v>
                </c:pt>
                <c:pt idx="247">
                  <c:v>1.9531000000000063</c:v>
                </c:pt>
                <c:pt idx="248">
                  <c:v>1.9446000000000083</c:v>
                </c:pt>
                <c:pt idx="249">
                  <c:v>1.9390000000000214</c:v>
                </c:pt>
                <c:pt idx="250">
                  <c:v>1.9352000000000089</c:v>
                </c:pt>
                <c:pt idx="251">
                  <c:v>1.9406000000000176</c:v>
                </c:pt>
                <c:pt idx="252">
                  <c:v>1.9500000000000171</c:v>
                </c:pt>
                <c:pt idx="253">
                  <c:v>1.9548000000000059</c:v>
                </c:pt>
                <c:pt idx="254">
                  <c:v>1.9528000000000247</c:v>
                </c:pt>
                <c:pt idx="255">
                  <c:v>1.9442999999999984</c:v>
                </c:pt>
                <c:pt idx="256">
                  <c:v>1.9388000000000147</c:v>
                </c:pt>
                <c:pt idx="257">
                  <c:v>1.9350000000000023</c:v>
                </c:pt>
                <c:pt idx="258">
                  <c:v>1.940400000000011</c:v>
                </c:pt>
                <c:pt idx="259">
                  <c:v>1.9498000000000104</c:v>
                </c:pt>
                <c:pt idx="260">
                  <c:v>1.9545999999999992</c:v>
                </c:pt>
                <c:pt idx="261">
                  <c:v>1.9527000000000214</c:v>
                </c:pt>
                <c:pt idx="262">
                  <c:v>1.9442000000000235</c:v>
                </c:pt>
                <c:pt idx="263">
                  <c:v>1.9387000000000114</c:v>
                </c:pt>
                <c:pt idx="264">
                  <c:v>1.9365999999999985</c:v>
                </c:pt>
                <c:pt idx="265">
                  <c:v>1.9472000000000094</c:v>
                </c:pt>
                <c:pt idx="266">
                  <c:v>1.9622000000000241</c:v>
                </c:pt>
                <c:pt idx="267">
                  <c:v>1.9699999999999989</c:v>
                </c:pt>
                <c:pt idx="268">
                  <c:v>1.9690000000000225</c:v>
                </c:pt>
                <c:pt idx="269">
                  <c:v>1.960000000000008</c:v>
                </c:pt>
                <c:pt idx="270">
                  <c:v>1.9541000000000111</c:v>
                </c:pt>
                <c:pt idx="271">
                  <c:v>1.9501000000000204</c:v>
                </c:pt>
                <c:pt idx="272">
                  <c:v>1.9564000000000021</c:v>
                </c:pt>
                <c:pt idx="273">
                  <c:v>1.9673999999999978</c:v>
                </c:pt>
                <c:pt idx="274">
                  <c:v>1.9730000000000132</c:v>
                </c:pt>
                <c:pt idx="275">
                  <c:v>1.9710000000000036</c:v>
                </c:pt>
                <c:pt idx="276">
                  <c:v>1.961400000000026</c:v>
                </c:pt>
                <c:pt idx="277">
                  <c:v>1.9552000000000191</c:v>
                </c:pt>
                <c:pt idx="278">
                  <c:v>1.9510000000000218</c:v>
                </c:pt>
                <c:pt idx="279">
                  <c:v>1.9573000000000036</c:v>
                </c:pt>
                <c:pt idx="280">
                  <c:v>1.9682999999999993</c:v>
                </c:pt>
                <c:pt idx="281">
                  <c:v>1.9739000000000146</c:v>
                </c:pt>
                <c:pt idx="282">
                  <c:v>1.9718000000000018</c:v>
                </c:pt>
                <c:pt idx="283">
                  <c:v>1.9622000000000241</c:v>
                </c:pt>
                <c:pt idx="284">
                  <c:v>1.955900000000014</c:v>
                </c:pt>
                <c:pt idx="285">
                  <c:v>1.9517000000000166</c:v>
                </c:pt>
                <c:pt idx="286">
                  <c:v>1.9579999999999984</c:v>
                </c:pt>
                <c:pt idx="287">
                  <c:v>1.9689000000000192</c:v>
                </c:pt>
                <c:pt idx="288">
                  <c:v>1.9745000000000061</c:v>
                </c:pt>
                <c:pt idx="289">
                  <c:v>1.9724000000000217</c:v>
                </c:pt>
                <c:pt idx="290">
                  <c:v>1.9627000000000123</c:v>
                </c:pt>
                <c:pt idx="291">
                  <c:v>1.9564000000000021</c:v>
                </c:pt>
                <c:pt idx="292">
                  <c:v>1.9522000000000048</c:v>
                </c:pt>
                <c:pt idx="293">
                  <c:v>1.958500000000015</c:v>
                </c:pt>
                <c:pt idx="294">
                  <c:v>1.9694000000000074</c:v>
                </c:pt>
                <c:pt idx="295">
                  <c:v>1.9750000000000227</c:v>
                </c:pt>
                <c:pt idx="296">
                  <c:v>1.9728000000000065</c:v>
                </c:pt>
                <c:pt idx="297">
                  <c:v>1.9632000000000005</c:v>
                </c:pt>
                <c:pt idx="298">
                  <c:v>1.9568000000000154</c:v>
                </c:pt>
                <c:pt idx="299">
                  <c:v>1.9526000000000181</c:v>
                </c:pt>
                <c:pt idx="300">
                  <c:v>1.958800000000025</c:v>
                </c:pt>
                <c:pt idx="301">
                  <c:v>1.9698000000000206</c:v>
                </c:pt>
                <c:pt idx="302">
                  <c:v>1.9754000000000076</c:v>
                </c:pt>
                <c:pt idx="303">
                  <c:v>1.9732000000000198</c:v>
                </c:pt>
                <c:pt idx="304">
                  <c:v>1.9635000000000105</c:v>
                </c:pt>
                <c:pt idx="305">
                  <c:v>1.9572000000000003</c:v>
                </c:pt>
                <c:pt idx="306">
                  <c:v>1.9528999999999996</c:v>
                </c:pt>
                <c:pt idx="307">
                  <c:v>1.9591000000000065</c:v>
                </c:pt>
                <c:pt idx="308">
                  <c:v>1.9701000000000022</c:v>
                </c:pt>
                <c:pt idx="309">
                  <c:v>1.9757000000000176</c:v>
                </c:pt>
                <c:pt idx="310">
                  <c:v>1.9735000000000014</c:v>
                </c:pt>
                <c:pt idx="311">
                  <c:v>1.9637000000000171</c:v>
                </c:pt>
                <c:pt idx="312">
                  <c:v>1.9574000000000069</c:v>
                </c:pt>
                <c:pt idx="313">
                  <c:v>1.9531000000000063</c:v>
                </c:pt>
                <c:pt idx="314">
                  <c:v>1.9581000000000017</c:v>
                </c:pt>
                <c:pt idx="315">
                  <c:v>1.9618000000000109</c:v>
                </c:pt>
                <c:pt idx="316">
                  <c:v>1.9618000000000109</c:v>
                </c:pt>
                <c:pt idx="317">
                  <c:v>1.9574000000000069</c:v>
                </c:pt>
                <c:pt idx="318">
                  <c:v>1.9476000000000226</c:v>
                </c:pt>
                <c:pt idx="319">
                  <c:v>1.9413000000000125</c:v>
                </c:pt>
                <c:pt idx="320">
                  <c:v>1.9371000000000151</c:v>
                </c:pt>
                <c:pt idx="321">
                  <c:v>1.9422000000000139</c:v>
                </c:pt>
                <c:pt idx="322">
                  <c:v>1.9514000000000067</c:v>
                </c:pt>
                <c:pt idx="323">
                  <c:v>1.9560000000000173</c:v>
                </c:pt>
                <c:pt idx="324">
                  <c:v>1.9539000000000044</c:v>
                </c:pt>
                <c:pt idx="325">
                  <c:v>1.9451999999999998</c:v>
                </c:pt>
                <c:pt idx="326">
                  <c:v>1.9395000000000095</c:v>
                </c:pt>
                <c:pt idx="327">
                  <c:v>1.9356000000000222</c:v>
                </c:pt>
                <c:pt idx="328">
                  <c:v>1.9408000000000243</c:v>
                </c:pt>
                <c:pt idx="329">
                  <c:v>1.9501000000000204</c:v>
                </c:pt>
                <c:pt idx="330">
                  <c:v>1.9547000000000025</c:v>
                </c:pt>
                <c:pt idx="331">
                  <c:v>1.9527000000000214</c:v>
                </c:pt>
                <c:pt idx="332">
                  <c:v>1.9441000000000201</c:v>
                </c:pt>
                <c:pt idx="333">
                  <c:v>1.9384000000000015</c:v>
                </c:pt>
                <c:pt idx="334">
                  <c:v>1.9346000000000174</c:v>
                </c:pt>
                <c:pt idx="335">
                  <c:v>1.9398000000000195</c:v>
                </c:pt>
                <c:pt idx="336">
                  <c:v>1.9491000000000156</c:v>
                </c:pt>
                <c:pt idx="337">
                  <c:v>1.9538000000000011</c:v>
                </c:pt>
                <c:pt idx="338">
                  <c:v>1.95180000000002</c:v>
                </c:pt>
                <c:pt idx="339">
                  <c:v>1.9432000000000187</c:v>
                </c:pt>
                <c:pt idx="340">
                  <c:v>1.9380000000000166</c:v>
                </c:pt>
                <c:pt idx="341">
                  <c:v>1.9346000000000174</c:v>
                </c:pt>
                <c:pt idx="342">
                  <c:v>1.9403000000000077</c:v>
                </c:pt>
                <c:pt idx="343">
                  <c:v>1.9500000000000171</c:v>
                </c:pt>
                <c:pt idx="344">
                  <c:v>1.9551000000000158</c:v>
                </c:pt>
                <c:pt idx="345">
                  <c:v>1.9533000000000129</c:v>
                </c:pt>
                <c:pt idx="346">
                  <c:v>1.9450000000000216</c:v>
                </c:pt>
                <c:pt idx="347">
                  <c:v>1.9396000000000129</c:v>
                </c:pt>
                <c:pt idx="348">
                  <c:v>1.936000000000007</c:v>
                </c:pt>
                <c:pt idx="349">
                  <c:v>1.9417000000000257</c:v>
                </c:pt>
                <c:pt idx="350">
                  <c:v>1.9514000000000067</c:v>
                </c:pt>
                <c:pt idx="351">
                  <c:v>1.9565000000000055</c:v>
                </c:pt>
                <c:pt idx="352">
                  <c:v>1.9547000000000025</c:v>
                </c:pt>
                <c:pt idx="353">
                  <c:v>1.9464000000000112</c:v>
                </c:pt>
                <c:pt idx="354">
                  <c:v>1.9410000000000025</c:v>
                </c:pt>
                <c:pt idx="355">
                  <c:v>1.9374000000000251</c:v>
                </c:pt>
                <c:pt idx="356">
                  <c:v>1.9430000000000121</c:v>
                </c:pt>
                <c:pt idx="357">
                  <c:v>1.9528000000000247</c:v>
                </c:pt>
                <c:pt idx="358">
                  <c:v>1.9578000000000202</c:v>
                </c:pt>
                <c:pt idx="359">
                  <c:v>1.9560000000000173</c:v>
                </c:pt>
                <c:pt idx="360">
                  <c:v>1.9476000000000226</c:v>
                </c:pt>
                <c:pt idx="361">
                  <c:v>1.9476000000000226</c:v>
                </c:pt>
                <c:pt idx="362">
                  <c:v>1.9421000000000106</c:v>
                </c:pt>
                <c:pt idx="363">
                  <c:v>1.9385000000000048</c:v>
                </c:pt>
                <c:pt idx="364">
                  <c:v>1.9441000000000201</c:v>
                </c:pt>
                <c:pt idx="365">
                  <c:v>1.9538000000000011</c:v>
                </c:pt>
                <c:pt idx="366">
                  <c:v>1.958800000000025</c:v>
                </c:pt>
                <c:pt idx="367">
                  <c:v>1.9569000000000187</c:v>
                </c:pt>
                <c:pt idx="368">
                  <c:v>1.9485000000000241</c:v>
                </c:pt>
                <c:pt idx="369">
                  <c:v>1.9430000000000121</c:v>
                </c:pt>
                <c:pt idx="370">
                  <c:v>1.9393000000000029</c:v>
                </c:pt>
                <c:pt idx="371">
                  <c:v>1.9447000000000116</c:v>
                </c:pt>
                <c:pt idx="372">
                  <c:v>1.9539000000000044</c:v>
                </c:pt>
                <c:pt idx="373">
                  <c:v>1.9584000000000117</c:v>
                </c:pt>
                <c:pt idx="374">
                  <c:v>1.9562999999999988</c:v>
                </c:pt>
                <c:pt idx="375">
                  <c:v>1.9476000000000226</c:v>
                </c:pt>
                <c:pt idx="376">
                  <c:v>1.941900000000004</c:v>
                </c:pt>
                <c:pt idx="377">
                  <c:v>1.9380000000000166</c:v>
                </c:pt>
                <c:pt idx="378">
                  <c:v>1.943300000000022</c:v>
                </c:pt>
                <c:pt idx="379">
                  <c:v>1.9527000000000214</c:v>
                </c:pt>
                <c:pt idx="380">
                  <c:v>1.9573000000000036</c:v>
                </c:pt>
                <c:pt idx="381">
                  <c:v>1.9553000000000225</c:v>
                </c:pt>
                <c:pt idx="382">
                  <c:v>1.9466000000000179</c:v>
                </c:pt>
                <c:pt idx="383">
                  <c:v>1.9410000000000025</c:v>
                </c:pt>
                <c:pt idx="384">
                  <c:v>1.9371000000000151</c:v>
                </c:pt>
                <c:pt idx="385">
                  <c:v>1.9423000000000172</c:v>
                </c:pt>
                <c:pt idx="386">
                  <c:v>1.9517000000000166</c:v>
                </c:pt>
                <c:pt idx="387">
                  <c:v>1.9564000000000021</c:v>
                </c:pt>
                <c:pt idx="388">
                  <c:v>1.9543000000000177</c:v>
                </c:pt>
                <c:pt idx="389">
                  <c:v>1.9458000000000197</c:v>
                </c:pt>
                <c:pt idx="390">
                  <c:v>1.940100000000001</c:v>
                </c:pt>
                <c:pt idx="391">
                  <c:v>1.936300000000017</c:v>
                </c:pt>
                <c:pt idx="392">
                  <c:v>1.9416000000000224</c:v>
                </c:pt>
                <c:pt idx="393">
                  <c:v>1.9510000000000218</c:v>
                </c:pt>
                <c:pt idx="394">
                  <c:v>1.9557000000000073</c:v>
                </c:pt>
                <c:pt idx="395">
                  <c:v>1.9536999999999978</c:v>
                </c:pt>
                <c:pt idx="396">
                  <c:v>1.9451000000000249</c:v>
                </c:pt>
                <c:pt idx="397">
                  <c:v>1.9395000000000095</c:v>
                </c:pt>
                <c:pt idx="398">
                  <c:v>1.9357000000000255</c:v>
                </c:pt>
                <c:pt idx="399">
                  <c:v>1.9410000000000025</c:v>
                </c:pt>
                <c:pt idx="400">
                  <c:v>1.9504000000000019</c:v>
                </c:pt>
                <c:pt idx="401">
                  <c:v>1.9552000000000191</c:v>
                </c:pt>
                <c:pt idx="402">
                  <c:v>1.9532000000000096</c:v>
                </c:pt>
                <c:pt idx="403">
                  <c:v>1.9447000000000116</c:v>
                </c:pt>
                <c:pt idx="404">
                  <c:v>1.9391000000000247</c:v>
                </c:pt>
                <c:pt idx="405">
                  <c:v>1.9353000000000122</c:v>
                </c:pt>
                <c:pt idx="406">
                  <c:v>1.940700000000021</c:v>
                </c:pt>
                <c:pt idx="407">
                  <c:v>1.9501000000000204</c:v>
                </c:pt>
                <c:pt idx="408">
                  <c:v>1.9549000000000092</c:v>
                </c:pt>
                <c:pt idx="409">
                  <c:v>1.9528999999999996</c:v>
                </c:pt>
                <c:pt idx="410">
                  <c:v>1.9444000000000017</c:v>
                </c:pt>
                <c:pt idx="411">
                  <c:v>1.9389000000000181</c:v>
                </c:pt>
                <c:pt idx="412">
                  <c:v>1.9351000000000056</c:v>
                </c:pt>
                <c:pt idx="413">
                  <c:v>1.9405000000000143</c:v>
                </c:pt>
                <c:pt idx="414">
                  <c:v>1.9499000000000137</c:v>
                </c:pt>
                <c:pt idx="415">
                  <c:v>1.9547000000000025</c:v>
                </c:pt>
                <c:pt idx="416">
                  <c:v>1.9527000000000214</c:v>
                </c:pt>
                <c:pt idx="417">
                  <c:v>1.9442999999999984</c:v>
                </c:pt>
                <c:pt idx="418">
                  <c:v>1.9387000000000114</c:v>
                </c:pt>
                <c:pt idx="419">
                  <c:v>1.9350000000000023</c:v>
                </c:pt>
                <c:pt idx="420">
                  <c:v>1.9403000000000077</c:v>
                </c:pt>
                <c:pt idx="421">
                  <c:v>1.9498000000000104</c:v>
                </c:pt>
                <c:pt idx="422">
                  <c:v>1.9586000000000183</c:v>
                </c:pt>
                <c:pt idx="423">
                  <c:v>1.962299999999999</c:v>
                </c:pt>
                <c:pt idx="424">
                  <c:v>1.9566000000000088</c:v>
                </c:pt>
                <c:pt idx="425">
                  <c:v>1.9522000000000048</c:v>
                </c:pt>
                <c:pt idx="426">
                  <c:v>1.9490000000000123</c:v>
                </c:pt>
                <c:pt idx="427">
                  <c:v>1.9557000000000073</c:v>
                </c:pt>
                <c:pt idx="428">
                  <c:v>1.9668000000000063</c:v>
                </c:pt>
                <c:pt idx="429">
                  <c:v>1.972500000000025</c:v>
                </c:pt>
                <c:pt idx="430">
                  <c:v>1.9705000000000155</c:v>
                </c:pt>
                <c:pt idx="431">
                  <c:v>1.9610000000000127</c:v>
                </c:pt>
                <c:pt idx="432">
                  <c:v>1.9549000000000092</c:v>
                </c:pt>
                <c:pt idx="433">
                  <c:v>1.9507000000000119</c:v>
                </c:pt>
                <c:pt idx="434">
                  <c:v>1.9570000000000221</c:v>
                </c:pt>
                <c:pt idx="435">
                  <c:v>1.9679000000000144</c:v>
                </c:pt>
                <c:pt idx="436">
                  <c:v>1.9735000000000014</c:v>
                </c:pt>
                <c:pt idx="437">
                  <c:v>1.9715000000000202</c:v>
                </c:pt>
                <c:pt idx="438">
                  <c:v>1.9619000000000142</c:v>
                </c:pt>
                <c:pt idx="439">
                  <c:v>1.955600000000004</c:v>
                </c:pt>
                <c:pt idx="440">
                  <c:v>1.95150000000001</c:v>
                </c:pt>
                <c:pt idx="441">
                  <c:v>1.9577000000000169</c:v>
                </c:pt>
                <c:pt idx="442">
                  <c:v>1.9687000000000126</c:v>
                </c:pt>
                <c:pt idx="443">
                  <c:v>1.9742999999999995</c:v>
                </c:pt>
                <c:pt idx="444">
                  <c:v>1.9721000000000117</c:v>
                </c:pt>
                <c:pt idx="445">
                  <c:v>1.9625000000000057</c:v>
                </c:pt>
                <c:pt idx="446">
                  <c:v>1.9562000000000239</c:v>
                </c:pt>
                <c:pt idx="447">
                  <c:v>1.9519999999999982</c:v>
                </c:pt>
                <c:pt idx="448">
                  <c:v>1.9583000000000084</c:v>
                </c:pt>
                <c:pt idx="449">
                  <c:v>1.9692000000000007</c:v>
                </c:pt>
                <c:pt idx="450">
                  <c:v>1.9748000000000161</c:v>
                </c:pt>
                <c:pt idx="451">
                  <c:v>1.9727000000000032</c:v>
                </c:pt>
                <c:pt idx="452">
                  <c:v>1.9727000000000032</c:v>
                </c:pt>
                <c:pt idx="453">
                  <c:v>1.9630000000000223</c:v>
                </c:pt>
                <c:pt idx="454">
                  <c:v>1.9567000000000121</c:v>
                </c:pt>
                <c:pt idx="455">
                  <c:v>1.9524000000000115</c:v>
                </c:pt>
                <c:pt idx="456">
                  <c:v>1.9587000000000216</c:v>
                </c:pt>
                <c:pt idx="457">
                  <c:v>1.9697000000000173</c:v>
                </c:pt>
                <c:pt idx="458">
                  <c:v>1.975200000000001</c:v>
                </c:pt>
                <c:pt idx="459">
                  <c:v>1.9731000000000165</c:v>
                </c:pt>
                <c:pt idx="460">
                  <c:v>1.9634000000000071</c:v>
                </c:pt>
                <c:pt idx="461">
                  <c:v>1.9570000000000221</c:v>
                </c:pt>
                <c:pt idx="462">
                  <c:v>1.9528000000000247</c:v>
                </c:pt>
                <c:pt idx="463">
                  <c:v>1.9590000000000032</c:v>
                </c:pt>
                <c:pt idx="464">
                  <c:v>1.9699999999999989</c:v>
                </c:pt>
                <c:pt idx="465">
                  <c:v>1.9756000000000142</c:v>
                </c:pt>
                <c:pt idx="466">
                  <c:v>1.973399999999998</c:v>
                </c:pt>
                <c:pt idx="467">
                  <c:v>1.9636000000000138</c:v>
                </c:pt>
                <c:pt idx="468">
                  <c:v>1.9573000000000036</c:v>
                </c:pt>
                <c:pt idx="469">
                  <c:v>1.953000000000003</c:v>
                </c:pt>
                <c:pt idx="470">
                  <c:v>1.9593000000000131</c:v>
                </c:pt>
                <c:pt idx="471">
                  <c:v>1.9703000000000088</c:v>
                </c:pt>
                <c:pt idx="472">
                  <c:v>1.9758000000000209</c:v>
                </c:pt>
                <c:pt idx="473">
                  <c:v>1.9702000000000055</c:v>
                </c:pt>
                <c:pt idx="474">
                  <c:v>1.9536000000000229</c:v>
                </c:pt>
                <c:pt idx="475">
                  <c:v>1.9439000000000135</c:v>
                </c:pt>
                <c:pt idx="476">
                  <c:v>1.9402000000000044</c:v>
                </c:pt>
                <c:pt idx="477">
                  <c:v>1.948599999999999</c:v>
                </c:pt>
                <c:pt idx="478">
                  <c:v>1.9579999999999984</c:v>
                </c:pt>
                <c:pt idx="479">
                  <c:v>1.9542000000000144</c:v>
                </c:pt>
                <c:pt idx="480">
                  <c:v>1.9457000000000164</c:v>
                </c:pt>
                <c:pt idx="481">
                  <c:v>1.940100000000001</c:v>
                </c:pt>
                <c:pt idx="482">
                  <c:v>1.9362000000000137</c:v>
                </c:pt>
                <c:pt idx="483">
                  <c:v>1.9415000000000191</c:v>
                </c:pt>
                <c:pt idx="484">
                  <c:v>1.9508000000000152</c:v>
                </c:pt>
                <c:pt idx="485">
                  <c:v>1.9554000000000258</c:v>
                </c:pt>
                <c:pt idx="486">
                  <c:v>1.9533000000000129</c:v>
                </c:pt>
                <c:pt idx="487">
                  <c:v>1.9447000000000116</c:v>
                </c:pt>
                <c:pt idx="488">
                  <c:v>1.9390000000000214</c:v>
                </c:pt>
                <c:pt idx="489">
                  <c:v>1.9351000000000056</c:v>
                </c:pt>
                <c:pt idx="490">
                  <c:v>1.9403000000000077</c:v>
                </c:pt>
                <c:pt idx="491">
                  <c:v>1.9496000000000038</c:v>
                </c:pt>
                <c:pt idx="492">
                  <c:v>1.9543000000000177</c:v>
                </c:pt>
                <c:pt idx="493">
                  <c:v>1.9522000000000048</c:v>
                </c:pt>
                <c:pt idx="494">
                  <c:v>1.9437000000000069</c:v>
                </c:pt>
                <c:pt idx="495">
                  <c:v>1.9380000000000166</c:v>
                </c:pt>
                <c:pt idx="496">
                  <c:v>1.9342000000000041</c:v>
                </c:pt>
                <c:pt idx="497">
                  <c:v>1.9395000000000095</c:v>
                </c:pt>
                <c:pt idx="498">
                  <c:v>1.9488000000000056</c:v>
                </c:pt>
                <c:pt idx="499">
                  <c:v>1.9540000000000077</c:v>
                </c:pt>
                <c:pt idx="500">
                  <c:v>1.9524000000000115</c:v>
                </c:pt>
                <c:pt idx="501">
                  <c:v>1.9442000000000235</c:v>
                </c:pt>
                <c:pt idx="502">
                  <c:v>1.9389000000000181</c:v>
                </c:pt>
                <c:pt idx="503">
                  <c:v>1.9353000000000122</c:v>
                </c:pt>
                <c:pt idx="504">
                  <c:v>1.9408999999999992</c:v>
                </c:pt>
                <c:pt idx="505">
                  <c:v>1.9507000000000119</c:v>
                </c:pt>
                <c:pt idx="506">
                  <c:v>1.9557000000000073</c:v>
                </c:pt>
                <c:pt idx="507">
                  <c:v>1.9540000000000077</c:v>
                </c:pt>
                <c:pt idx="508">
                  <c:v>1.9456000000000131</c:v>
                </c:pt>
                <c:pt idx="509">
                  <c:v>1.9403000000000077</c:v>
                </c:pt>
                <c:pt idx="510">
                  <c:v>1.9367000000000019</c:v>
                </c:pt>
                <c:pt idx="511">
                  <c:v>1.9423000000000172</c:v>
                </c:pt>
                <c:pt idx="512">
                  <c:v>1.9521000000000015</c:v>
                </c:pt>
                <c:pt idx="513">
                  <c:v>1.9571000000000254</c:v>
                </c:pt>
                <c:pt idx="514">
                  <c:v>1.9554000000000258</c:v>
                </c:pt>
                <c:pt idx="515">
                  <c:v>1.9470000000000027</c:v>
                </c:pt>
                <c:pt idx="516">
                  <c:v>1.9415000000000191</c:v>
                </c:pt>
                <c:pt idx="517">
                  <c:v>1.9379000000000133</c:v>
                </c:pt>
                <c:pt idx="518">
                  <c:v>1.9435000000000002</c:v>
                </c:pt>
                <c:pt idx="519">
                  <c:v>1.9533000000000129</c:v>
                </c:pt>
                <c:pt idx="520">
                  <c:v>1.9583000000000084</c:v>
                </c:pt>
                <c:pt idx="521">
                  <c:v>1.9565000000000055</c:v>
                </c:pt>
                <c:pt idx="522">
                  <c:v>1.9480000000000075</c:v>
                </c:pt>
                <c:pt idx="523">
                  <c:v>1.9425000000000239</c:v>
                </c:pt>
                <c:pt idx="524">
                  <c:v>1.9389000000000181</c:v>
                </c:pt>
                <c:pt idx="525">
                  <c:v>1.9444000000000017</c:v>
                </c:pt>
                <c:pt idx="526">
                  <c:v>1.9542000000000144</c:v>
                </c:pt>
                <c:pt idx="527">
                  <c:v>1.9591000000000065</c:v>
                </c:pt>
                <c:pt idx="528">
                  <c:v>1.9573000000000036</c:v>
                </c:pt>
                <c:pt idx="529">
                  <c:v>1.9485000000000241</c:v>
                </c:pt>
                <c:pt idx="530">
                  <c:v>1.9425999999999988</c:v>
                </c:pt>
                <c:pt idx="531">
                  <c:v>1.9386000000000081</c:v>
                </c:pt>
                <c:pt idx="532">
                  <c:v>1.9438000000000102</c:v>
                </c:pt>
              </c:numCache>
            </c:numRef>
          </c:yVal>
          <c:smooth val="1"/>
          <c:extLst>
            <c:ext xmlns:c16="http://schemas.microsoft.com/office/drawing/2014/chart" uri="{C3380CC4-5D6E-409C-BE32-E72D297353CC}">
              <c16:uniqueId val="{00000002-6C3C-446B-A6D3-7B3EBAB7A07E}"/>
            </c:ext>
          </c:extLst>
        </c:ser>
        <c:ser>
          <c:idx val="3"/>
          <c:order val="3"/>
          <c:tx>
            <c:strRef>
              <c:f>N50000_VV_TEMPS_oc5l2_50000!$BS$1</c:f>
              <c:strCache>
                <c:ptCount val="1"/>
                <c:pt idx="0">
                  <c:v>CGI_CMR_1.500</c:v>
                </c:pt>
              </c:strCache>
            </c:strRef>
          </c:tx>
          <c:spPr>
            <a:ln w="19050" cap="rnd">
              <a:solidFill>
                <a:schemeClr val="accent4"/>
              </a:solidFill>
              <a:round/>
            </a:ln>
            <a:effectLst/>
          </c:spPr>
          <c:marker>
            <c:symbol val="circle"/>
            <c:size val="5"/>
            <c:spPr>
              <a:solidFill>
                <a:schemeClr val="accent4"/>
              </a:solidFill>
              <a:ln w="9525">
                <a:solidFill>
                  <a:schemeClr val="accent4"/>
                </a:solidFill>
              </a:ln>
              <a:effectLst/>
            </c:spPr>
          </c:marker>
          <c:xVal>
            <c:numRef>
              <c:f>N50000_VV_TEMPS_oc5l2_50000!$BA$2:$BA$536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N50000_VV_TEMPS_oc5l2_50000!$BS$2:$BS$536</c:f>
              <c:numCache>
                <c:formatCode>General</c:formatCode>
                <c:ptCount val="533"/>
                <c:pt idx="0">
                  <c:v>0</c:v>
                </c:pt>
                <c:pt idx="1">
                  <c:v>-0.65330000000000155</c:v>
                </c:pt>
                <c:pt idx="2">
                  <c:v>-4.4199999999989359E-2</c:v>
                </c:pt>
                <c:pt idx="3">
                  <c:v>0.84059999999999491</c:v>
                </c:pt>
                <c:pt idx="4">
                  <c:v>1.3623000000000047</c:v>
                </c:pt>
                <c:pt idx="5">
                  <c:v>1.6195999999999913</c:v>
                </c:pt>
                <c:pt idx="6">
                  <c:v>1.7484000000000037</c:v>
                </c:pt>
                <c:pt idx="7">
                  <c:v>1.8140999999999963</c:v>
                </c:pt>
                <c:pt idx="8">
                  <c:v>1.8475999999999999</c:v>
                </c:pt>
                <c:pt idx="9">
                  <c:v>1.8652999999999906</c:v>
                </c:pt>
                <c:pt idx="10">
                  <c:v>1.8755000000000166</c:v>
                </c:pt>
                <c:pt idx="11">
                  <c:v>1.8841999999999928</c:v>
                </c:pt>
                <c:pt idx="12">
                  <c:v>1.8932000000000073</c:v>
                </c:pt>
                <c:pt idx="13">
                  <c:v>1.901600000000002</c:v>
                </c:pt>
                <c:pt idx="14">
                  <c:v>1.9080999999999904</c:v>
                </c:pt>
                <c:pt idx="15">
                  <c:v>1.9114999999999895</c:v>
                </c:pt>
                <c:pt idx="16">
                  <c:v>1.9130000000000109</c:v>
                </c:pt>
                <c:pt idx="17">
                  <c:v>1.9136000000000024</c:v>
                </c:pt>
                <c:pt idx="18">
                  <c:v>1.9162000000000035</c:v>
                </c:pt>
                <c:pt idx="19">
                  <c:v>1.9208000000000141</c:v>
                </c:pt>
                <c:pt idx="20">
                  <c:v>1.9258000000000095</c:v>
                </c:pt>
                <c:pt idx="21">
                  <c:v>1.9294000000000153</c:v>
                </c:pt>
                <c:pt idx="22">
                  <c:v>1.930499999999995</c:v>
                </c:pt>
                <c:pt idx="23">
                  <c:v>1.9298000000000002</c:v>
                </c:pt>
                <c:pt idx="24">
                  <c:v>1.9285000000000139</c:v>
                </c:pt>
                <c:pt idx="25">
                  <c:v>1.9294999999999902</c:v>
                </c:pt>
                <c:pt idx="26">
                  <c:v>1.9328000000000145</c:v>
                </c:pt>
                <c:pt idx="27">
                  <c:v>1.9370000000000118</c:v>
                </c:pt>
                <c:pt idx="28">
                  <c:v>1.9399999999999977</c:v>
                </c:pt>
                <c:pt idx="29">
                  <c:v>1.9403000000000077</c:v>
                </c:pt>
                <c:pt idx="30">
                  <c:v>1.938999999999993</c:v>
                </c:pt>
                <c:pt idx="31">
                  <c:v>1.93719999999999</c:v>
                </c:pt>
                <c:pt idx="32">
                  <c:v>1.9377000000000066</c:v>
                </c:pt>
                <c:pt idx="33">
                  <c:v>1.9405000000000143</c:v>
                </c:pt>
                <c:pt idx="34">
                  <c:v>1.9439000000000135</c:v>
                </c:pt>
                <c:pt idx="35">
                  <c:v>1.9462000000000046</c:v>
                </c:pt>
                <c:pt idx="36">
                  <c:v>1.945999999999998</c:v>
                </c:pt>
                <c:pt idx="37">
                  <c:v>1.944199999999995</c:v>
                </c:pt>
                <c:pt idx="38">
                  <c:v>1.9420000000000073</c:v>
                </c:pt>
                <c:pt idx="39">
                  <c:v>1.9421000000000106</c:v>
                </c:pt>
                <c:pt idx="40">
                  <c:v>1.9446000000000083</c:v>
                </c:pt>
                <c:pt idx="41">
                  <c:v>1.9478000000000009</c:v>
                </c:pt>
                <c:pt idx="42">
                  <c:v>1.9497000000000071</c:v>
                </c:pt>
                <c:pt idx="43">
                  <c:v>1.9492999999999938</c:v>
                </c:pt>
                <c:pt idx="44">
                  <c:v>1.9473000000000127</c:v>
                </c:pt>
                <c:pt idx="45">
                  <c:v>1.944800000000015</c:v>
                </c:pt>
                <c:pt idx="46">
                  <c:v>1.944800000000015</c:v>
                </c:pt>
                <c:pt idx="47">
                  <c:v>1.947100000000006</c:v>
                </c:pt>
                <c:pt idx="48">
                  <c:v>1.950099999999992</c:v>
                </c:pt>
                <c:pt idx="49">
                  <c:v>1.9518999999999949</c:v>
                </c:pt>
                <c:pt idx="50">
                  <c:v>1.9513000000000034</c:v>
                </c:pt>
                <c:pt idx="51">
                  <c:v>1.9491000000000156</c:v>
                </c:pt>
                <c:pt idx="52">
                  <c:v>1.9465000000000146</c:v>
                </c:pt>
                <c:pt idx="53">
                  <c:v>1.9464000000000112</c:v>
                </c:pt>
                <c:pt idx="54">
                  <c:v>1.948599999999999</c:v>
                </c:pt>
                <c:pt idx="55">
                  <c:v>1.95150000000001</c:v>
                </c:pt>
                <c:pt idx="56">
                  <c:v>1.9532000000000096</c:v>
                </c:pt>
                <c:pt idx="57">
                  <c:v>1.9521000000000015</c:v>
                </c:pt>
                <c:pt idx="58">
                  <c:v>1.9493999999999971</c:v>
                </c:pt>
                <c:pt idx="59">
                  <c:v>1.9465000000000146</c:v>
                </c:pt>
                <c:pt idx="60">
                  <c:v>1.945999999999998</c:v>
                </c:pt>
                <c:pt idx="61">
                  <c:v>1.9478000000000009</c:v>
                </c:pt>
                <c:pt idx="62">
                  <c:v>1.9505000000000052</c:v>
                </c:pt>
                <c:pt idx="63">
                  <c:v>1.9518999999999949</c:v>
                </c:pt>
                <c:pt idx="64">
                  <c:v>1.9508999999999901</c:v>
                </c:pt>
                <c:pt idx="65">
                  <c:v>1.9484999999999957</c:v>
                </c:pt>
                <c:pt idx="66">
                  <c:v>1.9456000000000131</c:v>
                </c:pt>
                <c:pt idx="67">
                  <c:v>1.9450999999999965</c:v>
                </c:pt>
                <c:pt idx="68">
                  <c:v>1.9470000000000027</c:v>
                </c:pt>
                <c:pt idx="69">
                  <c:v>1.9496000000000038</c:v>
                </c:pt>
                <c:pt idx="70">
                  <c:v>1.9509999999999934</c:v>
                </c:pt>
                <c:pt idx="71">
                  <c:v>1.9500000000000171</c:v>
                </c:pt>
                <c:pt idx="72">
                  <c:v>1.9475999999999942</c:v>
                </c:pt>
                <c:pt idx="73">
                  <c:v>1.9447000000000116</c:v>
                </c:pt>
                <c:pt idx="74">
                  <c:v>1.944199999999995</c:v>
                </c:pt>
                <c:pt idx="75">
                  <c:v>1.9461000000000013</c:v>
                </c:pt>
                <c:pt idx="76">
                  <c:v>1.9487000000000023</c:v>
                </c:pt>
                <c:pt idx="77">
                  <c:v>1.9501999999999953</c:v>
                </c:pt>
                <c:pt idx="78">
                  <c:v>1.9492999999999938</c:v>
                </c:pt>
                <c:pt idx="79">
                  <c:v>1.9467999999999961</c:v>
                </c:pt>
                <c:pt idx="80">
                  <c:v>1.9440000000000168</c:v>
                </c:pt>
                <c:pt idx="81">
                  <c:v>1.9436000000000035</c:v>
                </c:pt>
                <c:pt idx="82">
                  <c:v>1.9455000000000098</c:v>
                </c:pt>
                <c:pt idx="83">
                  <c:v>1.9481000000000108</c:v>
                </c:pt>
                <c:pt idx="84">
                  <c:v>1.9496000000000038</c:v>
                </c:pt>
                <c:pt idx="85">
                  <c:v>1.9487000000000023</c:v>
                </c:pt>
                <c:pt idx="86">
                  <c:v>1.9463000000000079</c:v>
                </c:pt>
                <c:pt idx="87">
                  <c:v>1.9435000000000002</c:v>
                </c:pt>
                <c:pt idx="88">
                  <c:v>1.9431000000000154</c:v>
                </c:pt>
                <c:pt idx="89">
                  <c:v>1.9450999999999965</c:v>
                </c:pt>
                <c:pt idx="90">
                  <c:v>1.9476999999999975</c:v>
                </c:pt>
                <c:pt idx="91">
                  <c:v>1.9491999999999905</c:v>
                </c:pt>
                <c:pt idx="92">
                  <c:v>1.9483999999999924</c:v>
                </c:pt>
                <c:pt idx="93">
                  <c:v>1.945999999999998</c:v>
                </c:pt>
                <c:pt idx="94">
                  <c:v>1.9431999999999903</c:v>
                </c:pt>
                <c:pt idx="95">
                  <c:v>1.9429000000000087</c:v>
                </c:pt>
                <c:pt idx="96">
                  <c:v>1.944800000000015</c:v>
                </c:pt>
                <c:pt idx="97">
                  <c:v>1.9474999999999909</c:v>
                </c:pt>
                <c:pt idx="98">
                  <c:v>1.9490000000000123</c:v>
                </c:pt>
                <c:pt idx="99">
                  <c:v>1.9482000000000141</c:v>
                </c:pt>
                <c:pt idx="100">
                  <c:v>1.9457999999999913</c:v>
                </c:pt>
                <c:pt idx="101">
                  <c:v>1.9431000000000154</c:v>
                </c:pt>
                <c:pt idx="102">
                  <c:v>1.9427000000000021</c:v>
                </c:pt>
                <c:pt idx="103">
                  <c:v>1.9447000000000116</c:v>
                </c:pt>
                <c:pt idx="104">
                  <c:v>1.9473000000000127</c:v>
                </c:pt>
                <c:pt idx="105">
                  <c:v>1.948900000000009</c:v>
                </c:pt>
                <c:pt idx="106">
                  <c:v>1.9481000000000108</c:v>
                </c:pt>
                <c:pt idx="107">
                  <c:v>1.9465000000000146</c:v>
                </c:pt>
                <c:pt idx="108">
                  <c:v>1.9492999999999938</c:v>
                </c:pt>
                <c:pt idx="109">
                  <c:v>1.9534000000000162</c:v>
                </c:pt>
                <c:pt idx="110">
                  <c:v>1.958200000000005</c:v>
                </c:pt>
                <c:pt idx="111">
                  <c:v>1.962600000000009</c:v>
                </c:pt>
                <c:pt idx="112">
                  <c:v>1.9651000000000067</c:v>
                </c:pt>
                <c:pt idx="113">
                  <c:v>1.9645999999999901</c:v>
                </c:pt>
                <c:pt idx="114">
                  <c:v>1.9621999999999957</c:v>
                </c:pt>
                <c:pt idx="115">
                  <c:v>1.9593000000000131</c:v>
                </c:pt>
                <c:pt idx="116">
                  <c:v>1.9590000000000032</c:v>
                </c:pt>
                <c:pt idx="117">
                  <c:v>1.9615000000000009</c:v>
                </c:pt>
                <c:pt idx="118">
                  <c:v>1.9646999999999935</c:v>
                </c:pt>
                <c:pt idx="119">
                  <c:v>1.9665999999999997</c:v>
                </c:pt>
                <c:pt idx="120">
                  <c:v>1.9658000000000015</c:v>
                </c:pt>
                <c:pt idx="121">
                  <c:v>1.9632000000000005</c:v>
                </c:pt>
                <c:pt idx="122">
                  <c:v>1.9602000000000146</c:v>
                </c:pt>
                <c:pt idx="123">
                  <c:v>1.9599000000000046</c:v>
                </c:pt>
                <c:pt idx="124">
                  <c:v>1.962299999999999</c:v>
                </c:pt>
                <c:pt idx="125">
                  <c:v>1.9654999999999916</c:v>
                </c:pt>
                <c:pt idx="126">
                  <c:v>1.9673999999999978</c:v>
                </c:pt>
                <c:pt idx="127">
                  <c:v>1.9665999999999997</c:v>
                </c:pt>
                <c:pt idx="128">
                  <c:v>1.9639999999999986</c:v>
                </c:pt>
                <c:pt idx="129">
                  <c:v>1.9609000000000094</c:v>
                </c:pt>
                <c:pt idx="130">
                  <c:v>1.9605999999999995</c:v>
                </c:pt>
                <c:pt idx="131">
                  <c:v>1.9629999999999939</c:v>
                </c:pt>
                <c:pt idx="132">
                  <c:v>1.9662000000000148</c:v>
                </c:pt>
                <c:pt idx="133">
                  <c:v>1.9679999999999893</c:v>
                </c:pt>
                <c:pt idx="134">
                  <c:v>1.9671000000000163</c:v>
                </c:pt>
                <c:pt idx="135">
                  <c:v>1.9645000000000152</c:v>
                </c:pt>
                <c:pt idx="136">
                  <c:v>1.9613999999999976</c:v>
                </c:pt>
                <c:pt idx="137">
                  <c:v>1.9611000000000161</c:v>
                </c:pt>
                <c:pt idx="138">
                  <c:v>1.9634000000000071</c:v>
                </c:pt>
                <c:pt idx="139">
                  <c:v>1.9665999999999997</c:v>
                </c:pt>
                <c:pt idx="140">
                  <c:v>1.9685000000000059</c:v>
                </c:pt>
                <c:pt idx="141">
                  <c:v>1.9676000000000045</c:v>
                </c:pt>
                <c:pt idx="142">
                  <c:v>1.9649000000000001</c:v>
                </c:pt>
                <c:pt idx="143">
                  <c:v>1.9618000000000109</c:v>
                </c:pt>
                <c:pt idx="144">
                  <c:v>1.9615000000000009</c:v>
                </c:pt>
                <c:pt idx="145">
                  <c:v>1.963799999999992</c:v>
                </c:pt>
                <c:pt idx="146">
                  <c:v>1.967000000000013</c:v>
                </c:pt>
                <c:pt idx="147">
                  <c:v>1.9688000000000159</c:v>
                </c:pt>
                <c:pt idx="148">
                  <c:v>1.9679000000000144</c:v>
                </c:pt>
                <c:pt idx="149">
                  <c:v>1.9653000000000134</c:v>
                </c:pt>
                <c:pt idx="150">
                  <c:v>1.9620999999999924</c:v>
                </c:pt>
                <c:pt idx="151">
                  <c:v>1.9618000000000109</c:v>
                </c:pt>
                <c:pt idx="152">
                  <c:v>1.964100000000002</c:v>
                </c:pt>
                <c:pt idx="153">
                  <c:v>1.9672999999999945</c:v>
                </c:pt>
                <c:pt idx="154">
                  <c:v>1.9690999999999974</c:v>
                </c:pt>
                <c:pt idx="155">
                  <c:v>1.968199999999996</c:v>
                </c:pt>
                <c:pt idx="156">
                  <c:v>1.9654999999999916</c:v>
                </c:pt>
                <c:pt idx="157">
                  <c:v>1.9619999999999891</c:v>
                </c:pt>
                <c:pt idx="158">
                  <c:v>1.955600000000004</c:v>
                </c:pt>
                <c:pt idx="159">
                  <c:v>1.9531000000000063</c:v>
                </c:pt>
                <c:pt idx="160">
                  <c:v>1.9540000000000077</c:v>
                </c:pt>
                <c:pt idx="161">
                  <c:v>1.9509999999999934</c:v>
                </c:pt>
                <c:pt idx="162">
                  <c:v>1.9482000000000141</c:v>
                </c:pt>
                <c:pt idx="163">
                  <c:v>1.9451999999999998</c:v>
                </c:pt>
                <c:pt idx="164">
                  <c:v>1.9446000000000083</c:v>
                </c:pt>
                <c:pt idx="165">
                  <c:v>1.9463000000000079</c:v>
                </c:pt>
                <c:pt idx="166">
                  <c:v>1.9488000000000056</c:v>
                </c:pt>
                <c:pt idx="167">
                  <c:v>1.9501999999999953</c:v>
                </c:pt>
                <c:pt idx="168">
                  <c:v>1.9491999999999905</c:v>
                </c:pt>
                <c:pt idx="169">
                  <c:v>1.9465999999999894</c:v>
                </c:pt>
                <c:pt idx="170">
                  <c:v>1.9437000000000069</c:v>
                </c:pt>
                <c:pt idx="171">
                  <c:v>1.9431999999999903</c:v>
                </c:pt>
                <c:pt idx="172">
                  <c:v>1.9449999999999932</c:v>
                </c:pt>
                <c:pt idx="173">
                  <c:v>1.9475999999999942</c:v>
                </c:pt>
                <c:pt idx="174">
                  <c:v>1.948900000000009</c:v>
                </c:pt>
                <c:pt idx="175">
                  <c:v>1.9480000000000075</c:v>
                </c:pt>
                <c:pt idx="176">
                  <c:v>1.9455000000000098</c:v>
                </c:pt>
                <c:pt idx="177">
                  <c:v>1.9425999999999988</c:v>
                </c:pt>
                <c:pt idx="178">
                  <c:v>1.9421000000000106</c:v>
                </c:pt>
                <c:pt idx="179">
                  <c:v>1.9440000000000168</c:v>
                </c:pt>
                <c:pt idx="180">
                  <c:v>1.9465999999999894</c:v>
                </c:pt>
                <c:pt idx="181">
                  <c:v>1.9480000000000075</c:v>
                </c:pt>
                <c:pt idx="182">
                  <c:v>1.947100000000006</c:v>
                </c:pt>
                <c:pt idx="183">
                  <c:v>1.9448999999999899</c:v>
                </c:pt>
                <c:pt idx="184">
                  <c:v>1.9424999999999955</c:v>
                </c:pt>
                <c:pt idx="185">
                  <c:v>1.9424999999999955</c:v>
                </c:pt>
                <c:pt idx="186">
                  <c:v>1.9447000000000116</c:v>
                </c:pt>
                <c:pt idx="187">
                  <c:v>1.9476999999999975</c:v>
                </c:pt>
                <c:pt idx="188">
                  <c:v>1.9493999999999971</c:v>
                </c:pt>
                <c:pt idx="189">
                  <c:v>1.9488000000000056</c:v>
                </c:pt>
                <c:pt idx="190">
                  <c:v>1.9466999999999928</c:v>
                </c:pt>
                <c:pt idx="191">
                  <c:v>1.9440999999999917</c:v>
                </c:pt>
                <c:pt idx="192">
                  <c:v>1.9439000000000135</c:v>
                </c:pt>
                <c:pt idx="193">
                  <c:v>1.9462000000000046</c:v>
                </c:pt>
                <c:pt idx="194">
                  <c:v>1.9491000000000156</c:v>
                </c:pt>
                <c:pt idx="195">
                  <c:v>1.9508999999999901</c:v>
                </c:pt>
                <c:pt idx="196">
                  <c:v>1.9502999999999986</c:v>
                </c:pt>
                <c:pt idx="197">
                  <c:v>1.9481000000000108</c:v>
                </c:pt>
                <c:pt idx="198">
                  <c:v>1.9455000000000098</c:v>
                </c:pt>
                <c:pt idx="199">
                  <c:v>1.9453000000000031</c:v>
                </c:pt>
                <c:pt idx="200">
                  <c:v>1.9474999999999909</c:v>
                </c:pt>
                <c:pt idx="201">
                  <c:v>1.9505000000000052</c:v>
                </c:pt>
                <c:pt idx="202">
                  <c:v>1.9522000000000048</c:v>
                </c:pt>
                <c:pt idx="203">
                  <c:v>1.95150000000001</c:v>
                </c:pt>
                <c:pt idx="204">
                  <c:v>1.9492999999999938</c:v>
                </c:pt>
                <c:pt idx="205">
                  <c:v>1.9466999999999928</c:v>
                </c:pt>
                <c:pt idx="206">
                  <c:v>1.9465000000000146</c:v>
                </c:pt>
                <c:pt idx="207">
                  <c:v>1.948599999999999</c:v>
                </c:pt>
                <c:pt idx="208">
                  <c:v>1.95150000000001</c:v>
                </c:pt>
                <c:pt idx="209">
                  <c:v>1.9532000000000096</c:v>
                </c:pt>
                <c:pt idx="210">
                  <c:v>1.9525000000000148</c:v>
                </c:pt>
                <c:pt idx="211">
                  <c:v>1.9501999999999953</c:v>
                </c:pt>
                <c:pt idx="212">
                  <c:v>1.9474999999999909</c:v>
                </c:pt>
                <c:pt idx="213">
                  <c:v>1.9472000000000094</c:v>
                </c:pt>
                <c:pt idx="214">
                  <c:v>1.948900000000009</c:v>
                </c:pt>
                <c:pt idx="215">
                  <c:v>1.9514000000000067</c:v>
                </c:pt>
                <c:pt idx="216">
                  <c:v>1.952699999999993</c:v>
                </c:pt>
                <c:pt idx="217">
                  <c:v>1.9517000000000166</c:v>
                </c:pt>
                <c:pt idx="218">
                  <c:v>1.9491999999999905</c:v>
                </c:pt>
                <c:pt idx="219">
                  <c:v>1.9463000000000079</c:v>
                </c:pt>
                <c:pt idx="220">
                  <c:v>1.9457999999999913</c:v>
                </c:pt>
                <c:pt idx="221">
                  <c:v>1.9475999999999942</c:v>
                </c:pt>
                <c:pt idx="222">
                  <c:v>1.9501999999999953</c:v>
                </c:pt>
                <c:pt idx="223">
                  <c:v>1.9516000000000133</c:v>
                </c:pt>
                <c:pt idx="224">
                  <c:v>1.9507000000000119</c:v>
                </c:pt>
                <c:pt idx="225">
                  <c:v>1.9482000000000141</c:v>
                </c:pt>
                <c:pt idx="226">
                  <c:v>1.9453000000000031</c:v>
                </c:pt>
                <c:pt idx="227">
                  <c:v>1.944800000000015</c:v>
                </c:pt>
                <c:pt idx="228">
                  <c:v>1.9466999999999928</c:v>
                </c:pt>
                <c:pt idx="229">
                  <c:v>1.9491999999999905</c:v>
                </c:pt>
                <c:pt idx="230">
                  <c:v>1.9507000000000119</c:v>
                </c:pt>
                <c:pt idx="231">
                  <c:v>1.9497000000000071</c:v>
                </c:pt>
                <c:pt idx="232">
                  <c:v>1.9473000000000127</c:v>
                </c:pt>
                <c:pt idx="233">
                  <c:v>1.9444000000000017</c:v>
                </c:pt>
                <c:pt idx="234">
                  <c:v>1.9440000000000168</c:v>
                </c:pt>
                <c:pt idx="235">
                  <c:v>1.9458999999999946</c:v>
                </c:pt>
                <c:pt idx="236">
                  <c:v>1.9484999999999957</c:v>
                </c:pt>
                <c:pt idx="237">
                  <c:v>1.9499000000000137</c:v>
                </c:pt>
                <c:pt idx="238">
                  <c:v>1.9490000000000123</c:v>
                </c:pt>
                <c:pt idx="239">
                  <c:v>1.9465999999999894</c:v>
                </c:pt>
                <c:pt idx="240">
                  <c:v>1.9438000000000102</c:v>
                </c:pt>
                <c:pt idx="241">
                  <c:v>1.9433999999999969</c:v>
                </c:pt>
                <c:pt idx="242">
                  <c:v>1.9453000000000031</c:v>
                </c:pt>
                <c:pt idx="243">
                  <c:v>1.9480000000000075</c:v>
                </c:pt>
                <c:pt idx="244">
                  <c:v>1.9495000000000005</c:v>
                </c:pt>
                <c:pt idx="245">
                  <c:v>1.948599999999999</c:v>
                </c:pt>
                <c:pt idx="246">
                  <c:v>1.9462000000000046</c:v>
                </c:pt>
                <c:pt idx="247">
                  <c:v>1.9433999999999969</c:v>
                </c:pt>
                <c:pt idx="248">
                  <c:v>1.9430000000000121</c:v>
                </c:pt>
                <c:pt idx="249">
                  <c:v>1.9449999999999932</c:v>
                </c:pt>
                <c:pt idx="250">
                  <c:v>1.9475999999999942</c:v>
                </c:pt>
                <c:pt idx="251">
                  <c:v>1.9491000000000156</c:v>
                </c:pt>
                <c:pt idx="252">
                  <c:v>1.948299999999989</c:v>
                </c:pt>
                <c:pt idx="253">
                  <c:v>1.9458999999999946</c:v>
                </c:pt>
                <c:pt idx="254">
                  <c:v>1.9431999999999903</c:v>
                </c:pt>
                <c:pt idx="255">
                  <c:v>1.9428000000000054</c:v>
                </c:pt>
                <c:pt idx="256">
                  <c:v>1.9447000000000116</c:v>
                </c:pt>
                <c:pt idx="257">
                  <c:v>1.947400000000016</c:v>
                </c:pt>
                <c:pt idx="258">
                  <c:v>1.9490000000000123</c:v>
                </c:pt>
                <c:pt idx="259">
                  <c:v>1.9481000000000108</c:v>
                </c:pt>
                <c:pt idx="260">
                  <c:v>1.9457999999999913</c:v>
                </c:pt>
                <c:pt idx="261">
                  <c:v>1.9430000000000121</c:v>
                </c:pt>
                <c:pt idx="262">
                  <c:v>1.9425999999999988</c:v>
                </c:pt>
                <c:pt idx="263">
                  <c:v>1.9446000000000083</c:v>
                </c:pt>
                <c:pt idx="264">
                  <c:v>1.948599999999999</c:v>
                </c:pt>
                <c:pt idx="265">
                  <c:v>1.9566000000000088</c:v>
                </c:pt>
                <c:pt idx="266">
                  <c:v>1.9598000000000013</c:v>
                </c:pt>
                <c:pt idx="267">
                  <c:v>1.9595999999999947</c:v>
                </c:pt>
                <c:pt idx="268">
                  <c:v>1.9577000000000169</c:v>
                </c:pt>
                <c:pt idx="269">
                  <c:v>1.9579999999999984</c:v>
                </c:pt>
                <c:pt idx="270">
                  <c:v>1.9607000000000028</c:v>
                </c:pt>
                <c:pt idx="271">
                  <c:v>1.9639999999999986</c:v>
                </c:pt>
                <c:pt idx="272">
                  <c:v>1.9660000000000082</c:v>
                </c:pt>
                <c:pt idx="273">
                  <c:v>1.9653000000000134</c:v>
                </c:pt>
                <c:pt idx="274">
                  <c:v>1.9627000000000123</c:v>
                </c:pt>
                <c:pt idx="275">
                  <c:v>1.959699999999998</c:v>
                </c:pt>
                <c:pt idx="276">
                  <c:v>1.9594999999999914</c:v>
                </c:pt>
                <c:pt idx="277">
                  <c:v>1.9619000000000142</c:v>
                </c:pt>
                <c:pt idx="278">
                  <c:v>1.9651000000000067</c:v>
                </c:pt>
                <c:pt idx="279">
                  <c:v>1.967000000000013</c:v>
                </c:pt>
                <c:pt idx="280">
                  <c:v>1.9662000000000148</c:v>
                </c:pt>
                <c:pt idx="281">
                  <c:v>1.9636000000000138</c:v>
                </c:pt>
                <c:pt idx="282">
                  <c:v>1.9605999999999995</c:v>
                </c:pt>
                <c:pt idx="283">
                  <c:v>1.9602999999999895</c:v>
                </c:pt>
                <c:pt idx="284">
                  <c:v>1.962600000000009</c:v>
                </c:pt>
                <c:pt idx="285">
                  <c:v>1.9658000000000015</c:v>
                </c:pt>
                <c:pt idx="286">
                  <c:v>1.9677000000000078</c:v>
                </c:pt>
                <c:pt idx="287">
                  <c:v>1.9669000000000096</c:v>
                </c:pt>
                <c:pt idx="288">
                  <c:v>1.9642000000000053</c:v>
                </c:pt>
                <c:pt idx="289">
                  <c:v>1.961199999999991</c:v>
                </c:pt>
                <c:pt idx="290">
                  <c:v>1.9608000000000061</c:v>
                </c:pt>
                <c:pt idx="291">
                  <c:v>1.9632000000000005</c:v>
                </c:pt>
                <c:pt idx="292">
                  <c:v>1.966399999999993</c:v>
                </c:pt>
                <c:pt idx="293">
                  <c:v>1.968199999999996</c:v>
                </c:pt>
                <c:pt idx="294">
                  <c:v>1.9673999999999978</c:v>
                </c:pt>
                <c:pt idx="295">
                  <c:v>1.9646999999999935</c:v>
                </c:pt>
                <c:pt idx="296">
                  <c:v>1.9616000000000042</c:v>
                </c:pt>
                <c:pt idx="297">
                  <c:v>1.9612999999999943</c:v>
                </c:pt>
                <c:pt idx="298">
                  <c:v>1.9636000000000138</c:v>
                </c:pt>
                <c:pt idx="299">
                  <c:v>1.9668000000000063</c:v>
                </c:pt>
                <c:pt idx="300">
                  <c:v>1.9686000000000092</c:v>
                </c:pt>
                <c:pt idx="301">
                  <c:v>1.9678000000000111</c:v>
                </c:pt>
                <c:pt idx="302">
                  <c:v>1.9651000000000067</c:v>
                </c:pt>
                <c:pt idx="303">
                  <c:v>1.9619999999999891</c:v>
                </c:pt>
                <c:pt idx="304">
                  <c:v>1.9616000000000042</c:v>
                </c:pt>
                <c:pt idx="305">
                  <c:v>1.9639999999999986</c:v>
                </c:pt>
                <c:pt idx="306">
                  <c:v>1.9671000000000163</c:v>
                </c:pt>
                <c:pt idx="307">
                  <c:v>1.9688999999999908</c:v>
                </c:pt>
                <c:pt idx="308">
                  <c:v>1.9680999999999926</c:v>
                </c:pt>
                <c:pt idx="309">
                  <c:v>1.9654000000000167</c:v>
                </c:pt>
                <c:pt idx="310">
                  <c:v>1.962299999999999</c:v>
                </c:pt>
                <c:pt idx="311">
                  <c:v>1.9619000000000142</c:v>
                </c:pt>
                <c:pt idx="312">
                  <c:v>1.9642000000000053</c:v>
                </c:pt>
                <c:pt idx="313">
                  <c:v>1.9673999999999978</c:v>
                </c:pt>
                <c:pt idx="314">
                  <c:v>1.9679999999999893</c:v>
                </c:pt>
                <c:pt idx="315">
                  <c:v>1.9605999999999995</c:v>
                </c:pt>
                <c:pt idx="316">
                  <c:v>1.9534000000000162</c:v>
                </c:pt>
                <c:pt idx="317">
                  <c:v>1.9480000000000075</c:v>
                </c:pt>
                <c:pt idx="318">
                  <c:v>1.9462000000000046</c:v>
                </c:pt>
                <c:pt idx="319">
                  <c:v>1.947400000000016</c:v>
                </c:pt>
                <c:pt idx="320">
                  <c:v>1.9497000000000071</c:v>
                </c:pt>
                <c:pt idx="321">
                  <c:v>1.9508999999999901</c:v>
                </c:pt>
                <c:pt idx="322">
                  <c:v>1.9498000000000104</c:v>
                </c:pt>
                <c:pt idx="323">
                  <c:v>1.9472000000000094</c:v>
                </c:pt>
                <c:pt idx="324">
                  <c:v>1.9442999999999984</c:v>
                </c:pt>
                <c:pt idx="325">
                  <c:v>1.9437000000000069</c:v>
                </c:pt>
                <c:pt idx="326">
                  <c:v>1.9455000000000098</c:v>
                </c:pt>
                <c:pt idx="327">
                  <c:v>1.9481000000000108</c:v>
                </c:pt>
                <c:pt idx="328">
                  <c:v>1.9493999999999971</c:v>
                </c:pt>
                <c:pt idx="329">
                  <c:v>1.9483999999999924</c:v>
                </c:pt>
                <c:pt idx="330">
                  <c:v>1.9458999999999946</c:v>
                </c:pt>
                <c:pt idx="331">
                  <c:v>1.9430000000000121</c:v>
                </c:pt>
                <c:pt idx="332">
                  <c:v>1.9424999999999955</c:v>
                </c:pt>
                <c:pt idx="333">
                  <c:v>1.9444000000000017</c:v>
                </c:pt>
                <c:pt idx="334">
                  <c:v>1.9468999999999994</c:v>
                </c:pt>
                <c:pt idx="335">
                  <c:v>1.9483999999999924</c:v>
                </c:pt>
                <c:pt idx="336">
                  <c:v>1.947400000000016</c:v>
                </c:pt>
                <c:pt idx="337">
                  <c:v>1.9449999999999932</c:v>
                </c:pt>
                <c:pt idx="338">
                  <c:v>1.9421000000000106</c:v>
                </c:pt>
                <c:pt idx="339">
                  <c:v>1.9416999999999973</c:v>
                </c:pt>
                <c:pt idx="340">
                  <c:v>1.9438000000000102</c:v>
                </c:pt>
                <c:pt idx="341">
                  <c:v>1.9468999999999994</c:v>
                </c:pt>
                <c:pt idx="342">
                  <c:v>1.9488000000000056</c:v>
                </c:pt>
                <c:pt idx="343">
                  <c:v>1.9482000000000141</c:v>
                </c:pt>
                <c:pt idx="344">
                  <c:v>1.9461000000000013</c:v>
                </c:pt>
                <c:pt idx="345">
                  <c:v>1.9435000000000002</c:v>
                </c:pt>
                <c:pt idx="346">
                  <c:v>1.9433999999999969</c:v>
                </c:pt>
                <c:pt idx="347">
                  <c:v>1.9456000000000131</c:v>
                </c:pt>
                <c:pt idx="348">
                  <c:v>1.9484999999999957</c:v>
                </c:pt>
                <c:pt idx="349">
                  <c:v>1.9502999999999986</c:v>
                </c:pt>
                <c:pt idx="350">
                  <c:v>1.9497000000000071</c:v>
                </c:pt>
                <c:pt idx="351">
                  <c:v>1.9474999999999909</c:v>
                </c:pt>
                <c:pt idx="352">
                  <c:v>1.9448999999999899</c:v>
                </c:pt>
                <c:pt idx="353">
                  <c:v>1.944800000000015</c:v>
                </c:pt>
                <c:pt idx="354">
                  <c:v>1.9470000000000027</c:v>
                </c:pt>
                <c:pt idx="355">
                  <c:v>1.9499000000000137</c:v>
                </c:pt>
                <c:pt idx="356">
                  <c:v>1.9517000000000166</c:v>
                </c:pt>
                <c:pt idx="357">
                  <c:v>1.9510999999999967</c:v>
                </c:pt>
                <c:pt idx="358">
                  <c:v>1.948900000000009</c:v>
                </c:pt>
                <c:pt idx="359">
                  <c:v>1.9462000000000046</c:v>
                </c:pt>
                <c:pt idx="360">
                  <c:v>1.9461000000000013</c:v>
                </c:pt>
                <c:pt idx="361">
                  <c:v>1.9461000000000013</c:v>
                </c:pt>
                <c:pt idx="362">
                  <c:v>1.9482000000000141</c:v>
                </c:pt>
                <c:pt idx="363">
                  <c:v>1.9510999999999967</c:v>
                </c:pt>
                <c:pt idx="364">
                  <c:v>1.9527999999999963</c:v>
                </c:pt>
                <c:pt idx="365">
                  <c:v>1.9521000000000015</c:v>
                </c:pt>
                <c:pt idx="366">
                  <c:v>1.9499000000000137</c:v>
                </c:pt>
                <c:pt idx="367">
                  <c:v>1.9472000000000094</c:v>
                </c:pt>
                <c:pt idx="368">
                  <c:v>1.9470000000000027</c:v>
                </c:pt>
                <c:pt idx="369">
                  <c:v>1.9491000000000156</c:v>
                </c:pt>
                <c:pt idx="370">
                  <c:v>1.9519999999999982</c:v>
                </c:pt>
                <c:pt idx="371">
                  <c:v>1.9534999999999911</c:v>
                </c:pt>
                <c:pt idx="372">
                  <c:v>1.9524000000000115</c:v>
                </c:pt>
                <c:pt idx="373">
                  <c:v>1.9497000000000071</c:v>
                </c:pt>
                <c:pt idx="374">
                  <c:v>1.9466999999999928</c:v>
                </c:pt>
                <c:pt idx="375">
                  <c:v>1.9462000000000046</c:v>
                </c:pt>
                <c:pt idx="376">
                  <c:v>1.9481000000000108</c:v>
                </c:pt>
                <c:pt idx="377">
                  <c:v>1.9506000000000085</c:v>
                </c:pt>
                <c:pt idx="378">
                  <c:v>1.9519999999999982</c:v>
                </c:pt>
                <c:pt idx="379">
                  <c:v>1.9510999999999967</c:v>
                </c:pt>
                <c:pt idx="380">
                  <c:v>1.948599999999999</c:v>
                </c:pt>
                <c:pt idx="381">
                  <c:v>1.9457000000000164</c:v>
                </c:pt>
                <c:pt idx="382">
                  <c:v>1.9451999999999998</c:v>
                </c:pt>
                <c:pt idx="383">
                  <c:v>1.9470000000000027</c:v>
                </c:pt>
                <c:pt idx="384">
                  <c:v>1.9496000000000038</c:v>
                </c:pt>
                <c:pt idx="385">
                  <c:v>1.9509999999999934</c:v>
                </c:pt>
                <c:pt idx="386">
                  <c:v>1.950099999999992</c:v>
                </c:pt>
                <c:pt idx="387">
                  <c:v>1.9475999999999942</c:v>
                </c:pt>
                <c:pt idx="388">
                  <c:v>1.9447000000000116</c:v>
                </c:pt>
                <c:pt idx="389">
                  <c:v>1.9442999999999984</c:v>
                </c:pt>
                <c:pt idx="390">
                  <c:v>1.9462000000000046</c:v>
                </c:pt>
                <c:pt idx="391">
                  <c:v>1.9488000000000056</c:v>
                </c:pt>
                <c:pt idx="392">
                  <c:v>1.9501999999999953</c:v>
                </c:pt>
                <c:pt idx="393">
                  <c:v>1.9492999999999938</c:v>
                </c:pt>
                <c:pt idx="394">
                  <c:v>1.9468999999999994</c:v>
                </c:pt>
                <c:pt idx="395">
                  <c:v>1.9440000000000168</c:v>
                </c:pt>
                <c:pt idx="396">
                  <c:v>1.9436000000000035</c:v>
                </c:pt>
                <c:pt idx="397">
                  <c:v>1.9455000000000098</c:v>
                </c:pt>
                <c:pt idx="398">
                  <c:v>1.9481000000000108</c:v>
                </c:pt>
                <c:pt idx="399">
                  <c:v>1.9496000000000038</c:v>
                </c:pt>
                <c:pt idx="400">
                  <c:v>1.9488000000000056</c:v>
                </c:pt>
                <c:pt idx="401">
                  <c:v>1.9463000000000079</c:v>
                </c:pt>
                <c:pt idx="402">
                  <c:v>1.9435000000000002</c:v>
                </c:pt>
                <c:pt idx="403">
                  <c:v>1.9431000000000154</c:v>
                </c:pt>
                <c:pt idx="404">
                  <c:v>1.9450999999999965</c:v>
                </c:pt>
                <c:pt idx="405">
                  <c:v>1.9476999999999975</c:v>
                </c:pt>
                <c:pt idx="406">
                  <c:v>1.9492999999999938</c:v>
                </c:pt>
                <c:pt idx="407">
                  <c:v>1.9483999999999924</c:v>
                </c:pt>
                <c:pt idx="408">
                  <c:v>1.945999999999998</c:v>
                </c:pt>
                <c:pt idx="409">
                  <c:v>1.9431999999999903</c:v>
                </c:pt>
                <c:pt idx="410">
                  <c:v>1.9429000000000087</c:v>
                </c:pt>
                <c:pt idx="411">
                  <c:v>1.944800000000015</c:v>
                </c:pt>
                <c:pt idx="412">
                  <c:v>1.9474999999999909</c:v>
                </c:pt>
                <c:pt idx="413">
                  <c:v>1.9490000000000123</c:v>
                </c:pt>
                <c:pt idx="414">
                  <c:v>1.9482000000000141</c:v>
                </c:pt>
                <c:pt idx="415">
                  <c:v>1.9457999999999913</c:v>
                </c:pt>
                <c:pt idx="416">
                  <c:v>1.9431000000000154</c:v>
                </c:pt>
                <c:pt idx="417">
                  <c:v>1.9427000000000021</c:v>
                </c:pt>
                <c:pt idx="418">
                  <c:v>1.9447000000000116</c:v>
                </c:pt>
                <c:pt idx="419">
                  <c:v>1.9473000000000127</c:v>
                </c:pt>
                <c:pt idx="420">
                  <c:v>1.948900000000009</c:v>
                </c:pt>
                <c:pt idx="421">
                  <c:v>1.9481000000000108</c:v>
                </c:pt>
                <c:pt idx="422">
                  <c:v>1.9483999999999924</c:v>
                </c:pt>
                <c:pt idx="423">
                  <c:v>1.9508000000000152</c:v>
                </c:pt>
                <c:pt idx="424">
                  <c:v>1.9542999999999893</c:v>
                </c:pt>
                <c:pt idx="425">
                  <c:v>1.9585999999999899</c:v>
                </c:pt>
                <c:pt idx="426">
                  <c:v>1.9628000000000156</c:v>
                </c:pt>
                <c:pt idx="427">
                  <c:v>1.96520000000001</c:v>
                </c:pt>
                <c:pt idx="428">
                  <c:v>1.9646999999999935</c:v>
                </c:pt>
                <c:pt idx="429">
                  <c:v>1.9621999999999957</c:v>
                </c:pt>
                <c:pt idx="430">
                  <c:v>1.9593000000000131</c:v>
                </c:pt>
                <c:pt idx="431">
                  <c:v>1.9591000000000065</c:v>
                </c:pt>
                <c:pt idx="432">
                  <c:v>1.9615000000000009</c:v>
                </c:pt>
                <c:pt idx="433">
                  <c:v>1.9646999999999935</c:v>
                </c:pt>
                <c:pt idx="434">
                  <c:v>1.9665999999999997</c:v>
                </c:pt>
                <c:pt idx="435">
                  <c:v>1.9658000000000015</c:v>
                </c:pt>
                <c:pt idx="436">
                  <c:v>1.9633000000000038</c:v>
                </c:pt>
                <c:pt idx="437">
                  <c:v>1.9602999999999895</c:v>
                </c:pt>
                <c:pt idx="438">
                  <c:v>1.960000000000008</c:v>
                </c:pt>
                <c:pt idx="439">
                  <c:v>1.962299999999999</c:v>
                </c:pt>
                <c:pt idx="440">
                  <c:v>1.9655999999999949</c:v>
                </c:pt>
                <c:pt idx="441">
                  <c:v>1.9673999999999978</c:v>
                </c:pt>
                <c:pt idx="442">
                  <c:v>1.9665999999999997</c:v>
                </c:pt>
                <c:pt idx="443">
                  <c:v>1.9639999999999986</c:v>
                </c:pt>
                <c:pt idx="444">
                  <c:v>1.9609000000000094</c:v>
                </c:pt>
                <c:pt idx="445">
                  <c:v>1.9605999999999995</c:v>
                </c:pt>
                <c:pt idx="446">
                  <c:v>1.9629999999999939</c:v>
                </c:pt>
                <c:pt idx="447">
                  <c:v>1.9662000000000148</c:v>
                </c:pt>
                <c:pt idx="448">
                  <c:v>1.9679999999999893</c:v>
                </c:pt>
                <c:pt idx="449">
                  <c:v>1.9671999999999912</c:v>
                </c:pt>
                <c:pt idx="450">
                  <c:v>1.9645000000000152</c:v>
                </c:pt>
                <c:pt idx="451">
                  <c:v>1.9615000000000009</c:v>
                </c:pt>
                <c:pt idx="452">
                  <c:v>1.9615000000000009</c:v>
                </c:pt>
                <c:pt idx="453">
                  <c:v>1.9611000000000161</c:v>
                </c:pt>
                <c:pt idx="454">
                  <c:v>1.9635000000000105</c:v>
                </c:pt>
                <c:pt idx="455">
                  <c:v>1.9665999999999997</c:v>
                </c:pt>
                <c:pt idx="456">
                  <c:v>1.9685000000000059</c:v>
                </c:pt>
                <c:pt idx="457">
                  <c:v>1.9676000000000045</c:v>
                </c:pt>
                <c:pt idx="458">
                  <c:v>1.9649000000000001</c:v>
                </c:pt>
                <c:pt idx="459">
                  <c:v>1.9618000000000109</c:v>
                </c:pt>
                <c:pt idx="460">
                  <c:v>1.9615000000000009</c:v>
                </c:pt>
                <c:pt idx="461">
                  <c:v>1.963799999999992</c:v>
                </c:pt>
                <c:pt idx="462">
                  <c:v>1.967000000000013</c:v>
                </c:pt>
                <c:pt idx="463">
                  <c:v>1.9688000000000159</c:v>
                </c:pt>
                <c:pt idx="464">
                  <c:v>1.9679000000000144</c:v>
                </c:pt>
                <c:pt idx="465">
                  <c:v>1.9653000000000134</c:v>
                </c:pt>
                <c:pt idx="466">
                  <c:v>1.9621999999999957</c:v>
                </c:pt>
                <c:pt idx="467">
                  <c:v>1.9618000000000109</c:v>
                </c:pt>
                <c:pt idx="468">
                  <c:v>1.964100000000002</c:v>
                </c:pt>
                <c:pt idx="469">
                  <c:v>1.9672999999999945</c:v>
                </c:pt>
                <c:pt idx="470">
                  <c:v>1.9690999999999974</c:v>
                </c:pt>
                <c:pt idx="471">
                  <c:v>1.968199999999996</c:v>
                </c:pt>
                <c:pt idx="472">
                  <c:v>1.9654999999999916</c:v>
                </c:pt>
                <c:pt idx="473">
                  <c:v>1.9603999999999928</c:v>
                </c:pt>
                <c:pt idx="474">
                  <c:v>1.9538000000000011</c:v>
                </c:pt>
                <c:pt idx="475">
                  <c:v>1.9518999999999949</c:v>
                </c:pt>
                <c:pt idx="476">
                  <c:v>1.9532000000000096</c:v>
                </c:pt>
                <c:pt idx="477">
                  <c:v>1.95150000000001</c:v>
                </c:pt>
                <c:pt idx="478">
                  <c:v>1.9491999999999905</c:v>
                </c:pt>
                <c:pt idx="479">
                  <c:v>1.9446000000000083</c:v>
                </c:pt>
                <c:pt idx="480">
                  <c:v>1.9442999999999984</c:v>
                </c:pt>
                <c:pt idx="481">
                  <c:v>1.9462000000000046</c:v>
                </c:pt>
                <c:pt idx="482">
                  <c:v>1.9487000000000023</c:v>
                </c:pt>
                <c:pt idx="483">
                  <c:v>1.950099999999992</c:v>
                </c:pt>
                <c:pt idx="484">
                  <c:v>1.9491000000000156</c:v>
                </c:pt>
                <c:pt idx="485">
                  <c:v>1.9465999999999894</c:v>
                </c:pt>
                <c:pt idx="486">
                  <c:v>1.9437000000000069</c:v>
                </c:pt>
                <c:pt idx="487">
                  <c:v>1.9431000000000154</c:v>
                </c:pt>
                <c:pt idx="488">
                  <c:v>1.9449999999999932</c:v>
                </c:pt>
                <c:pt idx="489">
                  <c:v>1.9474999999999909</c:v>
                </c:pt>
                <c:pt idx="490">
                  <c:v>1.948900000000009</c:v>
                </c:pt>
                <c:pt idx="491">
                  <c:v>1.9479000000000042</c:v>
                </c:pt>
                <c:pt idx="492">
                  <c:v>1.9455000000000098</c:v>
                </c:pt>
                <c:pt idx="493">
                  <c:v>1.9425999999999988</c:v>
                </c:pt>
                <c:pt idx="494">
                  <c:v>1.9421000000000106</c:v>
                </c:pt>
                <c:pt idx="495">
                  <c:v>1.9440000000000168</c:v>
                </c:pt>
                <c:pt idx="496">
                  <c:v>1.9465000000000146</c:v>
                </c:pt>
                <c:pt idx="497">
                  <c:v>1.9480000000000075</c:v>
                </c:pt>
                <c:pt idx="498">
                  <c:v>1.947100000000006</c:v>
                </c:pt>
                <c:pt idx="499">
                  <c:v>1.9449999999999932</c:v>
                </c:pt>
                <c:pt idx="500">
                  <c:v>1.9425999999999988</c:v>
                </c:pt>
                <c:pt idx="501">
                  <c:v>1.9425999999999988</c:v>
                </c:pt>
                <c:pt idx="502">
                  <c:v>1.944800000000015</c:v>
                </c:pt>
                <c:pt idx="503">
                  <c:v>1.9476999999999975</c:v>
                </c:pt>
                <c:pt idx="504">
                  <c:v>1.9495000000000005</c:v>
                </c:pt>
                <c:pt idx="505">
                  <c:v>1.948900000000009</c:v>
                </c:pt>
                <c:pt idx="506">
                  <c:v>1.9466999999999928</c:v>
                </c:pt>
                <c:pt idx="507">
                  <c:v>1.944199999999995</c:v>
                </c:pt>
                <c:pt idx="508">
                  <c:v>1.9440000000000168</c:v>
                </c:pt>
                <c:pt idx="509">
                  <c:v>1.9462000000000046</c:v>
                </c:pt>
                <c:pt idx="510">
                  <c:v>1.9491999999999905</c:v>
                </c:pt>
                <c:pt idx="511">
                  <c:v>1.9508999999999901</c:v>
                </c:pt>
                <c:pt idx="512">
                  <c:v>1.9502999999999986</c:v>
                </c:pt>
                <c:pt idx="513">
                  <c:v>1.9482000000000141</c:v>
                </c:pt>
                <c:pt idx="514">
                  <c:v>1.9456000000000131</c:v>
                </c:pt>
                <c:pt idx="515">
                  <c:v>1.9454000000000065</c:v>
                </c:pt>
                <c:pt idx="516">
                  <c:v>1.9475999999999942</c:v>
                </c:pt>
                <c:pt idx="517">
                  <c:v>1.9505000000000052</c:v>
                </c:pt>
                <c:pt idx="518">
                  <c:v>1.9522000000000048</c:v>
                </c:pt>
                <c:pt idx="519">
                  <c:v>1.9516000000000133</c:v>
                </c:pt>
                <c:pt idx="520">
                  <c:v>1.9493999999999971</c:v>
                </c:pt>
                <c:pt idx="521">
                  <c:v>1.9466999999999928</c:v>
                </c:pt>
                <c:pt idx="522">
                  <c:v>1.9465000000000146</c:v>
                </c:pt>
                <c:pt idx="523">
                  <c:v>1.9487000000000023</c:v>
                </c:pt>
                <c:pt idx="524">
                  <c:v>1.95150000000001</c:v>
                </c:pt>
                <c:pt idx="525">
                  <c:v>1.9532000000000096</c:v>
                </c:pt>
                <c:pt idx="526">
                  <c:v>1.9525000000000148</c:v>
                </c:pt>
                <c:pt idx="527">
                  <c:v>1.9501999999999953</c:v>
                </c:pt>
                <c:pt idx="528">
                  <c:v>1.9475999999999942</c:v>
                </c:pt>
                <c:pt idx="529">
                  <c:v>1.9472000000000094</c:v>
                </c:pt>
                <c:pt idx="530">
                  <c:v>1.9488000000000056</c:v>
                </c:pt>
                <c:pt idx="531">
                  <c:v>1.9513000000000034</c:v>
                </c:pt>
                <c:pt idx="532">
                  <c:v>1.9525999999999897</c:v>
                </c:pt>
              </c:numCache>
            </c:numRef>
          </c:yVal>
          <c:smooth val="1"/>
          <c:extLst>
            <c:ext xmlns:c16="http://schemas.microsoft.com/office/drawing/2014/chart" uri="{C3380CC4-5D6E-409C-BE32-E72D297353CC}">
              <c16:uniqueId val="{00000003-6C3C-446B-A6D3-7B3EBAB7A07E}"/>
            </c:ext>
          </c:extLst>
        </c:ser>
        <c:ser>
          <c:idx val="4"/>
          <c:order val="4"/>
          <c:tx>
            <c:strRef>
              <c:f>N50000_VV_TEMPS_oc5l2_50000!$BT$1</c:f>
              <c:strCache>
                <c:ptCount val="1"/>
                <c:pt idx="0">
                  <c:v>CGI_CMR_2.100</c:v>
                </c:pt>
              </c:strCache>
            </c:strRef>
          </c:tx>
          <c:spPr>
            <a:ln w="19050" cap="rnd">
              <a:solidFill>
                <a:schemeClr val="accent5"/>
              </a:solidFill>
              <a:round/>
            </a:ln>
            <a:effectLst/>
          </c:spPr>
          <c:marker>
            <c:symbol val="circle"/>
            <c:size val="5"/>
            <c:spPr>
              <a:solidFill>
                <a:schemeClr val="accent5"/>
              </a:solidFill>
              <a:ln w="9525">
                <a:solidFill>
                  <a:schemeClr val="accent5"/>
                </a:solidFill>
              </a:ln>
              <a:effectLst/>
            </c:spPr>
          </c:marker>
          <c:xVal>
            <c:numRef>
              <c:f>N50000_VV_TEMPS_oc5l2_50000!$BA$2:$BA$536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N50000_VV_TEMPS_oc5l2_50000!$BT$2:$BT$536</c:f>
              <c:numCache>
                <c:formatCode>General</c:formatCode>
                <c:ptCount val="533"/>
                <c:pt idx="0">
                  <c:v>0</c:v>
                </c:pt>
                <c:pt idx="1">
                  <c:v>-1.9900000000006912E-2</c:v>
                </c:pt>
                <c:pt idx="2">
                  <c:v>-3.1700000000000728E-2</c:v>
                </c:pt>
                <c:pt idx="3">
                  <c:v>-7.2999999999865395E-3</c:v>
                </c:pt>
                <c:pt idx="4">
                  <c:v>4.5900000000017371E-2</c:v>
                </c:pt>
                <c:pt idx="5">
                  <c:v>0.11000000000001364</c:v>
                </c:pt>
                <c:pt idx="6">
                  <c:v>0.17539999999999623</c:v>
                </c:pt>
                <c:pt idx="7">
                  <c:v>0.23769999999998959</c:v>
                </c:pt>
                <c:pt idx="8">
                  <c:v>0.29540000000000077</c:v>
                </c:pt>
                <c:pt idx="9">
                  <c:v>0.34800000000001319</c:v>
                </c:pt>
                <c:pt idx="10">
                  <c:v>0.39549999999999841</c:v>
                </c:pt>
                <c:pt idx="11">
                  <c:v>0.43829999999999814</c:v>
                </c:pt>
                <c:pt idx="12">
                  <c:v>0.47679999999999723</c:v>
                </c:pt>
                <c:pt idx="13">
                  <c:v>0.51140000000000896</c:v>
                </c:pt>
                <c:pt idx="14">
                  <c:v>0.54240000000001487</c:v>
                </c:pt>
                <c:pt idx="15">
                  <c:v>0.57019999999999982</c:v>
                </c:pt>
                <c:pt idx="16">
                  <c:v>0.59510000000000218</c:v>
                </c:pt>
                <c:pt idx="17">
                  <c:v>0.6174000000000035</c:v>
                </c:pt>
                <c:pt idx="18">
                  <c:v>0.63730000000001041</c:v>
                </c:pt>
                <c:pt idx="19">
                  <c:v>0.65520000000000778</c:v>
                </c:pt>
                <c:pt idx="20">
                  <c:v>0.67119999999999891</c:v>
                </c:pt>
                <c:pt idx="21">
                  <c:v>0.68549999999999045</c:v>
                </c:pt>
                <c:pt idx="22">
                  <c:v>0.69839999999999236</c:v>
                </c:pt>
                <c:pt idx="23">
                  <c:v>0.70980000000000132</c:v>
                </c:pt>
                <c:pt idx="24">
                  <c:v>0.72010000000000218</c:v>
                </c:pt>
                <c:pt idx="25">
                  <c:v>0.72919999999999163</c:v>
                </c:pt>
                <c:pt idx="26">
                  <c:v>0.73740000000000805</c:v>
                </c:pt>
                <c:pt idx="27">
                  <c:v>0.74500000000000455</c:v>
                </c:pt>
                <c:pt idx="28">
                  <c:v>0.75210000000001287</c:v>
                </c:pt>
                <c:pt idx="29">
                  <c:v>0.75870000000000459</c:v>
                </c:pt>
                <c:pt idx="30">
                  <c:v>0.76470000000000482</c:v>
                </c:pt>
                <c:pt idx="31">
                  <c:v>0.77029999999999177</c:v>
                </c:pt>
                <c:pt idx="32">
                  <c:v>0.77549999999999386</c:v>
                </c:pt>
                <c:pt idx="33">
                  <c:v>0.78040000000001442</c:v>
                </c:pt>
                <c:pt idx="34">
                  <c:v>0.78499999999999659</c:v>
                </c:pt>
                <c:pt idx="35">
                  <c:v>0.78929999999999723</c:v>
                </c:pt>
                <c:pt idx="36">
                  <c:v>0.79339999999999122</c:v>
                </c:pt>
                <c:pt idx="37">
                  <c:v>0.79710000000000036</c:v>
                </c:pt>
                <c:pt idx="38">
                  <c:v>0.80060000000000286</c:v>
                </c:pt>
                <c:pt idx="39">
                  <c:v>0.80379999999999541</c:v>
                </c:pt>
                <c:pt idx="40">
                  <c:v>0.80690000000001305</c:v>
                </c:pt>
                <c:pt idx="41">
                  <c:v>0.80979999999999563</c:v>
                </c:pt>
                <c:pt idx="42">
                  <c:v>0.8125</c:v>
                </c:pt>
                <c:pt idx="43">
                  <c:v>0.81510000000000105</c:v>
                </c:pt>
                <c:pt idx="44">
                  <c:v>0.81739999999999213</c:v>
                </c:pt>
                <c:pt idx="45">
                  <c:v>0.81960000000000832</c:v>
                </c:pt>
                <c:pt idx="46">
                  <c:v>0.82160000000001787</c:v>
                </c:pt>
                <c:pt idx="47">
                  <c:v>0.82349999999999568</c:v>
                </c:pt>
                <c:pt idx="48">
                  <c:v>0.82540000000000191</c:v>
                </c:pt>
                <c:pt idx="49">
                  <c:v>0.8271000000000015</c:v>
                </c:pt>
                <c:pt idx="50">
                  <c:v>0.82869999999999777</c:v>
                </c:pt>
                <c:pt idx="51">
                  <c:v>0.83019999999999072</c:v>
                </c:pt>
                <c:pt idx="52">
                  <c:v>0.83160000000000878</c:v>
                </c:pt>
                <c:pt idx="53">
                  <c:v>0.83279999999999177</c:v>
                </c:pt>
                <c:pt idx="54">
                  <c:v>0.83400000000000318</c:v>
                </c:pt>
                <c:pt idx="55">
                  <c:v>0.8352000000000146</c:v>
                </c:pt>
                <c:pt idx="56">
                  <c:v>0.83619999999999095</c:v>
                </c:pt>
                <c:pt idx="57">
                  <c:v>0.83709999999999241</c:v>
                </c:pt>
                <c:pt idx="58">
                  <c:v>0.83770000000001232</c:v>
                </c:pt>
                <c:pt idx="59">
                  <c:v>0.83809999999999718</c:v>
                </c:pt>
                <c:pt idx="60">
                  <c:v>0.8382000000000005</c:v>
                </c:pt>
                <c:pt idx="61">
                  <c:v>0.8382000000000005</c:v>
                </c:pt>
                <c:pt idx="62">
                  <c:v>0.83809999999999718</c:v>
                </c:pt>
                <c:pt idx="63">
                  <c:v>0.83789999999999054</c:v>
                </c:pt>
                <c:pt idx="64">
                  <c:v>0.837600000000009</c:v>
                </c:pt>
                <c:pt idx="65">
                  <c:v>0.83719999999999573</c:v>
                </c:pt>
                <c:pt idx="66">
                  <c:v>0.83660000000000423</c:v>
                </c:pt>
                <c:pt idx="67">
                  <c:v>0.83600000000001273</c:v>
                </c:pt>
                <c:pt idx="68">
                  <c:v>0.83539999999999281</c:v>
                </c:pt>
                <c:pt idx="69">
                  <c:v>0.83480000000000132</c:v>
                </c:pt>
                <c:pt idx="70">
                  <c:v>0.8341000000000065</c:v>
                </c:pt>
                <c:pt idx="71">
                  <c:v>0.83350000000001501</c:v>
                </c:pt>
                <c:pt idx="72">
                  <c:v>0.83279999999999177</c:v>
                </c:pt>
                <c:pt idx="73">
                  <c:v>0.83209999999999695</c:v>
                </c:pt>
                <c:pt idx="74">
                  <c:v>0.83140000000000214</c:v>
                </c:pt>
                <c:pt idx="75">
                  <c:v>0.83070000000000732</c:v>
                </c:pt>
                <c:pt idx="76">
                  <c:v>0.83010000000001583</c:v>
                </c:pt>
                <c:pt idx="77">
                  <c:v>0.82949999999999591</c:v>
                </c:pt>
                <c:pt idx="78">
                  <c:v>0.82890000000000441</c:v>
                </c:pt>
                <c:pt idx="79">
                  <c:v>0.82830000000001291</c:v>
                </c:pt>
                <c:pt idx="80">
                  <c:v>0.827699999999993</c:v>
                </c:pt>
                <c:pt idx="81">
                  <c:v>0.8271000000000015</c:v>
                </c:pt>
                <c:pt idx="82">
                  <c:v>0.82660000000001332</c:v>
                </c:pt>
                <c:pt idx="83">
                  <c:v>0.82609999999999673</c:v>
                </c:pt>
                <c:pt idx="84">
                  <c:v>0.82560000000000855</c:v>
                </c:pt>
                <c:pt idx="85">
                  <c:v>0.82519999999999527</c:v>
                </c:pt>
                <c:pt idx="86">
                  <c:v>0.82480000000001041</c:v>
                </c:pt>
                <c:pt idx="87">
                  <c:v>0.82439999999999714</c:v>
                </c:pt>
                <c:pt idx="88">
                  <c:v>0.82390000000000896</c:v>
                </c:pt>
                <c:pt idx="89">
                  <c:v>0.82349999999999568</c:v>
                </c:pt>
                <c:pt idx="90">
                  <c:v>0.82320000000001414</c:v>
                </c:pt>
                <c:pt idx="91">
                  <c:v>0.82290000000000418</c:v>
                </c:pt>
                <c:pt idx="92">
                  <c:v>0.82259999999999422</c:v>
                </c:pt>
                <c:pt idx="93">
                  <c:v>0.82240000000001601</c:v>
                </c:pt>
                <c:pt idx="94">
                  <c:v>0.82210000000000605</c:v>
                </c:pt>
                <c:pt idx="95">
                  <c:v>0.82179999999999609</c:v>
                </c:pt>
                <c:pt idx="96">
                  <c:v>0.82150000000001455</c:v>
                </c:pt>
                <c:pt idx="97">
                  <c:v>0.82130000000000791</c:v>
                </c:pt>
                <c:pt idx="98">
                  <c:v>0.82110000000000127</c:v>
                </c:pt>
                <c:pt idx="99">
                  <c:v>0.82099999999999795</c:v>
                </c:pt>
                <c:pt idx="100">
                  <c:v>0.82079999999999131</c:v>
                </c:pt>
                <c:pt idx="101">
                  <c:v>0.8206000000000131</c:v>
                </c:pt>
                <c:pt idx="102">
                  <c:v>0.82040000000000646</c:v>
                </c:pt>
                <c:pt idx="103">
                  <c:v>0.82019999999999982</c:v>
                </c:pt>
                <c:pt idx="104">
                  <c:v>0.8200999999999965</c:v>
                </c:pt>
                <c:pt idx="105">
                  <c:v>0.81999999999999318</c:v>
                </c:pt>
                <c:pt idx="106">
                  <c:v>0.81989999999998986</c:v>
                </c:pt>
                <c:pt idx="107">
                  <c:v>0.81980000000001496</c:v>
                </c:pt>
                <c:pt idx="108">
                  <c:v>0.81989999999998986</c:v>
                </c:pt>
                <c:pt idx="109">
                  <c:v>0.82030000000000314</c:v>
                </c:pt>
                <c:pt idx="110">
                  <c:v>0.82089999999999463</c:v>
                </c:pt>
                <c:pt idx="111">
                  <c:v>0.82160000000001787</c:v>
                </c:pt>
                <c:pt idx="112">
                  <c:v>0.82230000000001269</c:v>
                </c:pt>
                <c:pt idx="113">
                  <c:v>0.82310000000001082</c:v>
                </c:pt>
                <c:pt idx="114">
                  <c:v>0.82390000000000896</c:v>
                </c:pt>
                <c:pt idx="115">
                  <c:v>0.82460000000000377</c:v>
                </c:pt>
                <c:pt idx="116">
                  <c:v>0.82519999999999527</c:v>
                </c:pt>
                <c:pt idx="117">
                  <c:v>0.82589999999999009</c:v>
                </c:pt>
                <c:pt idx="118">
                  <c:v>0.82660000000001332</c:v>
                </c:pt>
                <c:pt idx="119">
                  <c:v>0.82730000000000814</c:v>
                </c:pt>
                <c:pt idx="120">
                  <c:v>0.82800000000000296</c:v>
                </c:pt>
                <c:pt idx="121">
                  <c:v>0.82859999999999445</c:v>
                </c:pt>
                <c:pt idx="122">
                  <c:v>0.82920000000001437</c:v>
                </c:pt>
                <c:pt idx="123">
                  <c:v>0.82970000000000255</c:v>
                </c:pt>
                <c:pt idx="124">
                  <c:v>0.83019999999999072</c:v>
                </c:pt>
                <c:pt idx="125">
                  <c:v>0.83080000000001064</c:v>
                </c:pt>
                <c:pt idx="126">
                  <c:v>0.83129999999999882</c:v>
                </c:pt>
                <c:pt idx="127">
                  <c:v>0.83189999999999031</c:v>
                </c:pt>
                <c:pt idx="128">
                  <c:v>0.83230000000000359</c:v>
                </c:pt>
                <c:pt idx="129">
                  <c:v>0.83270000000001687</c:v>
                </c:pt>
                <c:pt idx="130">
                  <c:v>0.83310000000000173</c:v>
                </c:pt>
                <c:pt idx="131">
                  <c:v>0.83350000000001501</c:v>
                </c:pt>
                <c:pt idx="132">
                  <c:v>0.83389999999999986</c:v>
                </c:pt>
                <c:pt idx="133">
                  <c:v>0.83430000000001314</c:v>
                </c:pt>
                <c:pt idx="134">
                  <c:v>0.834699999999998</c:v>
                </c:pt>
                <c:pt idx="135">
                  <c:v>0.83510000000001128</c:v>
                </c:pt>
                <c:pt idx="136">
                  <c:v>0.83539999999999281</c:v>
                </c:pt>
                <c:pt idx="137">
                  <c:v>0.83559999999999945</c:v>
                </c:pt>
                <c:pt idx="138">
                  <c:v>0.83590000000000941</c:v>
                </c:pt>
                <c:pt idx="139">
                  <c:v>0.83619999999999095</c:v>
                </c:pt>
                <c:pt idx="140">
                  <c:v>0.83650000000000091</c:v>
                </c:pt>
                <c:pt idx="141">
                  <c:v>0.83680000000001087</c:v>
                </c:pt>
                <c:pt idx="142">
                  <c:v>0.83700000000001751</c:v>
                </c:pt>
                <c:pt idx="143">
                  <c:v>0.83719999999999573</c:v>
                </c:pt>
                <c:pt idx="144">
                  <c:v>0.83740000000000236</c:v>
                </c:pt>
                <c:pt idx="145">
                  <c:v>0.837600000000009</c:v>
                </c:pt>
                <c:pt idx="146">
                  <c:v>0.83780000000001564</c:v>
                </c:pt>
                <c:pt idx="147">
                  <c:v>0.83799999999999386</c:v>
                </c:pt>
                <c:pt idx="148">
                  <c:v>0.8382000000000005</c:v>
                </c:pt>
                <c:pt idx="149">
                  <c:v>0.83840000000000714</c:v>
                </c:pt>
                <c:pt idx="150">
                  <c:v>0.83850000000001046</c:v>
                </c:pt>
                <c:pt idx="151">
                  <c:v>0.83860000000001378</c:v>
                </c:pt>
                <c:pt idx="152">
                  <c:v>0.8387000000000171</c:v>
                </c:pt>
                <c:pt idx="153">
                  <c:v>0.83889999999999532</c:v>
                </c:pt>
                <c:pt idx="154">
                  <c:v>0.83899999999999864</c:v>
                </c:pt>
                <c:pt idx="155">
                  <c:v>0.83920000000000528</c:v>
                </c:pt>
                <c:pt idx="156">
                  <c:v>0.83930000000000859</c:v>
                </c:pt>
                <c:pt idx="157">
                  <c:v>0.83940000000001191</c:v>
                </c:pt>
                <c:pt idx="158">
                  <c:v>0.83920000000000528</c:v>
                </c:pt>
                <c:pt idx="159">
                  <c:v>0.83860000000001378</c:v>
                </c:pt>
                <c:pt idx="160">
                  <c:v>0.83789999999999054</c:v>
                </c:pt>
                <c:pt idx="161">
                  <c:v>0.83700000000001751</c:v>
                </c:pt>
                <c:pt idx="162">
                  <c:v>0.83590000000000941</c:v>
                </c:pt>
                <c:pt idx="163">
                  <c:v>0.83490000000000464</c:v>
                </c:pt>
                <c:pt idx="164">
                  <c:v>0.83379999999999654</c:v>
                </c:pt>
                <c:pt idx="165">
                  <c:v>0.83270000000001687</c:v>
                </c:pt>
                <c:pt idx="166">
                  <c:v>0.83160000000000878</c:v>
                </c:pt>
                <c:pt idx="167">
                  <c:v>0.830600000000004</c:v>
                </c:pt>
                <c:pt idx="168">
                  <c:v>0.82959999999999923</c:v>
                </c:pt>
                <c:pt idx="169">
                  <c:v>0.82849999999999113</c:v>
                </c:pt>
                <c:pt idx="170">
                  <c:v>0.82750000000001478</c:v>
                </c:pt>
                <c:pt idx="171">
                  <c:v>0.82640000000000668</c:v>
                </c:pt>
                <c:pt idx="172">
                  <c:v>0.82540000000000191</c:v>
                </c:pt>
                <c:pt idx="173">
                  <c:v>0.82450000000000045</c:v>
                </c:pt>
                <c:pt idx="174">
                  <c:v>0.823599999999999</c:v>
                </c:pt>
                <c:pt idx="175">
                  <c:v>0.82269999999999754</c:v>
                </c:pt>
                <c:pt idx="176">
                  <c:v>0.82179999999999609</c:v>
                </c:pt>
                <c:pt idx="177">
                  <c:v>0.82089999999999463</c:v>
                </c:pt>
                <c:pt idx="178">
                  <c:v>0.8200999999999965</c:v>
                </c:pt>
                <c:pt idx="179">
                  <c:v>0.81929999999999836</c:v>
                </c:pt>
                <c:pt idx="180">
                  <c:v>0.81850000000000023</c:v>
                </c:pt>
                <c:pt idx="181">
                  <c:v>0.81780000000000541</c:v>
                </c:pt>
                <c:pt idx="182">
                  <c:v>0.8171000000000106</c:v>
                </c:pt>
                <c:pt idx="183">
                  <c:v>0.81649999999999068</c:v>
                </c:pt>
                <c:pt idx="184">
                  <c:v>0.81620000000000914</c:v>
                </c:pt>
                <c:pt idx="185">
                  <c:v>0.8160000000000025</c:v>
                </c:pt>
                <c:pt idx="186">
                  <c:v>0.81610000000000582</c:v>
                </c:pt>
                <c:pt idx="187">
                  <c:v>0.81640000000001578</c:v>
                </c:pt>
                <c:pt idx="188">
                  <c:v>0.81690000000000396</c:v>
                </c:pt>
                <c:pt idx="189">
                  <c:v>0.81759999999999877</c:v>
                </c:pt>
                <c:pt idx="190">
                  <c:v>0.81829999999999359</c:v>
                </c:pt>
                <c:pt idx="191">
                  <c:v>0.81909999999999172</c:v>
                </c:pt>
                <c:pt idx="192">
                  <c:v>0.81989999999998986</c:v>
                </c:pt>
                <c:pt idx="193">
                  <c:v>0.82089999999999463</c:v>
                </c:pt>
                <c:pt idx="194">
                  <c:v>0.82189999999999941</c:v>
                </c:pt>
                <c:pt idx="195">
                  <c:v>0.8230000000000075</c:v>
                </c:pt>
                <c:pt idx="196">
                  <c:v>0.8241000000000156</c:v>
                </c:pt>
                <c:pt idx="197">
                  <c:v>0.82519999999999527</c:v>
                </c:pt>
                <c:pt idx="198">
                  <c:v>0.82620000000000005</c:v>
                </c:pt>
                <c:pt idx="199">
                  <c:v>0.82730000000000814</c:v>
                </c:pt>
                <c:pt idx="200">
                  <c:v>0.82830000000001291</c:v>
                </c:pt>
                <c:pt idx="201">
                  <c:v>0.82939999999999259</c:v>
                </c:pt>
                <c:pt idx="202">
                  <c:v>0.83050000000000068</c:v>
                </c:pt>
                <c:pt idx="203">
                  <c:v>0.83150000000000546</c:v>
                </c:pt>
                <c:pt idx="204">
                  <c:v>0.83250000000001023</c:v>
                </c:pt>
                <c:pt idx="205">
                  <c:v>0.83340000000001169</c:v>
                </c:pt>
                <c:pt idx="206">
                  <c:v>0.83430000000001314</c:v>
                </c:pt>
                <c:pt idx="207">
                  <c:v>0.8352000000000146</c:v>
                </c:pt>
                <c:pt idx="208">
                  <c:v>0.83600000000001273</c:v>
                </c:pt>
                <c:pt idx="209">
                  <c:v>0.83690000000001419</c:v>
                </c:pt>
                <c:pt idx="210">
                  <c:v>0.83770000000001232</c:v>
                </c:pt>
                <c:pt idx="211">
                  <c:v>0.83840000000000714</c:v>
                </c:pt>
                <c:pt idx="212">
                  <c:v>0.83910000000000196</c:v>
                </c:pt>
                <c:pt idx="213">
                  <c:v>0.83969999999999345</c:v>
                </c:pt>
                <c:pt idx="214">
                  <c:v>0.84020000000001005</c:v>
                </c:pt>
                <c:pt idx="215">
                  <c:v>0.84049999999999159</c:v>
                </c:pt>
                <c:pt idx="216">
                  <c:v>0.84059999999999491</c:v>
                </c:pt>
                <c:pt idx="217">
                  <c:v>0.84059999999999491</c:v>
                </c:pt>
                <c:pt idx="218">
                  <c:v>0.84040000000001669</c:v>
                </c:pt>
                <c:pt idx="219">
                  <c:v>0.84000000000000341</c:v>
                </c:pt>
                <c:pt idx="220">
                  <c:v>0.83950000000001523</c:v>
                </c:pt>
                <c:pt idx="221">
                  <c:v>0.83899999999999864</c:v>
                </c:pt>
                <c:pt idx="222">
                  <c:v>0.83840000000000714</c:v>
                </c:pt>
                <c:pt idx="223">
                  <c:v>0.83780000000001564</c:v>
                </c:pt>
                <c:pt idx="224">
                  <c:v>0.83709999999999241</c:v>
                </c:pt>
                <c:pt idx="225">
                  <c:v>0.83639999999999759</c:v>
                </c:pt>
                <c:pt idx="226">
                  <c:v>0.83559999999999945</c:v>
                </c:pt>
                <c:pt idx="227">
                  <c:v>0.83490000000000464</c:v>
                </c:pt>
                <c:pt idx="228">
                  <c:v>0.8341000000000065</c:v>
                </c:pt>
                <c:pt idx="229">
                  <c:v>0.83340000000001169</c:v>
                </c:pt>
                <c:pt idx="230">
                  <c:v>0.83260000000001355</c:v>
                </c:pt>
                <c:pt idx="231">
                  <c:v>0.83189999999999031</c:v>
                </c:pt>
                <c:pt idx="232">
                  <c:v>0.8311999999999955</c:v>
                </c:pt>
                <c:pt idx="233">
                  <c:v>0.83050000000000068</c:v>
                </c:pt>
                <c:pt idx="234">
                  <c:v>0.82980000000000587</c:v>
                </c:pt>
                <c:pt idx="235">
                  <c:v>0.82910000000001105</c:v>
                </c:pt>
                <c:pt idx="236">
                  <c:v>0.82849999999999113</c:v>
                </c:pt>
                <c:pt idx="237">
                  <c:v>0.82789999999999964</c:v>
                </c:pt>
                <c:pt idx="238">
                  <c:v>0.82740000000001146</c:v>
                </c:pt>
                <c:pt idx="239">
                  <c:v>0.82679999999999154</c:v>
                </c:pt>
                <c:pt idx="240">
                  <c:v>0.82630000000000337</c:v>
                </c:pt>
                <c:pt idx="241">
                  <c:v>0.82580000000001519</c:v>
                </c:pt>
                <c:pt idx="242">
                  <c:v>0.82529999999999859</c:v>
                </c:pt>
                <c:pt idx="243">
                  <c:v>0.82480000000001041</c:v>
                </c:pt>
                <c:pt idx="244">
                  <c:v>0.82450000000000045</c:v>
                </c:pt>
                <c:pt idx="245">
                  <c:v>0.8241000000000156</c:v>
                </c:pt>
                <c:pt idx="246">
                  <c:v>0.82370000000000232</c:v>
                </c:pt>
                <c:pt idx="247">
                  <c:v>0.82330000000001746</c:v>
                </c:pt>
                <c:pt idx="248">
                  <c:v>0.8230000000000075</c:v>
                </c:pt>
                <c:pt idx="249">
                  <c:v>0.82259999999999422</c:v>
                </c:pt>
                <c:pt idx="250">
                  <c:v>0.82230000000001269</c:v>
                </c:pt>
                <c:pt idx="251">
                  <c:v>0.82210000000000605</c:v>
                </c:pt>
                <c:pt idx="252">
                  <c:v>0.82189999999999941</c:v>
                </c:pt>
                <c:pt idx="253">
                  <c:v>0.82160000000001787</c:v>
                </c:pt>
                <c:pt idx="254">
                  <c:v>0.82140000000001123</c:v>
                </c:pt>
                <c:pt idx="255">
                  <c:v>0.82110000000000127</c:v>
                </c:pt>
                <c:pt idx="256">
                  <c:v>0.82089999999999463</c:v>
                </c:pt>
                <c:pt idx="257">
                  <c:v>0.82070000000001642</c:v>
                </c:pt>
                <c:pt idx="258">
                  <c:v>0.8206000000000131</c:v>
                </c:pt>
                <c:pt idx="259">
                  <c:v>0.82050000000000978</c:v>
                </c:pt>
                <c:pt idx="260">
                  <c:v>0.82030000000000314</c:v>
                </c:pt>
                <c:pt idx="261">
                  <c:v>0.82019999999999982</c:v>
                </c:pt>
                <c:pt idx="262">
                  <c:v>0.81999999999999318</c:v>
                </c:pt>
                <c:pt idx="263">
                  <c:v>0.81980000000001496</c:v>
                </c:pt>
                <c:pt idx="264">
                  <c:v>0.81980000000001496</c:v>
                </c:pt>
                <c:pt idx="265">
                  <c:v>0.81999999999999318</c:v>
                </c:pt>
                <c:pt idx="266">
                  <c:v>0.82040000000000646</c:v>
                </c:pt>
                <c:pt idx="267">
                  <c:v>0.82099999999999795</c:v>
                </c:pt>
                <c:pt idx="268">
                  <c:v>0.82169999999999277</c:v>
                </c:pt>
                <c:pt idx="269">
                  <c:v>0.82240000000001601</c:v>
                </c:pt>
                <c:pt idx="270">
                  <c:v>0.82310000000001082</c:v>
                </c:pt>
                <c:pt idx="271">
                  <c:v>0.82390000000000896</c:v>
                </c:pt>
                <c:pt idx="272">
                  <c:v>0.82470000000000709</c:v>
                </c:pt>
                <c:pt idx="273">
                  <c:v>0.82540000000000191</c:v>
                </c:pt>
                <c:pt idx="274">
                  <c:v>0.82609999999999673</c:v>
                </c:pt>
                <c:pt idx="275">
                  <c:v>0.82679999999999154</c:v>
                </c:pt>
                <c:pt idx="276">
                  <c:v>0.82740000000001146</c:v>
                </c:pt>
                <c:pt idx="277">
                  <c:v>0.82800000000000296</c:v>
                </c:pt>
                <c:pt idx="278">
                  <c:v>0.82859999999999445</c:v>
                </c:pt>
                <c:pt idx="279">
                  <c:v>0.82920000000001437</c:v>
                </c:pt>
                <c:pt idx="280">
                  <c:v>0.82980000000000587</c:v>
                </c:pt>
                <c:pt idx="281">
                  <c:v>0.83039999999999736</c:v>
                </c:pt>
                <c:pt idx="282">
                  <c:v>0.83090000000001396</c:v>
                </c:pt>
                <c:pt idx="283">
                  <c:v>0.83140000000000214</c:v>
                </c:pt>
                <c:pt idx="284">
                  <c:v>0.83180000000001542</c:v>
                </c:pt>
                <c:pt idx="285">
                  <c:v>0.83230000000000359</c:v>
                </c:pt>
                <c:pt idx="286">
                  <c:v>0.83279999999999177</c:v>
                </c:pt>
                <c:pt idx="287">
                  <c:v>0.83330000000000837</c:v>
                </c:pt>
                <c:pt idx="288">
                  <c:v>0.83369999999999322</c:v>
                </c:pt>
                <c:pt idx="289">
                  <c:v>0.83400000000000318</c:v>
                </c:pt>
                <c:pt idx="290">
                  <c:v>0.83440000000001646</c:v>
                </c:pt>
                <c:pt idx="291">
                  <c:v>0.834699999999998</c:v>
                </c:pt>
                <c:pt idx="292">
                  <c:v>0.83510000000001128</c:v>
                </c:pt>
                <c:pt idx="293">
                  <c:v>0.83539999999999281</c:v>
                </c:pt>
                <c:pt idx="294">
                  <c:v>0.83570000000000277</c:v>
                </c:pt>
                <c:pt idx="295">
                  <c:v>0.83600000000001273</c:v>
                </c:pt>
                <c:pt idx="296">
                  <c:v>0.83629999999999427</c:v>
                </c:pt>
                <c:pt idx="297">
                  <c:v>0.83650000000000091</c:v>
                </c:pt>
                <c:pt idx="298">
                  <c:v>0.83670000000000755</c:v>
                </c:pt>
                <c:pt idx="299">
                  <c:v>0.83700000000001751</c:v>
                </c:pt>
                <c:pt idx="300">
                  <c:v>0.83729999999999905</c:v>
                </c:pt>
                <c:pt idx="301">
                  <c:v>0.83750000000000568</c:v>
                </c:pt>
                <c:pt idx="302">
                  <c:v>0.83770000000001232</c:v>
                </c:pt>
                <c:pt idx="303">
                  <c:v>0.83789999999999054</c:v>
                </c:pt>
                <c:pt idx="304">
                  <c:v>0.83799999999999386</c:v>
                </c:pt>
                <c:pt idx="305">
                  <c:v>0.8382000000000005</c:v>
                </c:pt>
                <c:pt idx="306">
                  <c:v>0.83830000000000382</c:v>
                </c:pt>
                <c:pt idx="307">
                  <c:v>0.83850000000001046</c:v>
                </c:pt>
                <c:pt idx="308">
                  <c:v>0.8387000000000171</c:v>
                </c:pt>
                <c:pt idx="309">
                  <c:v>0.838799999999992</c:v>
                </c:pt>
                <c:pt idx="310">
                  <c:v>0.83889999999999532</c:v>
                </c:pt>
                <c:pt idx="311">
                  <c:v>0.83899999999999864</c:v>
                </c:pt>
                <c:pt idx="312">
                  <c:v>0.83910000000000196</c:v>
                </c:pt>
                <c:pt idx="313">
                  <c:v>0.83920000000000528</c:v>
                </c:pt>
                <c:pt idx="314">
                  <c:v>0.83940000000001191</c:v>
                </c:pt>
                <c:pt idx="315">
                  <c:v>0.83920000000000528</c:v>
                </c:pt>
                <c:pt idx="316">
                  <c:v>0.83860000000001378</c:v>
                </c:pt>
                <c:pt idx="317">
                  <c:v>0.83780000000001564</c:v>
                </c:pt>
                <c:pt idx="318">
                  <c:v>0.83680000000001087</c:v>
                </c:pt>
                <c:pt idx="319">
                  <c:v>0.83580000000000609</c:v>
                </c:pt>
                <c:pt idx="320">
                  <c:v>0.83480000000000132</c:v>
                </c:pt>
                <c:pt idx="321">
                  <c:v>0.83369999999999322</c:v>
                </c:pt>
                <c:pt idx="322">
                  <c:v>0.83270000000001687</c:v>
                </c:pt>
                <c:pt idx="323">
                  <c:v>0.83160000000000878</c:v>
                </c:pt>
                <c:pt idx="324">
                  <c:v>0.83050000000000068</c:v>
                </c:pt>
                <c:pt idx="325">
                  <c:v>0.82939999999999259</c:v>
                </c:pt>
                <c:pt idx="326">
                  <c:v>0.82840000000001623</c:v>
                </c:pt>
                <c:pt idx="327">
                  <c:v>0.82740000000001146</c:v>
                </c:pt>
                <c:pt idx="328">
                  <c:v>0.82640000000000668</c:v>
                </c:pt>
                <c:pt idx="329">
                  <c:v>0.82540000000000191</c:v>
                </c:pt>
                <c:pt idx="330">
                  <c:v>0.82450000000000045</c:v>
                </c:pt>
                <c:pt idx="331">
                  <c:v>0.82349999999999568</c:v>
                </c:pt>
                <c:pt idx="332">
                  <c:v>0.82259999999999422</c:v>
                </c:pt>
                <c:pt idx="333">
                  <c:v>0.82169999999999277</c:v>
                </c:pt>
                <c:pt idx="334">
                  <c:v>0.82079999999999131</c:v>
                </c:pt>
                <c:pt idx="335">
                  <c:v>0.81999999999999318</c:v>
                </c:pt>
                <c:pt idx="336">
                  <c:v>0.81929999999999836</c:v>
                </c:pt>
                <c:pt idx="337">
                  <c:v>0.81850000000000023</c:v>
                </c:pt>
                <c:pt idx="338">
                  <c:v>0.81770000000000209</c:v>
                </c:pt>
                <c:pt idx="339">
                  <c:v>0.81700000000000728</c:v>
                </c:pt>
                <c:pt idx="340">
                  <c:v>0.81640000000001578</c:v>
                </c:pt>
                <c:pt idx="341">
                  <c:v>0.81610000000000582</c:v>
                </c:pt>
                <c:pt idx="342">
                  <c:v>0.81610000000000582</c:v>
                </c:pt>
                <c:pt idx="343">
                  <c:v>0.81620000000000914</c:v>
                </c:pt>
                <c:pt idx="344">
                  <c:v>0.816599999999994</c:v>
                </c:pt>
                <c:pt idx="345">
                  <c:v>0.81700000000000728</c:v>
                </c:pt>
                <c:pt idx="346">
                  <c:v>0.81759999999999877</c:v>
                </c:pt>
                <c:pt idx="347">
                  <c:v>0.81829999999999359</c:v>
                </c:pt>
                <c:pt idx="348">
                  <c:v>0.81919999999999504</c:v>
                </c:pt>
                <c:pt idx="349">
                  <c:v>0.8200999999999965</c:v>
                </c:pt>
                <c:pt idx="350">
                  <c:v>0.82110000000000127</c:v>
                </c:pt>
                <c:pt idx="351">
                  <c:v>0.82210000000000605</c:v>
                </c:pt>
                <c:pt idx="352">
                  <c:v>0.82310000000001082</c:v>
                </c:pt>
                <c:pt idx="353">
                  <c:v>0.8241999999999905</c:v>
                </c:pt>
                <c:pt idx="354">
                  <c:v>0.82519999999999527</c:v>
                </c:pt>
                <c:pt idx="355">
                  <c:v>0.82630000000000337</c:v>
                </c:pt>
                <c:pt idx="356">
                  <c:v>0.82740000000001146</c:v>
                </c:pt>
                <c:pt idx="357">
                  <c:v>0.82849999999999113</c:v>
                </c:pt>
                <c:pt idx="358">
                  <c:v>0.82959999999999923</c:v>
                </c:pt>
                <c:pt idx="359">
                  <c:v>0.830600000000004</c:v>
                </c:pt>
                <c:pt idx="360">
                  <c:v>0.83160000000000878</c:v>
                </c:pt>
                <c:pt idx="361">
                  <c:v>0.83160000000000878</c:v>
                </c:pt>
                <c:pt idx="362">
                  <c:v>0.83250000000001023</c:v>
                </c:pt>
                <c:pt idx="363">
                  <c:v>0.83350000000001501</c:v>
                </c:pt>
                <c:pt idx="364">
                  <c:v>0.83440000000001646</c:v>
                </c:pt>
                <c:pt idx="365">
                  <c:v>0.83530000000001792</c:v>
                </c:pt>
                <c:pt idx="366">
                  <c:v>0.83619999999999095</c:v>
                </c:pt>
                <c:pt idx="367">
                  <c:v>0.83700000000001751</c:v>
                </c:pt>
                <c:pt idx="368">
                  <c:v>0.83770000000001232</c:v>
                </c:pt>
                <c:pt idx="369">
                  <c:v>0.83840000000000714</c:v>
                </c:pt>
                <c:pt idx="370">
                  <c:v>0.83920000000000528</c:v>
                </c:pt>
                <c:pt idx="371">
                  <c:v>0.83990000000000009</c:v>
                </c:pt>
                <c:pt idx="372">
                  <c:v>0.84030000000001337</c:v>
                </c:pt>
                <c:pt idx="373">
                  <c:v>0.84059999999999491</c:v>
                </c:pt>
                <c:pt idx="374">
                  <c:v>0.84059999999999491</c:v>
                </c:pt>
                <c:pt idx="375">
                  <c:v>0.84049999999999159</c:v>
                </c:pt>
                <c:pt idx="376">
                  <c:v>0.84020000000001005</c:v>
                </c:pt>
                <c:pt idx="377">
                  <c:v>0.83990000000000009</c:v>
                </c:pt>
                <c:pt idx="378">
                  <c:v>0.83950000000001523</c:v>
                </c:pt>
                <c:pt idx="379">
                  <c:v>0.83899999999999864</c:v>
                </c:pt>
                <c:pt idx="380">
                  <c:v>0.83840000000000714</c:v>
                </c:pt>
                <c:pt idx="381">
                  <c:v>0.83770000000001232</c:v>
                </c:pt>
                <c:pt idx="382">
                  <c:v>0.83700000000001751</c:v>
                </c:pt>
                <c:pt idx="383">
                  <c:v>0.83619999999999095</c:v>
                </c:pt>
                <c:pt idx="384">
                  <c:v>0.83549999999999613</c:v>
                </c:pt>
                <c:pt idx="385">
                  <c:v>0.83480000000000132</c:v>
                </c:pt>
                <c:pt idx="386">
                  <c:v>0.83400000000000318</c:v>
                </c:pt>
                <c:pt idx="387">
                  <c:v>0.83330000000000837</c:v>
                </c:pt>
                <c:pt idx="388">
                  <c:v>0.83250000000001023</c:v>
                </c:pt>
                <c:pt idx="389">
                  <c:v>0.83180000000001542</c:v>
                </c:pt>
                <c:pt idx="390">
                  <c:v>0.83100000000001728</c:v>
                </c:pt>
                <c:pt idx="391">
                  <c:v>0.83039999999999736</c:v>
                </c:pt>
                <c:pt idx="392">
                  <c:v>0.82970000000000255</c:v>
                </c:pt>
                <c:pt idx="393">
                  <c:v>0.82910000000001105</c:v>
                </c:pt>
                <c:pt idx="394">
                  <c:v>0.82849999999999113</c:v>
                </c:pt>
                <c:pt idx="395">
                  <c:v>0.82789999999999964</c:v>
                </c:pt>
                <c:pt idx="396">
                  <c:v>0.82720000000000482</c:v>
                </c:pt>
                <c:pt idx="397">
                  <c:v>0.82670000000001664</c:v>
                </c:pt>
                <c:pt idx="398">
                  <c:v>0.82620000000000005</c:v>
                </c:pt>
                <c:pt idx="399">
                  <c:v>0.82570000000001187</c:v>
                </c:pt>
                <c:pt idx="400">
                  <c:v>0.82529999999999859</c:v>
                </c:pt>
                <c:pt idx="401">
                  <c:v>0.82480000000001041</c:v>
                </c:pt>
                <c:pt idx="402">
                  <c:v>0.82439999999999714</c:v>
                </c:pt>
                <c:pt idx="403">
                  <c:v>0.82400000000001228</c:v>
                </c:pt>
                <c:pt idx="404">
                  <c:v>0.823599999999999</c:v>
                </c:pt>
                <c:pt idx="405">
                  <c:v>0.82320000000001414</c:v>
                </c:pt>
                <c:pt idx="406">
                  <c:v>0.82290000000000418</c:v>
                </c:pt>
                <c:pt idx="407">
                  <c:v>0.82269999999999754</c:v>
                </c:pt>
                <c:pt idx="408">
                  <c:v>0.82240000000001601</c:v>
                </c:pt>
                <c:pt idx="409">
                  <c:v>0.82210000000000605</c:v>
                </c:pt>
                <c:pt idx="410">
                  <c:v>0.82179999999999609</c:v>
                </c:pt>
                <c:pt idx="411">
                  <c:v>0.82150000000001455</c:v>
                </c:pt>
                <c:pt idx="412">
                  <c:v>0.82130000000000791</c:v>
                </c:pt>
                <c:pt idx="413">
                  <c:v>0.82110000000000127</c:v>
                </c:pt>
                <c:pt idx="414">
                  <c:v>0.82099999999999795</c:v>
                </c:pt>
                <c:pt idx="415">
                  <c:v>0.82079999999999131</c:v>
                </c:pt>
                <c:pt idx="416">
                  <c:v>0.8206000000000131</c:v>
                </c:pt>
                <c:pt idx="417">
                  <c:v>0.82040000000000646</c:v>
                </c:pt>
                <c:pt idx="418">
                  <c:v>0.82019999999999982</c:v>
                </c:pt>
                <c:pt idx="419">
                  <c:v>0.8200999999999965</c:v>
                </c:pt>
                <c:pt idx="420">
                  <c:v>0.81999999999999318</c:v>
                </c:pt>
                <c:pt idx="421">
                  <c:v>0.81989999999998986</c:v>
                </c:pt>
                <c:pt idx="422">
                  <c:v>0.81980000000001496</c:v>
                </c:pt>
                <c:pt idx="423">
                  <c:v>0.81999999999999318</c:v>
                </c:pt>
                <c:pt idx="424">
                  <c:v>0.82050000000000978</c:v>
                </c:pt>
                <c:pt idx="425">
                  <c:v>0.82110000000000127</c:v>
                </c:pt>
                <c:pt idx="426">
                  <c:v>0.82179999999999609</c:v>
                </c:pt>
                <c:pt idx="427">
                  <c:v>0.82259999999999422</c:v>
                </c:pt>
                <c:pt idx="428">
                  <c:v>0.82339999999999236</c:v>
                </c:pt>
                <c:pt idx="429">
                  <c:v>0.8241000000000156</c:v>
                </c:pt>
                <c:pt idx="430">
                  <c:v>0.82480000000001041</c:v>
                </c:pt>
                <c:pt idx="431">
                  <c:v>0.82550000000000523</c:v>
                </c:pt>
                <c:pt idx="432">
                  <c:v>0.82609999999999673</c:v>
                </c:pt>
                <c:pt idx="433">
                  <c:v>0.82679999999999154</c:v>
                </c:pt>
                <c:pt idx="434">
                  <c:v>0.82750000000001478</c:v>
                </c:pt>
                <c:pt idx="435">
                  <c:v>0.8282000000000096</c:v>
                </c:pt>
                <c:pt idx="436">
                  <c:v>0.82880000000000109</c:v>
                </c:pt>
                <c:pt idx="437">
                  <c:v>0.82930000000001769</c:v>
                </c:pt>
                <c:pt idx="438">
                  <c:v>0.82990000000000919</c:v>
                </c:pt>
                <c:pt idx="439">
                  <c:v>0.83039999999999736</c:v>
                </c:pt>
                <c:pt idx="440">
                  <c:v>0.83090000000001396</c:v>
                </c:pt>
                <c:pt idx="441">
                  <c:v>0.83150000000000546</c:v>
                </c:pt>
                <c:pt idx="442">
                  <c:v>0.83199999999999363</c:v>
                </c:pt>
                <c:pt idx="443">
                  <c:v>0.83250000000001023</c:v>
                </c:pt>
                <c:pt idx="444">
                  <c:v>0.83289999999999509</c:v>
                </c:pt>
                <c:pt idx="445">
                  <c:v>0.83330000000000837</c:v>
                </c:pt>
                <c:pt idx="446">
                  <c:v>0.8335999999999899</c:v>
                </c:pt>
                <c:pt idx="447">
                  <c:v>0.8341000000000065</c:v>
                </c:pt>
                <c:pt idx="448">
                  <c:v>0.83449999999999136</c:v>
                </c:pt>
                <c:pt idx="449">
                  <c:v>0.83480000000000132</c:v>
                </c:pt>
                <c:pt idx="450">
                  <c:v>0.8352000000000146</c:v>
                </c:pt>
                <c:pt idx="451">
                  <c:v>0.83549999999999613</c:v>
                </c:pt>
                <c:pt idx="452">
                  <c:v>0.83549999999999613</c:v>
                </c:pt>
                <c:pt idx="453">
                  <c:v>0.83570000000000277</c:v>
                </c:pt>
                <c:pt idx="454">
                  <c:v>0.83600000000001273</c:v>
                </c:pt>
                <c:pt idx="455">
                  <c:v>0.83629999999999427</c:v>
                </c:pt>
                <c:pt idx="456">
                  <c:v>0.83660000000000423</c:v>
                </c:pt>
                <c:pt idx="457">
                  <c:v>0.83690000000001419</c:v>
                </c:pt>
                <c:pt idx="458">
                  <c:v>0.83709999999999241</c:v>
                </c:pt>
                <c:pt idx="459">
                  <c:v>0.83729999999999905</c:v>
                </c:pt>
                <c:pt idx="460">
                  <c:v>0.83750000000000568</c:v>
                </c:pt>
                <c:pt idx="461">
                  <c:v>0.837600000000009</c:v>
                </c:pt>
                <c:pt idx="462">
                  <c:v>0.83780000000001564</c:v>
                </c:pt>
                <c:pt idx="463">
                  <c:v>0.83809999999999718</c:v>
                </c:pt>
                <c:pt idx="464">
                  <c:v>0.83830000000000382</c:v>
                </c:pt>
                <c:pt idx="465">
                  <c:v>0.83840000000000714</c:v>
                </c:pt>
                <c:pt idx="466">
                  <c:v>0.83850000000001046</c:v>
                </c:pt>
                <c:pt idx="467">
                  <c:v>0.83860000000001378</c:v>
                </c:pt>
                <c:pt idx="468">
                  <c:v>0.838799999999992</c:v>
                </c:pt>
                <c:pt idx="469">
                  <c:v>0.83889999999999532</c:v>
                </c:pt>
                <c:pt idx="470">
                  <c:v>0.83910000000000196</c:v>
                </c:pt>
                <c:pt idx="471">
                  <c:v>0.83920000000000528</c:v>
                </c:pt>
                <c:pt idx="472">
                  <c:v>0.83930000000000859</c:v>
                </c:pt>
                <c:pt idx="473">
                  <c:v>0.83940000000001191</c:v>
                </c:pt>
                <c:pt idx="474">
                  <c:v>0.83899999999999864</c:v>
                </c:pt>
                <c:pt idx="475">
                  <c:v>0.83840000000000714</c:v>
                </c:pt>
                <c:pt idx="476">
                  <c:v>0.837600000000009</c:v>
                </c:pt>
                <c:pt idx="477">
                  <c:v>0.83670000000000755</c:v>
                </c:pt>
                <c:pt idx="478">
                  <c:v>0.83570000000000277</c:v>
                </c:pt>
                <c:pt idx="479">
                  <c:v>0.83459999999999468</c:v>
                </c:pt>
                <c:pt idx="480">
                  <c:v>0.83350000000001501</c:v>
                </c:pt>
                <c:pt idx="481">
                  <c:v>0.83240000000000691</c:v>
                </c:pt>
                <c:pt idx="482">
                  <c:v>0.83129999999999882</c:v>
                </c:pt>
                <c:pt idx="483">
                  <c:v>0.83029999999999404</c:v>
                </c:pt>
                <c:pt idx="484">
                  <c:v>0.82930000000001769</c:v>
                </c:pt>
                <c:pt idx="485">
                  <c:v>0.8282000000000096</c:v>
                </c:pt>
                <c:pt idx="486">
                  <c:v>0.82720000000000482</c:v>
                </c:pt>
                <c:pt idx="487">
                  <c:v>0.82609999999999673</c:v>
                </c:pt>
                <c:pt idx="488">
                  <c:v>0.82509999999999195</c:v>
                </c:pt>
                <c:pt idx="489">
                  <c:v>0.8241999999999905</c:v>
                </c:pt>
                <c:pt idx="490">
                  <c:v>0.82330000000001746</c:v>
                </c:pt>
                <c:pt idx="491">
                  <c:v>0.82240000000001601</c:v>
                </c:pt>
                <c:pt idx="492">
                  <c:v>0.82160000000001787</c:v>
                </c:pt>
                <c:pt idx="493">
                  <c:v>0.82070000000001642</c:v>
                </c:pt>
                <c:pt idx="494">
                  <c:v>0.81980000000001496</c:v>
                </c:pt>
                <c:pt idx="495">
                  <c:v>0.81900000000001683</c:v>
                </c:pt>
                <c:pt idx="496">
                  <c:v>0.81829999999999359</c:v>
                </c:pt>
                <c:pt idx="497">
                  <c:v>0.81759999999999877</c:v>
                </c:pt>
                <c:pt idx="498">
                  <c:v>0.81690000000000396</c:v>
                </c:pt>
                <c:pt idx="499">
                  <c:v>0.81640000000001578</c:v>
                </c:pt>
                <c:pt idx="500">
                  <c:v>0.81610000000000582</c:v>
                </c:pt>
                <c:pt idx="501">
                  <c:v>0.8160000000000025</c:v>
                </c:pt>
                <c:pt idx="502">
                  <c:v>0.81620000000000914</c:v>
                </c:pt>
                <c:pt idx="503">
                  <c:v>0.816599999999994</c:v>
                </c:pt>
                <c:pt idx="504">
                  <c:v>0.8171000000000106</c:v>
                </c:pt>
                <c:pt idx="505">
                  <c:v>0.81780000000000541</c:v>
                </c:pt>
                <c:pt idx="506">
                  <c:v>0.81850000000000023</c:v>
                </c:pt>
                <c:pt idx="507">
                  <c:v>0.81940000000000168</c:v>
                </c:pt>
                <c:pt idx="508">
                  <c:v>0.82019999999999982</c:v>
                </c:pt>
                <c:pt idx="509">
                  <c:v>0.82120000000000459</c:v>
                </c:pt>
                <c:pt idx="510">
                  <c:v>0.82220000000000937</c:v>
                </c:pt>
                <c:pt idx="511">
                  <c:v>0.82330000000001746</c:v>
                </c:pt>
                <c:pt idx="512">
                  <c:v>0.82439999999999714</c:v>
                </c:pt>
                <c:pt idx="513">
                  <c:v>0.82550000000000523</c:v>
                </c:pt>
                <c:pt idx="514">
                  <c:v>0.82660000000001332</c:v>
                </c:pt>
                <c:pt idx="515">
                  <c:v>0.82759999999998968</c:v>
                </c:pt>
                <c:pt idx="516">
                  <c:v>0.82869999999999777</c:v>
                </c:pt>
                <c:pt idx="517">
                  <c:v>0.82970000000000255</c:v>
                </c:pt>
                <c:pt idx="518">
                  <c:v>0.83080000000001064</c:v>
                </c:pt>
                <c:pt idx="519">
                  <c:v>0.83180000000001542</c:v>
                </c:pt>
                <c:pt idx="520">
                  <c:v>0.83279999999999177</c:v>
                </c:pt>
                <c:pt idx="521">
                  <c:v>0.83369999999999322</c:v>
                </c:pt>
                <c:pt idx="522">
                  <c:v>0.83459999999999468</c:v>
                </c:pt>
                <c:pt idx="523">
                  <c:v>0.83539999999999281</c:v>
                </c:pt>
                <c:pt idx="524">
                  <c:v>0.83629999999999427</c:v>
                </c:pt>
                <c:pt idx="525">
                  <c:v>0.83709999999999241</c:v>
                </c:pt>
                <c:pt idx="526">
                  <c:v>0.83789999999999054</c:v>
                </c:pt>
                <c:pt idx="527">
                  <c:v>0.83860000000001378</c:v>
                </c:pt>
                <c:pt idx="528">
                  <c:v>0.83930000000000859</c:v>
                </c:pt>
                <c:pt idx="529">
                  <c:v>0.83990000000000009</c:v>
                </c:pt>
                <c:pt idx="530">
                  <c:v>0.84030000000001337</c:v>
                </c:pt>
                <c:pt idx="531">
                  <c:v>0.84059999999999491</c:v>
                </c:pt>
                <c:pt idx="532">
                  <c:v>0.84059999999999491</c:v>
                </c:pt>
              </c:numCache>
            </c:numRef>
          </c:yVal>
          <c:smooth val="1"/>
          <c:extLst>
            <c:ext xmlns:c16="http://schemas.microsoft.com/office/drawing/2014/chart" uri="{C3380CC4-5D6E-409C-BE32-E72D297353CC}">
              <c16:uniqueId val="{00000004-6C3C-446B-A6D3-7B3EBAB7A07E}"/>
            </c:ext>
          </c:extLst>
        </c:ser>
        <c:ser>
          <c:idx val="5"/>
          <c:order val="5"/>
          <c:tx>
            <c:strRef>
              <c:f>N50000_VV_TEMPS_oc5l2_50000!$BU$1</c:f>
              <c:strCache>
                <c:ptCount val="1"/>
                <c:pt idx="0">
                  <c:v>CGI_CMR_2.300</c:v>
                </c:pt>
              </c:strCache>
            </c:strRef>
          </c:tx>
          <c:spPr>
            <a:ln w="19050" cap="rnd">
              <a:solidFill>
                <a:schemeClr val="accent6"/>
              </a:solidFill>
              <a:round/>
            </a:ln>
            <a:effectLst/>
          </c:spPr>
          <c:marker>
            <c:symbol val="circle"/>
            <c:size val="5"/>
            <c:spPr>
              <a:solidFill>
                <a:schemeClr val="accent6"/>
              </a:solidFill>
              <a:ln w="9525">
                <a:solidFill>
                  <a:schemeClr val="accent6"/>
                </a:solidFill>
              </a:ln>
              <a:effectLst/>
            </c:spPr>
          </c:marker>
          <c:xVal>
            <c:numRef>
              <c:f>N50000_VV_TEMPS_oc5l2_50000!$BA$2:$BA$536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N50000_VV_TEMPS_oc5l2_50000!$BU$2:$BU$536</c:f>
              <c:numCache>
                <c:formatCode>General</c:formatCode>
                <c:ptCount val="533"/>
                <c:pt idx="0">
                  <c:v>0</c:v>
                </c:pt>
                <c:pt idx="1">
                  <c:v>-3.2700000000005502E-2</c:v>
                </c:pt>
                <c:pt idx="2">
                  <c:v>-3.9500000000003865E-2</c:v>
                </c:pt>
                <c:pt idx="3">
                  <c:v>-3.5000000000025011E-3</c:v>
                </c:pt>
                <c:pt idx="4">
                  <c:v>5.7400000000001228E-2</c:v>
                </c:pt>
                <c:pt idx="5">
                  <c:v>0.12549999999998818</c:v>
                </c:pt>
                <c:pt idx="6">
                  <c:v>0.19280000000000541</c:v>
                </c:pt>
                <c:pt idx="7">
                  <c:v>0.25630000000001019</c:v>
                </c:pt>
                <c:pt idx="8">
                  <c:v>0.31460000000001287</c:v>
                </c:pt>
                <c:pt idx="9">
                  <c:v>0.36750000000000682</c:v>
                </c:pt>
                <c:pt idx="10">
                  <c:v>0.415300000000002</c:v>
                </c:pt>
                <c:pt idx="11">
                  <c:v>0.45840000000001169</c:v>
                </c:pt>
                <c:pt idx="12">
                  <c:v>0.4970000000000141</c:v>
                </c:pt>
                <c:pt idx="13">
                  <c:v>0.53180000000000405</c:v>
                </c:pt>
                <c:pt idx="14">
                  <c:v>0.56290000000001328</c:v>
                </c:pt>
                <c:pt idx="15">
                  <c:v>0.59090000000000487</c:v>
                </c:pt>
                <c:pt idx="16">
                  <c:v>0.61580000000000723</c:v>
                </c:pt>
                <c:pt idx="17">
                  <c:v>0.63820000000001187</c:v>
                </c:pt>
                <c:pt idx="18">
                  <c:v>0.65819999999999368</c:v>
                </c:pt>
                <c:pt idx="19">
                  <c:v>0.67619999999999436</c:v>
                </c:pt>
                <c:pt idx="20">
                  <c:v>0.69229999999998881</c:v>
                </c:pt>
                <c:pt idx="21">
                  <c:v>0.7067000000000121</c:v>
                </c:pt>
                <c:pt idx="22">
                  <c:v>0.71960000000001401</c:v>
                </c:pt>
                <c:pt idx="23">
                  <c:v>0.73109999999999786</c:v>
                </c:pt>
                <c:pt idx="24">
                  <c:v>0.74139999999999873</c:v>
                </c:pt>
                <c:pt idx="25">
                  <c:v>0.75049999999998818</c:v>
                </c:pt>
                <c:pt idx="26">
                  <c:v>0.75880000000000791</c:v>
                </c:pt>
                <c:pt idx="27">
                  <c:v>0.76640000000000441</c:v>
                </c:pt>
                <c:pt idx="28">
                  <c:v>0.77350000000001273</c:v>
                </c:pt>
                <c:pt idx="29">
                  <c:v>0.78010000000000446</c:v>
                </c:pt>
                <c:pt idx="30">
                  <c:v>0.78610000000000468</c:v>
                </c:pt>
                <c:pt idx="31">
                  <c:v>0.79169999999999163</c:v>
                </c:pt>
                <c:pt idx="32">
                  <c:v>0.79689999999999372</c:v>
                </c:pt>
                <c:pt idx="33">
                  <c:v>0.80180000000001428</c:v>
                </c:pt>
                <c:pt idx="34">
                  <c:v>0.80639999999999645</c:v>
                </c:pt>
                <c:pt idx="35">
                  <c:v>0.81069999999999709</c:v>
                </c:pt>
                <c:pt idx="36">
                  <c:v>0.81479999999999109</c:v>
                </c:pt>
                <c:pt idx="37">
                  <c:v>0.81850000000000023</c:v>
                </c:pt>
                <c:pt idx="38">
                  <c:v>0.82189999999999941</c:v>
                </c:pt>
                <c:pt idx="39">
                  <c:v>0.82519999999999527</c:v>
                </c:pt>
                <c:pt idx="40">
                  <c:v>0.82830000000001291</c:v>
                </c:pt>
                <c:pt idx="41">
                  <c:v>0.8311999999999955</c:v>
                </c:pt>
                <c:pt idx="42">
                  <c:v>0.83389999999999986</c:v>
                </c:pt>
                <c:pt idx="43">
                  <c:v>0.83639999999999759</c:v>
                </c:pt>
                <c:pt idx="44">
                  <c:v>0.838799999999992</c:v>
                </c:pt>
                <c:pt idx="45">
                  <c:v>0.84090000000000487</c:v>
                </c:pt>
                <c:pt idx="46">
                  <c:v>0.84299999999998931</c:v>
                </c:pt>
                <c:pt idx="47">
                  <c:v>0.84489999999999554</c:v>
                </c:pt>
                <c:pt idx="48">
                  <c:v>0.84680000000000177</c:v>
                </c:pt>
                <c:pt idx="49">
                  <c:v>0.84850000000000136</c:v>
                </c:pt>
                <c:pt idx="50">
                  <c:v>0.85009999999999764</c:v>
                </c:pt>
                <c:pt idx="51">
                  <c:v>0.85159999999999059</c:v>
                </c:pt>
                <c:pt idx="52">
                  <c:v>0.85290000000000532</c:v>
                </c:pt>
                <c:pt idx="53">
                  <c:v>0.85419999999999163</c:v>
                </c:pt>
                <c:pt idx="54">
                  <c:v>0.85540000000000305</c:v>
                </c:pt>
                <c:pt idx="55">
                  <c:v>0.85650000000001114</c:v>
                </c:pt>
                <c:pt idx="56">
                  <c:v>0.85759999999999081</c:v>
                </c:pt>
                <c:pt idx="57">
                  <c:v>0.85849999999999227</c:v>
                </c:pt>
                <c:pt idx="58">
                  <c:v>0.85910000000001219</c:v>
                </c:pt>
                <c:pt idx="59">
                  <c:v>0.85949999999999704</c:v>
                </c:pt>
                <c:pt idx="60">
                  <c:v>0.85960000000000036</c:v>
                </c:pt>
                <c:pt idx="61">
                  <c:v>0.85970000000000368</c:v>
                </c:pt>
                <c:pt idx="62">
                  <c:v>0.85960000000000036</c:v>
                </c:pt>
                <c:pt idx="63">
                  <c:v>0.85939999999999372</c:v>
                </c:pt>
                <c:pt idx="64">
                  <c:v>0.85910000000001219</c:v>
                </c:pt>
                <c:pt idx="65">
                  <c:v>0.85869999999999891</c:v>
                </c:pt>
                <c:pt idx="66">
                  <c:v>0.85810000000000741</c:v>
                </c:pt>
                <c:pt idx="67">
                  <c:v>0.85749999999998749</c:v>
                </c:pt>
                <c:pt idx="68">
                  <c:v>0.856899999999996</c:v>
                </c:pt>
                <c:pt idx="69">
                  <c:v>0.8563000000000045</c:v>
                </c:pt>
                <c:pt idx="70">
                  <c:v>0.85570000000001301</c:v>
                </c:pt>
                <c:pt idx="71">
                  <c:v>0.85509999999999309</c:v>
                </c:pt>
                <c:pt idx="72">
                  <c:v>0.85439999999999827</c:v>
                </c:pt>
                <c:pt idx="73">
                  <c:v>0.85370000000000346</c:v>
                </c:pt>
                <c:pt idx="74">
                  <c:v>0.85300000000000864</c:v>
                </c:pt>
                <c:pt idx="75">
                  <c:v>0.85230000000001382</c:v>
                </c:pt>
                <c:pt idx="76">
                  <c:v>0.85169999999999391</c:v>
                </c:pt>
                <c:pt idx="77">
                  <c:v>0.85110000000000241</c:v>
                </c:pt>
                <c:pt idx="78">
                  <c:v>0.85050000000001091</c:v>
                </c:pt>
                <c:pt idx="79">
                  <c:v>0.849899999999991</c:v>
                </c:pt>
                <c:pt idx="80">
                  <c:v>0.8492999999999995</c:v>
                </c:pt>
                <c:pt idx="81">
                  <c:v>0.848700000000008</c:v>
                </c:pt>
                <c:pt idx="82">
                  <c:v>0.84819999999999141</c:v>
                </c:pt>
                <c:pt idx="83">
                  <c:v>0.84770000000000323</c:v>
                </c:pt>
                <c:pt idx="84">
                  <c:v>0.84729999999998995</c:v>
                </c:pt>
                <c:pt idx="85">
                  <c:v>0.84680000000000177</c:v>
                </c:pt>
                <c:pt idx="86">
                  <c:v>0.84639999999998849</c:v>
                </c:pt>
                <c:pt idx="87">
                  <c:v>0.84590000000000032</c:v>
                </c:pt>
                <c:pt idx="88">
                  <c:v>0.84550000000001546</c:v>
                </c:pt>
                <c:pt idx="89">
                  <c:v>0.84510000000000218</c:v>
                </c:pt>
                <c:pt idx="90">
                  <c:v>0.84479999999999222</c:v>
                </c:pt>
                <c:pt idx="91">
                  <c:v>0.84450000000001069</c:v>
                </c:pt>
                <c:pt idx="92">
                  <c:v>0.84430000000000405</c:v>
                </c:pt>
                <c:pt idx="93">
                  <c:v>0.84389999999999077</c:v>
                </c:pt>
                <c:pt idx="94">
                  <c:v>0.84360000000000923</c:v>
                </c:pt>
                <c:pt idx="95">
                  <c:v>0.84340000000000259</c:v>
                </c:pt>
                <c:pt idx="96">
                  <c:v>0.84309999999999263</c:v>
                </c:pt>
                <c:pt idx="97">
                  <c:v>0.84290000000001442</c:v>
                </c:pt>
                <c:pt idx="98">
                  <c:v>0.8428000000000111</c:v>
                </c:pt>
                <c:pt idx="99">
                  <c:v>0.84260000000000446</c:v>
                </c:pt>
                <c:pt idx="100">
                  <c:v>0.84239999999999782</c:v>
                </c:pt>
                <c:pt idx="101">
                  <c:v>0.84219999999999118</c:v>
                </c:pt>
                <c:pt idx="102">
                  <c:v>0.84200000000001296</c:v>
                </c:pt>
                <c:pt idx="103">
                  <c:v>0.84180000000000632</c:v>
                </c:pt>
                <c:pt idx="104">
                  <c:v>0.841700000000003</c:v>
                </c:pt>
                <c:pt idx="105">
                  <c:v>0.84159999999999968</c:v>
                </c:pt>
                <c:pt idx="106">
                  <c:v>0.84149999999999636</c:v>
                </c:pt>
                <c:pt idx="107">
                  <c:v>0.84139999999999304</c:v>
                </c:pt>
                <c:pt idx="108">
                  <c:v>0.84149999999999636</c:v>
                </c:pt>
                <c:pt idx="109">
                  <c:v>0.84200000000001296</c:v>
                </c:pt>
                <c:pt idx="110">
                  <c:v>0.84260000000000446</c:v>
                </c:pt>
                <c:pt idx="111">
                  <c:v>0.84340000000000259</c:v>
                </c:pt>
                <c:pt idx="112">
                  <c:v>0.84420000000000073</c:v>
                </c:pt>
                <c:pt idx="113">
                  <c:v>0.84489999999999554</c:v>
                </c:pt>
                <c:pt idx="114">
                  <c:v>0.84569999999999368</c:v>
                </c:pt>
                <c:pt idx="115">
                  <c:v>0.8463000000000136</c:v>
                </c:pt>
                <c:pt idx="116">
                  <c:v>0.84700000000000841</c:v>
                </c:pt>
                <c:pt idx="117">
                  <c:v>0.84770000000000323</c:v>
                </c:pt>
                <c:pt idx="118">
                  <c:v>0.84839999999999804</c:v>
                </c:pt>
                <c:pt idx="119">
                  <c:v>0.84909999999999286</c:v>
                </c:pt>
                <c:pt idx="120">
                  <c:v>0.84979999999998768</c:v>
                </c:pt>
                <c:pt idx="121">
                  <c:v>0.85040000000000759</c:v>
                </c:pt>
                <c:pt idx="122">
                  <c:v>0.85089999999999577</c:v>
                </c:pt>
                <c:pt idx="123">
                  <c:v>0.85150000000001569</c:v>
                </c:pt>
                <c:pt idx="124">
                  <c:v>0.85200000000000387</c:v>
                </c:pt>
                <c:pt idx="125">
                  <c:v>0.85259999999999536</c:v>
                </c:pt>
                <c:pt idx="126">
                  <c:v>0.85310000000001196</c:v>
                </c:pt>
                <c:pt idx="127">
                  <c:v>0.85360000000000014</c:v>
                </c:pt>
                <c:pt idx="128">
                  <c:v>0.85409999999998831</c:v>
                </c:pt>
                <c:pt idx="129">
                  <c:v>0.85450000000000159</c:v>
                </c:pt>
                <c:pt idx="130">
                  <c:v>0.85490000000001487</c:v>
                </c:pt>
                <c:pt idx="131">
                  <c:v>0.85529999999999973</c:v>
                </c:pt>
                <c:pt idx="132">
                  <c:v>0.85570000000001301</c:v>
                </c:pt>
                <c:pt idx="133">
                  <c:v>0.85609999999999786</c:v>
                </c:pt>
                <c:pt idx="134">
                  <c:v>0.85650000000001114</c:v>
                </c:pt>
                <c:pt idx="135">
                  <c:v>0.85679999999999268</c:v>
                </c:pt>
                <c:pt idx="136">
                  <c:v>0.85710000000000264</c:v>
                </c:pt>
                <c:pt idx="137">
                  <c:v>0.8574000000000126</c:v>
                </c:pt>
                <c:pt idx="138">
                  <c:v>0.85769999999999413</c:v>
                </c:pt>
                <c:pt idx="139">
                  <c:v>0.85800000000000409</c:v>
                </c:pt>
                <c:pt idx="140">
                  <c:v>0.85830000000001405</c:v>
                </c:pt>
                <c:pt idx="141">
                  <c:v>0.85859999999999559</c:v>
                </c:pt>
                <c:pt idx="142">
                  <c:v>0.85880000000000223</c:v>
                </c:pt>
                <c:pt idx="143">
                  <c:v>0.85900000000000887</c:v>
                </c:pt>
                <c:pt idx="144">
                  <c:v>0.85910000000001219</c:v>
                </c:pt>
                <c:pt idx="145">
                  <c:v>0.85939999999999372</c:v>
                </c:pt>
                <c:pt idx="146">
                  <c:v>0.85960000000000036</c:v>
                </c:pt>
                <c:pt idx="147">
                  <c:v>0.859800000000007</c:v>
                </c:pt>
                <c:pt idx="148">
                  <c:v>0.86000000000001364</c:v>
                </c:pt>
                <c:pt idx="149">
                  <c:v>0.86009999999998854</c:v>
                </c:pt>
                <c:pt idx="150">
                  <c:v>0.86029999999999518</c:v>
                </c:pt>
                <c:pt idx="151">
                  <c:v>0.8603999999999985</c:v>
                </c:pt>
                <c:pt idx="152">
                  <c:v>0.86050000000000182</c:v>
                </c:pt>
                <c:pt idx="153">
                  <c:v>0.86070000000000846</c:v>
                </c:pt>
                <c:pt idx="154">
                  <c:v>0.86080000000001178</c:v>
                </c:pt>
                <c:pt idx="155">
                  <c:v>0.86099999999999</c:v>
                </c:pt>
                <c:pt idx="156">
                  <c:v>0.86109999999999332</c:v>
                </c:pt>
                <c:pt idx="157">
                  <c:v>0.86109999999999332</c:v>
                </c:pt>
                <c:pt idx="158">
                  <c:v>0.8609000000000151</c:v>
                </c:pt>
                <c:pt idx="159">
                  <c:v>0.86029999999999518</c:v>
                </c:pt>
                <c:pt idx="160">
                  <c:v>0.85949999999999704</c:v>
                </c:pt>
                <c:pt idx="161">
                  <c:v>0.85849999999999227</c:v>
                </c:pt>
                <c:pt idx="162">
                  <c:v>0.85749999999998749</c:v>
                </c:pt>
                <c:pt idx="163">
                  <c:v>0.85640000000000782</c:v>
                </c:pt>
                <c:pt idx="164">
                  <c:v>0.85529999999999973</c:v>
                </c:pt>
                <c:pt idx="165">
                  <c:v>0.85429999999999495</c:v>
                </c:pt>
                <c:pt idx="166">
                  <c:v>0.85329999999999018</c:v>
                </c:pt>
                <c:pt idx="167">
                  <c:v>0.8522000000000105</c:v>
                </c:pt>
                <c:pt idx="168">
                  <c:v>0.85120000000000573</c:v>
                </c:pt>
                <c:pt idx="169">
                  <c:v>0.85020000000000095</c:v>
                </c:pt>
                <c:pt idx="170">
                  <c:v>0.84909999999999286</c:v>
                </c:pt>
                <c:pt idx="171">
                  <c:v>0.84809999999998809</c:v>
                </c:pt>
                <c:pt idx="172">
                  <c:v>0.84710000000001173</c:v>
                </c:pt>
                <c:pt idx="173">
                  <c:v>0.84620000000001028</c:v>
                </c:pt>
                <c:pt idx="174">
                  <c:v>0.84530000000000882</c:v>
                </c:pt>
                <c:pt idx="175">
                  <c:v>0.84440000000000737</c:v>
                </c:pt>
                <c:pt idx="176">
                  <c:v>0.84350000000000591</c:v>
                </c:pt>
                <c:pt idx="177">
                  <c:v>0.84260000000000446</c:v>
                </c:pt>
                <c:pt idx="178">
                  <c:v>0.841700000000003</c:v>
                </c:pt>
                <c:pt idx="179">
                  <c:v>0.84090000000000487</c:v>
                </c:pt>
                <c:pt idx="180">
                  <c:v>0.84020000000001005</c:v>
                </c:pt>
                <c:pt idx="181">
                  <c:v>0.83950000000001523</c:v>
                </c:pt>
                <c:pt idx="182">
                  <c:v>0.838799999999992</c:v>
                </c:pt>
                <c:pt idx="183">
                  <c:v>0.8382000000000005</c:v>
                </c:pt>
                <c:pt idx="184">
                  <c:v>0.83780000000001564</c:v>
                </c:pt>
                <c:pt idx="185">
                  <c:v>0.837600000000009</c:v>
                </c:pt>
                <c:pt idx="186">
                  <c:v>0.83770000000001232</c:v>
                </c:pt>
                <c:pt idx="187">
                  <c:v>0.83809999999999718</c:v>
                </c:pt>
                <c:pt idx="188">
                  <c:v>0.83850000000001046</c:v>
                </c:pt>
                <c:pt idx="189">
                  <c:v>0.83910000000000196</c:v>
                </c:pt>
                <c:pt idx="190">
                  <c:v>0.83979999999999677</c:v>
                </c:pt>
                <c:pt idx="191">
                  <c:v>0.84059999999999491</c:v>
                </c:pt>
                <c:pt idx="192">
                  <c:v>0.84139999999999304</c:v>
                </c:pt>
                <c:pt idx="193">
                  <c:v>0.84239999999999782</c:v>
                </c:pt>
                <c:pt idx="194">
                  <c:v>0.84340000000000259</c:v>
                </c:pt>
                <c:pt idx="195">
                  <c:v>0.84450000000001069</c:v>
                </c:pt>
                <c:pt idx="196">
                  <c:v>0.84559999999999036</c:v>
                </c:pt>
                <c:pt idx="197">
                  <c:v>0.84659999999999513</c:v>
                </c:pt>
                <c:pt idx="198">
                  <c:v>0.84759999999999991</c:v>
                </c:pt>
                <c:pt idx="199">
                  <c:v>0.848700000000008</c:v>
                </c:pt>
                <c:pt idx="200">
                  <c:v>0.84979999999998768</c:v>
                </c:pt>
                <c:pt idx="201">
                  <c:v>0.85079999999999245</c:v>
                </c:pt>
                <c:pt idx="202">
                  <c:v>0.85190000000000055</c:v>
                </c:pt>
                <c:pt idx="203">
                  <c:v>0.85290000000000532</c:v>
                </c:pt>
                <c:pt idx="204">
                  <c:v>0.8539000000000101</c:v>
                </c:pt>
                <c:pt idx="205">
                  <c:v>0.85480000000001155</c:v>
                </c:pt>
                <c:pt idx="206">
                  <c:v>0.85570000000001301</c:v>
                </c:pt>
                <c:pt idx="207">
                  <c:v>0.85650000000001114</c:v>
                </c:pt>
                <c:pt idx="208">
                  <c:v>0.8574000000000126</c:v>
                </c:pt>
                <c:pt idx="209">
                  <c:v>0.85830000000001405</c:v>
                </c:pt>
                <c:pt idx="210">
                  <c:v>0.85910000000001219</c:v>
                </c:pt>
                <c:pt idx="211">
                  <c:v>0.859800000000007</c:v>
                </c:pt>
                <c:pt idx="212">
                  <c:v>0.86050000000000182</c:v>
                </c:pt>
                <c:pt idx="213">
                  <c:v>0.86109999999999332</c:v>
                </c:pt>
                <c:pt idx="214">
                  <c:v>0.86160000000000991</c:v>
                </c:pt>
                <c:pt idx="215">
                  <c:v>0.86189999999999145</c:v>
                </c:pt>
                <c:pt idx="216">
                  <c:v>0.86209999999999809</c:v>
                </c:pt>
                <c:pt idx="217">
                  <c:v>0.86199999999999477</c:v>
                </c:pt>
                <c:pt idx="218">
                  <c:v>0.86179999999998813</c:v>
                </c:pt>
                <c:pt idx="219">
                  <c:v>0.86150000000000659</c:v>
                </c:pt>
                <c:pt idx="220">
                  <c:v>0.86099999999999</c:v>
                </c:pt>
                <c:pt idx="221">
                  <c:v>0.86050000000000182</c:v>
                </c:pt>
                <c:pt idx="222">
                  <c:v>0.85990000000001032</c:v>
                </c:pt>
                <c:pt idx="223">
                  <c:v>0.8592999999999904</c:v>
                </c:pt>
                <c:pt idx="224">
                  <c:v>0.85869999999999891</c:v>
                </c:pt>
                <c:pt idx="225">
                  <c:v>0.85790000000000077</c:v>
                </c:pt>
                <c:pt idx="226">
                  <c:v>0.85720000000000596</c:v>
                </c:pt>
                <c:pt idx="227">
                  <c:v>0.85640000000000782</c:v>
                </c:pt>
                <c:pt idx="228">
                  <c:v>0.85570000000001301</c:v>
                </c:pt>
                <c:pt idx="229">
                  <c:v>0.85490000000001487</c:v>
                </c:pt>
                <c:pt idx="230">
                  <c:v>0.85419999999999163</c:v>
                </c:pt>
                <c:pt idx="231">
                  <c:v>0.85349999999999682</c:v>
                </c:pt>
                <c:pt idx="232">
                  <c:v>0.852800000000002</c:v>
                </c:pt>
                <c:pt idx="233">
                  <c:v>0.85210000000000719</c:v>
                </c:pt>
                <c:pt idx="234">
                  <c:v>0.85140000000001237</c:v>
                </c:pt>
                <c:pt idx="235">
                  <c:v>0.85069999999998913</c:v>
                </c:pt>
                <c:pt idx="236">
                  <c:v>0.85009999999999764</c:v>
                </c:pt>
                <c:pt idx="237">
                  <c:v>0.84960000000000946</c:v>
                </c:pt>
                <c:pt idx="238">
                  <c:v>0.84899999999998954</c:v>
                </c:pt>
                <c:pt idx="239">
                  <c:v>0.84839999999999804</c:v>
                </c:pt>
                <c:pt idx="240">
                  <c:v>0.84790000000000987</c:v>
                </c:pt>
                <c:pt idx="241">
                  <c:v>0.84729999999998995</c:v>
                </c:pt>
                <c:pt idx="242">
                  <c:v>0.84690000000000509</c:v>
                </c:pt>
                <c:pt idx="243">
                  <c:v>0.84649999999999181</c:v>
                </c:pt>
                <c:pt idx="244">
                  <c:v>0.84610000000000696</c:v>
                </c:pt>
                <c:pt idx="245">
                  <c:v>0.84569999999999368</c:v>
                </c:pt>
                <c:pt idx="246">
                  <c:v>0.84530000000000882</c:v>
                </c:pt>
                <c:pt idx="247">
                  <c:v>0.84489999999999554</c:v>
                </c:pt>
                <c:pt idx="248">
                  <c:v>0.84450000000001069</c:v>
                </c:pt>
                <c:pt idx="249">
                  <c:v>0.84420000000000073</c:v>
                </c:pt>
                <c:pt idx="250">
                  <c:v>0.84399999999999409</c:v>
                </c:pt>
                <c:pt idx="251">
                  <c:v>0.84370000000001255</c:v>
                </c:pt>
                <c:pt idx="252">
                  <c:v>0.84350000000000591</c:v>
                </c:pt>
                <c:pt idx="253">
                  <c:v>0.84319999999999595</c:v>
                </c:pt>
                <c:pt idx="254">
                  <c:v>0.84299999999998931</c:v>
                </c:pt>
                <c:pt idx="255">
                  <c:v>0.84270000000000778</c:v>
                </c:pt>
                <c:pt idx="256">
                  <c:v>0.84250000000000114</c:v>
                </c:pt>
                <c:pt idx="257">
                  <c:v>0.84239999999999782</c:v>
                </c:pt>
                <c:pt idx="258">
                  <c:v>0.84219999999999118</c:v>
                </c:pt>
                <c:pt idx="259">
                  <c:v>0.84209999999998786</c:v>
                </c:pt>
                <c:pt idx="260">
                  <c:v>0.84190000000000964</c:v>
                </c:pt>
                <c:pt idx="261">
                  <c:v>0.841700000000003</c:v>
                </c:pt>
                <c:pt idx="262">
                  <c:v>0.84159999999999968</c:v>
                </c:pt>
                <c:pt idx="263">
                  <c:v>0.84139999999999304</c:v>
                </c:pt>
                <c:pt idx="264">
                  <c:v>0.84139999999999304</c:v>
                </c:pt>
                <c:pt idx="265">
                  <c:v>0.841700000000003</c:v>
                </c:pt>
                <c:pt idx="266">
                  <c:v>0.84219999999999118</c:v>
                </c:pt>
                <c:pt idx="267">
                  <c:v>0.8428000000000111</c:v>
                </c:pt>
                <c:pt idx="268">
                  <c:v>0.84350000000000591</c:v>
                </c:pt>
                <c:pt idx="269">
                  <c:v>0.84420000000000073</c:v>
                </c:pt>
                <c:pt idx="270">
                  <c:v>0.84489999999999554</c:v>
                </c:pt>
                <c:pt idx="271">
                  <c:v>0.84569999999999368</c:v>
                </c:pt>
                <c:pt idx="272">
                  <c:v>0.84649999999999181</c:v>
                </c:pt>
                <c:pt idx="273">
                  <c:v>0.84720000000001505</c:v>
                </c:pt>
                <c:pt idx="274">
                  <c:v>0.84790000000000987</c:v>
                </c:pt>
                <c:pt idx="275">
                  <c:v>0.84850000000000136</c:v>
                </c:pt>
                <c:pt idx="276">
                  <c:v>0.84909999999999286</c:v>
                </c:pt>
                <c:pt idx="277">
                  <c:v>0.84979999999998768</c:v>
                </c:pt>
                <c:pt idx="278">
                  <c:v>0.85040000000000759</c:v>
                </c:pt>
                <c:pt idx="279">
                  <c:v>0.85110000000000241</c:v>
                </c:pt>
                <c:pt idx="280">
                  <c:v>0.85159999999999059</c:v>
                </c:pt>
                <c:pt idx="281">
                  <c:v>0.8522000000000105</c:v>
                </c:pt>
                <c:pt idx="282">
                  <c:v>0.85269999999999868</c:v>
                </c:pt>
                <c:pt idx="283">
                  <c:v>0.85310000000001196</c:v>
                </c:pt>
                <c:pt idx="284">
                  <c:v>0.85360000000000014</c:v>
                </c:pt>
                <c:pt idx="285">
                  <c:v>0.85409999999998831</c:v>
                </c:pt>
                <c:pt idx="286">
                  <c:v>0.85460000000000491</c:v>
                </c:pt>
                <c:pt idx="287">
                  <c:v>0.85509999999999309</c:v>
                </c:pt>
                <c:pt idx="288">
                  <c:v>0.85540000000000305</c:v>
                </c:pt>
                <c:pt idx="289">
                  <c:v>0.8557999999999879</c:v>
                </c:pt>
                <c:pt idx="290">
                  <c:v>0.85609999999999786</c:v>
                </c:pt>
                <c:pt idx="291">
                  <c:v>0.85650000000001114</c:v>
                </c:pt>
                <c:pt idx="292">
                  <c:v>0.856899999999996</c:v>
                </c:pt>
                <c:pt idx="293">
                  <c:v>0.85720000000000596</c:v>
                </c:pt>
                <c:pt idx="294">
                  <c:v>0.85749999999998749</c:v>
                </c:pt>
                <c:pt idx="295">
                  <c:v>0.85779999999999745</c:v>
                </c:pt>
                <c:pt idx="296">
                  <c:v>0.85800000000000409</c:v>
                </c:pt>
                <c:pt idx="297">
                  <c:v>0.85830000000001405</c:v>
                </c:pt>
                <c:pt idx="298">
                  <c:v>0.85849999999999227</c:v>
                </c:pt>
                <c:pt idx="299">
                  <c:v>0.85880000000000223</c:v>
                </c:pt>
                <c:pt idx="300">
                  <c:v>0.85910000000001219</c:v>
                </c:pt>
                <c:pt idx="301">
                  <c:v>0.8592999999999904</c:v>
                </c:pt>
                <c:pt idx="302">
                  <c:v>0.85949999999999704</c:v>
                </c:pt>
                <c:pt idx="303">
                  <c:v>0.85960000000000036</c:v>
                </c:pt>
                <c:pt idx="304">
                  <c:v>0.859800000000007</c:v>
                </c:pt>
                <c:pt idx="305">
                  <c:v>0.85990000000001032</c:v>
                </c:pt>
                <c:pt idx="306">
                  <c:v>0.86009999999998854</c:v>
                </c:pt>
                <c:pt idx="307">
                  <c:v>0.86029999999999518</c:v>
                </c:pt>
                <c:pt idx="308">
                  <c:v>0.86050000000000182</c:v>
                </c:pt>
                <c:pt idx="309">
                  <c:v>0.86060000000000514</c:v>
                </c:pt>
                <c:pt idx="310">
                  <c:v>0.86070000000000846</c:v>
                </c:pt>
                <c:pt idx="311">
                  <c:v>0.86080000000001178</c:v>
                </c:pt>
                <c:pt idx="312">
                  <c:v>0.8609000000000151</c:v>
                </c:pt>
                <c:pt idx="313">
                  <c:v>0.86109999999999332</c:v>
                </c:pt>
                <c:pt idx="314">
                  <c:v>0.86119999999999663</c:v>
                </c:pt>
                <c:pt idx="315">
                  <c:v>0.8609000000000151</c:v>
                </c:pt>
                <c:pt idx="316">
                  <c:v>0.86029999999999518</c:v>
                </c:pt>
                <c:pt idx="317">
                  <c:v>0.85939999999999372</c:v>
                </c:pt>
                <c:pt idx="318">
                  <c:v>0.85839999999998895</c:v>
                </c:pt>
                <c:pt idx="319">
                  <c:v>0.8574000000000126</c:v>
                </c:pt>
                <c:pt idx="320">
                  <c:v>0.85640000000000782</c:v>
                </c:pt>
                <c:pt idx="321">
                  <c:v>0.85540000000000305</c:v>
                </c:pt>
                <c:pt idx="322">
                  <c:v>0.85429999999999495</c:v>
                </c:pt>
                <c:pt idx="323">
                  <c:v>0.85320000000001528</c:v>
                </c:pt>
                <c:pt idx="324">
                  <c:v>0.85210000000000719</c:v>
                </c:pt>
                <c:pt idx="325">
                  <c:v>0.85099999999999909</c:v>
                </c:pt>
                <c:pt idx="326">
                  <c:v>0.84999999999999432</c:v>
                </c:pt>
                <c:pt idx="327">
                  <c:v>0.84899999999998954</c:v>
                </c:pt>
                <c:pt idx="328">
                  <c:v>0.84809999999998809</c:v>
                </c:pt>
                <c:pt idx="329">
                  <c:v>0.84710000000001173</c:v>
                </c:pt>
                <c:pt idx="330">
                  <c:v>0.84610000000000696</c:v>
                </c:pt>
                <c:pt idx="331">
                  <c:v>0.84510000000000218</c:v>
                </c:pt>
                <c:pt idx="332">
                  <c:v>0.84420000000000073</c:v>
                </c:pt>
                <c:pt idx="333">
                  <c:v>0.84329999999999927</c:v>
                </c:pt>
                <c:pt idx="334">
                  <c:v>0.84250000000000114</c:v>
                </c:pt>
                <c:pt idx="335">
                  <c:v>0.841700000000003</c:v>
                </c:pt>
                <c:pt idx="336">
                  <c:v>0.84100000000000819</c:v>
                </c:pt>
                <c:pt idx="337">
                  <c:v>0.84020000000001005</c:v>
                </c:pt>
                <c:pt idx="338">
                  <c:v>0.83940000000001191</c:v>
                </c:pt>
                <c:pt idx="339">
                  <c:v>0.83869999999998868</c:v>
                </c:pt>
                <c:pt idx="340">
                  <c:v>0.83809999999999718</c:v>
                </c:pt>
                <c:pt idx="341">
                  <c:v>0.83780000000001564</c:v>
                </c:pt>
                <c:pt idx="342">
                  <c:v>0.83770000000001232</c:v>
                </c:pt>
                <c:pt idx="343">
                  <c:v>0.83789999999999054</c:v>
                </c:pt>
                <c:pt idx="344">
                  <c:v>0.83809999999999718</c:v>
                </c:pt>
                <c:pt idx="345">
                  <c:v>0.83860000000001378</c:v>
                </c:pt>
                <c:pt idx="346">
                  <c:v>0.83910000000000196</c:v>
                </c:pt>
                <c:pt idx="347">
                  <c:v>0.83990000000000009</c:v>
                </c:pt>
                <c:pt idx="348">
                  <c:v>0.84069999999999823</c:v>
                </c:pt>
                <c:pt idx="349">
                  <c:v>0.84159999999999968</c:v>
                </c:pt>
                <c:pt idx="350">
                  <c:v>0.84260000000000446</c:v>
                </c:pt>
                <c:pt idx="351">
                  <c:v>0.84360000000000923</c:v>
                </c:pt>
                <c:pt idx="352">
                  <c:v>0.84460000000001401</c:v>
                </c:pt>
                <c:pt idx="353">
                  <c:v>0.84559999999999036</c:v>
                </c:pt>
                <c:pt idx="354">
                  <c:v>0.84669999999999845</c:v>
                </c:pt>
                <c:pt idx="355">
                  <c:v>0.84780000000000655</c:v>
                </c:pt>
                <c:pt idx="356">
                  <c:v>0.84890000000001464</c:v>
                </c:pt>
                <c:pt idx="357">
                  <c:v>0.84999999999999432</c:v>
                </c:pt>
                <c:pt idx="358">
                  <c:v>0.85099999999999909</c:v>
                </c:pt>
                <c:pt idx="359">
                  <c:v>0.85200000000000387</c:v>
                </c:pt>
                <c:pt idx="360">
                  <c:v>0.85290000000000532</c:v>
                </c:pt>
                <c:pt idx="361">
                  <c:v>0.85290000000000532</c:v>
                </c:pt>
                <c:pt idx="362">
                  <c:v>0.8539000000000101</c:v>
                </c:pt>
                <c:pt idx="363">
                  <c:v>0.85490000000001487</c:v>
                </c:pt>
                <c:pt idx="364">
                  <c:v>0.85589999999999122</c:v>
                </c:pt>
                <c:pt idx="365">
                  <c:v>0.85669999999998936</c:v>
                </c:pt>
                <c:pt idx="366">
                  <c:v>0.85759999999999081</c:v>
                </c:pt>
                <c:pt idx="367">
                  <c:v>0.85830000000001405</c:v>
                </c:pt>
                <c:pt idx="368">
                  <c:v>0.85910000000001219</c:v>
                </c:pt>
                <c:pt idx="369">
                  <c:v>0.859800000000007</c:v>
                </c:pt>
                <c:pt idx="370">
                  <c:v>0.86060000000000514</c:v>
                </c:pt>
                <c:pt idx="371">
                  <c:v>0.86129999999999995</c:v>
                </c:pt>
                <c:pt idx="372">
                  <c:v>0.86170000000001323</c:v>
                </c:pt>
                <c:pt idx="373">
                  <c:v>0.86199999999999477</c:v>
                </c:pt>
                <c:pt idx="374">
                  <c:v>0.86199999999999477</c:v>
                </c:pt>
                <c:pt idx="375">
                  <c:v>0.86189999999999145</c:v>
                </c:pt>
                <c:pt idx="376">
                  <c:v>0.86170000000001323</c:v>
                </c:pt>
                <c:pt idx="377">
                  <c:v>0.86140000000000327</c:v>
                </c:pt>
                <c:pt idx="378">
                  <c:v>0.86099999999999</c:v>
                </c:pt>
                <c:pt idx="379">
                  <c:v>0.86050000000000182</c:v>
                </c:pt>
                <c:pt idx="380">
                  <c:v>0.85990000000001032</c:v>
                </c:pt>
                <c:pt idx="381">
                  <c:v>0.85920000000001551</c:v>
                </c:pt>
                <c:pt idx="382">
                  <c:v>0.85849999999999227</c:v>
                </c:pt>
                <c:pt idx="383">
                  <c:v>0.85779999999999745</c:v>
                </c:pt>
                <c:pt idx="384">
                  <c:v>0.85710000000000264</c:v>
                </c:pt>
                <c:pt idx="385">
                  <c:v>0.85640000000000782</c:v>
                </c:pt>
                <c:pt idx="386">
                  <c:v>0.85560000000000969</c:v>
                </c:pt>
                <c:pt idx="387">
                  <c:v>0.85490000000001487</c:v>
                </c:pt>
                <c:pt idx="388">
                  <c:v>0.85409999999998831</c:v>
                </c:pt>
                <c:pt idx="389">
                  <c:v>0.85329999999999018</c:v>
                </c:pt>
                <c:pt idx="390">
                  <c:v>0.85259999999999536</c:v>
                </c:pt>
                <c:pt idx="391">
                  <c:v>0.85200000000000387</c:v>
                </c:pt>
                <c:pt idx="392">
                  <c:v>0.85130000000000905</c:v>
                </c:pt>
                <c:pt idx="393">
                  <c:v>0.85069999999998913</c:v>
                </c:pt>
                <c:pt idx="394">
                  <c:v>0.85009999999999764</c:v>
                </c:pt>
                <c:pt idx="395">
                  <c:v>0.84940000000000282</c:v>
                </c:pt>
                <c:pt idx="396">
                  <c:v>0.84880000000001132</c:v>
                </c:pt>
                <c:pt idx="397">
                  <c:v>0.84829999999999472</c:v>
                </c:pt>
                <c:pt idx="398">
                  <c:v>0.84780000000000655</c:v>
                </c:pt>
                <c:pt idx="399">
                  <c:v>0.84729999999998995</c:v>
                </c:pt>
                <c:pt idx="400">
                  <c:v>0.84690000000000509</c:v>
                </c:pt>
                <c:pt idx="401">
                  <c:v>0.84639999999998849</c:v>
                </c:pt>
                <c:pt idx="402">
                  <c:v>0.84600000000000364</c:v>
                </c:pt>
                <c:pt idx="403">
                  <c:v>0.84550000000001546</c:v>
                </c:pt>
                <c:pt idx="404">
                  <c:v>0.8452000000000055</c:v>
                </c:pt>
                <c:pt idx="405">
                  <c:v>0.84489999999999554</c:v>
                </c:pt>
                <c:pt idx="406">
                  <c:v>0.84460000000001401</c:v>
                </c:pt>
                <c:pt idx="407">
                  <c:v>0.84430000000000405</c:v>
                </c:pt>
                <c:pt idx="408">
                  <c:v>0.84399999999999409</c:v>
                </c:pt>
                <c:pt idx="409">
                  <c:v>0.84360000000000923</c:v>
                </c:pt>
                <c:pt idx="410">
                  <c:v>0.84340000000000259</c:v>
                </c:pt>
                <c:pt idx="411">
                  <c:v>0.84309999999999263</c:v>
                </c:pt>
                <c:pt idx="412">
                  <c:v>0.84290000000001442</c:v>
                </c:pt>
                <c:pt idx="413">
                  <c:v>0.8428000000000111</c:v>
                </c:pt>
                <c:pt idx="414">
                  <c:v>0.84260000000000446</c:v>
                </c:pt>
                <c:pt idx="415">
                  <c:v>0.84239999999999782</c:v>
                </c:pt>
                <c:pt idx="416">
                  <c:v>0.84219999999999118</c:v>
                </c:pt>
                <c:pt idx="417">
                  <c:v>0.84200000000001296</c:v>
                </c:pt>
                <c:pt idx="418">
                  <c:v>0.84180000000000632</c:v>
                </c:pt>
                <c:pt idx="419">
                  <c:v>0.841700000000003</c:v>
                </c:pt>
                <c:pt idx="420">
                  <c:v>0.84159999999999968</c:v>
                </c:pt>
                <c:pt idx="421">
                  <c:v>0.84149999999999636</c:v>
                </c:pt>
                <c:pt idx="422">
                  <c:v>0.84139999999999304</c:v>
                </c:pt>
                <c:pt idx="423">
                  <c:v>0.841700000000003</c:v>
                </c:pt>
                <c:pt idx="424">
                  <c:v>0.84219999999999118</c:v>
                </c:pt>
                <c:pt idx="425">
                  <c:v>0.84290000000001442</c:v>
                </c:pt>
                <c:pt idx="426">
                  <c:v>0.84360000000000923</c:v>
                </c:pt>
                <c:pt idx="427">
                  <c:v>0.84440000000000737</c:v>
                </c:pt>
                <c:pt idx="428">
                  <c:v>0.8452000000000055</c:v>
                </c:pt>
                <c:pt idx="429">
                  <c:v>0.84590000000000032</c:v>
                </c:pt>
                <c:pt idx="430">
                  <c:v>0.84659999999999513</c:v>
                </c:pt>
                <c:pt idx="431">
                  <c:v>0.84720000000001505</c:v>
                </c:pt>
                <c:pt idx="432">
                  <c:v>0.84790000000000987</c:v>
                </c:pt>
                <c:pt idx="433">
                  <c:v>0.84860000000000468</c:v>
                </c:pt>
                <c:pt idx="434">
                  <c:v>0.8492999999999995</c:v>
                </c:pt>
                <c:pt idx="435">
                  <c:v>0.84999999999999432</c:v>
                </c:pt>
                <c:pt idx="436">
                  <c:v>0.85060000000001423</c:v>
                </c:pt>
                <c:pt idx="437">
                  <c:v>0.85110000000000241</c:v>
                </c:pt>
                <c:pt idx="438">
                  <c:v>0.85159999999999059</c:v>
                </c:pt>
                <c:pt idx="439">
                  <c:v>0.8522000000000105</c:v>
                </c:pt>
                <c:pt idx="440">
                  <c:v>0.85269999999999868</c:v>
                </c:pt>
                <c:pt idx="441">
                  <c:v>0.85329999999999018</c:v>
                </c:pt>
                <c:pt idx="442">
                  <c:v>0.85380000000000678</c:v>
                </c:pt>
                <c:pt idx="443">
                  <c:v>0.85419999999999163</c:v>
                </c:pt>
                <c:pt idx="444">
                  <c:v>0.85460000000000491</c:v>
                </c:pt>
                <c:pt idx="445">
                  <c:v>0.85499999999998977</c:v>
                </c:pt>
                <c:pt idx="446">
                  <c:v>0.85540000000000305</c:v>
                </c:pt>
                <c:pt idx="447">
                  <c:v>0.8557999999999879</c:v>
                </c:pt>
                <c:pt idx="448">
                  <c:v>0.8563000000000045</c:v>
                </c:pt>
                <c:pt idx="449">
                  <c:v>0.85660000000001446</c:v>
                </c:pt>
                <c:pt idx="450">
                  <c:v>0.856899999999996</c:v>
                </c:pt>
                <c:pt idx="451">
                  <c:v>0.85720000000000596</c:v>
                </c:pt>
                <c:pt idx="452">
                  <c:v>0.85720000000000596</c:v>
                </c:pt>
                <c:pt idx="453">
                  <c:v>0.85749999999998749</c:v>
                </c:pt>
                <c:pt idx="454">
                  <c:v>0.85779999999999745</c:v>
                </c:pt>
                <c:pt idx="455">
                  <c:v>0.85810000000000741</c:v>
                </c:pt>
                <c:pt idx="456">
                  <c:v>0.85839999999998895</c:v>
                </c:pt>
                <c:pt idx="457">
                  <c:v>0.85869999999999891</c:v>
                </c:pt>
                <c:pt idx="458">
                  <c:v>0.85890000000000555</c:v>
                </c:pt>
                <c:pt idx="459">
                  <c:v>0.85900000000000887</c:v>
                </c:pt>
                <c:pt idx="460">
                  <c:v>0.85920000000001551</c:v>
                </c:pt>
                <c:pt idx="461">
                  <c:v>0.85939999999999372</c:v>
                </c:pt>
                <c:pt idx="462">
                  <c:v>0.85960000000000036</c:v>
                </c:pt>
                <c:pt idx="463">
                  <c:v>0.85990000000001032</c:v>
                </c:pt>
                <c:pt idx="464">
                  <c:v>0.86009999999998854</c:v>
                </c:pt>
                <c:pt idx="465">
                  <c:v>0.86019999999999186</c:v>
                </c:pt>
                <c:pt idx="466">
                  <c:v>0.86029999999999518</c:v>
                </c:pt>
                <c:pt idx="467">
                  <c:v>0.8603999999999985</c:v>
                </c:pt>
                <c:pt idx="468">
                  <c:v>0.86050000000000182</c:v>
                </c:pt>
                <c:pt idx="469">
                  <c:v>0.86070000000000846</c:v>
                </c:pt>
                <c:pt idx="470">
                  <c:v>0.8609000000000151</c:v>
                </c:pt>
                <c:pt idx="471">
                  <c:v>0.86099999999999</c:v>
                </c:pt>
                <c:pt idx="472">
                  <c:v>0.86109999999999332</c:v>
                </c:pt>
                <c:pt idx="473">
                  <c:v>0.86109999999999332</c:v>
                </c:pt>
                <c:pt idx="474">
                  <c:v>0.86070000000000846</c:v>
                </c:pt>
                <c:pt idx="475">
                  <c:v>0.86000000000001364</c:v>
                </c:pt>
                <c:pt idx="476">
                  <c:v>0.85920000000001551</c:v>
                </c:pt>
                <c:pt idx="477">
                  <c:v>0.85830000000001405</c:v>
                </c:pt>
                <c:pt idx="478">
                  <c:v>0.85730000000000928</c:v>
                </c:pt>
                <c:pt idx="479">
                  <c:v>0.85620000000000118</c:v>
                </c:pt>
                <c:pt idx="480">
                  <c:v>0.85509999999999309</c:v>
                </c:pt>
                <c:pt idx="481">
                  <c:v>0.85400000000001342</c:v>
                </c:pt>
                <c:pt idx="482">
                  <c:v>0.85300000000000864</c:v>
                </c:pt>
                <c:pt idx="483">
                  <c:v>0.85190000000000055</c:v>
                </c:pt>
                <c:pt idx="484">
                  <c:v>0.85089999999999577</c:v>
                </c:pt>
                <c:pt idx="485">
                  <c:v>0.849899999999991</c:v>
                </c:pt>
                <c:pt idx="486">
                  <c:v>0.84880000000001132</c:v>
                </c:pt>
                <c:pt idx="487">
                  <c:v>0.84780000000000655</c:v>
                </c:pt>
                <c:pt idx="488">
                  <c:v>0.84680000000000177</c:v>
                </c:pt>
                <c:pt idx="489">
                  <c:v>0.84590000000000032</c:v>
                </c:pt>
                <c:pt idx="490">
                  <c:v>0.84499999999999886</c:v>
                </c:pt>
                <c:pt idx="491">
                  <c:v>0.84409999999999741</c:v>
                </c:pt>
                <c:pt idx="492">
                  <c:v>0.84319999999999595</c:v>
                </c:pt>
                <c:pt idx="493">
                  <c:v>0.8422999999999945</c:v>
                </c:pt>
                <c:pt idx="494">
                  <c:v>0.84149999999999636</c:v>
                </c:pt>
                <c:pt idx="495">
                  <c:v>0.84069999999999823</c:v>
                </c:pt>
                <c:pt idx="496">
                  <c:v>0.84000000000000341</c:v>
                </c:pt>
                <c:pt idx="497">
                  <c:v>0.83930000000000859</c:v>
                </c:pt>
                <c:pt idx="498">
                  <c:v>0.83860000000001378</c:v>
                </c:pt>
                <c:pt idx="499">
                  <c:v>0.83809999999999718</c:v>
                </c:pt>
                <c:pt idx="500">
                  <c:v>0.83770000000001232</c:v>
                </c:pt>
                <c:pt idx="501">
                  <c:v>0.83770000000001232</c:v>
                </c:pt>
                <c:pt idx="502">
                  <c:v>0.83780000000001564</c:v>
                </c:pt>
                <c:pt idx="503">
                  <c:v>0.8382000000000005</c:v>
                </c:pt>
                <c:pt idx="504">
                  <c:v>0.83869999999998868</c:v>
                </c:pt>
                <c:pt idx="505">
                  <c:v>0.83930000000000859</c:v>
                </c:pt>
                <c:pt idx="506">
                  <c:v>0.84010000000000673</c:v>
                </c:pt>
                <c:pt idx="507">
                  <c:v>0.84080000000000155</c:v>
                </c:pt>
                <c:pt idx="508">
                  <c:v>0.841700000000003</c:v>
                </c:pt>
                <c:pt idx="509">
                  <c:v>0.84270000000000778</c:v>
                </c:pt>
                <c:pt idx="510">
                  <c:v>0.84370000000001255</c:v>
                </c:pt>
                <c:pt idx="511">
                  <c:v>0.84479999999999222</c:v>
                </c:pt>
                <c:pt idx="512">
                  <c:v>0.84590000000000032</c:v>
                </c:pt>
                <c:pt idx="513">
                  <c:v>0.84690000000000509</c:v>
                </c:pt>
                <c:pt idx="514">
                  <c:v>0.84800000000001319</c:v>
                </c:pt>
                <c:pt idx="515">
                  <c:v>0.84899999999998954</c:v>
                </c:pt>
                <c:pt idx="516">
                  <c:v>0.85009999999999764</c:v>
                </c:pt>
                <c:pt idx="517">
                  <c:v>0.85120000000000573</c:v>
                </c:pt>
                <c:pt idx="518">
                  <c:v>0.8522000000000105</c:v>
                </c:pt>
                <c:pt idx="519">
                  <c:v>0.85320000000001528</c:v>
                </c:pt>
                <c:pt idx="520">
                  <c:v>0.85419999999999163</c:v>
                </c:pt>
                <c:pt idx="521">
                  <c:v>0.85509999999999309</c:v>
                </c:pt>
                <c:pt idx="522">
                  <c:v>0.85589999999999122</c:v>
                </c:pt>
                <c:pt idx="523">
                  <c:v>0.85679999999999268</c:v>
                </c:pt>
                <c:pt idx="524">
                  <c:v>0.85769999999999413</c:v>
                </c:pt>
                <c:pt idx="525">
                  <c:v>0.85849999999999227</c:v>
                </c:pt>
                <c:pt idx="526">
                  <c:v>0.8592999999999904</c:v>
                </c:pt>
                <c:pt idx="527">
                  <c:v>0.86000000000001364</c:v>
                </c:pt>
                <c:pt idx="528">
                  <c:v>0.86070000000000846</c:v>
                </c:pt>
                <c:pt idx="529">
                  <c:v>0.86129999999999995</c:v>
                </c:pt>
                <c:pt idx="530">
                  <c:v>0.86170000000001323</c:v>
                </c:pt>
                <c:pt idx="531">
                  <c:v>0.86199999999999477</c:v>
                </c:pt>
                <c:pt idx="532">
                  <c:v>0.86209999999999809</c:v>
                </c:pt>
              </c:numCache>
            </c:numRef>
          </c:yVal>
          <c:smooth val="1"/>
          <c:extLst>
            <c:ext xmlns:c16="http://schemas.microsoft.com/office/drawing/2014/chart" uri="{C3380CC4-5D6E-409C-BE32-E72D297353CC}">
              <c16:uniqueId val="{00000005-6C3C-446B-A6D3-7B3EBAB7A07E}"/>
            </c:ext>
          </c:extLst>
        </c:ser>
        <c:ser>
          <c:idx val="6"/>
          <c:order val="6"/>
          <c:tx>
            <c:strRef>
              <c:f>N50000_VV_TEMPS_oc5l2_50000!$BV$1</c:f>
              <c:strCache>
                <c:ptCount val="1"/>
                <c:pt idx="0">
                  <c:v>CGI_CMR_2.400</c:v>
                </c:pt>
              </c:strCache>
            </c:strRef>
          </c:tx>
          <c:spPr>
            <a:ln w="19050" cap="rnd">
              <a:solidFill>
                <a:schemeClr val="accent1">
                  <a:lumMod val="60000"/>
                </a:schemeClr>
              </a:solidFill>
              <a:round/>
            </a:ln>
            <a:effectLst/>
          </c:spPr>
          <c:marker>
            <c:symbol val="circle"/>
            <c:size val="5"/>
            <c:spPr>
              <a:solidFill>
                <a:schemeClr val="accent1">
                  <a:lumMod val="60000"/>
                </a:schemeClr>
              </a:solidFill>
              <a:ln w="9525">
                <a:solidFill>
                  <a:schemeClr val="accent1">
                    <a:lumMod val="60000"/>
                  </a:schemeClr>
                </a:solidFill>
              </a:ln>
              <a:effectLst/>
            </c:spPr>
          </c:marker>
          <c:xVal>
            <c:numRef>
              <c:f>N50000_VV_TEMPS_oc5l2_50000!$BA$2:$BA$536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N50000_VV_TEMPS_oc5l2_50000!$BV$2:$BV$536</c:f>
              <c:numCache>
                <c:formatCode>General</c:formatCode>
                <c:ptCount val="533"/>
                <c:pt idx="0">
                  <c:v>0</c:v>
                </c:pt>
                <c:pt idx="1">
                  <c:v>-0.76609999999999445</c:v>
                </c:pt>
                <c:pt idx="2">
                  <c:v>-0.14169999999998595</c:v>
                </c:pt>
                <c:pt idx="3">
                  <c:v>0.70570000000000732</c:v>
                </c:pt>
                <c:pt idx="4">
                  <c:v>1.1758000000000095</c:v>
                </c:pt>
                <c:pt idx="5">
                  <c:v>1.3982000000000028</c:v>
                </c:pt>
                <c:pt idx="6">
                  <c:v>1.5064000000000135</c:v>
                </c:pt>
                <c:pt idx="7">
                  <c:v>1.5673999999999921</c:v>
                </c:pt>
                <c:pt idx="8">
                  <c:v>1.605700000000013</c:v>
                </c:pt>
                <c:pt idx="9">
                  <c:v>1.6265999999999963</c:v>
                </c:pt>
                <c:pt idx="10">
                  <c:v>1.6343999999999994</c:v>
                </c:pt>
                <c:pt idx="11">
                  <c:v>1.6326999999999998</c:v>
                </c:pt>
                <c:pt idx="12">
                  <c:v>1.6322000000000116</c:v>
                </c:pt>
                <c:pt idx="13">
                  <c:v>1.6325999999999965</c:v>
                </c:pt>
                <c:pt idx="14">
                  <c:v>1.6413000000000011</c:v>
                </c:pt>
                <c:pt idx="15">
                  <c:v>1.6535000000000082</c:v>
                </c:pt>
                <c:pt idx="16">
                  <c:v>1.6606999999999914</c:v>
                </c:pt>
                <c:pt idx="17">
                  <c:v>1.660899999999998</c:v>
                </c:pt>
                <c:pt idx="18">
                  <c:v>1.6544000000000096</c:v>
                </c:pt>
                <c:pt idx="19">
                  <c:v>1.6508000000000038</c:v>
                </c:pt>
                <c:pt idx="20">
                  <c:v>1.6487999999999943</c:v>
                </c:pt>
                <c:pt idx="21">
                  <c:v>1.6555999999999926</c:v>
                </c:pt>
                <c:pt idx="22">
                  <c:v>1.6662000000000035</c:v>
                </c:pt>
                <c:pt idx="23">
                  <c:v>1.671999999999997</c:v>
                </c:pt>
                <c:pt idx="24">
                  <c:v>1.6709999999999923</c:v>
                </c:pt>
                <c:pt idx="25">
                  <c:v>1.6634999999999991</c:v>
                </c:pt>
                <c:pt idx="26">
                  <c:v>1.6589999999999918</c:v>
                </c:pt>
                <c:pt idx="27">
                  <c:v>1.6564999999999941</c:v>
                </c:pt>
                <c:pt idx="28">
                  <c:v>1.6630000000000109</c:v>
                </c:pt>
                <c:pt idx="29">
                  <c:v>1.6733000000000118</c:v>
                </c:pt>
                <c:pt idx="30">
                  <c:v>1.6788999999999987</c:v>
                </c:pt>
                <c:pt idx="31">
                  <c:v>1.6775000000000091</c:v>
                </c:pt>
                <c:pt idx="32">
                  <c:v>1.6696000000000026</c:v>
                </c:pt>
                <c:pt idx="33">
                  <c:v>1.6648000000000138</c:v>
                </c:pt>
                <c:pt idx="34">
                  <c:v>1.6616999999999962</c:v>
                </c:pt>
                <c:pt idx="35">
                  <c:v>1.6676999999999964</c:v>
                </c:pt>
                <c:pt idx="36">
                  <c:v>1.6777000000000157</c:v>
                </c:pt>
                <c:pt idx="37">
                  <c:v>1.6829000000000178</c:v>
                </c:pt>
                <c:pt idx="38">
                  <c:v>1.6812999999999931</c:v>
                </c:pt>
                <c:pt idx="39">
                  <c:v>1.6732000000000085</c:v>
                </c:pt>
                <c:pt idx="40">
                  <c:v>1.6681000000000097</c:v>
                </c:pt>
                <c:pt idx="41">
                  <c:v>1.6648000000000138</c:v>
                </c:pt>
                <c:pt idx="42">
                  <c:v>1.6706000000000074</c:v>
                </c:pt>
                <c:pt idx="43">
                  <c:v>1.680499999999995</c:v>
                </c:pt>
                <c:pt idx="44">
                  <c:v>1.6854999999999905</c:v>
                </c:pt>
                <c:pt idx="45">
                  <c:v>1.683700000000016</c:v>
                </c:pt>
                <c:pt idx="46">
                  <c:v>1.6753999999999962</c:v>
                </c:pt>
                <c:pt idx="47">
                  <c:v>1.6700999999999908</c:v>
                </c:pt>
                <c:pt idx="48">
                  <c:v>1.6666999999999916</c:v>
                </c:pt>
                <c:pt idx="49">
                  <c:v>1.6724000000000103</c:v>
                </c:pt>
                <c:pt idx="50">
                  <c:v>1.6821999999999946</c:v>
                </c:pt>
                <c:pt idx="51">
                  <c:v>1.6871000000000151</c:v>
                </c:pt>
                <c:pt idx="52">
                  <c:v>1.6853000000000122</c:v>
                </c:pt>
                <c:pt idx="53">
                  <c:v>1.6768000000000143</c:v>
                </c:pt>
                <c:pt idx="54">
                  <c:v>1.6714000000000055</c:v>
                </c:pt>
                <c:pt idx="55">
                  <c:v>1.667900000000003</c:v>
                </c:pt>
                <c:pt idx="56">
                  <c:v>1.67349999999999</c:v>
                </c:pt>
                <c:pt idx="57">
                  <c:v>1.6828000000000145</c:v>
                </c:pt>
                <c:pt idx="58">
                  <c:v>1.6872999999999934</c:v>
                </c:pt>
                <c:pt idx="59">
                  <c:v>1.6850000000000023</c:v>
                </c:pt>
                <c:pt idx="60">
                  <c:v>1.676400000000001</c:v>
                </c:pt>
                <c:pt idx="61">
                  <c:v>1.6708000000000141</c:v>
                </c:pt>
                <c:pt idx="62">
                  <c:v>1.6671000000000049</c:v>
                </c:pt>
                <c:pt idx="63">
                  <c:v>1.6724000000000103</c:v>
                </c:pt>
                <c:pt idx="64">
                  <c:v>1.6818000000000097</c:v>
                </c:pt>
                <c:pt idx="65">
                  <c:v>1.6863999999999919</c:v>
                </c:pt>
                <c:pt idx="66">
                  <c:v>1.6842000000000041</c:v>
                </c:pt>
                <c:pt idx="67">
                  <c:v>1.6756000000000029</c:v>
                </c:pt>
                <c:pt idx="68">
                  <c:v>1.6700000000000159</c:v>
                </c:pt>
                <c:pt idx="69">
                  <c:v>1.6663000000000068</c:v>
                </c:pt>
                <c:pt idx="70">
                  <c:v>1.6716000000000122</c:v>
                </c:pt>
                <c:pt idx="71">
                  <c:v>1.6809000000000083</c:v>
                </c:pt>
                <c:pt idx="72">
                  <c:v>1.6854999999999905</c:v>
                </c:pt>
                <c:pt idx="73">
                  <c:v>1.683400000000006</c:v>
                </c:pt>
                <c:pt idx="74">
                  <c:v>1.6748000000000047</c:v>
                </c:pt>
                <c:pt idx="75">
                  <c:v>1.6692000000000178</c:v>
                </c:pt>
                <c:pt idx="76">
                  <c:v>1.6655000000000086</c:v>
                </c:pt>
                <c:pt idx="77">
                  <c:v>1.6709000000000174</c:v>
                </c:pt>
                <c:pt idx="78">
                  <c:v>1.6802000000000135</c:v>
                </c:pt>
                <c:pt idx="79">
                  <c:v>1.684899999999999</c:v>
                </c:pt>
                <c:pt idx="80">
                  <c:v>1.6827000000000112</c:v>
                </c:pt>
                <c:pt idx="81">
                  <c:v>1.6742000000000132</c:v>
                </c:pt>
                <c:pt idx="82">
                  <c:v>1.6687000000000012</c:v>
                </c:pt>
                <c:pt idx="83">
                  <c:v>1.664999999999992</c:v>
                </c:pt>
                <c:pt idx="84">
                  <c:v>1.6702999999999975</c:v>
                </c:pt>
                <c:pt idx="85">
                  <c:v>1.6796999999999969</c:v>
                </c:pt>
                <c:pt idx="86">
                  <c:v>1.6844000000000108</c:v>
                </c:pt>
                <c:pt idx="87">
                  <c:v>1.6822999999999979</c:v>
                </c:pt>
                <c:pt idx="88">
                  <c:v>1.6738</c:v>
                </c:pt>
                <c:pt idx="89">
                  <c:v>1.6683000000000163</c:v>
                </c:pt>
                <c:pt idx="90">
                  <c:v>1.6646000000000072</c:v>
                </c:pt>
                <c:pt idx="91">
                  <c:v>1.6700000000000159</c:v>
                </c:pt>
                <c:pt idx="92">
                  <c:v>1.6794000000000153</c:v>
                </c:pt>
                <c:pt idx="93">
                  <c:v>1.6841000000000008</c:v>
                </c:pt>
                <c:pt idx="94">
                  <c:v>1.6820000000000164</c:v>
                </c:pt>
                <c:pt idx="95">
                  <c:v>1.67349999999999</c:v>
                </c:pt>
                <c:pt idx="96">
                  <c:v>1.6680000000000064</c:v>
                </c:pt>
                <c:pt idx="97">
                  <c:v>1.6644000000000005</c:v>
                </c:pt>
                <c:pt idx="98">
                  <c:v>1.6698000000000093</c:v>
                </c:pt>
                <c:pt idx="99">
                  <c:v>1.6792000000000087</c:v>
                </c:pt>
                <c:pt idx="100">
                  <c:v>1.6838999999999942</c:v>
                </c:pt>
                <c:pt idx="101">
                  <c:v>1.6818000000000097</c:v>
                </c:pt>
                <c:pt idx="102">
                  <c:v>1.6733000000000118</c:v>
                </c:pt>
                <c:pt idx="103">
                  <c:v>1.6677999999999997</c:v>
                </c:pt>
                <c:pt idx="104">
                  <c:v>1.6641999999999939</c:v>
                </c:pt>
                <c:pt idx="105">
                  <c:v>1.6696000000000026</c:v>
                </c:pt>
                <c:pt idx="106">
                  <c:v>1.6791000000000054</c:v>
                </c:pt>
                <c:pt idx="107">
                  <c:v>1.6853000000000122</c:v>
                </c:pt>
                <c:pt idx="108">
                  <c:v>1.6902000000000044</c:v>
                </c:pt>
                <c:pt idx="109">
                  <c:v>1.6854999999999905</c:v>
                </c:pt>
                <c:pt idx="110">
                  <c:v>1.6818000000000097</c:v>
                </c:pt>
                <c:pt idx="111">
                  <c:v>1.679000000000002</c:v>
                </c:pt>
                <c:pt idx="112">
                  <c:v>1.6859000000000037</c:v>
                </c:pt>
                <c:pt idx="113">
                  <c:v>1.697100000000006</c:v>
                </c:pt>
                <c:pt idx="114">
                  <c:v>1.7027999999999963</c:v>
                </c:pt>
                <c:pt idx="115">
                  <c:v>1.7007000000000119</c:v>
                </c:pt>
                <c:pt idx="116">
                  <c:v>1.6912000000000091</c:v>
                </c:pt>
                <c:pt idx="117">
                  <c:v>1.6851000000000056</c:v>
                </c:pt>
                <c:pt idx="118">
                  <c:v>1.6811000000000149</c:v>
                </c:pt>
                <c:pt idx="119">
                  <c:v>1.6875</c:v>
                </c:pt>
                <c:pt idx="120">
                  <c:v>1.6983999999999924</c:v>
                </c:pt>
                <c:pt idx="121">
                  <c:v>1.7039000000000044</c:v>
                </c:pt>
                <c:pt idx="122">
                  <c:v>1.7017000000000166</c:v>
                </c:pt>
                <c:pt idx="123">
                  <c:v>1.6921000000000106</c:v>
                </c:pt>
                <c:pt idx="124">
                  <c:v>1.686000000000007</c:v>
                </c:pt>
                <c:pt idx="125">
                  <c:v>1.6820000000000164</c:v>
                </c:pt>
                <c:pt idx="126">
                  <c:v>1.6882999999999981</c:v>
                </c:pt>
                <c:pt idx="127">
                  <c:v>1.6991999999999905</c:v>
                </c:pt>
                <c:pt idx="128">
                  <c:v>1.7047000000000025</c:v>
                </c:pt>
                <c:pt idx="129">
                  <c:v>1.7025000000000148</c:v>
                </c:pt>
                <c:pt idx="130">
                  <c:v>1.6928000000000054</c:v>
                </c:pt>
                <c:pt idx="131">
                  <c:v>1.6867000000000019</c:v>
                </c:pt>
                <c:pt idx="132">
                  <c:v>1.6826000000000079</c:v>
                </c:pt>
                <c:pt idx="133">
                  <c:v>1.688999999999993</c:v>
                </c:pt>
                <c:pt idx="134">
                  <c:v>1.6999000000000137</c:v>
                </c:pt>
                <c:pt idx="135">
                  <c:v>1.7053999999999974</c:v>
                </c:pt>
                <c:pt idx="136">
                  <c:v>1.7031000000000063</c:v>
                </c:pt>
                <c:pt idx="137">
                  <c:v>1.6933999999999969</c:v>
                </c:pt>
                <c:pt idx="138">
                  <c:v>1.6872999999999934</c:v>
                </c:pt>
                <c:pt idx="139">
                  <c:v>1.6831999999999994</c:v>
                </c:pt>
                <c:pt idx="140">
                  <c:v>1.6895000000000095</c:v>
                </c:pt>
                <c:pt idx="141">
                  <c:v>1.7004000000000019</c:v>
                </c:pt>
                <c:pt idx="142">
                  <c:v>1.705900000000014</c:v>
                </c:pt>
                <c:pt idx="143">
                  <c:v>1.7036999999999978</c:v>
                </c:pt>
                <c:pt idx="144">
                  <c:v>1.6939000000000135</c:v>
                </c:pt>
                <c:pt idx="145">
                  <c:v>1.6877000000000066</c:v>
                </c:pt>
                <c:pt idx="146">
                  <c:v>1.6836000000000126</c:v>
                </c:pt>
                <c:pt idx="147">
                  <c:v>1.6899999999999977</c:v>
                </c:pt>
                <c:pt idx="148">
                  <c:v>1.7008999999999901</c:v>
                </c:pt>
                <c:pt idx="149">
                  <c:v>1.7064000000000021</c:v>
                </c:pt>
                <c:pt idx="150">
                  <c:v>1.7041000000000111</c:v>
                </c:pt>
                <c:pt idx="151">
                  <c:v>1.6942999999999984</c:v>
                </c:pt>
                <c:pt idx="152">
                  <c:v>1.6880999999999915</c:v>
                </c:pt>
                <c:pt idx="153">
                  <c:v>1.6839999999999975</c:v>
                </c:pt>
                <c:pt idx="154">
                  <c:v>1.6903000000000077</c:v>
                </c:pt>
                <c:pt idx="155">
                  <c:v>1.7013000000000034</c:v>
                </c:pt>
                <c:pt idx="156">
                  <c:v>1.7068000000000154</c:v>
                </c:pt>
                <c:pt idx="157">
                  <c:v>1.7034999999999911</c:v>
                </c:pt>
                <c:pt idx="158">
                  <c:v>1.6851000000000056</c:v>
                </c:pt>
                <c:pt idx="159">
                  <c:v>1.6742000000000132</c:v>
                </c:pt>
                <c:pt idx="160">
                  <c:v>1.6711999999999989</c:v>
                </c:pt>
                <c:pt idx="161">
                  <c:v>1.6820000000000164</c:v>
                </c:pt>
                <c:pt idx="162">
                  <c:v>1.6862000000000137</c:v>
                </c:pt>
                <c:pt idx="163">
                  <c:v>1.6838999999999942</c:v>
                </c:pt>
                <c:pt idx="164">
                  <c:v>1.6751000000000147</c:v>
                </c:pt>
                <c:pt idx="165">
                  <c:v>1.669399999999996</c:v>
                </c:pt>
                <c:pt idx="166">
                  <c:v>1.665600000000012</c:v>
                </c:pt>
                <c:pt idx="167">
                  <c:v>1.6709000000000174</c:v>
                </c:pt>
                <c:pt idx="168">
                  <c:v>1.6801000000000101</c:v>
                </c:pt>
                <c:pt idx="169">
                  <c:v>1.6846999999999923</c:v>
                </c:pt>
                <c:pt idx="170">
                  <c:v>1.6825000000000045</c:v>
                </c:pt>
                <c:pt idx="171">
                  <c:v>1.6738</c:v>
                </c:pt>
                <c:pt idx="172">
                  <c:v>1.668200000000013</c:v>
                </c:pt>
                <c:pt idx="173">
                  <c:v>1.6645000000000039</c:v>
                </c:pt>
                <c:pt idx="174">
                  <c:v>1.6698000000000093</c:v>
                </c:pt>
                <c:pt idx="175">
                  <c:v>1.679000000000002</c:v>
                </c:pt>
                <c:pt idx="176">
                  <c:v>1.6836000000000126</c:v>
                </c:pt>
                <c:pt idx="177">
                  <c:v>1.6813999999999965</c:v>
                </c:pt>
                <c:pt idx="178">
                  <c:v>1.6727999999999952</c:v>
                </c:pt>
                <c:pt idx="179">
                  <c:v>1.6673000000000116</c:v>
                </c:pt>
                <c:pt idx="180">
                  <c:v>1.6636000000000024</c:v>
                </c:pt>
                <c:pt idx="181">
                  <c:v>1.6689000000000078</c:v>
                </c:pt>
                <c:pt idx="182">
                  <c:v>1.6782000000000039</c:v>
                </c:pt>
                <c:pt idx="183">
                  <c:v>1.683099999999996</c:v>
                </c:pt>
                <c:pt idx="184">
                  <c:v>1.6813999999999965</c:v>
                </c:pt>
                <c:pt idx="185">
                  <c:v>1.6732000000000085</c:v>
                </c:pt>
                <c:pt idx="186">
                  <c:v>1.667900000000003</c:v>
                </c:pt>
                <c:pt idx="187">
                  <c:v>1.6645000000000039</c:v>
                </c:pt>
                <c:pt idx="188">
                  <c:v>1.6700999999999908</c:v>
                </c:pt>
                <c:pt idx="189">
                  <c:v>1.6798000000000002</c:v>
                </c:pt>
                <c:pt idx="190">
                  <c:v>1.6846999999999923</c:v>
                </c:pt>
                <c:pt idx="191">
                  <c:v>1.6829000000000178</c:v>
                </c:pt>
                <c:pt idx="192">
                  <c:v>1.6744999999999948</c:v>
                </c:pt>
                <c:pt idx="193">
                  <c:v>1.6692000000000178</c:v>
                </c:pt>
                <c:pt idx="194">
                  <c:v>1.6657000000000153</c:v>
                </c:pt>
                <c:pt idx="195">
                  <c:v>1.6714000000000055</c:v>
                </c:pt>
                <c:pt idx="196">
                  <c:v>1.6811000000000149</c:v>
                </c:pt>
                <c:pt idx="197">
                  <c:v>1.6861000000000104</c:v>
                </c:pt>
                <c:pt idx="198">
                  <c:v>1.6842000000000041</c:v>
                </c:pt>
                <c:pt idx="199">
                  <c:v>1.6758000000000095</c:v>
                </c:pt>
                <c:pt idx="200">
                  <c:v>1.6704000000000008</c:v>
                </c:pt>
                <c:pt idx="201">
                  <c:v>1.6668999999999983</c:v>
                </c:pt>
                <c:pt idx="202">
                  <c:v>1.672600000000017</c:v>
                </c:pt>
                <c:pt idx="203">
                  <c:v>1.6822999999999979</c:v>
                </c:pt>
                <c:pt idx="204">
                  <c:v>1.68719999999999</c:v>
                </c:pt>
                <c:pt idx="205">
                  <c:v>1.6853000000000122</c:v>
                </c:pt>
                <c:pt idx="206">
                  <c:v>1.6768000000000143</c:v>
                </c:pt>
                <c:pt idx="207">
                  <c:v>1.6714000000000055</c:v>
                </c:pt>
                <c:pt idx="208">
                  <c:v>1.667900000000003</c:v>
                </c:pt>
                <c:pt idx="209">
                  <c:v>1.67349999999999</c:v>
                </c:pt>
                <c:pt idx="210">
                  <c:v>1.6831999999999994</c:v>
                </c:pt>
                <c:pt idx="211">
                  <c:v>1.6880999999999915</c:v>
                </c:pt>
                <c:pt idx="212">
                  <c:v>1.6861000000000104</c:v>
                </c:pt>
                <c:pt idx="213">
                  <c:v>1.6775000000000091</c:v>
                </c:pt>
                <c:pt idx="214">
                  <c:v>1.6717000000000155</c:v>
                </c:pt>
                <c:pt idx="215">
                  <c:v>1.6677999999999997</c:v>
                </c:pt>
                <c:pt idx="216">
                  <c:v>1.6731000000000051</c:v>
                </c:pt>
                <c:pt idx="217">
                  <c:v>1.6824000000000012</c:v>
                </c:pt>
                <c:pt idx="218">
                  <c:v>1.6870000000000118</c:v>
                </c:pt>
                <c:pt idx="219">
                  <c:v>1.684899999999999</c:v>
                </c:pt>
                <c:pt idx="220">
                  <c:v>1.6761999999999944</c:v>
                </c:pt>
                <c:pt idx="221">
                  <c:v>1.6706000000000074</c:v>
                </c:pt>
                <c:pt idx="222">
                  <c:v>1.6668999999999983</c:v>
                </c:pt>
                <c:pt idx="223">
                  <c:v>1.6722000000000037</c:v>
                </c:pt>
                <c:pt idx="224">
                  <c:v>1.6814999999999998</c:v>
                </c:pt>
                <c:pt idx="225">
                  <c:v>1.6861000000000104</c:v>
                </c:pt>
                <c:pt idx="226">
                  <c:v>1.6838999999999942</c:v>
                </c:pt>
                <c:pt idx="227">
                  <c:v>1.6752999999999929</c:v>
                </c:pt>
                <c:pt idx="228">
                  <c:v>1.669700000000006</c:v>
                </c:pt>
                <c:pt idx="229">
                  <c:v>1.6659999999999968</c:v>
                </c:pt>
                <c:pt idx="230">
                  <c:v>1.6713000000000022</c:v>
                </c:pt>
                <c:pt idx="231">
                  <c:v>1.6807000000000016</c:v>
                </c:pt>
                <c:pt idx="232">
                  <c:v>1.6853000000000122</c:v>
                </c:pt>
                <c:pt idx="233">
                  <c:v>1.683099999999996</c:v>
                </c:pt>
                <c:pt idx="234">
                  <c:v>1.6744999999999948</c:v>
                </c:pt>
                <c:pt idx="235">
                  <c:v>1.6690000000000111</c:v>
                </c:pt>
                <c:pt idx="236">
                  <c:v>1.665300000000002</c:v>
                </c:pt>
                <c:pt idx="237">
                  <c:v>1.6706000000000074</c:v>
                </c:pt>
                <c:pt idx="238">
                  <c:v>1.6800000000000068</c:v>
                </c:pt>
                <c:pt idx="239">
                  <c:v>1.6846999999999923</c:v>
                </c:pt>
                <c:pt idx="240">
                  <c:v>1.6825000000000045</c:v>
                </c:pt>
                <c:pt idx="241">
                  <c:v>1.6740000000000066</c:v>
                </c:pt>
                <c:pt idx="242">
                  <c:v>1.6684999999999945</c:v>
                </c:pt>
                <c:pt idx="243">
                  <c:v>1.6648000000000138</c:v>
                </c:pt>
                <c:pt idx="244">
                  <c:v>1.6701999999999941</c:v>
                </c:pt>
                <c:pt idx="245">
                  <c:v>1.6795999999999935</c:v>
                </c:pt>
                <c:pt idx="246">
                  <c:v>1.6842000000000041</c:v>
                </c:pt>
                <c:pt idx="247">
                  <c:v>1.6821999999999946</c:v>
                </c:pt>
                <c:pt idx="248">
                  <c:v>1.6735999999999933</c:v>
                </c:pt>
                <c:pt idx="249">
                  <c:v>1.6681000000000097</c:v>
                </c:pt>
                <c:pt idx="250">
                  <c:v>1.6645000000000039</c:v>
                </c:pt>
                <c:pt idx="251">
                  <c:v>1.6699000000000126</c:v>
                </c:pt>
                <c:pt idx="252">
                  <c:v>1.679300000000012</c:v>
                </c:pt>
                <c:pt idx="253">
                  <c:v>1.6839999999999975</c:v>
                </c:pt>
                <c:pt idx="254">
                  <c:v>1.6819000000000131</c:v>
                </c:pt>
                <c:pt idx="255">
                  <c:v>1.6734000000000151</c:v>
                </c:pt>
                <c:pt idx="256">
                  <c:v>1.667900000000003</c:v>
                </c:pt>
                <c:pt idx="257">
                  <c:v>1.6642999999999972</c:v>
                </c:pt>
                <c:pt idx="258">
                  <c:v>1.669700000000006</c:v>
                </c:pt>
                <c:pt idx="259">
                  <c:v>1.6791000000000054</c:v>
                </c:pt>
                <c:pt idx="260">
                  <c:v>1.6837999999999909</c:v>
                </c:pt>
                <c:pt idx="261">
                  <c:v>1.6818000000000097</c:v>
                </c:pt>
                <c:pt idx="262">
                  <c:v>1.6733000000000118</c:v>
                </c:pt>
                <c:pt idx="263">
                  <c:v>1.6677999999999997</c:v>
                </c:pt>
                <c:pt idx="264">
                  <c:v>1.6657999999999902</c:v>
                </c:pt>
                <c:pt idx="265">
                  <c:v>1.6769000000000176</c:v>
                </c:pt>
                <c:pt idx="266">
                  <c:v>1.6922000000000139</c:v>
                </c:pt>
                <c:pt idx="267">
                  <c:v>1.700099999999992</c:v>
                </c:pt>
                <c:pt idx="268">
                  <c:v>1.6991000000000156</c:v>
                </c:pt>
                <c:pt idx="269">
                  <c:v>1.690100000000001</c:v>
                </c:pt>
                <c:pt idx="270">
                  <c:v>1.6843000000000075</c:v>
                </c:pt>
                <c:pt idx="271">
                  <c:v>1.680499999999995</c:v>
                </c:pt>
                <c:pt idx="272">
                  <c:v>1.6869000000000085</c:v>
                </c:pt>
                <c:pt idx="273">
                  <c:v>1.6978000000000009</c:v>
                </c:pt>
                <c:pt idx="274">
                  <c:v>1.7034000000000162</c:v>
                </c:pt>
                <c:pt idx="275">
                  <c:v>1.7012</c:v>
                </c:pt>
                <c:pt idx="276">
                  <c:v>1.691599999999994</c:v>
                </c:pt>
                <c:pt idx="277">
                  <c:v>1.6854999999999905</c:v>
                </c:pt>
                <c:pt idx="278">
                  <c:v>1.6814999999999998</c:v>
                </c:pt>
                <c:pt idx="279">
                  <c:v>1.6879000000000133</c:v>
                </c:pt>
                <c:pt idx="280">
                  <c:v>1.6988000000000056</c:v>
                </c:pt>
                <c:pt idx="281">
                  <c:v>1.7043000000000177</c:v>
                </c:pt>
                <c:pt idx="282">
                  <c:v>1.7021000000000015</c:v>
                </c:pt>
                <c:pt idx="283">
                  <c:v>1.6924999999999955</c:v>
                </c:pt>
                <c:pt idx="284">
                  <c:v>1.686300000000017</c:v>
                </c:pt>
                <c:pt idx="285">
                  <c:v>1.6822999999999979</c:v>
                </c:pt>
                <c:pt idx="286">
                  <c:v>1.6886000000000081</c:v>
                </c:pt>
                <c:pt idx="287">
                  <c:v>1.6995000000000005</c:v>
                </c:pt>
                <c:pt idx="288">
                  <c:v>1.7050000000000125</c:v>
                </c:pt>
                <c:pt idx="289">
                  <c:v>1.7027999999999963</c:v>
                </c:pt>
                <c:pt idx="290">
                  <c:v>1.6931000000000154</c:v>
                </c:pt>
                <c:pt idx="291">
                  <c:v>1.6870000000000118</c:v>
                </c:pt>
                <c:pt idx="292">
                  <c:v>1.6829000000000178</c:v>
                </c:pt>
                <c:pt idx="293">
                  <c:v>1.6891999999999996</c:v>
                </c:pt>
                <c:pt idx="294">
                  <c:v>1.7001999999999953</c:v>
                </c:pt>
                <c:pt idx="295">
                  <c:v>1.705600000000004</c:v>
                </c:pt>
                <c:pt idx="296">
                  <c:v>1.7034000000000162</c:v>
                </c:pt>
                <c:pt idx="297">
                  <c:v>1.6937000000000069</c:v>
                </c:pt>
                <c:pt idx="298">
                  <c:v>1.6875</c:v>
                </c:pt>
                <c:pt idx="299">
                  <c:v>1.683400000000006</c:v>
                </c:pt>
                <c:pt idx="300">
                  <c:v>1.6897000000000162</c:v>
                </c:pt>
                <c:pt idx="301">
                  <c:v>1.7007000000000119</c:v>
                </c:pt>
                <c:pt idx="302">
                  <c:v>1.7060999999999922</c:v>
                </c:pt>
                <c:pt idx="303">
                  <c:v>1.7039000000000044</c:v>
                </c:pt>
                <c:pt idx="304">
                  <c:v>1.6940999999999917</c:v>
                </c:pt>
                <c:pt idx="305">
                  <c:v>1.6879000000000133</c:v>
                </c:pt>
                <c:pt idx="306">
                  <c:v>1.6837999999999909</c:v>
                </c:pt>
                <c:pt idx="307">
                  <c:v>1.690100000000001</c:v>
                </c:pt>
                <c:pt idx="308">
                  <c:v>1.7010999999999967</c:v>
                </c:pt>
                <c:pt idx="309">
                  <c:v>1.7066000000000088</c:v>
                </c:pt>
                <c:pt idx="310">
                  <c:v>1.7043000000000177</c:v>
                </c:pt>
                <c:pt idx="311">
                  <c:v>1.694500000000005</c:v>
                </c:pt>
                <c:pt idx="312">
                  <c:v>1.6882999999999981</c:v>
                </c:pt>
                <c:pt idx="313">
                  <c:v>1.6842000000000041</c:v>
                </c:pt>
                <c:pt idx="314">
                  <c:v>1.6891999999999996</c:v>
                </c:pt>
                <c:pt idx="315">
                  <c:v>1.6921000000000106</c:v>
                </c:pt>
                <c:pt idx="316">
                  <c:v>1.691599999999994</c:v>
                </c:pt>
                <c:pt idx="317">
                  <c:v>1.6868000000000052</c:v>
                </c:pt>
                <c:pt idx="318">
                  <c:v>1.676700000000011</c:v>
                </c:pt>
                <c:pt idx="319">
                  <c:v>1.6705000000000041</c:v>
                </c:pt>
                <c:pt idx="320">
                  <c:v>1.6664000000000101</c:v>
                </c:pt>
                <c:pt idx="321">
                  <c:v>1.6715000000000089</c:v>
                </c:pt>
                <c:pt idx="322">
                  <c:v>1.6807000000000016</c:v>
                </c:pt>
                <c:pt idx="323">
                  <c:v>1.6852000000000089</c:v>
                </c:pt>
                <c:pt idx="324">
                  <c:v>1.6829999999999927</c:v>
                </c:pt>
                <c:pt idx="325">
                  <c:v>1.6743000000000166</c:v>
                </c:pt>
                <c:pt idx="326">
                  <c:v>1.6687000000000012</c:v>
                </c:pt>
                <c:pt idx="327">
                  <c:v>1.6649000000000171</c:v>
                </c:pt>
                <c:pt idx="328">
                  <c:v>1.6701999999999941</c:v>
                </c:pt>
                <c:pt idx="329">
                  <c:v>1.6794999999999902</c:v>
                </c:pt>
                <c:pt idx="330">
                  <c:v>1.6839999999999975</c:v>
                </c:pt>
                <c:pt idx="331">
                  <c:v>1.6818000000000097</c:v>
                </c:pt>
                <c:pt idx="332">
                  <c:v>1.6732000000000085</c:v>
                </c:pt>
                <c:pt idx="333">
                  <c:v>1.6675999999999931</c:v>
                </c:pt>
                <c:pt idx="334">
                  <c:v>1.6639000000000124</c:v>
                </c:pt>
                <c:pt idx="335">
                  <c:v>1.6692000000000178</c:v>
                </c:pt>
                <c:pt idx="336">
                  <c:v>1.6785000000000139</c:v>
                </c:pt>
                <c:pt idx="337">
                  <c:v>1.683099999999996</c:v>
                </c:pt>
                <c:pt idx="338">
                  <c:v>1.6810000000000116</c:v>
                </c:pt>
                <c:pt idx="339">
                  <c:v>1.6724000000000103</c:v>
                </c:pt>
                <c:pt idx="340">
                  <c:v>1.6672000000000082</c:v>
                </c:pt>
                <c:pt idx="341">
                  <c:v>1.6639000000000124</c:v>
                </c:pt>
                <c:pt idx="342">
                  <c:v>1.6696000000000026</c:v>
                </c:pt>
                <c:pt idx="343">
                  <c:v>1.679300000000012</c:v>
                </c:pt>
                <c:pt idx="344">
                  <c:v>1.6842000000000041</c:v>
                </c:pt>
                <c:pt idx="345">
                  <c:v>1.6822999999999979</c:v>
                </c:pt>
                <c:pt idx="346">
                  <c:v>1.6740000000000066</c:v>
                </c:pt>
                <c:pt idx="347">
                  <c:v>1.6687000000000012</c:v>
                </c:pt>
                <c:pt idx="348">
                  <c:v>1.6651999999999987</c:v>
                </c:pt>
                <c:pt idx="349">
                  <c:v>1.6709000000000174</c:v>
                </c:pt>
                <c:pt idx="350">
                  <c:v>1.6805999999999983</c:v>
                </c:pt>
                <c:pt idx="351">
                  <c:v>1.6854999999999905</c:v>
                </c:pt>
                <c:pt idx="352">
                  <c:v>1.683700000000016</c:v>
                </c:pt>
                <c:pt idx="353">
                  <c:v>1.6752999999999929</c:v>
                </c:pt>
                <c:pt idx="354">
                  <c:v>1.6700000000000159</c:v>
                </c:pt>
                <c:pt idx="355">
                  <c:v>1.6665000000000134</c:v>
                </c:pt>
                <c:pt idx="356">
                  <c:v>1.6721000000000004</c:v>
                </c:pt>
                <c:pt idx="357">
                  <c:v>1.6819000000000131</c:v>
                </c:pt>
                <c:pt idx="358">
                  <c:v>1.6868000000000052</c:v>
                </c:pt>
                <c:pt idx="359">
                  <c:v>1.684899999999999</c:v>
                </c:pt>
                <c:pt idx="360">
                  <c:v>1.6765000000000043</c:v>
                </c:pt>
                <c:pt idx="361">
                  <c:v>1.6765000000000043</c:v>
                </c:pt>
                <c:pt idx="362">
                  <c:v>1.6710999999999956</c:v>
                </c:pt>
                <c:pt idx="363">
                  <c:v>1.6674999999999898</c:v>
                </c:pt>
                <c:pt idx="364">
                  <c:v>1.6732000000000085</c:v>
                </c:pt>
                <c:pt idx="365">
                  <c:v>1.6829000000000178</c:v>
                </c:pt>
                <c:pt idx="366">
                  <c:v>1.68780000000001</c:v>
                </c:pt>
                <c:pt idx="367">
                  <c:v>1.6858000000000004</c:v>
                </c:pt>
                <c:pt idx="368">
                  <c:v>1.6773000000000025</c:v>
                </c:pt>
                <c:pt idx="369">
                  <c:v>1.6718999999999937</c:v>
                </c:pt>
                <c:pt idx="370">
                  <c:v>1.6683000000000163</c:v>
                </c:pt>
                <c:pt idx="371">
                  <c:v>1.6738</c:v>
                </c:pt>
                <c:pt idx="372">
                  <c:v>1.6829999999999927</c:v>
                </c:pt>
                <c:pt idx="373">
                  <c:v>1.6875</c:v>
                </c:pt>
                <c:pt idx="374">
                  <c:v>1.6853000000000122</c:v>
                </c:pt>
                <c:pt idx="375">
                  <c:v>1.6766000000000076</c:v>
                </c:pt>
                <c:pt idx="376">
                  <c:v>1.6709999999999923</c:v>
                </c:pt>
                <c:pt idx="377">
                  <c:v>1.6672000000000082</c:v>
                </c:pt>
                <c:pt idx="378">
                  <c:v>1.672600000000017</c:v>
                </c:pt>
                <c:pt idx="379">
                  <c:v>1.6819000000000131</c:v>
                </c:pt>
                <c:pt idx="380">
                  <c:v>1.6864999999999952</c:v>
                </c:pt>
                <c:pt idx="381">
                  <c:v>1.6843000000000075</c:v>
                </c:pt>
                <c:pt idx="382">
                  <c:v>1.6757000000000062</c:v>
                </c:pt>
                <c:pt idx="383">
                  <c:v>1.6700999999999908</c:v>
                </c:pt>
                <c:pt idx="384">
                  <c:v>1.6663000000000068</c:v>
                </c:pt>
                <c:pt idx="385">
                  <c:v>1.6717000000000155</c:v>
                </c:pt>
                <c:pt idx="386">
                  <c:v>1.6810000000000116</c:v>
                </c:pt>
                <c:pt idx="387">
                  <c:v>1.6855999999999938</c:v>
                </c:pt>
                <c:pt idx="388">
                  <c:v>1.683400000000006</c:v>
                </c:pt>
                <c:pt idx="389">
                  <c:v>1.6748000000000047</c:v>
                </c:pt>
                <c:pt idx="390">
                  <c:v>1.6692999999999927</c:v>
                </c:pt>
                <c:pt idx="391">
                  <c:v>1.6655000000000086</c:v>
                </c:pt>
                <c:pt idx="392">
                  <c:v>1.6709000000000174</c:v>
                </c:pt>
                <c:pt idx="393">
                  <c:v>1.6803000000000168</c:v>
                </c:pt>
                <c:pt idx="394">
                  <c:v>1.684899999999999</c:v>
                </c:pt>
                <c:pt idx="395">
                  <c:v>1.6828000000000145</c:v>
                </c:pt>
                <c:pt idx="396">
                  <c:v>1.6742000000000132</c:v>
                </c:pt>
                <c:pt idx="397">
                  <c:v>1.6687000000000012</c:v>
                </c:pt>
                <c:pt idx="398">
                  <c:v>1.664999999999992</c:v>
                </c:pt>
                <c:pt idx="399">
                  <c:v>1.6704000000000008</c:v>
                </c:pt>
                <c:pt idx="400">
                  <c:v>1.6796999999999969</c:v>
                </c:pt>
                <c:pt idx="401">
                  <c:v>1.6844000000000108</c:v>
                </c:pt>
                <c:pt idx="402">
                  <c:v>1.6822999999999979</c:v>
                </c:pt>
                <c:pt idx="403">
                  <c:v>1.6738</c:v>
                </c:pt>
                <c:pt idx="404">
                  <c:v>1.6683000000000163</c:v>
                </c:pt>
                <c:pt idx="405">
                  <c:v>1.6646000000000072</c:v>
                </c:pt>
                <c:pt idx="406">
                  <c:v>1.6700000000000159</c:v>
                </c:pt>
                <c:pt idx="407">
                  <c:v>1.6794000000000153</c:v>
                </c:pt>
                <c:pt idx="408">
                  <c:v>1.6841000000000008</c:v>
                </c:pt>
                <c:pt idx="409">
                  <c:v>1.6820000000000164</c:v>
                </c:pt>
                <c:pt idx="410">
                  <c:v>1.67349999999999</c:v>
                </c:pt>
                <c:pt idx="411">
                  <c:v>1.6680000000000064</c:v>
                </c:pt>
                <c:pt idx="412">
                  <c:v>1.6644000000000005</c:v>
                </c:pt>
                <c:pt idx="413">
                  <c:v>1.6698000000000093</c:v>
                </c:pt>
                <c:pt idx="414">
                  <c:v>1.6792000000000087</c:v>
                </c:pt>
                <c:pt idx="415">
                  <c:v>1.6838999999999942</c:v>
                </c:pt>
                <c:pt idx="416">
                  <c:v>1.6818000000000097</c:v>
                </c:pt>
                <c:pt idx="417">
                  <c:v>1.6733000000000118</c:v>
                </c:pt>
                <c:pt idx="418">
                  <c:v>1.6677999999999997</c:v>
                </c:pt>
                <c:pt idx="419">
                  <c:v>1.6641999999999939</c:v>
                </c:pt>
                <c:pt idx="420">
                  <c:v>1.6696000000000026</c:v>
                </c:pt>
                <c:pt idx="421">
                  <c:v>1.6791000000000054</c:v>
                </c:pt>
                <c:pt idx="422">
                  <c:v>1.68780000000001</c:v>
                </c:pt>
                <c:pt idx="423">
                  <c:v>1.6918000000000006</c:v>
                </c:pt>
                <c:pt idx="424">
                  <c:v>1.686300000000017</c:v>
                </c:pt>
                <c:pt idx="425">
                  <c:v>1.6822999999999979</c:v>
                </c:pt>
                <c:pt idx="426">
                  <c:v>1.679300000000012</c:v>
                </c:pt>
                <c:pt idx="427">
                  <c:v>1.6861000000000104</c:v>
                </c:pt>
                <c:pt idx="428">
                  <c:v>1.6972000000000094</c:v>
                </c:pt>
                <c:pt idx="429">
                  <c:v>1.7028999999999996</c:v>
                </c:pt>
                <c:pt idx="430">
                  <c:v>1.7007000000000119</c:v>
                </c:pt>
                <c:pt idx="431">
                  <c:v>1.6912000000000091</c:v>
                </c:pt>
                <c:pt idx="432">
                  <c:v>1.6851000000000056</c:v>
                </c:pt>
                <c:pt idx="433">
                  <c:v>1.6811999999999898</c:v>
                </c:pt>
                <c:pt idx="434">
                  <c:v>1.6875</c:v>
                </c:pt>
                <c:pt idx="435">
                  <c:v>1.6983999999999924</c:v>
                </c:pt>
                <c:pt idx="436">
                  <c:v>1.7039000000000044</c:v>
                </c:pt>
                <c:pt idx="437">
                  <c:v>1.7017000000000166</c:v>
                </c:pt>
                <c:pt idx="438">
                  <c:v>1.6921000000000106</c:v>
                </c:pt>
                <c:pt idx="439">
                  <c:v>1.686000000000007</c:v>
                </c:pt>
                <c:pt idx="440">
                  <c:v>1.6820000000000164</c:v>
                </c:pt>
                <c:pt idx="441">
                  <c:v>1.6882999999999981</c:v>
                </c:pt>
                <c:pt idx="442">
                  <c:v>1.6992999999999938</c:v>
                </c:pt>
                <c:pt idx="443">
                  <c:v>1.7048000000000059</c:v>
                </c:pt>
                <c:pt idx="444">
                  <c:v>1.7025000000000148</c:v>
                </c:pt>
                <c:pt idx="445">
                  <c:v>1.6929000000000087</c:v>
                </c:pt>
                <c:pt idx="446">
                  <c:v>1.6867000000000019</c:v>
                </c:pt>
                <c:pt idx="447">
                  <c:v>1.6827000000000112</c:v>
                </c:pt>
                <c:pt idx="448">
                  <c:v>1.688999999999993</c:v>
                </c:pt>
                <c:pt idx="449">
                  <c:v>1.6999000000000137</c:v>
                </c:pt>
                <c:pt idx="450">
                  <c:v>1.7053999999999974</c:v>
                </c:pt>
                <c:pt idx="451">
                  <c:v>1.7032000000000096</c:v>
                </c:pt>
                <c:pt idx="452">
                  <c:v>1.7032000000000096</c:v>
                </c:pt>
                <c:pt idx="453">
                  <c:v>1.6935000000000002</c:v>
                </c:pt>
                <c:pt idx="454">
                  <c:v>1.6872999999999934</c:v>
                </c:pt>
                <c:pt idx="455">
                  <c:v>1.6831999999999994</c:v>
                </c:pt>
                <c:pt idx="456">
                  <c:v>1.6895000000000095</c:v>
                </c:pt>
                <c:pt idx="457">
                  <c:v>1.7005000000000052</c:v>
                </c:pt>
                <c:pt idx="458">
                  <c:v>1.705900000000014</c:v>
                </c:pt>
                <c:pt idx="459">
                  <c:v>1.7036999999999978</c:v>
                </c:pt>
                <c:pt idx="460">
                  <c:v>1.6940000000000168</c:v>
                </c:pt>
                <c:pt idx="461">
                  <c:v>1.6877000000000066</c:v>
                </c:pt>
                <c:pt idx="462">
                  <c:v>1.6836000000000126</c:v>
                </c:pt>
                <c:pt idx="463">
                  <c:v>1.6899999999999977</c:v>
                </c:pt>
                <c:pt idx="464">
                  <c:v>1.7008999999999901</c:v>
                </c:pt>
                <c:pt idx="465">
                  <c:v>1.7064000000000021</c:v>
                </c:pt>
                <c:pt idx="466">
                  <c:v>1.7041000000000111</c:v>
                </c:pt>
                <c:pt idx="467">
                  <c:v>1.6944000000000017</c:v>
                </c:pt>
                <c:pt idx="468">
                  <c:v>1.6880999999999915</c:v>
                </c:pt>
                <c:pt idx="469">
                  <c:v>1.6839999999999975</c:v>
                </c:pt>
                <c:pt idx="470">
                  <c:v>1.690400000000011</c:v>
                </c:pt>
                <c:pt idx="471">
                  <c:v>1.7013000000000034</c:v>
                </c:pt>
                <c:pt idx="472">
                  <c:v>1.7068000000000154</c:v>
                </c:pt>
                <c:pt idx="473">
                  <c:v>1.7008999999999901</c:v>
                </c:pt>
                <c:pt idx="474">
                  <c:v>1.6836000000000126</c:v>
                </c:pt>
                <c:pt idx="475">
                  <c:v>1.6735999999999933</c:v>
                </c:pt>
                <c:pt idx="476">
                  <c:v>1.669700000000006</c:v>
                </c:pt>
                <c:pt idx="477">
                  <c:v>1.677899999999994</c:v>
                </c:pt>
                <c:pt idx="478">
                  <c:v>1.6872999999999934</c:v>
                </c:pt>
                <c:pt idx="479">
                  <c:v>1.6833000000000027</c:v>
                </c:pt>
                <c:pt idx="480">
                  <c:v>1.6748000000000047</c:v>
                </c:pt>
                <c:pt idx="481">
                  <c:v>1.6692999999999927</c:v>
                </c:pt>
                <c:pt idx="482">
                  <c:v>1.6655000000000086</c:v>
                </c:pt>
                <c:pt idx="483">
                  <c:v>1.6708000000000141</c:v>
                </c:pt>
                <c:pt idx="484">
                  <c:v>1.6801000000000101</c:v>
                </c:pt>
                <c:pt idx="485">
                  <c:v>1.6846000000000174</c:v>
                </c:pt>
                <c:pt idx="486">
                  <c:v>1.6824000000000012</c:v>
                </c:pt>
                <c:pt idx="487">
                  <c:v>1.6738</c:v>
                </c:pt>
                <c:pt idx="488">
                  <c:v>1.668200000000013</c:v>
                </c:pt>
                <c:pt idx="489">
                  <c:v>1.6644000000000005</c:v>
                </c:pt>
                <c:pt idx="490">
                  <c:v>1.669700000000006</c:v>
                </c:pt>
                <c:pt idx="491">
                  <c:v>1.679000000000002</c:v>
                </c:pt>
                <c:pt idx="492">
                  <c:v>1.6836000000000126</c:v>
                </c:pt>
                <c:pt idx="493">
                  <c:v>1.6813999999999965</c:v>
                </c:pt>
                <c:pt idx="494">
                  <c:v>1.6727999999999952</c:v>
                </c:pt>
                <c:pt idx="495">
                  <c:v>1.6673000000000116</c:v>
                </c:pt>
                <c:pt idx="496">
                  <c:v>1.6636000000000024</c:v>
                </c:pt>
                <c:pt idx="497">
                  <c:v>1.6689000000000078</c:v>
                </c:pt>
                <c:pt idx="498">
                  <c:v>1.6782000000000039</c:v>
                </c:pt>
                <c:pt idx="499">
                  <c:v>1.6831999999999994</c:v>
                </c:pt>
                <c:pt idx="500">
                  <c:v>1.6814999999999998</c:v>
                </c:pt>
                <c:pt idx="501">
                  <c:v>1.6733000000000118</c:v>
                </c:pt>
                <c:pt idx="502">
                  <c:v>1.6680000000000064</c:v>
                </c:pt>
                <c:pt idx="503">
                  <c:v>1.6645000000000039</c:v>
                </c:pt>
                <c:pt idx="504">
                  <c:v>1.6701999999999941</c:v>
                </c:pt>
                <c:pt idx="505">
                  <c:v>1.6799000000000035</c:v>
                </c:pt>
                <c:pt idx="506">
                  <c:v>1.6847999999999956</c:v>
                </c:pt>
                <c:pt idx="507">
                  <c:v>1.6829000000000178</c:v>
                </c:pt>
                <c:pt idx="508">
                  <c:v>1.6745999999999981</c:v>
                </c:pt>
                <c:pt idx="509">
                  <c:v>1.6692999999999927</c:v>
                </c:pt>
                <c:pt idx="510">
                  <c:v>1.6657999999999902</c:v>
                </c:pt>
                <c:pt idx="511">
                  <c:v>1.6715000000000089</c:v>
                </c:pt>
                <c:pt idx="512">
                  <c:v>1.6811999999999898</c:v>
                </c:pt>
                <c:pt idx="513">
                  <c:v>1.6861000000000104</c:v>
                </c:pt>
                <c:pt idx="514">
                  <c:v>1.6843000000000075</c:v>
                </c:pt>
                <c:pt idx="515">
                  <c:v>1.6759000000000128</c:v>
                </c:pt>
                <c:pt idx="516">
                  <c:v>1.6705000000000041</c:v>
                </c:pt>
                <c:pt idx="517">
                  <c:v>1.6670000000000016</c:v>
                </c:pt>
                <c:pt idx="518">
                  <c:v>1.6726999999999919</c:v>
                </c:pt>
                <c:pt idx="519">
                  <c:v>1.6824000000000012</c:v>
                </c:pt>
                <c:pt idx="520">
                  <c:v>1.6872999999999934</c:v>
                </c:pt>
                <c:pt idx="521">
                  <c:v>1.6854000000000156</c:v>
                </c:pt>
                <c:pt idx="522">
                  <c:v>1.6769000000000176</c:v>
                </c:pt>
                <c:pt idx="523">
                  <c:v>1.6715000000000089</c:v>
                </c:pt>
                <c:pt idx="524">
                  <c:v>1.667900000000003</c:v>
                </c:pt>
                <c:pt idx="525">
                  <c:v>1.6735999999999933</c:v>
                </c:pt>
                <c:pt idx="526">
                  <c:v>1.6831999999999994</c:v>
                </c:pt>
                <c:pt idx="527">
                  <c:v>1.6880999999999915</c:v>
                </c:pt>
                <c:pt idx="528">
                  <c:v>1.6862000000000137</c:v>
                </c:pt>
                <c:pt idx="529">
                  <c:v>1.6774000000000058</c:v>
                </c:pt>
                <c:pt idx="530">
                  <c:v>1.6716000000000122</c:v>
                </c:pt>
                <c:pt idx="531">
                  <c:v>1.6677999999999997</c:v>
                </c:pt>
                <c:pt idx="532">
                  <c:v>1.6731000000000051</c:v>
                </c:pt>
              </c:numCache>
            </c:numRef>
          </c:yVal>
          <c:smooth val="1"/>
          <c:extLst>
            <c:ext xmlns:c16="http://schemas.microsoft.com/office/drawing/2014/chart" uri="{C3380CC4-5D6E-409C-BE32-E72D297353CC}">
              <c16:uniqueId val="{00000006-6C3C-446B-A6D3-7B3EBAB7A07E}"/>
            </c:ext>
          </c:extLst>
        </c:ser>
        <c:ser>
          <c:idx val="7"/>
          <c:order val="7"/>
          <c:tx>
            <c:strRef>
              <c:f>N50000_VV_TEMPS_oc5l2_50000!$BW$1</c:f>
              <c:strCache>
                <c:ptCount val="1"/>
                <c:pt idx="0">
                  <c:v>CGI_CMR_2.500</c:v>
                </c:pt>
              </c:strCache>
            </c:strRef>
          </c:tx>
          <c:spPr>
            <a:ln w="19050" cap="rnd">
              <a:solidFill>
                <a:schemeClr val="accent2">
                  <a:lumMod val="60000"/>
                </a:schemeClr>
              </a:solidFill>
              <a:round/>
            </a:ln>
            <a:effectLst/>
          </c:spPr>
          <c:marker>
            <c:symbol val="circle"/>
            <c:size val="5"/>
            <c:spPr>
              <a:solidFill>
                <a:schemeClr val="accent2">
                  <a:lumMod val="60000"/>
                </a:schemeClr>
              </a:solidFill>
              <a:ln w="9525">
                <a:solidFill>
                  <a:schemeClr val="accent2">
                    <a:lumMod val="60000"/>
                  </a:schemeClr>
                </a:solidFill>
              </a:ln>
              <a:effectLst/>
            </c:spPr>
          </c:marker>
          <c:xVal>
            <c:numRef>
              <c:f>N50000_VV_TEMPS_oc5l2_50000!$BA$2:$BA$536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N50000_VV_TEMPS_oc5l2_50000!$BW$2:$BW$536</c:f>
              <c:numCache>
                <c:formatCode>General</c:formatCode>
                <c:ptCount val="533"/>
                <c:pt idx="0">
                  <c:v>0</c:v>
                </c:pt>
                <c:pt idx="1">
                  <c:v>-0.77660000000000196</c:v>
                </c:pt>
                <c:pt idx="2">
                  <c:v>-0.22989999999998645</c:v>
                </c:pt>
                <c:pt idx="3">
                  <c:v>0.62460000000001514</c:v>
                </c:pt>
                <c:pt idx="4">
                  <c:v>1.1310000000000002</c:v>
                </c:pt>
                <c:pt idx="5">
                  <c:v>1.3798999999999921</c:v>
                </c:pt>
                <c:pt idx="6">
                  <c:v>1.5032999999999959</c:v>
                </c:pt>
                <c:pt idx="7">
                  <c:v>1.5652000000000044</c:v>
                </c:pt>
                <c:pt idx="8">
                  <c:v>1.595799999999997</c:v>
                </c:pt>
                <c:pt idx="9">
                  <c:v>1.6110000000000184</c:v>
                </c:pt>
                <c:pt idx="10">
                  <c:v>1.6189999999999998</c:v>
                </c:pt>
                <c:pt idx="11">
                  <c:v>1.6259000000000015</c:v>
                </c:pt>
                <c:pt idx="12">
                  <c:v>1.6332999999999913</c:v>
                </c:pt>
                <c:pt idx="13">
                  <c:v>1.6402999999999963</c:v>
                </c:pt>
                <c:pt idx="14">
                  <c:v>1.6453999999999951</c:v>
                </c:pt>
                <c:pt idx="15">
                  <c:v>1.6477000000000146</c:v>
                </c:pt>
                <c:pt idx="16">
                  <c:v>1.6480999999999995</c:v>
                </c:pt>
                <c:pt idx="17">
                  <c:v>1.6478000000000179</c:v>
                </c:pt>
                <c:pt idx="18">
                  <c:v>1.6496999999999957</c:v>
                </c:pt>
                <c:pt idx="19">
                  <c:v>1.6536000000000115</c:v>
                </c:pt>
                <c:pt idx="20">
                  <c:v>1.6580000000000155</c:v>
                </c:pt>
                <c:pt idx="21">
                  <c:v>1.6611000000000047</c:v>
                </c:pt>
                <c:pt idx="22">
                  <c:v>1.6615999999999929</c:v>
                </c:pt>
                <c:pt idx="23">
                  <c:v>1.6605000000000132</c:v>
                </c:pt>
                <c:pt idx="24">
                  <c:v>1.6589000000000169</c:v>
                </c:pt>
                <c:pt idx="25">
                  <c:v>1.6595000000000084</c:v>
                </c:pt>
                <c:pt idx="26">
                  <c:v>1.6624999999999943</c:v>
                </c:pt>
                <c:pt idx="27">
                  <c:v>1.6665000000000134</c:v>
                </c:pt>
                <c:pt idx="28">
                  <c:v>1.6691000000000145</c:v>
                </c:pt>
                <c:pt idx="29">
                  <c:v>1.6692000000000178</c:v>
                </c:pt>
                <c:pt idx="30">
                  <c:v>1.6676999999999964</c:v>
                </c:pt>
                <c:pt idx="31">
                  <c:v>1.6657000000000153</c:v>
                </c:pt>
                <c:pt idx="32">
                  <c:v>1.6661000000000001</c:v>
                </c:pt>
                <c:pt idx="33">
                  <c:v>1.6687000000000012</c:v>
                </c:pt>
                <c:pt idx="34">
                  <c:v>1.6721000000000004</c:v>
                </c:pt>
                <c:pt idx="35">
                  <c:v>1.6742000000000132</c:v>
                </c:pt>
                <c:pt idx="36">
                  <c:v>1.6739000000000033</c:v>
                </c:pt>
                <c:pt idx="37">
                  <c:v>1.671999999999997</c:v>
                </c:pt>
                <c:pt idx="38">
                  <c:v>1.669700000000006</c:v>
                </c:pt>
                <c:pt idx="39">
                  <c:v>1.6698000000000093</c:v>
                </c:pt>
                <c:pt idx="40">
                  <c:v>1.672300000000007</c:v>
                </c:pt>
                <c:pt idx="41">
                  <c:v>1.6753999999999962</c:v>
                </c:pt>
                <c:pt idx="42">
                  <c:v>1.6773000000000025</c:v>
                </c:pt>
                <c:pt idx="43">
                  <c:v>1.6768000000000143</c:v>
                </c:pt>
                <c:pt idx="44">
                  <c:v>1.6747000000000014</c:v>
                </c:pt>
                <c:pt idx="45">
                  <c:v>1.672300000000007</c:v>
                </c:pt>
                <c:pt idx="46">
                  <c:v>1.6722000000000037</c:v>
                </c:pt>
                <c:pt idx="47">
                  <c:v>1.6744999999999948</c:v>
                </c:pt>
                <c:pt idx="48">
                  <c:v>1.6775000000000091</c:v>
                </c:pt>
                <c:pt idx="49">
                  <c:v>1.679300000000012</c:v>
                </c:pt>
                <c:pt idx="50">
                  <c:v>1.6786000000000172</c:v>
                </c:pt>
                <c:pt idx="51">
                  <c:v>1.6765000000000043</c:v>
                </c:pt>
                <c:pt idx="52">
                  <c:v>1.6739000000000033</c:v>
                </c:pt>
                <c:pt idx="53">
                  <c:v>1.6736999999999966</c:v>
                </c:pt>
                <c:pt idx="54">
                  <c:v>1.6759000000000128</c:v>
                </c:pt>
                <c:pt idx="55">
                  <c:v>1.6787999999999954</c:v>
                </c:pt>
                <c:pt idx="56">
                  <c:v>1.680499999999995</c:v>
                </c:pt>
                <c:pt idx="57">
                  <c:v>1.6794000000000153</c:v>
                </c:pt>
                <c:pt idx="58">
                  <c:v>1.6768000000000143</c:v>
                </c:pt>
                <c:pt idx="59">
                  <c:v>1.6738</c:v>
                </c:pt>
                <c:pt idx="60">
                  <c:v>1.6734000000000151</c:v>
                </c:pt>
                <c:pt idx="61">
                  <c:v>1.6752999999999929</c:v>
                </c:pt>
                <c:pt idx="62">
                  <c:v>1.677899999999994</c:v>
                </c:pt>
                <c:pt idx="63">
                  <c:v>1.679300000000012</c:v>
                </c:pt>
                <c:pt idx="64">
                  <c:v>1.6784000000000106</c:v>
                </c:pt>
                <c:pt idx="65">
                  <c:v>1.6759000000000128</c:v>
                </c:pt>
                <c:pt idx="66">
                  <c:v>1.6730000000000018</c:v>
                </c:pt>
                <c:pt idx="67">
                  <c:v>1.672600000000017</c:v>
                </c:pt>
                <c:pt idx="68">
                  <c:v>1.6744999999999948</c:v>
                </c:pt>
                <c:pt idx="69">
                  <c:v>1.6769999999999925</c:v>
                </c:pt>
                <c:pt idx="70">
                  <c:v>1.6785000000000139</c:v>
                </c:pt>
                <c:pt idx="71">
                  <c:v>1.6775000000000091</c:v>
                </c:pt>
                <c:pt idx="72">
                  <c:v>1.6750000000000114</c:v>
                </c:pt>
                <c:pt idx="73">
                  <c:v>1.6722000000000037</c:v>
                </c:pt>
                <c:pt idx="74">
                  <c:v>1.6717000000000155</c:v>
                </c:pt>
                <c:pt idx="75">
                  <c:v>1.6735999999999933</c:v>
                </c:pt>
                <c:pt idx="76">
                  <c:v>1.6762999999999977</c:v>
                </c:pt>
                <c:pt idx="77">
                  <c:v>1.6777000000000157</c:v>
                </c:pt>
                <c:pt idx="78">
                  <c:v>1.6768000000000143</c:v>
                </c:pt>
                <c:pt idx="79">
                  <c:v>1.6743000000000166</c:v>
                </c:pt>
                <c:pt idx="80">
                  <c:v>1.6715000000000089</c:v>
                </c:pt>
                <c:pt idx="81">
                  <c:v>1.6710999999999956</c:v>
                </c:pt>
                <c:pt idx="82">
                  <c:v>1.6730000000000018</c:v>
                </c:pt>
                <c:pt idx="83">
                  <c:v>1.6757000000000062</c:v>
                </c:pt>
                <c:pt idx="84">
                  <c:v>1.6770999999999958</c:v>
                </c:pt>
                <c:pt idx="85">
                  <c:v>1.6761999999999944</c:v>
                </c:pt>
                <c:pt idx="86">
                  <c:v>1.6738</c:v>
                </c:pt>
                <c:pt idx="87">
                  <c:v>1.6709999999999923</c:v>
                </c:pt>
                <c:pt idx="88">
                  <c:v>1.6706000000000074</c:v>
                </c:pt>
                <c:pt idx="89">
                  <c:v>1.672600000000017</c:v>
                </c:pt>
                <c:pt idx="90">
                  <c:v>1.6752999999999929</c:v>
                </c:pt>
                <c:pt idx="91">
                  <c:v>1.676700000000011</c:v>
                </c:pt>
                <c:pt idx="92">
                  <c:v>1.6759000000000128</c:v>
                </c:pt>
                <c:pt idx="93">
                  <c:v>1.6735000000000184</c:v>
                </c:pt>
                <c:pt idx="94">
                  <c:v>1.6707000000000107</c:v>
                </c:pt>
                <c:pt idx="95">
                  <c:v>1.6702999999999975</c:v>
                </c:pt>
                <c:pt idx="96">
                  <c:v>1.672300000000007</c:v>
                </c:pt>
                <c:pt idx="97">
                  <c:v>1.6750000000000114</c:v>
                </c:pt>
                <c:pt idx="98">
                  <c:v>1.6765000000000043</c:v>
                </c:pt>
                <c:pt idx="99">
                  <c:v>1.6756000000000029</c:v>
                </c:pt>
                <c:pt idx="100">
                  <c:v>1.6733000000000118</c:v>
                </c:pt>
                <c:pt idx="101">
                  <c:v>1.6705000000000041</c:v>
                </c:pt>
                <c:pt idx="102">
                  <c:v>1.6701999999999941</c:v>
                </c:pt>
                <c:pt idx="103">
                  <c:v>1.6721000000000004</c:v>
                </c:pt>
                <c:pt idx="104">
                  <c:v>1.6748000000000047</c:v>
                </c:pt>
                <c:pt idx="105">
                  <c:v>1.676400000000001</c:v>
                </c:pt>
                <c:pt idx="106">
                  <c:v>1.6754999999999995</c:v>
                </c:pt>
                <c:pt idx="107">
                  <c:v>1.6739000000000033</c:v>
                </c:pt>
                <c:pt idx="108">
                  <c:v>1.6769999999999925</c:v>
                </c:pt>
                <c:pt idx="109">
                  <c:v>1.6814999999999998</c:v>
                </c:pt>
                <c:pt idx="110">
                  <c:v>1.6864999999999952</c:v>
                </c:pt>
                <c:pt idx="111">
                  <c:v>1.6911000000000058</c:v>
                </c:pt>
                <c:pt idx="112">
                  <c:v>1.6936000000000035</c:v>
                </c:pt>
                <c:pt idx="113">
                  <c:v>1.6931000000000154</c:v>
                </c:pt>
                <c:pt idx="114">
                  <c:v>1.6906999999999925</c:v>
                </c:pt>
                <c:pt idx="115">
                  <c:v>1.68780000000001</c:v>
                </c:pt>
                <c:pt idx="116">
                  <c:v>1.6877000000000066</c:v>
                </c:pt>
                <c:pt idx="117">
                  <c:v>1.690100000000001</c:v>
                </c:pt>
                <c:pt idx="118">
                  <c:v>1.6933999999999969</c:v>
                </c:pt>
                <c:pt idx="119">
                  <c:v>1.6951999999999998</c:v>
                </c:pt>
                <c:pt idx="120">
                  <c:v>1.6944000000000017</c:v>
                </c:pt>
                <c:pt idx="121">
                  <c:v>1.691900000000004</c:v>
                </c:pt>
                <c:pt idx="122">
                  <c:v>1.6889000000000181</c:v>
                </c:pt>
                <c:pt idx="123">
                  <c:v>1.6886000000000081</c:v>
                </c:pt>
                <c:pt idx="124">
                  <c:v>1.6910000000000025</c:v>
                </c:pt>
                <c:pt idx="125">
                  <c:v>1.6942999999999984</c:v>
                </c:pt>
                <c:pt idx="126">
                  <c:v>1.6961000000000013</c:v>
                </c:pt>
                <c:pt idx="127">
                  <c:v>1.6953000000000031</c:v>
                </c:pt>
                <c:pt idx="128">
                  <c:v>1.6927000000000021</c:v>
                </c:pt>
                <c:pt idx="129">
                  <c:v>1.6897000000000162</c:v>
                </c:pt>
                <c:pt idx="130">
                  <c:v>1.6894000000000062</c:v>
                </c:pt>
                <c:pt idx="131">
                  <c:v>1.6918000000000006</c:v>
                </c:pt>
                <c:pt idx="132">
                  <c:v>1.6949999999999932</c:v>
                </c:pt>
                <c:pt idx="133">
                  <c:v>1.6967999999999961</c:v>
                </c:pt>
                <c:pt idx="134">
                  <c:v>1.695999999999998</c:v>
                </c:pt>
                <c:pt idx="135">
                  <c:v>1.6933999999999969</c:v>
                </c:pt>
                <c:pt idx="136">
                  <c:v>1.6903000000000077</c:v>
                </c:pt>
                <c:pt idx="137">
                  <c:v>1.6899999999999977</c:v>
                </c:pt>
                <c:pt idx="138">
                  <c:v>1.6923999999999921</c:v>
                </c:pt>
                <c:pt idx="139">
                  <c:v>1.6956000000000131</c:v>
                </c:pt>
                <c:pt idx="140">
                  <c:v>1.697400000000016</c:v>
                </c:pt>
                <c:pt idx="141">
                  <c:v>1.6965000000000146</c:v>
                </c:pt>
                <c:pt idx="142">
                  <c:v>1.6939000000000135</c:v>
                </c:pt>
                <c:pt idx="143">
                  <c:v>1.6907999999999959</c:v>
                </c:pt>
                <c:pt idx="144">
                  <c:v>1.6905000000000143</c:v>
                </c:pt>
                <c:pt idx="145">
                  <c:v>1.6929000000000087</c:v>
                </c:pt>
                <c:pt idx="146">
                  <c:v>1.6961000000000013</c:v>
                </c:pt>
                <c:pt idx="147">
                  <c:v>1.6979000000000042</c:v>
                </c:pt>
                <c:pt idx="148">
                  <c:v>1.6970000000000027</c:v>
                </c:pt>
                <c:pt idx="149">
                  <c:v>1.6942999999999984</c:v>
                </c:pt>
                <c:pt idx="150">
                  <c:v>1.6913000000000125</c:v>
                </c:pt>
                <c:pt idx="151">
                  <c:v>1.6908999999999992</c:v>
                </c:pt>
                <c:pt idx="152">
                  <c:v>1.6932999999999936</c:v>
                </c:pt>
                <c:pt idx="153">
                  <c:v>1.6965000000000146</c:v>
                </c:pt>
                <c:pt idx="154">
                  <c:v>1.6983000000000175</c:v>
                </c:pt>
                <c:pt idx="155">
                  <c:v>1.697400000000016</c:v>
                </c:pt>
                <c:pt idx="156">
                  <c:v>1.6947000000000116</c:v>
                </c:pt>
                <c:pt idx="157">
                  <c:v>1.6912000000000091</c:v>
                </c:pt>
                <c:pt idx="158">
                  <c:v>1.6843000000000075</c:v>
                </c:pt>
                <c:pt idx="159">
                  <c:v>1.6812000000000182</c:v>
                </c:pt>
                <c:pt idx="160">
                  <c:v>1.6818000000000097</c:v>
                </c:pt>
                <c:pt idx="161">
                  <c:v>1.6785000000000139</c:v>
                </c:pt>
                <c:pt idx="162">
                  <c:v>1.6757000000000062</c:v>
                </c:pt>
                <c:pt idx="163">
                  <c:v>1.6726999999999919</c:v>
                </c:pt>
                <c:pt idx="164">
                  <c:v>1.6721000000000004</c:v>
                </c:pt>
                <c:pt idx="165">
                  <c:v>1.6738</c:v>
                </c:pt>
                <c:pt idx="166">
                  <c:v>1.676400000000001</c:v>
                </c:pt>
                <c:pt idx="167">
                  <c:v>1.6777000000000157</c:v>
                </c:pt>
                <c:pt idx="168">
                  <c:v>1.676700000000011</c:v>
                </c:pt>
                <c:pt idx="169">
                  <c:v>1.6741000000000099</c:v>
                </c:pt>
                <c:pt idx="170">
                  <c:v>1.6711999999999989</c:v>
                </c:pt>
                <c:pt idx="171">
                  <c:v>1.6707000000000107</c:v>
                </c:pt>
                <c:pt idx="172">
                  <c:v>1.672600000000017</c:v>
                </c:pt>
                <c:pt idx="173">
                  <c:v>1.6751000000000147</c:v>
                </c:pt>
                <c:pt idx="174">
                  <c:v>1.6765000000000043</c:v>
                </c:pt>
                <c:pt idx="175">
                  <c:v>1.6754999999999995</c:v>
                </c:pt>
                <c:pt idx="176">
                  <c:v>1.6730000000000018</c:v>
                </c:pt>
                <c:pt idx="177">
                  <c:v>1.6701999999999941</c:v>
                </c:pt>
                <c:pt idx="178">
                  <c:v>1.669700000000006</c:v>
                </c:pt>
                <c:pt idx="179">
                  <c:v>1.6716000000000122</c:v>
                </c:pt>
                <c:pt idx="180">
                  <c:v>1.6742000000000132</c:v>
                </c:pt>
                <c:pt idx="181">
                  <c:v>1.6756000000000029</c:v>
                </c:pt>
                <c:pt idx="182">
                  <c:v>1.6745999999999981</c:v>
                </c:pt>
                <c:pt idx="183">
                  <c:v>1.6724000000000103</c:v>
                </c:pt>
                <c:pt idx="184">
                  <c:v>1.6700000000000159</c:v>
                </c:pt>
                <c:pt idx="185">
                  <c:v>1.6700000000000159</c:v>
                </c:pt>
                <c:pt idx="186">
                  <c:v>1.6722000000000037</c:v>
                </c:pt>
                <c:pt idx="187">
                  <c:v>1.6751000000000147</c:v>
                </c:pt>
                <c:pt idx="188">
                  <c:v>1.6769000000000176</c:v>
                </c:pt>
                <c:pt idx="189">
                  <c:v>1.6761999999999944</c:v>
                </c:pt>
                <c:pt idx="190">
                  <c:v>1.6740000000000066</c:v>
                </c:pt>
                <c:pt idx="191">
                  <c:v>1.6715000000000089</c:v>
                </c:pt>
                <c:pt idx="192">
                  <c:v>1.6713000000000022</c:v>
                </c:pt>
                <c:pt idx="193">
                  <c:v>1.6735000000000184</c:v>
                </c:pt>
                <c:pt idx="194">
                  <c:v>1.6765000000000043</c:v>
                </c:pt>
                <c:pt idx="195">
                  <c:v>1.6782000000000039</c:v>
                </c:pt>
                <c:pt idx="196">
                  <c:v>1.6776000000000124</c:v>
                </c:pt>
                <c:pt idx="197">
                  <c:v>1.6753999999999962</c:v>
                </c:pt>
                <c:pt idx="198">
                  <c:v>1.6727999999999952</c:v>
                </c:pt>
                <c:pt idx="199">
                  <c:v>1.6726999999999919</c:v>
                </c:pt>
                <c:pt idx="200">
                  <c:v>1.674900000000008</c:v>
                </c:pt>
                <c:pt idx="201">
                  <c:v>1.6778000000000191</c:v>
                </c:pt>
                <c:pt idx="202">
                  <c:v>1.6795000000000186</c:v>
                </c:pt>
                <c:pt idx="203">
                  <c:v>1.6787999999999954</c:v>
                </c:pt>
                <c:pt idx="204">
                  <c:v>1.6766000000000076</c:v>
                </c:pt>
                <c:pt idx="205">
                  <c:v>1.6740000000000066</c:v>
                </c:pt>
                <c:pt idx="206">
                  <c:v>1.6738</c:v>
                </c:pt>
                <c:pt idx="207">
                  <c:v>1.6759000000000128</c:v>
                </c:pt>
                <c:pt idx="208">
                  <c:v>1.6787999999999954</c:v>
                </c:pt>
                <c:pt idx="209">
                  <c:v>1.680499999999995</c:v>
                </c:pt>
                <c:pt idx="210">
                  <c:v>1.6798000000000002</c:v>
                </c:pt>
                <c:pt idx="211">
                  <c:v>1.6775000000000091</c:v>
                </c:pt>
                <c:pt idx="212">
                  <c:v>1.6748000000000047</c:v>
                </c:pt>
                <c:pt idx="213">
                  <c:v>1.6744999999999948</c:v>
                </c:pt>
                <c:pt idx="214">
                  <c:v>1.6762999999999977</c:v>
                </c:pt>
                <c:pt idx="215">
                  <c:v>1.6786999999999921</c:v>
                </c:pt>
                <c:pt idx="216">
                  <c:v>1.6801000000000101</c:v>
                </c:pt>
                <c:pt idx="217">
                  <c:v>1.6791000000000054</c:v>
                </c:pt>
                <c:pt idx="218">
                  <c:v>1.6766000000000076</c:v>
                </c:pt>
                <c:pt idx="219">
                  <c:v>1.6736999999999966</c:v>
                </c:pt>
                <c:pt idx="220">
                  <c:v>1.6732000000000085</c:v>
                </c:pt>
                <c:pt idx="221">
                  <c:v>1.6751000000000147</c:v>
                </c:pt>
                <c:pt idx="222">
                  <c:v>1.6777000000000157</c:v>
                </c:pt>
                <c:pt idx="223">
                  <c:v>1.6791000000000054</c:v>
                </c:pt>
                <c:pt idx="224">
                  <c:v>1.6781000000000006</c:v>
                </c:pt>
                <c:pt idx="225">
                  <c:v>1.6756000000000029</c:v>
                </c:pt>
                <c:pt idx="226">
                  <c:v>1.6726999999999919</c:v>
                </c:pt>
                <c:pt idx="227">
                  <c:v>1.672300000000007</c:v>
                </c:pt>
                <c:pt idx="228">
                  <c:v>1.6742000000000132</c:v>
                </c:pt>
                <c:pt idx="229">
                  <c:v>1.6768000000000143</c:v>
                </c:pt>
                <c:pt idx="230">
                  <c:v>1.6782000000000039</c:v>
                </c:pt>
                <c:pt idx="231">
                  <c:v>1.6771999999999991</c:v>
                </c:pt>
                <c:pt idx="232">
                  <c:v>1.6747000000000014</c:v>
                </c:pt>
                <c:pt idx="233">
                  <c:v>1.6718999999999937</c:v>
                </c:pt>
                <c:pt idx="234">
                  <c:v>1.6715000000000089</c:v>
                </c:pt>
                <c:pt idx="235">
                  <c:v>1.6734000000000151</c:v>
                </c:pt>
                <c:pt idx="236">
                  <c:v>1.6760000000000161</c:v>
                </c:pt>
                <c:pt idx="237">
                  <c:v>1.6774000000000058</c:v>
                </c:pt>
                <c:pt idx="238">
                  <c:v>1.6765000000000043</c:v>
                </c:pt>
                <c:pt idx="239">
                  <c:v>1.6741000000000099</c:v>
                </c:pt>
                <c:pt idx="240">
                  <c:v>1.6713000000000022</c:v>
                </c:pt>
                <c:pt idx="241">
                  <c:v>1.6709000000000174</c:v>
                </c:pt>
                <c:pt idx="242">
                  <c:v>1.6727999999999952</c:v>
                </c:pt>
                <c:pt idx="243">
                  <c:v>1.6754999999999995</c:v>
                </c:pt>
                <c:pt idx="244">
                  <c:v>1.6769999999999925</c:v>
                </c:pt>
                <c:pt idx="245">
                  <c:v>1.676099999999991</c:v>
                </c:pt>
                <c:pt idx="246">
                  <c:v>1.6736999999999966</c:v>
                </c:pt>
                <c:pt idx="247">
                  <c:v>1.6709000000000174</c:v>
                </c:pt>
                <c:pt idx="248">
                  <c:v>1.6705000000000041</c:v>
                </c:pt>
                <c:pt idx="249">
                  <c:v>1.6725000000000136</c:v>
                </c:pt>
                <c:pt idx="250">
                  <c:v>1.6751000000000147</c:v>
                </c:pt>
                <c:pt idx="251">
                  <c:v>1.6766000000000076</c:v>
                </c:pt>
                <c:pt idx="252">
                  <c:v>1.6758000000000095</c:v>
                </c:pt>
                <c:pt idx="253">
                  <c:v>1.6734000000000151</c:v>
                </c:pt>
                <c:pt idx="254">
                  <c:v>1.6706000000000074</c:v>
                </c:pt>
                <c:pt idx="255">
                  <c:v>1.6702999999999975</c:v>
                </c:pt>
                <c:pt idx="256">
                  <c:v>1.6722000000000037</c:v>
                </c:pt>
                <c:pt idx="257">
                  <c:v>1.674900000000008</c:v>
                </c:pt>
                <c:pt idx="258">
                  <c:v>1.676400000000001</c:v>
                </c:pt>
                <c:pt idx="259">
                  <c:v>1.6756000000000029</c:v>
                </c:pt>
                <c:pt idx="260">
                  <c:v>1.6732000000000085</c:v>
                </c:pt>
                <c:pt idx="261">
                  <c:v>1.6705000000000041</c:v>
                </c:pt>
                <c:pt idx="262">
                  <c:v>1.6700999999999908</c:v>
                </c:pt>
                <c:pt idx="263">
                  <c:v>1.6721000000000004</c:v>
                </c:pt>
                <c:pt idx="264">
                  <c:v>1.6760000000000161</c:v>
                </c:pt>
                <c:pt idx="265">
                  <c:v>1.6843000000000075</c:v>
                </c:pt>
                <c:pt idx="266">
                  <c:v>1.6879000000000133</c:v>
                </c:pt>
                <c:pt idx="267">
                  <c:v>1.6879000000000133</c:v>
                </c:pt>
                <c:pt idx="268">
                  <c:v>1.6862000000000137</c:v>
                </c:pt>
                <c:pt idx="269">
                  <c:v>1.6864999999999952</c:v>
                </c:pt>
                <c:pt idx="270">
                  <c:v>1.6893000000000029</c:v>
                </c:pt>
                <c:pt idx="271">
                  <c:v>1.6927000000000021</c:v>
                </c:pt>
                <c:pt idx="272">
                  <c:v>1.6946000000000083</c:v>
                </c:pt>
                <c:pt idx="273">
                  <c:v>1.6939000000000135</c:v>
                </c:pt>
                <c:pt idx="274">
                  <c:v>1.6913000000000125</c:v>
                </c:pt>
                <c:pt idx="275">
                  <c:v>1.6884000000000015</c:v>
                </c:pt>
                <c:pt idx="276">
                  <c:v>1.6880999999999915</c:v>
                </c:pt>
                <c:pt idx="277">
                  <c:v>1.6906000000000176</c:v>
                </c:pt>
                <c:pt idx="278">
                  <c:v>1.6938000000000102</c:v>
                </c:pt>
                <c:pt idx="279">
                  <c:v>1.6957000000000164</c:v>
                </c:pt>
                <c:pt idx="280">
                  <c:v>1.694800000000015</c:v>
                </c:pt>
                <c:pt idx="281">
                  <c:v>1.6923000000000172</c:v>
                </c:pt>
                <c:pt idx="282">
                  <c:v>1.6893000000000029</c:v>
                </c:pt>
                <c:pt idx="283">
                  <c:v>1.688999999999993</c:v>
                </c:pt>
                <c:pt idx="284">
                  <c:v>1.6914000000000158</c:v>
                </c:pt>
                <c:pt idx="285">
                  <c:v>1.6946000000000083</c:v>
                </c:pt>
                <c:pt idx="286">
                  <c:v>1.6965000000000146</c:v>
                </c:pt>
                <c:pt idx="287">
                  <c:v>1.6956000000000131</c:v>
                </c:pt>
                <c:pt idx="288">
                  <c:v>1.6930000000000121</c:v>
                </c:pt>
                <c:pt idx="289">
                  <c:v>1.6899999999999977</c:v>
                </c:pt>
                <c:pt idx="290">
                  <c:v>1.6897000000000162</c:v>
                </c:pt>
                <c:pt idx="291">
                  <c:v>1.6921000000000106</c:v>
                </c:pt>
                <c:pt idx="292">
                  <c:v>1.6953000000000031</c:v>
                </c:pt>
                <c:pt idx="293">
                  <c:v>1.697100000000006</c:v>
                </c:pt>
                <c:pt idx="294">
                  <c:v>1.6963000000000079</c:v>
                </c:pt>
                <c:pt idx="295">
                  <c:v>1.6936000000000035</c:v>
                </c:pt>
                <c:pt idx="296">
                  <c:v>1.6906000000000176</c:v>
                </c:pt>
                <c:pt idx="297">
                  <c:v>1.6902000000000044</c:v>
                </c:pt>
                <c:pt idx="298">
                  <c:v>1.6925999999999988</c:v>
                </c:pt>
                <c:pt idx="299">
                  <c:v>1.6957999999999913</c:v>
                </c:pt>
                <c:pt idx="300">
                  <c:v>1.6975999999999942</c:v>
                </c:pt>
                <c:pt idx="301">
                  <c:v>1.6967999999999961</c:v>
                </c:pt>
                <c:pt idx="302">
                  <c:v>1.6940999999999917</c:v>
                </c:pt>
                <c:pt idx="303">
                  <c:v>1.6910000000000025</c:v>
                </c:pt>
                <c:pt idx="304">
                  <c:v>1.6906999999999925</c:v>
                </c:pt>
                <c:pt idx="305">
                  <c:v>1.6931000000000154</c:v>
                </c:pt>
                <c:pt idx="306">
                  <c:v>1.6963000000000079</c:v>
                </c:pt>
                <c:pt idx="307">
                  <c:v>1.6981000000000108</c:v>
                </c:pt>
                <c:pt idx="308">
                  <c:v>1.6972000000000094</c:v>
                </c:pt>
                <c:pt idx="309">
                  <c:v>1.694500000000005</c:v>
                </c:pt>
                <c:pt idx="310">
                  <c:v>1.6914000000000158</c:v>
                </c:pt>
                <c:pt idx="311">
                  <c:v>1.6911000000000058</c:v>
                </c:pt>
                <c:pt idx="312">
                  <c:v>1.6935000000000002</c:v>
                </c:pt>
                <c:pt idx="313">
                  <c:v>1.6966000000000179</c:v>
                </c:pt>
                <c:pt idx="314">
                  <c:v>1.6973000000000127</c:v>
                </c:pt>
                <c:pt idx="315">
                  <c:v>1.6891999999999996</c:v>
                </c:pt>
                <c:pt idx="316">
                  <c:v>1.6813999999999965</c:v>
                </c:pt>
                <c:pt idx="317">
                  <c:v>1.6758000000000095</c:v>
                </c:pt>
                <c:pt idx="318">
                  <c:v>1.6738</c:v>
                </c:pt>
                <c:pt idx="319">
                  <c:v>1.6750000000000114</c:v>
                </c:pt>
                <c:pt idx="320">
                  <c:v>1.6771999999999991</c:v>
                </c:pt>
                <c:pt idx="321">
                  <c:v>1.6784000000000106</c:v>
                </c:pt>
                <c:pt idx="322">
                  <c:v>1.6773000000000025</c:v>
                </c:pt>
                <c:pt idx="323">
                  <c:v>1.6747000000000014</c:v>
                </c:pt>
                <c:pt idx="324">
                  <c:v>1.6718000000000188</c:v>
                </c:pt>
                <c:pt idx="325">
                  <c:v>1.6711999999999989</c:v>
                </c:pt>
                <c:pt idx="326">
                  <c:v>1.6731000000000051</c:v>
                </c:pt>
                <c:pt idx="327">
                  <c:v>1.6756000000000029</c:v>
                </c:pt>
                <c:pt idx="328">
                  <c:v>1.6769999999999925</c:v>
                </c:pt>
                <c:pt idx="329">
                  <c:v>1.6760000000000161</c:v>
                </c:pt>
                <c:pt idx="330">
                  <c:v>1.6735000000000184</c:v>
                </c:pt>
                <c:pt idx="331">
                  <c:v>1.6706000000000074</c:v>
                </c:pt>
                <c:pt idx="332">
                  <c:v>1.6700999999999908</c:v>
                </c:pt>
                <c:pt idx="333">
                  <c:v>1.671999999999997</c:v>
                </c:pt>
                <c:pt idx="334">
                  <c:v>1.6744999999999948</c:v>
                </c:pt>
                <c:pt idx="335">
                  <c:v>1.6759000000000128</c:v>
                </c:pt>
                <c:pt idx="336">
                  <c:v>1.6750000000000114</c:v>
                </c:pt>
                <c:pt idx="337">
                  <c:v>1.6725000000000136</c:v>
                </c:pt>
                <c:pt idx="338">
                  <c:v>1.669700000000006</c:v>
                </c:pt>
                <c:pt idx="339">
                  <c:v>1.6692000000000178</c:v>
                </c:pt>
                <c:pt idx="340">
                  <c:v>1.6714000000000055</c:v>
                </c:pt>
                <c:pt idx="341">
                  <c:v>1.6744999999999948</c:v>
                </c:pt>
                <c:pt idx="342">
                  <c:v>1.6762999999999977</c:v>
                </c:pt>
                <c:pt idx="343">
                  <c:v>1.6757000000000062</c:v>
                </c:pt>
                <c:pt idx="344">
                  <c:v>1.6735000000000184</c:v>
                </c:pt>
                <c:pt idx="345">
                  <c:v>1.6709000000000174</c:v>
                </c:pt>
                <c:pt idx="346">
                  <c:v>1.6708000000000141</c:v>
                </c:pt>
                <c:pt idx="347">
                  <c:v>1.6730000000000018</c:v>
                </c:pt>
                <c:pt idx="348">
                  <c:v>1.6759000000000128</c:v>
                </c:pt>
                <c:pt idx="349">
                  <c:v>1.6777000000000157</c:v>
                </c:pt>
                <c:pt idx="350">
                  <c:v>1.6769999999999925</c:v>
                </c:pt>
                <c:pt idx="351">
                  <c:v>1.6748000000000047</c:v>
                </c:pt>
                <c:pt idx="352">
                  <c:v>1.672300000000007</c:v>
                </c:pt>
                <c:pt idx="353">
                  <c:v>1.6721000000000004</c:v>
                </c:pt>
                <c:pt idx="354">
                  <c:v>1.6743000000000166</c:v>
                </c:pt>
                <c:pt idx="355">
                  <c:v>1.6773000000000025</c:v>
                </c:pt>
                <c:pt idx="356">
                  <c:v>1.679000000000002</c:v>
                </c:pt>
                <c:pt idx="357">
                  <c:v>1.6783000000000072</c:v>
                </c:pt>
                <c:pt idx="358">
                  <c:v>1.676099999999991</c:v>
                </c:pt>
                <c:pt idx="359">
                  <c:v>1.6735000000000184</c:v>
                </c:pt>
                <c:pt idx="360">
                  <c:v>1.6734000000000151</c:v>
                </c:pt>
                <c:pt idx="361">
                  <c:v>1.6734000000000151</c:v>
                </c:pt>
                <c:pt idx="362">
                  <c:v>1.6754999999999995</c:v>
                </c:pt>
                <c:pt idx="363">
                  <c:v>1.6784000000000106</c:v>
                </c:pt>
                <c:pt idx="364">
                  <c:v>1.6801000000000101</c:v>
                </c:pt>
                <c:pt idx="365">
                  <c:v>1.6794000000000153</c:v>
                </c:pt>
                <c:pt idx="366">
                  <c:v>1.6770999999999958</c:v>
                </c:pt>
                <c:pt idx="367">
                  <c:v>1.6744999999999948</c:v>
                </c:pt>
                <c:pt idx="368">
                  <c:v>1.6743000000000166</c:v>
                </c:pt>
                <c:pt idx="369">
                  <c:v>1.676400000000001</c:v>
                </c:pt>
                <c:pt idx="370">
                  <c:v>1.679300000000012</c:v>
                </c:pt>
                <c:pt idx="371">
                  <c:v>1.680800000000005</c:v>
                </c:pt>
                <c:pt idx="372">
                  <c:v>1.6796999999999969</c:v>
                </c:pt>
                <c:pt idx="373">
                  <c:v>1.6769999999999925</c:v>
                </c:pt>
                <c:pt idx="374">
                  <c:v>1.6741000000000099</c:v>
                </c:pt>
                <c:pt idx="375">
                  <c:v>1.6735999999999933</c:v>
                </c:pt>
                <c:pt idx="376">
                  <c:v>1.6754999999999995</c:v>
                </c:pt>
                <c:pt idx="377">
                  <c:v>1.6781000000000006</c:v>
                </c:pt>
                <c:pt idx="378">
                  <c:v>1.6795000000000186</c:v>
                </c:pt>
                <c:pt idx="379">
                  <c:v>1.6785000000000139</c:v>
                </c:pt>
                <c:pt idx="380">
                  <c:v>1.6760000000000161</c:v>
                </c:pt>
                <c:pt idx="381">
                  <c:v>1.6731000000000051</c:v>
                </c:pt>
                <c:pt idx="382">
                  <c:v>1.6726999999999919</c:v>
                </c:pt>
                <c:pt idx="383">
                  <c:v>1.6744999999999948</c:v>
                </c:pt>
                <c:pt idx="384">
                  <c:v>1.6770999999999958</c:v>
                </c:pt>
                <c:pt idx="385">
                  <c:v>1.6785000000000139</c:v>
                </c:pt>
                <c:pt idx="386">
                  <c:v>1.6776000000000124</c:v>
                </c:pt>
                <c:pt idx="387">
                  <c:v>1.6751000000000147</c:v>
                </c:pt>
                <c:pt idx="388">
                  <c:v>1.6722000000000037</c:v>
                </c:pt>
                <c:pt idx="389">
                  <c:v>1.6718000000000188</c:v>
                </c:pt>
                <c:pt idx="390">
                  <c:v>1.6736999999999966</c:v>
                </c:pt>
                <c:pt idx="391">
                  <c:v>1.6762999999999977</c:v>
                </c:pt>
                <c:pt idx="392">
                  <c:v>1.6777000000000157</c:v>
                </c:pt>
                <c:pt idx="393">
                  <c:v>1.6768000000000143</c:v>
                </c:pt>
                <c:pt idx="394">
                  <c:v>1.6743000000000166</c:v>
                </c:pt>
                <c:pt idx="395">
                  <c:v>1.6715000000000089</c:v>
                </c:pt>
                <c:pt idx="396">
                  <c:v>1.6710999999999956</c:v>
                </c:pt>
                <c:pt idx="397">
                  <c:v>1.6730000000000018</c:v>
                </c:pt>
                <c:pt idx="398">
                  <c:v>1.6757000000000062</c:v>
                </c:pt>
                <c:pt idx="399">
                  <c:v>1.6770999999999958</c:v>
                </c:pt>
                <c:pt idx="400">
                  <c:v>1.6761999999999944</c:v>
                </c:pt>
                <c:pt idx="401">
                  <c:v>1.6738</c:v>
                </c:pt>
                <c:pt idx="402">
                  <c:v>1.6709999999999923</c:v>
                </c:pt>
                <c:pt idx="403">
                  <c:v>1.6706000000000074</c:v>
                </c:pt>
                <c:pt idx="404">
                  <c:v>1.672600000000017</c:v>
                </c:pt>
                <c:pt idx="405">
                  <c:v>1.6752999999999929</c:v>
                </c:pt>
                <c:pt idx="406">
                  <c:v>1.676700000000011</c:v>
                </c:pt>
                <c:pt idx="407">
                  <c:v>1.6759000000000128</c:v>
                </c:pt>
                <c:pt idx="408">
                  <c:v>1.6735000000000184</c:v>
                </c:pt>
                <c:pt idx="409">
                  <c:v>1.6707000000000107</c:v>
                </c:pt>
                <c:pt idx="410">
                  <c:v>1.6702999999999975</c:v>
                </c:pt>
                <c:pt idx="411">
                  <c:v>1.672300000000007</c:v>
                </c:pt>
                <c:pt idx="412">
                  <c:v>1.6750000000000114</c:v>
                </c:pt>
                <c:pt idx="413">
                  <c:v>1.6765000000000043</c:v>
                </c:pt>
                <c:pt idx="414">
                  <c:v>1.6756000000000029</c:v>
                </c:pt>
                <c:pt idx="415">
                  <c:v>1.6733000000000118</c:v>
                </c:pt>
                <c:pt idx="416">
                  <c:v>1.6705000000000041</c:v>
                </c:pt>
                <c:pt idx="417">
                  <c:v>1.6701999999999941</c:v>
                </c:pt>
                <c:pt idx="418">
                  <c:v>1.6721000000000004</c:v>
                </c:pt>
                <c:pt idx="419">
                  <c:v>1.6748000000000047</c:v>
                </c:pt>
                <c:pt idx="420">
                  <c:v>1.676400000000001</c:v>
                </c:pt>
                <c:pt idx="421">
                  <c:v>1.6754999999999995</c:v>
                </c:pt>
                <c:pt idx="422">
                  <c:v>1.6759000000000128</c:v>
                </c:pt>
                <c:pt idx="423">
                  <c:v>1.6786000000000172</c:v>
                </c:pt>
                <c:pt idx="424">
                  <c:v>1.6825000000000045</c:v>
                </c:pt>
                <c:pt idx="425">
                  <c:v>1.6870000000000118</c:v>
                </c:pt>
                <c:pt idx="426">
                  <c:v>1.6913000000000125</c:v>
                </c:pt>
                <c:pt idx="427">
                  <c:v>1.6938000000000102</c:v>
                </c:pt>
                <c:pt idx="428">
                  <c:v>1.6932000000000187</c:v>
                </c:pt>
                <c:pt idx="429">
                  <c:v>1.6907999999999959</c:v>
                </c:pt>
                <c:pt idx="430">
                  <c:v>1.6879000000000133</c:v>
                </c:pt>
                <c:pt idx="431">
                  <c:v>1.6877000000000066</c:v>
                </c:pt>
                <c:pt idx="432">
                  <c:v>1.690100000000001</c:v>
                </c:pt>
                <c:pt idx="433">
                  <c:v>1.6933999999999969</c:v>
                </c:pt>
                <c:pt idx="434">
                  <c:v>1.6953000000000031</c:v>
                </c:pt>
                <c:pt idx="435">
                  <c:v>1.694500000000005</c:v>
                </c:pt>
                <c:pt idx="436">
                  <c:v>1.691900000000004</c:v>
                </c:pt>
                <c:pt idx="437">
                  <c:v>1.6889000000000181</c:v>
                </c:pt>
                <c:pt idx="438">
                  <c:v>1.6887000000000114</c:v>
                </c:pt>
                <c:pt idx="439">
                  <c:v>1.6911000000000058</c:v>
                </c:pt>
                <c:pt idx="440">
                  <c:v>1.6942999999999984</c:v>
                </c:pt>
                <c:pt idx="441">
                  <c:v>1.6962000000000046</c:v>
                </c:pt>
                <c:pt idx="442">
                  <c:v>1.6953000000000031</c:v>
                </c:pt>
                <c:pt idx="443">
                  <c:v>1.6927000000000021</c:v>
                </c:pt>
                <c:pt idx="444">
                  <c:v>1.6897000000000162</c:v>
                </c:pt>
                <c:pt idx="445">
                  <c:v>1.6894000000000062</c:v>
                </c:pt>
                <c:pt idx="446">
                  <c:v>1.6918000000000006</c:v>
                </c:pt>
                <c:pt idx="447">
                  <c:v>1.6949999999999932</c:v>
                </c:pt>
                <c:pt idx="448">
                  <c:v>1.6968999999999994</c:v>
                </c:pt>
                <c:pt idx="449">
                  <c:v>1.695999999999998</c:v>
                </c:pt>
                <c:pt idx="450">
                  <c:v>1.6933999999999969</c:v>
                </c:pt>
                <c:pt idx="451">
                  <c:v>1.6903000000000077</c:v>
                </c:pt>
                <c:pt idx="452">
                  <c:v>1.6903000000000077</c:v>
                </c:pt>
                <c:pt idx="453">
                  <c:v>1.6899999999999977</c:v>
                </c:pt>
                <c:pt idx="454">
                  <c:v>1.6923999999999921</c:v>
                </c:pt>
                <c:pt idx="455">
                  <c:v>1.6956000000000131</c:v>
                </c:pt>
                <c:pt idx="456">
                  <c:v>1.697400000000016</c:v>
                </c:pt>
                <c:pt idx="457">
                  <c:v>1.6966000000000179</c:v>
                </c:pt>
                <c:pt idx="458">
                  <c:v>1.6939000000000135</c:v>
                </c:pt>
                <c:pt idx="459">
                  <c:v>1.6907999999999959</c:v>
                </c:pt>
                <c:pt idx="460">
                  <c:v>1.6905000000000143</c:v>
                </c:pt>
                <c:pt idx="461">
                  <c:v>1.6929000000000087</c:v>
                </c:pt>
                <c:pt idx="462">
                  <c:v>1.6961000000000013</c:v>
                </c:pt>
                <c:pt idx="463">
                  <c:v>1.6979000000000042</c:v>
                </c:pt>
                <c:pt idx="464">
                  <c:v>1.6970000000000027</c:v>
                </c:pt>
                <c:pt idx="465">
                  <c:v>1.6944000000000017</c:v>
                </c:pt>
                <c:pt idx="466">
                  <c:v>1.6913000000000125</c:v>
                </c:pt>
                <c:pt idx="467">
                  <c:v>1.6908999999999992</c:v>
                </c:pt>
                <c:pt idx="468">
                  <c:v>1.6932999999999936</c:v>
                </c:pt>
                <c:pt idx="469">
                  <c:v>1.6965000000000146</c:v>
                </c:pt>
                <c:pt idx="470">
                  <c:v>1.6983000000000175</c:v>
                </c:pt>
                <c:pt idx="471">
                  <c:v>1.697400000000016</c:v>
                </c:pt>
                <c:pt idx="472">
                  <c:v>1.6947000000000116</c:v>
                </c:pt>
                <c:pt idx="473">
                  <c:v>1.6895000000000095</c:v>
                </c:pt>
                <c:pt idx="474">
                  <c:v>1.6822999999999979</c:v>
                </c:pt>
                <c:pt idx="475">
                  <c:v>1.6799000000000035</c:v>
                </c:pt>
                <c:pt idx="476">
                  <c:v>1.6809000000000083</c:v>
                </c:pt>
                <c:pt idx="477">
                  <c:v>1.679000000000002</c:v>
                </c:pt>
                <c:pt idx="478">
                  <c:v>1.676700000000011</c:v>
                </c:pt>
                <c:pt idx="479">
                  <c:v>1.6721000000000004</c:v>
                </c:pt>
                <c:pt idx="480">
                  <c:v>1.6718000000000188</c:v>
                </c:pt>
                <c:pt idx="481">
                  <c:v>1.6736999999999966</c:v>
                </c:pt>
                <c:pt idx="482">
                  <c:v>1.6761999999999944</c:v>
                </c:pt>
                <c:pt idx="483">
                  <c:v>1.6776000000000124</c:v>
                </c:pt>
                <c:pt idx="484">
                  <c:v>1.6766000000000076</c:v>
                </c:pt>
                <c:pt idx="485">
                  <c:v>1.6741000000000099</c:v>
                </c:pt>
                <c:pt idx="486">
                  <c:v>1.6711999999999989</c:v>
                </c:pt>
                <c:pt idx="487">
                  <c:v>1.6707000000000107</c:v>
                </c:pt>
                <c:pt idx="488">
                  <c:v>1.6725000000000136</c:v>
                </c:pt>
                <c:pt idx="489">
                  <c:v>1.6751000000000147</c:v>
                </c:pt>
                <c:pt idx="490">
                  <c:v>1.6765000000000043</c:v>
                </c:pt>
                <c:pt idx="491">
                  <c:v>1.6754999999999995</c:v>
                </c:pt>
                <c:pt idx="492">
                  <c:v>1.6730000000000018</c:v>
                </c:pt>
                <c:pt idx="493">
                  <c:v>1.6700999999999908</c:v>
                </c:pt>
                <c:pt idx="494">
                  <c:v>1.669700000000006</c:v>
                </c:pt>
                <c:pt idx="495">
                  <c:v>1.6715000000000089</c:v>
                </c:pt>
                <c:pt idx="496">
                  <c:v>1.6741000000000099</c:v>
                </c:pt>
                <c:pt idx="497">
                  <c:v>1.6754999999999995</c:v>
                </c:pt>
                <c:pt idx="498">
                  <c:v>1.6745999999999981</c:v>
                </c:pt>
                <c:pt idx="499">
                  <c:v>1.6725000000000136</c:v>
                </c:pt>
                <c:pt idx="500">
                  <c:v>1.6700999999999908</c:v>
                </c:pt>
                <c:pt idx="501">
                  <c:v>1.6700000000000159</c:v>
                </c:pt>
                <c:pt idx="502">
                  <c:v>1.672300000000007</c:v>
                </c:pt>
                <c:pt idx="503">
                  <c:v>1.675200000000018</c:v>
                </c:pt>
                <c:pt idx="504">
                  <c:v>1.6769000000000176</c:v>
                </c:pt>
                <c:pt idx="505">
                  <c:v>1.6762999999999977</c:v>
                </c:pt>
                <c:pt idx="506">
                  <c:v>1.6741000000000099</c:v>
                </c:pt>
                <c:pt idx="507">
                  <c:v>1.6715000000000089</c:v>
                </c:pt>
                <c:pt idx="508">
                  <c:v>1.6714000000000055</c:v>
                </c:pt>
                <c:pt idx="509">
                  <c:v>1.6735999999999933</c:v>
                </c:pt>
                <c:pt idx="510">
                  <c:v>1.6765000000000043</c:v>
                </c:pt>
                <c:pt idx="511">
                  <c:v>1.6783000000000072</c:v>
                </c:pt>
                <c:pt idx="512">
                  <c:v>1.6776000000000124</c:v>
                </c:pt>
                <c:pt idx="513">
                  <c:v>1.6753999999999962</c:v>
                </c:pt>
                <c:pt idx="514">
                  <c:v>1.6728999999999985</c:v>
                </c:pt>
                <c:pt idx="515">
                  <c:v>1.6726999999999919</c:v>
                </c:pt>
                <c:pt idx="516">
                  <c:v>1.674900000000008</c:v>
                </c:pt>
                <c:pt idx="517">
                  <c:v>1.6778000000000191</c:v>
                </c:pt>
                <c:pt idx="518">
                  <c:v>1.6795999999999935</c:v>
                </c:pt>
                <c:pt idx="519">
                  <c:v>1.6788999999999987</c:v>
                </c:pt>
                <c:pt idx="520">
                  <c:v>1.6766000000000076</c:v>
                </c:pt>
                <c:pt idx="521">
                  <c:v>1.6740000000000066</c:v>
                </c:pt>
                <c:pt idx="522">
                  <c:v>1.6738</c:v>
                </c:pt>
                <c:pt idx="523">
                  <c:v>1.6760000000000161</c:v>
                </c:pt>
                <c:pt idx="524">
                  <c:v>1.6787999999999954</c:v>
                </c:pt>
                <c:pt idx="525">
                  <c:v>1.680499999999995</c:v>
                </c:pt>
                <c:pt idx="526">
                  <c:v>1.6798000000000002</c:v>
                </c:pt>
                <c:pt idx="527">
                  <c:v>1.6775000000000091</c:v>
                </c:pt>
                <c:pt idx="528">
                  <c:v>1.6748000000000047</c:v>
                </c:pt>
                <c:pt idx="529">
                  <c:v>1.6744999999999948</c:v>
                </c:pt>
                <c:pt idx="530">
                  <c:v>1.6761999999999944</c:v>
                </c:pt>
                <c:pt idx="531">
                  <c:v>1.6786000000000172</c:v>
                </c:pt>
                <c:pt idx="532">
                  <c:v>1.6800000000000068</c:v>
                </c:pt>
              </c:numCache>
            </c:numRef>
          </c:yVal>
          <c:smooth val="1"/>
          <c:extLst>
            <c:ext xmlns:c16="http://schemas.microsoft.com/office/drawing/2014/chart" uri="{C3380CC4-5D6E-409C-BE32-E72D297353CC}">
              <c16:uniqueId val="{00000007-6C3C-446B-A6D3-7B3EBAB7A07E}"/>
            </c:ext>
          </c:extLst>
        </c:ser>
        <c:ser>
          <c:idx val="10"/>
          <c:order val="8"/>
          <c:tx>
            <c:strRef>
              <c:f>N50000_VV_TEMPS_oc5l2_50000!$BZ$1</c:f>
              <c:strCache>
                <c:ptCount val="1"/>
                <c:pt idx="0">
                  <c:v>CGI_CMR_3.400</c:v>
                </c:pt>
              </c:strCache>
            </c:strRef>
          </c:tx>
          <c:spPr>
            <a:ln w="19050" cap="rnd">
              <a:solidFill>
                <a:schemeClr val="accent5">
                  <a:lumMod val="60000"/>
                </a:schemeClr>
              </a:solidFill>
              <a:round/>
            </a:ln>
            <a:effectLst/>
          </c:spPr>
          <c:marker>
            <c:symbol val="circle"/>
            <c:size val="5"/>
            <c:spPr>
              <a:solidFill>
                <a:schemeClr val="accent5">
                  <a:lumMod val="60000"/>
                </a:schemeClr>
              </a:solidFill>
              <a:ln w="9525">
                <a:solidFill>
                  <a:schemeClr val="accent5">
                    <a:lumMod val="60000"/>
                  </a:schemeClr>
                </a:solidFill>
              </a:ln>
              <a:effectLst/>
            </c:spPr>
          </c:marker>
          <c:xVal>
            <c:numRef>
              <c:f>N50000_VV_TEMPS_oc5l2_50000!$BA$2:$BA$536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N50000_VV_TEMPS_oc5l2_50000!$BZ$2:$BZ$536</c:f>
              <c:numCache>
                <c:formatCode>General</c:formatCode>
                <c:ptCount val="533"/>
                <c:pt idx="0">
                  <c:v>0</c:v>
                </c:pt>
                <c:pt idx="1">
                  <c:v>-0.62350000000000705</c:v>
                </c:pt>
                <c:pt idx="2">
                  <c:v>5.9100000000000819E-2</c:v>
                </c:pt>
                <c:pt idx="3">
                  <c:v>0.93569999999999709</c:v>
                </c:pt>
                <c:pt idx="4">
                  <c:v>1.417900000000003</c:v>
                </c:pt>
                <c:pt idx="5">
                  <c:v>1.6426999999999907</c:v>
                </c:pt>
                <c:pt idx="6">
                  <c:v>1.7488999999999919</c:v>
                </c:pt>
                <c:pt idx="7">
                  <c:v>1.8053999999999917</c:v>
                </c:pt>
                <c:pt idx="8">
                  <c:v>1.8388999999999953</c:v>
                </c:pt>
                <c:pt idx="9">
                  <c:v>1.8547999999999831</c:v>
                </c:pt>
                <c:pt idx="10">
                  <c:v>1.8585999999999956</c:v>
                </c:pt>
                <c:pt idx="11">
                  <c:v>1.8530000000000086</c:v>
                </c:pt>
                <c:pt idx="12">
                  <c:v>1.8490999999999929</c:v>
                </c:pt>
                <c:pt idx="13">
                  <c:v>1.8459000000000003</c:v>
                </c:pt>
                <c:pt idx="14">
                  <c:v>1.8513999999999839</c:v>
                </c:pt>
                <c:pt idx="15">
                  <c:v>1.8603999999999985</c:v>
                </c:pt>
                <c:pt idx="16">
                  <c:v>1.8651999999999873</c:v>
                </c:pt>
                <c:pt idx="17">
                  <c:v>1.8632000000000062</c:v>
                </c:pt>
                <c:pt idx="18">
                  <c:v>1.855400000000003</c:v>
                </c:pt>
                <c:pt idx="19">
                  <c:v>1.8499999999999943</c:v>
                </c:pt>
                <c:pt idx="20">
                  <c:v>1.8464999999999918</c:v>
                </c:pt>
                <c:pt idx="21">
                  <c:v>1.8514999999999873</c:v>
                </c:pt>
                <c:pt idx="22">
                  <c:v>1.8606000000000051</c:v>
                </c:pt>
                <c:pt idx="23">
                  <c:v>1.8650000000000091</c:v>
                </c:pt>
                <c:pt idx="24">
                  <c:v>1.8633999999999844</c:v>
                </c:pt>
                <c:pt idx="25">
                  <c:v>1.8551999999999964</c:v>
                </c:pt>
                <c:pt idx="26">
                  <c:v>1.850200000000001</c:v>
                </c:pt>
                <c:pt idx="27">
                  <c:v>1.8468000000000018</c:v>
                </c:pt>
                <c:pt idx="28">
                  <c:v>1.852499999999992</c:v>
                </c:pt>
                <c:pt idx="29">
                  <c:v>1.8616999999999848</c:v>
                </c:pt>
                <c:pt idx="30">
                  <c:v>1.8667000000000087</c:v>
                </c:pt>
                <c:pt idx="31">
                  <c:v>1.8649000000000058</c:v>
                </c:pt>
                <c:pt idx="32">
                  <c:v>1.8571000000000026</c:v>
                </c:pt>
                <c:pt idx="33">
                  <c:v>1.8517999999999972</c:v>
                </c:pt>
                <c:pt idx="34">
                  <c:v>1.848399999999998</c:v>
                </c:pt>
                <c:pt idx="35">
                  <c:v>1.8536000000000001</c:v>
                </c:pt>
                <c:pt idx="36">
                  <c:v>1.8631000000000029</c:v>
                </c:pt>
                <c:pt idx="37">
                  <c:v>1.867699999999985</c:v>
                </c:pt>
                <c:pt idx="38">
                  <c:v>1.8661999999999921</c:v>
                </c:pt>
                <c:pt idx="39">
                  <c:v>1.8580000000000041</c:v>
                </c:pt>
                <c:pt idx="40">
                  <c:v>1.8529000000000053</c:v>
                </c:pt>
                <c:pt idx="41">
                  <c:v>1.8491999999999962</c:v>
                </c:pt>
                <c:pt idx="42">
                  <c:v>1.8546000000000049</c:v>
                </c:pt>
                <c:pt idx="43">
                  <c:v>1.8636999999999944</c:v>
                </c:pt>
                <c:pt idx="44">
                  <c:v>1.8685999999999865</c:v>
                </c:pt>
                <c:pt idx="45">
                  <c:v>1.8667000000000087</c:v>
                </c:pt>
                <c:pt idx="46">
                  <c:v>1.8586999999999989</c:v>
                </c:pt>
                <c:pt idx="47">
                  <c:v>1.8532999999999902</c:v>
                </c:pt>
                <c:pt idx="48">
                  <c:v>1.8497999999999877</c:v>
                </c:pt>
                <c:pt idx="49">
                  <c:v>1.8548999999999864</c:v>
                </c:pt>
                <c:pt idx="50">
                  <c:v>1.8643999999999892</c:v>
                </c:pt>
                <c:pt idx="51">
                  <c:v>1.8688999999999965</c:v>
                </c:pt>
                <c:pt idx="52">
                  <c:v>1.8673000000000002</c:v>
                </c:pt>
                <c:pt idx="53">
                  <c:v>1.8589000000000055</c:v>
                </c:pt>
                <c:pt idx="54">
                  <c:v>1.8538000000000068</c:v>
                </c:pt>
                <c:pt idx="55">
                  <c:v>1.8499999999999943</c:v>
                </c:pt>
                <c:pt idx="56">
                  <c:v>1.8552999999999997</c:v>
                </c:pt>
                <c:pt idx="57">
                  <c:v>1.8640000000000043</c:v>
                </c:pt>
                <c:pt idx="58">
                  <c:v>1.8684999999999832</c:v>
                </c:pt>
                <c:pt idx="59">
                  <c:v>1.8661999999999921</c:v>
                </c:pt>
                <c:pt idx="60">
                  <c:v>1.8581000000000074</c:v>
                </c:pt>
                <c:pt idx="61">
                  <c:v>1.852499999999992</c:v>
                </c:pt>
                <c:pt idx="62">
                  <c:v>1.8488999999999862</c:v>
                </c:pt>
                <c:pt idx="63">
                  <c:v>1.8538000000000068</c:v>
                </c:pt>
                <c:pt idx="64">
                  <c:v>1.8628999999999962</c:v>
                </c:pt>
                <c:pt idx="65">
                  <c:v>1.8673000000000002</c:v>
                </c:pt>
                <c:pt idx="66">
                  <c:v>1.8654999999999973</c:v>
                </c:pt>
                <c:pt idx="67">
                  <c:v>1.8571000000000026</c:v>
                </c:pt>
                <c:pt idx="68">
                  <c:v>1.8520000000000039</c:v>
                </c:pt>
                <c:pt idx="69">
                  <c:v>1.8480999999999881</c:v>
                </c:pt>
                <c:pt idx="70">
                  <c:v>1.8532999999999902</c:v>
                </c:pt>
                <c:pt idx="71">
                  <c:v>1.8622000000000014</c:v>
                </c:pt>
                <c:pt idx="72">
                  <c:v>1.8668999999999869</c:v>
                </c:pt>
                <c:pt idx="73">
                  <c:v>1.8648000000000025</c:v>
                </c:pt>
                <c:pt idx="74">
                  <c:v>1.856899999999996</c:v>
                </c:pt>
                <c:pt idx="75">
                  <c:v>1.8513999999999839</c:v>
                </c:pt>
                <c:pt idx="76">
                  <c:v>1.8479000000000099</c:v>
                </c:pt>
                <c:pt idx="77">
                  <c:v>1.852800000000002</c:v>
                </c:pt>
                <c:pt idx="78">
                  <c:v>1.8619999999999948</c:v>
                </c:pt>
                <c:pt idx="79">
                  <c:v>1.8663999999999987</c:v>
                </c:pt>
                <c:pt idx="80">
                  <c:v>1.8646999999999991</c:v>
                </c:pt>
                <c:pt idx="81">
                  <c:v>1.8564000000000078</c:v>
                </c:pt>
                <c:pt idx="82">
                  <c:v>1.851300000000009</c:v>
                </c:pt>
                <c:pt idx="83">
                  <c:v>1.8474999999999966</c:v>
                </c:pt>
                <c:pt idx="84">
                  <c:v>1.852800000000002</c:v>
                </c:pt>
                <c:pt idx="85">
                  <c:v>1.8616999999999848</c:v>
                </c:pt>
                <c:pt idx="86">
                  <c:v>1.8663999999999987</c:v>
                </c:pt>
                <c:pt idx="87">
                  <c:v>1.8643999999999892</c:v>
                </c:pt>
                <c:pt idx="88">
                  <c:v>1.8564999999999827</c:v>
                </c:pt>
                <c:pt idx="89">
                  <c:v>1.8509999999999991</c:v>
                </c:pt>
                <c:pt idx="90">
                  <c:v>1.8475999999999999</c:v>
                </c:pt>
                <c:pt idx="91">
                  <c:v>1.852499999999992</c:v>
                </c:pt>
                <c:pt idx="92">
                  <c:v>1.8616999999999848</c:v>
                </c:pt>
                <c:pt idx="93">
                  <c:v>1.8661999999999921</c:v>
                </c:pt>
                <c:pt idx="94">
                  <c:v>1.8644999999999925</c:v>
                </c:pt>
                <c:pt idx="95">
                  <c:v>1.8562000000000012</c:v>
                </c:pt>
                <c:pt idx="96">
                  <c:v>1.8511000000000024</c:v>
                </c:pt>
                <c:pt idx="97">
                  <c:v>1.84729999999999</c:v>
                </c:pt>
                <c:pt idx="98">
                  <c:v>1.8525999999999954</c:v>
                </c:pt>
                <c:pt idx="99">
                  <c:v>1.8615000000000066</c:v>
                </c:pt>
                <c:pt idx="100">
                  <c:v>1.8662999999999954</c:v>
                </c:pt>
                <c:pt idx="101">
                  <c:v>1.8642999999999859</c:v>
                </c:pt>
                <c:pt idx="102">
                  <c:v>1.8564000000000078</c:v>
                </c:pt>
                <c:pt idx="103">
                  <c:v>1.8508999999999958</c:v>
                </c:pt>
                <c:pt idx="104">
                  <c:v>1.8474999999999966</c:v>
                </c:pt>
                <c:pt idx="105">
                  <c:v>1.8523999999999887</c:v>
                </c:pt>
                <c:pt idx="106">
                  <c:v>1.8616999999999848</c:v>
                </c:pt>
                <c:pt idx="107">
                  <c:v>1.8676000000000101</c:v>
                </c:pt>
                <c:pt idx="108">
                  <c:v>1.8733000000000004</c:v>
                </c:pt>
                <c:pt idx="109">
                  <c:v>1.8693999999999846</c:v>
                </c:pt>
                <c:pt idx="110">
                  <c:v>1.8662999999999954</c:v>
                </c:pt>
                <c:pt idx="111">
                  <c:v>1.8634999999999877</c:v>
                </c:pt>
                <c:pt idx="112">
                  <c:v>1.8702999999999861</c:v>
                </c:pt>
                <c:pt idx="113">
                  <c:v>1.8808999999999969</c:v>
                </c:pt>
                <c:pt idx="114">
                  <c:v>1.8864999999999839</c:v>
                </c:pt>
                <c:pt idx="115">
                  <c:v>1.8843999999999994</c:v>
                </c:pt>
                <c:pt idx="116">
                  <c:v>1.8754999999999882</c:v>
                </c:pt>
                <c:pt idx="117">
                  <c:v>1.8693999999999846</c:v>
                </c:pt>
                <c:pt idx="118">
                  <c:v>1.8654999999999973</c:v>
                </c:pt>
                <c:pt idx="119">
                  <c:v>1.8712999999999909</c:v>
                </c:pt>
                <c:pt idx="120">
                  <c:v>1.882000000000005</c:v>
                </c:pt>
                <c:pt idx="121">
                  <c:v>1.8871000000000038</c:v>
                </c:pt>
                <c:pt idx="122">
                  <c:v>1.8853000000000009</c:v>
                </c:pt>
                <c:pt idx="123">
                  <c:v>1.8759000000000015</c:v>
                </c:pt>
                <c:pt idx="124">
                  <c:v>1.8701000000000079</c:v>
                </c:pt>
                <c:pt idx="125">
                  <c:v>1.8659000000000106</c:v>
                </c:pt>
                <c:pt idx="126">
                  <c:v>1.8719999999999857</c:v>
                </c:pt>
                <c:pt idx="127">
                  <c:v>1.8822999999999865</c:v>
                </c:pt>
                <c:pt idx="128">
                  <c:v>1.8877999999999986</c:v>
                </c:pt>
                <c:pt idx="129">
                  <c:v>1.8855999999999824</c:v>
                </c:pt>
                <c:pt idx="130">
                  <c:v>1.8765999999999963</c:v>
                </c:pt>
                <c:pt idx="131">
                  <c:v>1.8703999999999894</c:v>
                </c:pt>
                <c:pt idx="132">
                  <c:v>1.866500000000002</c:v>
                </c:pt>
                <c:pt idx="133">
                  <c:v>1.8722999999999956</c:v>
                </c:pt>
                <c:pt idx="134">
                  <c:v>1.8829000000000065</c:v>
                </c:pt>
                <c:pt idx="135">
                  <c:v>1.8881000000000085</c:v>
                </c:pt>
                <c:pt idx="136">
                  <c:v>1.8862000000000023</c:v>
                </c:pt>
                <c:pt idx="137">
                  <c:v>1.8768000000000029</c:v>
                </c:pt>
                <c:pt idx="138">
                  <c:v>1.8710000000000093</c:v>
                </c:pt>
                <c:pt idx="139">
                  <c:v>1.8667000000000087</c:v>
                </c:pt>
                <c:pt idx="140">
                  <c:v>1.8727999999999838</c:v>
                </c:pt>
                <c:pt idx="141">
                  <c:v>1.8830999999999847</c:v>
                </c:pt>
                <c:pt idx="142">
                  <c:v>1.8887</c:v>
                </c:pt>
                <c:pt idx="143">
                  <c:v>1.886400000000009</c:v>
                </c:pt>
                <c:pt idx="144">
                  <c:v>1.8773999999999944</c:v>
                </c:pt>
                <c:pt idx="145">
                  <c:v>1.8710999999999842</c:v>
                </c:pt>
                <c:pt idx="146">
                  <c:v>1.8671999999999969</c:v>
                </c:pt>
                <c:pt idx="147">
                  <c:v>1.8729999999999905</c:v>
                </c:pt>
                <c:pt idx="148">
                  <c:v>1.8837000000000046</c:v>
                </c:pt>
                <c:pt idx="149">
                  <c:v>1.8889000000000067</c:v>
                </c:pt>
                <c:pt idx="150">
                  <c:v>1.8870000000000005</c:v>
                </c:pt>
                <c:pt idx="151">
                  <c:v>1.8774999999999977</c:v>
                </c:pt>
                <c:pt idx="152">
                  <c:v>1.8716000000000008</c:v>
                </c:pt>
                <c:pt idx="153">
                  <c:v>1.8673000000000002</c:v>
                </c:pt>
                <c:pt idx="154">
                  <c:v>1.873500000000007</c:v>
                </c:pt>
                <c:pt idx="155">
                  <c:v>1.8838000000000079</c:v>
                </c:pt>
                <c:pt idx="156">
                  <c:v>1.8893999999999949</c:v>
                </c:pt>
                <c:pt idx="157">
                  <c:v>1.886099999999999</c:v>
                </c:pt>
                <c:pt idx="158">
                  <c:v>1.8677999999999884</c:v>
                </c:pt>
                <c:pt idx="159">
                  <c:v>1.8563000000000045</c:v>
                </c:pt>
                <c:pt idx="160">
                  <c:v>1.8530000000000086</c:v>
                </c:pt>
                <c:pt idx="161">
                  <c:v>1.8631000000000029</c:v>
                </c:pt>
                <c:pt idx="162">
                  <c:v>1.8673000000000002</c:v>
                </c:pt>
                <c:pt idx="163">
                  <c:v>1.8650000000000091</c:v>
                </c:pt>
                <c:pt idx="164">
                  <c:v>1.856899999999996</c:v>
                </c:pt>
                <c:pt idx="165">
                  <c:v>1.851300000000009</c:v>
                </c:pt>
                <c:pt idx="166">
                  <c:v>1.8478000000000065</c:v>
                </c:pt>
                <c:pt idx="167">
                  <c:v>1.8525999999999954</c:v>
                </c:pt>
                <c:pt idx="168">
                  <c:v>1.8617999999999881</c:v>
                </c:pt>
                <c:pt idx="169">
                  <c:v>1.8660999999999888</c:v>
                </c:pt>
                <c:pt idx="170">
                  <c:v>1.8643999999999892</c:v>
                </c:pt>
                <c:pt idx="171">
                  <c:v>1.8560999999999979</c:v>
                </c:pt>
                <c:pt idx="172">
                  <c:v>1.8508999999999958</c:v>
                </c:pt>
                <c:pt idx="173">
                  <c:v>1.8470999999999833</c:v>
                </c:pt>
                <c:pt idx="174">
                  <c:v>1.8522999999999854</c:v>
                </c:pt>
                <c:pt idx="175">
                  <c:v>1.8610999999999933</c:v>
                </c:pt>
                <c:pt idx="176">
                  <c:v>1.8658000000000072</c:v>
                </c:pt>
                <c:pt idx="177">
                  <c:v>1.8637999999999977</c:v>
                </c:pt>
                <c:pt idx="178">
                  <c:v>1.8557999999999879</c:v>
                </c:pt>
                <c:pt idx="179">
                  <c:v>1.8503000000000043</c:v>
                </c:pt>
                <c:pt idx="180">
                  <c:v>1.8469000000000051</c:v>
                </c:pt>
                <c:pt idx="181">
                  <c:v>1.8517999999999972</c:v>
                </c:pt>
                <c:pt idx="182">
                  <c:v>1.8608999999999867</c:v>
                </c:pt>
                <c:pt idx="183">
                  <c:v>1.8657000000000039</c:v>
                </c:pt>
                <c:pt idx="184">
                  <c:v>1.8643999999999892</c:v>
                </c:pt>
                <c:pt idx="185">
                  <c:v>1.8564999999999827</c:v>
                </c:pt>
                <c:pt idx="186">
                  <c:v>1.8514999999999873</c:v>
                </c:pt>
                <c:pt idx="187">
                  <c:v>1.8479000000000099</c:v>
                </c:pt>
                <c:pt idx="188">
                  <c:v>1.8533999999999935</c:v>
                </c:pt>
                <c:pt idx="189">
                  <c:v>1.8624999999999829</c:v>
                </c:pt>
                <c:pt idx="190">
                  <c:v>1.8674000000000035</c:v>
                </c:pt>
                <c:pt idx="191">
                  <c:v>1.8656000000000006</c:v>
                </c:pt>
                <c:pt idx="192">
                  <c:v>1.8577999999999975</c:v>
                </c:pt>
                <c:pt idx="193">
                  <c:v>1.8523999999999887</c:v>
                </c:pt>
                <c:pt idx="194">
                  <c:v>1.8489999999999895</c:v>
                </c:pt>
                <c:pt idx="195">
                  <c:v>1.8541999999999916</c:v>
                </c:pt>
                <c:pt idx="196">
                  <c:v>1.863599999999991</c:v>
                </c:pt>
                <c:pt idx="197">
                  <c:v>1.8682000000000016</c:v>
                </c:pt>
                <c:pt idx="198">
                  <c:v>1.8666000000000054</c:v>
                </c:pt>
                <c:pt idx="199">
                  <c:v>1.8582999999999856</c:v>
                </c:pt>
                <c:pt idx="200">
                  <c:v>1.8531999999999869</c:v>
                </c:pt>
                <c:pt idx="201">
                  <c:v>1.8495000000000061</c:v>
                </c:pt>
                <c:pt idx="202">
                  <c:v>1.8548999999999864</c:v>
                </c:pt>
                <c:pt idx="203">
                  <c:v>1.8640000000000043</c:v>
                </c:pt>
                <c:pt idx="204">
                  <c:v>1.8688999999999965</c:v>
                </c:pt>
                <c:pt idx="205">
                  <c:v>1.8668999999999869</c:v>
                </c:pt>
                <c:pt idx="206">
                  <c:v>1.8590000000000089</c:v>
                </c:pt>
                <c:pt idx="207">
                  <c:v>1.8534999999999968</c:v>
                </c:pt>
                <c:pt idx="208">
                  <c:v>1.8499999999999943</c:v>
                </c:pt>
                <c:pt idx="209">
                  <c:v>1.8550999999999931</c:v>
                </c:pt>
                <c:pt idx="210">
                  <c:v>1.8645999999999958</c:v>
                </c:pt>
                <c:pt idx="211">
                  <c:v>1.8691000000000031</c:v>
                </c:pt>
                <c:pt idx="212">
                  <c:v>1.8674000000000035</c:v>
                </c:pt>
                <c:pt idx="213">
                  <c:v>1.8590000000000089</c:v>
                </c:pt>
                <c:pt idx="214">
                  <c:v>1.8534999999999968</c:v>
                </c:pt>
                <c:pt idx="215">
                  <c:v>1.8494000000000028</c:v>
                </c:pt>
                <c:pt idx="216">
                  <c:v>1.8545000000000016</c:v>
                </c:pt>
                <c:pt idx="217">
                  <c:v>1.8633000000000095</c:v>
                </c:pt>
                <c:pt idx="218">
                  <c:v>1.8678999999999917</c:v>
                </c:pt>
                <c:pt idx="219">
                  <c:v>1.8658000000000072</c:v>
                </c:pt>
                <c:pt idx="220">
                  <c:v>1.8576999999999941</c:v>
                </c:pt>
                <c:pt idx="221">
                  <c:v>1.8521000000000072</c:v>
                </c:pt>
                <c:pt idx="222">
                  <c:v>1.8486000000000047</c:v>
                </c:pt>
                <c:pt idx="223">
                  <c:v>1.8534999999999968</c:v>
                </c:pt>
                <c:pt idx="224">
                  <c:v>1.8625999999999863</c:v>
                </c:pt>
                <c:pt idx="225">
                  <c:v>1.8669999999999902</c:v>
                </c:pt>
                <c:pt idx="226">
                  <c:v>1.8652999999999906</c:v>
                </c:pt>
                <c:pt idx="227">
                  <c:v>1.856899999999996</c:v>
                </c:pt>
                <c:pt idx="228">
                  <c:v>1.8516999999999939</c:v>
                </c:pt>
                <c:pt idx="229">
                  <c:v>1.8479000000000099</c:v>
                </c:pt>
                <c:pt idx="230">
                  <c:v>1.8531999999999869</c:v>
                </c:pt>
                <c:pt idx="231">
                  <c:v>1.8619999999999948</c:v>
                </c:pt>
                <c:pt idx="232">
                  <c:v>1.8667999999999836</c:v>
                </c:pt>
                <c:pt idx="233">
                  <c:v>1.8646999999999991</c:v>
                </c:pt>
                <c:pt idx="234">
                  <c:v>1.8567999999999927</c:v>
                </c:pt>
                <c:pt idx="235">
                  <c:v>1.851300000000009</c:v>
                </c:pt>
                <c:pt idx="236">
                  <c:v>1.8478000000000065</c:v>
                </c:pt>
                <c:pt idx="237">
                  <c:v>1.8526999999999987</c:v>
                </c:pt>
                <c:pt idx="238">
                  <c:v>1.8618999999999915</c:v>
                </c:pt>
                <c:pt idx="239">
                  <c:v>1.8662999999999954</c:v>
                </c:pt>
                <c:pt idx="240">
                  <c:v>1.8646999999999991</c:v>
                </c:pt>
                <c:pt idx="241">
                  <c:v>1.8564000000000078</c:v>
                </c:pt>
                <c:pt idx="242">
                  <c:v>1.851300000000009</c:v>
                </c:pt>
                <c:pt idx="243">
                  <c:v>1.8473999999999933</c:v>
                </c:pt>
                <c:pt idx="244">
                  <c:v>1.8526999999999987</c:v>
                </c:pt>
                <c:pt idx="245">
                  <c:v>1.8616000000000099</c:v>
                </c:pt>
                <c:pt idx="246">
                  <c:v>1.8663999999999987</c:v>
                </c:pt>
                <c:pt idx="247">
                  <c:v>1.8643999999999892</c:v>
                </c:pt>
                <c:pt idx="248">
                  <c:v>1.8564999999999827</c:v>
                </c:pt>
                <c:pt idx="249">
                  <c:v>1.8509999999999991</c:v>
                </c:pt>
                <c:pt idx="250">
                  <c:v>1.8474999999999966</c:v>
                </c:pt>
                <c:pt idx="251">
                  <c:v>1.852499999999992</c:v>
                </c:pt>
                <c:pt idx="252">
                  <c:v>1.8616999999999848</c:v>
                </c:pt>
                <c:pt idx="253">
                  <c:v>1.8660999999999888</c:v>
                </c:pt>
                <c:pt idx="254">
                  <c:v>1.8644999999999925</c:v>
                </c:pt>
                <c:pt idx="255">
                  <c:v>1.8562000000000012</c:v>
                </c:pt>
                <c:pt idx="256">
                  <c:v>1.8511000000000024</c:v>
                </c:pt>
                <c:pt idx="257">
                  <c:v>1.84729999999999</c:v>
                </c:pt>
                <c:pt idx="258">
                  <c:v>1.8525999999999954</c:v>
                </c:pt>
                <c:pt idx="259">
                  <c:v>1.8615000000000066</c:v>
                </c:pt>
                <c:pt idx="260">
                  <c:v>1.8662999999999954</c:v>
                </c:pt>
                <c:pt idx="261">
                  <c:v>1.8642999999999859</c:v>
                </c:pt>
                <c:pt idx="262">
                  <c:v>1.8563000000000045</c:v>
                </c:pt>
                <c:pt idx="263">
                  <c:v>1.8508999999999958</c:v>
                </c:pt>
                <c:pt idx="264">
                  <c:v>1.8490999999999929</c:v>
                </c:pt>
                <c:pt idx="265">
                  <c:v>1.8601999999999919</c:v>
                </c:pt>
                <c:pt idx="266">
                  <c:v>1.8756999999999948</c:v>
                </c:pt>
                <c:pt idx="267">
                  <c:v>1.8836000000000013</c:v>
                </c:pt>
                <c:pt idx="268">
                  <c:v>1.8830999999999847</c:v>
                </c:pt>
                <c:pt idx="269">
                  <c:v>1.8744000000000085</c:v>
                </c:pt>
                <c:pt idx="270">
                  <c:v>1.8689999999999998</c:v>
                </c:pt>
                <c:pt idx="271">
                  <c:v>1.8649000000000058</c:v>
                </c:pt>
                <c:pt idx="272">
                  <c:v>1.8710999999999842</c:v>
                </c:pt>
                <c:pt idx="273">
                  <c:v>1.8813999999999851</c:v>
                </c:pt>
                <c:pt idx="274">
                  <c:v>1.8870000000000005</c:v>
                </c:pt>
                <c:pt idx="275">
                  <c:v>1.8847999999999843</c:v>
                </c:pt>
                <c:pt idx="276">
                  <c:v>1.8757999999999981</c:v>
                </c:pt>
                <c:pt idx="277">
                  <c:v>1.8696999999999946</c:v>
                </c:pt>
                <c:pt idx="278">
                  <c:v>1.8658000000000072</c:v>
                </c:pt>
                <c:pt idx="279">
                  <c:v>1.8716000000000008</c:v>
                </c:pt>
                <c:pt idx="280">
                  <c:v>1.8821999999999832</c:v>
                </c:pt>
                <c:pt idx="281">
                  <c:v>1.8873999999999853</c:v>
                </c:pt>
                <c:pt idx="282">
                  <c:v>1.8855000000000075</c:v>
                </c:pt>
                <c:pt idx="283">
                  <c:v>1.876199999999983</c:v>
                </c:pt>
                <c:pt idx="284">
                  <c:v>1.8702999999999861</c:v>
                </c:pt>
                <c:pt idx="285">
                  <c:v>1.8660999999999888</c:v>
                </c:pt>
                <c:pt idx="286">
                  <c:v>1.8721999999999923</c:v>
                </c:pt>
                <c:pt idx="287">
                  <c:v>1.8824999999999932</c:v>
                </c:pt>
                <c:pt idx="288">
                  <c:v>1.8880000000000052</c:v>
                </c:pt>
                <c:pt idx="289">
                  <c:v>1.885799999999989</c:v>
                </c:pt>
                <c:pt idx="290">
                  <c:v>1.8768000000000029</c:v>
                </c:pt>
                <c:pt idx="291">
                  <c:v>1.870599999999996</c:v>
                </c:pt>
                <c:pt idx="292">
                  <c:v>1.8667000000000087</c:v>
                </c:pt>
                <c:pt idx="293">
                  <c:v>1.8725000000000023</c:v>
                </c:pt>
                <c:pt idx="294">
                  <c:v>1.8830999999999847</c:v>
                </c:pt>
                <c:pt idx="295">
                  <c:v>1.8882999999999868</c:v>
                </c:pt>
                <c:pt idx="296">
                  <c:v>1.886400000000009</c:v>
                </c:pt>
                <c:pt idx="297">
                  <c:v>1.8770000000000095</c:v>
                </c:pt>
                <c:pt idx="298">
                  <c:v>1.8710999999999842</c:v>
                </c:pt>
                <c:pt idx="299">
                  <c:v>1.8667999999999836</c:v>
                </c:pt>
                <c:pt idx="300">
                  <c:v>1.8729999999999905</c:v>
                </c:pt>
                <c:pt idx="301">
                  <c:v>1.8832999999999913</c:v>
                </c:pt>
                <c:pt idx="302">
                  <c:v>1.8888000000000034</c:v>
                </c:pt>
                <c:pt idx="303">
                  <c:v>1.8865999999999872</c:v>
                </c:pt>
                <c:pt idx="304">
                  <c:v>1.8774999999999977</c:v>
                </c:pt>
                <c:pt idx="305">
                  <c:v>1.8712999999999909</c:v>
                </c:pt>
                <c:pt idx="306">
                  <c:v>1.8673000000000002</c:v>
                </c:pt>
                <c:pt idx="307">
                  <c:v>1.8730999999999938</c:v>
                </c:pt>
                <c:pt idx="308">
                  <c:v>1.8838000000000079</c:v>
                </c:pt>
                <c:pt idx="309">
                  <c:v>1.88900000000001</c:v>
                </c:pt>
                <c:pt idx="310">
                  <c:v>1.8871000000000038</c:v>
                </c:pt>
                <c:pt idx="311">
                  <c:v>1.877600000000001</c:v>
                </c:pt>
                <c:pt idx="312">
                  <c:v>1.8718000000000075</c:v>
                </c:pt>
                <c:pt idx="313">
                  <c:v>1.8675000000000068</c:v>
                </c:pt>
                <c:pt idx="314">
                  <c:v>1.8721999999999923</c:v>
                </c:pt>
                <c:pt idx="315">
                  <c:v>1.8739999999999952</c:v>
                </c:pt>
                <c:pt idx="316">
                  <c:v>1.8729999999999905</c:v>
                </c:pt>
                <c:pt idx="317">
                  <c:v>1.867999999999995</c:v>
                </c:pt>
                <c:pt idx="318">
                  <c:v>1.8584999999999923</c:v>
                </c:pt>
                <c:pt idx="319">
                  <c:v>1.8522000000000105</c:v>
                </c:pt>
                <c:pt idx="320">
                  <c:v>1.8482999999999947</c:v>
                </c:pt>
                <c:pt idx="321">
                  <c:v>1.8530000000000086</c:v>
                </c:pt>
                <c:pt idx="322">
                  <c:v>1.8620999999999981</c:v>
                </c:pt>
                <c:pt idx="323">
                  <c:v>1.8663999999999987</c:v>
                </c:pt>
                <c:pt idx="324">
                  <c:v>1.8645999999999958</c:v>
                </c:pt>
                <c:pt idx="325">
                  <c:v>1.8563000000000045</c:v>
                </c:pt>
                <c:pt idx="326">
                  <c:v>1.8511000000000024</c:v>
                </c:pt>
                <c:pt idx="327">
                  <c:v>1.8471999999999866</c:v>
                </c:pt>
                <c:pt idx="328">
                  <c:v>1.852499999999992</c:v>
                </c:pt>
                <c:pt idx="329">
                  <c:v>1.8613</c:v>
                </c:pt>
                <c:pt idx="330">
                  <c:v>1.8659999999999854</c:v>
                </c:pt>
                <c:pt idx="331">
                  <c:v>1.863900000000001</c:v>
                </c:pt>
                <c:pt idx="332">
                  <c:v>1.8559999999999945</c:v>
                </c:pt>
                <c:pt idx="333">
                  <c:v>1.8504999999999825</c:v>
                </c:pt>
                <c:pt idx="334">
                  <c:v>1.8470000000000084</c:v>
                </c:pt>
                <c:pt idx="335">
                  <c:v>1.8519000000000005</c:v>
                </c:pt>
                <c:pt idx="336">
                  <c:v>1.8610999999999933</c:v>
                </c:pt>
                <c:pt idx="337">
                  <c:v>1.865399999999994</c:v>
                </c:pt>
                <c:pt idx="338">
                  <c:v>1.8636999999999944</c:v>
                </c:pt>
                <c:pt idx="339">
                  <c:v>1.8555000000000064</c:v>
                </c:pt>
                <c:pt idx="340">
                  <c:v>1.8505999999999858</c:v>
                </c:pt>
                <c:pt idx="341">
                  <c:v>1.8471999999999866</c:v>
                </c:pt>
                <c:pt idx="342">
                  <c:v>1.852800000000002</c:v>
                </c:pt>
                <c:pt idx="343">
                  <c:v>1.8619999999999948</c:v>
                </c:pt>
                <c:pt idx="344">
                  <c:v>1.8669999999999902</c:v>
                </c:pt>
                <c:pt idx="345">
                  <c:v>1.8651999999999873</c:v>
                </c:pt>
                <c:pt idx="346">
                  <c:v>1.8573000000000093</c:v>
                </c:pt>
                <c:pt idx="347">
                  <c:v>1.8520000000000039</c:v>
                </c:pt>
                <c:pt idx="348">
                  <c:v>1.848700000000008</c:v>
                </c:pt>
                <c:pt idx="349">
                  <c:v>1.8539000000000101</c:v>
                </c:pt>
                <c:pt idx="350">
                  <c:v>1.8633000000000095</c:v>
                </c:pt>
                <c:pt idx="351">
                  <c:v>1.8678999999999917</c:v>
                </c:pt>
                <c:pt idx="352">
                  <c:v>1.8662999999999954</c:v>
                </c:pt>
                <c:pt idx="353">
                  <c:v>1.8581000000000074</c:v>
                </c:pt>
                <c:pt idx="354">
                  <c:v>1.8530000000000086</c:v>
                </c:pt>
                <c:pt idx="355">
                  <c:v>1.8492999999999995</c:v>
                </c:pt>
                <c:pt idx="356">
                  <c:v>1.8547000000000082</c:v>
                </c:pt>
                <c:pt idx="357">
                  <c:v>1.8637999999999977</c:v>
                </c:pt>
                <c:pt idx="358">
                  <c:v>1.8686999999999898</c:v>
                </c:pt>
                <c:pt idx="359">
                  <c:v>1.8667999999999836</c:v>
                </c:pt>
                <c:pt idx="360">
                  <c:v>1.8588000000000022</c:v>
                </c:pt>
                <c:pt idx="361">
                  <c:v>1.8588000000000022</c:v>
                </c:pt>
                <c:pt idx="362">
                  <c:v>1.8533999999999935</c:v>
                </c:pt>
                <c:pt idx="363">
                  <c:v>1.849899999999991</c:v>
                </c:pt>
                <c:pt idx="364">
                  <c:v>1.8549999999999898</c:v>
                </c:pt>
                <c:pt idx="365">
                  <c:v>1.8643999999999892</c:v>
                </c:pt>
                <c:pt idx="366">
                  <c:v>1.8689999999999998</c:v>
                </c:pt>
                <c:pt idx="367">
                  <c:v>1.8673000000000002</c:v>
                </c:pt>
                <c:pt idx="368">
                  <c:v>1.8590000000000089</c:v>
                </c:pt>
                <c:pt idx="369">
                  <c:v>1.8539000000000101</c:v>
                </c:pt>
                <c:pt idx="370">
                  <c:v>1.8499999999999943</c:v>
                </c:pt>
                <c:pt idx="371">
                  <c:v>1.8552999999999997</c:v>
                </c:pt>
                <c:pt idx="372">
                  <c:v>1.863900000000001</c:v>
                </c:pt>
                <c:pt idx="373">
                  <c:v>1.8684000000000083</c:v>
                </c:pt>
                <c:pt idx="374">
                  <c:v>1.8661999999999921</c:v>
                </c:pt>
                <c:pt idx="375">
                  <c:v>1.8580000000000041</c:v>
                </c:pt>
                <c:pt idx="376">
                  <c:v>1.8523999999999887</c:v>
                </c:pt>
                <c:pt idx="377">
                  <c:v>1.8487999999999829</c:v>
                </c:pt>
                <c:pt idx="378">
                  <c:v>1.8537000000000035</c:v>
                </c:pt>
                <c:pt idx="379">
                  <c:v>1.8628999999999962</c:v>
                </c:pt>
                <c:pt idx="380">
                  <c:v>1.8671999999999969</c:v>
                </c:pt>
                <c:pt idx="381">
                  <c:v>1.8654999999999973</c:v>
                </c:pt>
                <c:pt idx="382">
                  <c:v>1.8571000000000026</c:v>
                </c:pt>
                <c:pt idx="383">
                  <c:v>1.8519000000000005</c:v>
                </c:pt>
                <c:pt idx="384">
                  <c:v>1.8479999999999848</c:v>
                </c:pt>
                <c:pt idx="385">
                  <c:v>1.8532999999999902</c:v>
                </c:pt>
                <c:pt idx="386">
                  <c:v>1.8622000000000014</c:v>
                </c:pt>
                <c:pt idx="387">
                  <c:v>1.8668999999999869</c:v>
                </c:pt>
                <c:pt idx="388">
                  <c:v>1.8648000000000025</c:v>
                </c:pt>
                <c:pt idx="389">
                  <c:v>1.856899999999996</c:v>
                </c:pt>
                <c:pt idx="390">
                  <c:v>1.8513999999999839</c:v>
                </c:pt>
                <c:pt idx="391">
                  <c:v>1.8479000000000099</c:v>
                </c:pt>
                <c:pt idx="392">
                  <c:v>1.852800000000002</c:v>
                </c:pt>
                <c:pt idx="393">
                  <c:v>1.8619999999999948</c:v>
                </c:pt>
                <c:pt idx="394">
                  <c:v>1.8663999999999987</c:v>
                </c:pt>
                <c:pt idx="395">
                  <c:v>1.8646999999999991</c:v>
                </c:pt>
                <c:pt idx="396">
                  <c:v>1.8564000000000078</c:v>
                </c:pt>
                <c:pt idx="397">
                  <c:v>1.851300000000009</c:v>
                </c:pt>
                <c:pt idx="398">
                  <c:v>1.8474999999999966</c:v>
                </c:pt>
                <c:pt idx="399">
                  <c:v>1.852800000000002</c:v>
                </c:pt>
                <c:pt idx="400">
                  <c:v>1.8616999999999848</c:v>
                </c:pt>
                <c:pt idx="401">
                  <c:v>1.8663999999999987</c:v>
                </c:pt>
                <c:pt idx="402">
                  <c:v>1.8643999999999892</c:v>
                </c:pt>
                <c:pt idx="403">
                  <c:v>1.8564999999999827</c:v>
                </c:pt>
                <c:pt idx="404">
                  <c:v>1.8509999999999991</c:v>
                </c:pt>
                <c:pt idx="405">
                  <c:v>1.8474999999999966</c:v>
                </c:pt>
                <c:pt idx="406">
                  <c:v>1.852499999999992</c:v>
                </c:pt>
                <c:pt idx="407">
                  <c:v>1.8616999999999848</c:v>
                </c:pt>
                <c:pt idx="408">
                  <c:v>1.8661999999999921</c:v>
                </c:pt>
                <c:pt idx="409">
                  <c:v>1.8644999999999925</c:v>
                </c:pt>
                <c:pt idx="410">
                  <c:v>1.8562000000000012</c:v>
                </c:pt>
                <c:pt idx="411">
                  <c:v>1.8511000000000024</c:v>
                </c:pt>
                <c:pt idx="412">
                  <c:v>1.84729999999999</c:v>
                </c:pt>
                <c:pt idx="413">
                  <c:v>1.8525999999999954</c:v>
                </c:pt>
                <c:pt idx="414">
                  <c:v>1.8615000000000066</c:v>
                </c:pt>
                <c:pt idx="415">
                  <c:v>1.8662999999999954</c:v>
                </c:pt>
                <c:pt idx="416">
                  <c:v>1.8642999999999859</c:v>
                </c:pt>
                <c:pt idx="417">
                  <c:v>1.8564000000000078</c:v>
                </c:pt>
                <c:pt idx="418">
                  <c:v>1.8508999999999958</c:v>
                </c:pt>
                <c:pt idx="419">
                  <c:v>1.8474999999999966</c:v>
                </c:pt>
                <c:pt idx="420">
                  <c:v>1.8523999999999887</c:v>
                </c:pt>
                <c:pt idx="421">
                  <c:v>1.8616999999999848</c:v>
                </c:pt>
                <c:pt idx="422">
                  <c:v>1.8701000000000079</c:v>
                </c:pt>
                <c:pt idx="423">
                  <c:v>1.8751000000000033</c:v>
                </c:pt>
                <c:pt idx="424">
                  <c:v>1.8703999999999894</c:v>
                </c:pt>
                <c:pt idx="425">
                  <c:v>1.8668999999999869</c:v>
                </c:pt>
                <c:pt idx="426">
                  <c:v>1.8637999999999977</c:v>
                </c:pt>
                <c:pt idx="427">
                  <c:v>1.8703999999999894</c:v>
                </c:pt>
                <c:pt idx="428">
                  <c:v>1.8808999999999969</c:v>
                </c:pt>
                <c:pt idx="429">
                  <c:v>1.8865999999999872</c:v>
                </c:pt>
                <c:pt idx="430">
                  <c:v>1.8845000000000027</c:v>
                </c:pt>
                <c:pt idx="431">
                  <c:v>1.8754999999999882</c:v>
                </c:pt>
                <c:pt idx="432">
                  <c:v>1.8693999999999846</c:v>
                </c:pt>
                <c:pt idx="433">
                  <c:v>1.8656000000000006</c:v>
                </c:pt>
                <c:pt idx="434">
                  <c:v>1.8713999999999942</c:v>
                </c:pt>
                <c:pt idx="435">
                  <c:v>1.882000000000005</c:v>
                </c:pt>
                <c:pt idx="436">
                  <c:v>1.8871000000000038</c:v>
                </c:pt>
                <c:pt idx="437">
                  <c:v>1.8853000000000009</c:v>
                </c:pt>
                <c:pt idx="438">
                  <c:v>1.8760000000000048</c:v>
                </c:pt>
                <c:pt idx="439">
                  <c:v>1.8701999999999828</c:v>
                </c:pt>
                <c:pt idx="440">
                  <c:v>1.8659000000000106</c:v>
                </c:pt>
                <c:pt idx="441">
                  <c:v>1.8719999999999857</c:v>
                </c:pt>
                <c:pt idx="442">
                  <c:v>1.8822999999999865</c:v>
                </c:pt>
                <c:pt idx="443">
                  <c:v>1.8877999999999986</c:v>
                </c:pt>
                <c:pt idx="444">
                  <c:v>1.8855999999999824</c:v>
                </c:pt>
                <c:pt idx="445">
                  <c:v>1.8765999999999963</c:v>
                </c:pt>
                <c:pt idx="446">
                  <c:v>1.8703999999999894</c:v>
                </c:pt>
                <c:pt idx="447">
                  <c:v>1.866500000000002</c:v>
                </c:pt>
                <c:pt idx="448">
                  <c:v>1.8722999999999956</c:v>
                </c:pt>
                <c:pt idx="449">
                  <c:v>1.8829000000000065</c:v>
                </c:pt>
                <c:pt idx="450">
                  <c:v>1.8881000000000085</c:v>
                </c:pt>
                <c:pt idx="451">
                  <c:v>1.8862000000000023</c:v>
                </c:pt>
                <c:pt idx="452">
                  <c:v>1.8862000000000023</c:v>
                </c:pt>
                <c:pt idx="453">
                  <c:v>1.8768000000000029</c:v>
                </c:pt>
                <c:pt idx="454">
                  <c:v>1.8710000000000093</c:v>
                </c:pt>
                <c:pt idx="455">
                  <c:v>1.8667000000000087</c:v>
                </c:pt>
                <c:pt idx="456">
                  <c:v>1.8728999999999871</c:v>
                </c:pt>
                <c:pt idx="457">
                  <c:v>1.883199999999988</c:v>
                </c:pt>
                <c:pt idx="458">
                  <c:v>1.8887</c:v>
                </c:pt>
                <c:pt idx="459">
                  <c:v>1.886400000000009</c:v>
                </c:pt>
                <c:pt idx="460">
                  <c:v>1.8773999999999944</c:v>
                </c:pt>
                <c:pt idx="461">
                  <c:v>1.8711999999999875</c:v>
                </c:pt>
                <c:pt idx="462">
                  <c:v>1.8671999999999969</c:v>
                </c:pt>
                <c:pt idx="463">
                  <c:v>1.8729999999999905</c:v>
                </c:pt>
                <c:pt idx="464">
                  <c:v>1.8837000000000046</c:v>
                </c:pt>
                <c:pt idx="465">
                  <c:v>1.8889000000000067</c:v>
                </c:pt>
                <c:pt idx="466">
                  <c:v>1.8870000000000005</c:v>
                </c:pt>
                <c:pt idx="467">
                  <c:v>1.8774999999999977</c:v>
                </c:pt>
                <c:pt idx="468">
                  <c:v>1.8716000000000008</c:v>
                </c:pt>
                <c:pt idx="469">
                  <c:v>1.8673000000000002</c:v>
                </c:pt>
                <c:pt idx="470">
                  <c:v>1.873500000000007</c:v>
                </c:pt>
                <c:pt idx="471">
                  <c:v>1.8838000000000079</c:v>
                </c:pt>
                <c:pt idx="472">
                  <c:v>1.8893999999999949</c:v>
                </c:pt>
                <c:pt idx="473">
                  <c:v>1.8833999999999946</c:v>
                </c:pt>
                <c:pt idx="474">
                  <c:v>1.8660999999999888</c:v>
                </c:pt>
                <c:pt idx="475">
                  <c:v>1.8556000000000097</c:v>
                </c:pt>
                <c:pt idx="476">
                  <c:v>1.8516999999999939</c:v>
                </c:pt>
                <c:pt idx="477">
                  <c:v>1.8591999999999871</c:v>
                </c:pt>
                <c:pt idx="478">
                  <c:v>1.8684000000000083</c:v>
                </c:pt>
                <c:pt idx="479">
                  <c:v>1.8644999999999925</c:v>
                </c:pt>
                <c:pt idx="480">
                  <c:v>1.856599999999986</c:v>
                </c:pt>
                <c:pt idx="481">
                  <c:v>1.8512000000000057</c:v>
                </c:pt>
                <c:pt idx="482">
                  <c:v>1.8477000000000032</c:v>
                </c:pt>
                <c:pt idx="483">
                  <c:v>1.8525999999999954</c:v>
                </c:pt>
                <c:pt idx="484">
                  <c:v>1.8616999999999848</c:v>
                </c:pt>
                <c:pt idx="485">
                  <c:v>1.8660999999999888</c:v>
                </c:pt>
                <c:pt idx="486">
                  <c:v>1.8643999999999892</c:v>
                </c:pt>
                <c:pt idx="487">
                  <c:v>1.8560999999999979</c:v>
                </c:pt>
                <c:pt idx="488">
                  <c:v>1.8508999999999958</c:v>
                </c:pt>
                <c:pt idx="489">
                  <c:v>1.8470000000000084</c:v>
                </c:pt>
                <c:pt idx="490">
                  <c:v>1.8522999999999854</c:v>
                </c:pt>
                <c:pt idx="491">
                  <c:v>1.8610999999999933</c:v>
                </c:pt>
                <c:pt idx="492">
                  <c:v>1.8658000000000072</c:v>
                </c:pt>
                <c:pt idx="493">
                  <c:v>1.8636999999999944</c:v>
                </c:pt>
                <c:pt idx="494">
                  <c:v>1.8557999999999879</c:v>
                </c:pt>
                <c:pt idx="495">
                  <c:v>1.8503000000000043</c:v>
                </c:pt>
                <c:pt idx="496">
                  <c:v>1.8468000000000018</c:v>
                </c:pt>
                <c:pt idx="497">
                  <c:v>1.8517999999999972</c:v>
                </c:pt>
                <c:pt idx="498">
                  <c:v>1.8608999999999867</c:v>
                </c:pt>
                <c:pt idx="499">
                  <c:v>1.8658000000000072</c:v>
                </c:pt>
                <c:pt idx="500">
                  <c:v>1.8644999999999925</c:v>
                </c:pt>
                <c:pt idx="501">
                  <c:v>1.8564999999999827</c:v>
                </c:pt>
                <c:pt idx="502">
                  <c:v>1.8515999999999906</c:v>
                </c:pt>
                <c:pt idx="503">
                  <c:v>1.8479000000000099</c:v>
                </c:pt>
                <c:pt idx="504">
                  <c:v>1.8534999999999968</c:v>
                </c:pt>
                <c:pt idx="505">
                  <c:v>1.8625999999999863</c:v>
                </c:pt>
                <c:pt idx="506">
                  <c:v>1.8675000000000068</c:v>
                </c:pt>
                <c:pt idx="507">
                  <c:v>1.8657000000000039</c:v>
                </c:pt>
                <c:pt idx="508">
                  <c:v>1.8577999999999975</c:v>
                </c:pt>
                <c:pt idx="509">
                  <c:v>1.8523999999999887</c:v>
                </c:pt>
                <c:pt idx="510">
                  <c:v>1.8490999999999929</c:v>
                </c:pt>
                <c:pt idx="511">
                  <c:v>1.8541999999999916</c:v>
                </c:pt>
                <c:pt idx="512">
                  <c:v>1.863599999999991</c:v>
                </c:pt>
                <c:pt idx="513">
                  <c:v>1.8682000000000016</c:v>
                </c:pt>
                <c:pt idx="514">
                  <c:v>1.8666000000000054</c:v>
                </c:pt>
                <c:pt idx="515">
                  <c:v>1.8583999999999889</c:v>
                </c:pt>
                <c:pt idx="516">
                  <c:v>1.8532999999999902</c:v>
                </c:pt>
                <c:pt idx="517">
                  <c:v>1.8495000000000061</c:v>
                </c:pt>
                <c:pt idx="518">
                  <c:v>1.8549999999999898</c:v>
                </c:pt>
                <c:pt idx="519">
                  <c:v>1.8640000000000043</c:v>
                </c:pt>
                <c:pt idx="520">
                  <c:v>1.8688999999999965</c:v>
                </c:pt>
                <c:pt idx="521">
                  <c:v>1.8669999999999902</c:v>
                </c:pt>
                <c:pt idx="522">
                  <c:v>1.8590000000000089</c:v>
                </c:pt>
                <c:pt idx="523">
                  <c:v>1.8534999999999968</c:v>
                </c:pt>
                <c:pt idx="524">
                  <c:v>1.8500999999999976</c:v>
                </c:pt>
                <c:pt idx="525">
                  <c:v>1.8550999999999931</c:v>
                </c:pt>
                <c:pt idx="526">
                  <c:v>1.8645999999999958</c:v>
                </c:pt>
                <c:pt idx="527">
                  <c:v>1.8691000000000031</c:v>
                </c:pt>
                <c:pt idx="528">
                  <c:v>1.8674000000000035</c:v>
                </c:pt>
                <c:pt idx="529">
                  <c:v>1.8589000000000055</c:v>
                </c:pt>
                <c:pt idx="530">
                  <c:v>1.8532999999999902</c:v>
                </c:pt>
                <c:pt idx="531">
                  <c:v>1.8492999999999995</c:v>
                </c:pt>
                <c:pt idx="532">
                  <c:v>1.8543999999999983</c:v>
                </c:pt>
              </c:numCache>
            </c:numRef>
          </c:yVal>
          <c:smooth val="1"/>
          <c:extLst>
            <c:ext xmlns:c16="http://schemas.microsoft.com/office/drawing/2014/chart" uri="{C3380CC4-5D6E-409C-BE32-E72D297353CC}">
              <c16:uniqueId val="{00000008-6C3C-446B-A6D3-7B3EBAB7A07E}"/>
            </c:ext>
          </c:extLst>
        </c:ser>
        <c:ser>
          <c:idx val="11"/>
          <c:order val="9"/>
          <c:tx>
            <c:strRef>
              <c:f>N50000_VV_TEMPS_oc5l2_50000!$CA$1</c:f>
              <c:strCache>
                <c:ptCount val="1"/>
                <c:pt idx="0">
                  <c:v>CGI_CMR_3.500</c:v>
                </c:pt>
              </c:strCache>
            </c:strRef>
          </c:tx>
          <c:spPr>
            <a:ln w="19050" cap="rnd">
              <a:solidFill>
                <a:schemeClr val="accent6">
                  <a:lumMod val="60000"/>
                </a:schemeClr>
              </a:solidFill>
              <a:round/>
            </a:ln>
            <a:effectLst/>
          </c:spPr>
          <c:marker>
            <c:symbol val="circle"/>
            <c:size val="5"/>
            <c:spPr>
              <a:solidFill>
                <a:schemeClr val="accent6">
                  <a:lumMod val="60000"/>
                </a:schemeClr>
              </a:solidFill>
              <a:ln w="9525">
                <a:solidFill>
                  <a:schemeClr val="accent6">
                    <a:lumMod val="60000"/>
                  </a:schemeClr>
                </a:solidFill>
              </a:ln>
              <a:effectLst/>
            </c:spPr>
          </c:marker>
          <c:xVal>
            <c:numRef>
              <c:f>N50000_VV_TEMPS_oc5l2_50000!$BA$2:$BA$536</c:f>
              <c:numCache>
                <c:formatCode>General</c:formatCode>
                <c:ptCount val="533"/>
                <c:pt idx="0">
                  <c:v>0</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pt idx="21">
                  <c:v>21000</c:v>
                </c:pt>
                <c:pt idx="22">
                  <c:v>22000</c:v>
                </c:pt>
                <c:pt idx="23">
                  <c:v>23000</c:v>
                </c:pt>
                <c:pt idx="24">
                  <c:v>24000</c:v>
                </c:pt>
                <c:pt idx="25">
                  <c:v>25000</c:v>
                </c:pt>
                <c:pt idx="26">
                  <c:v>26000</c:v>
                </c:pt>
                <c:pt idx="27">
                  <c:v>27000</c:v>
                </c:pt>
                <c:pt idx="28">
                  <c:v>28000</c:v>
                </c:pt>
                <c:pt idx="29">
                  <c:v>29000</c:v>
                </c:pt>
                <c:pt idx="30">
                  <c:v>30000</c:v>
                </c:pt>
                <c:pt idx="31">
                  <c:v>31000</c:v>
                </c:pt>
                <c:pt idx="32">
                  <c:v>32000</c:v>
                </c:pt>
                <c:pt idx="33">
                  <c:v>33000</c:v>
                </c:pt>
                <c:pt idx="34">
                  <c:v>34000</c:v>
                </c:pt>
                <c:pt idx="35">
                  <c:v>35000</c:v>
                </c:pt>
                <c:pt idx="36">
                  <c:v>36000</c:v>
                </c:pt>
                <c:pt idx="37">
                  <c:v>37000</c:v>
                </c:pt>
                <c:pt idx="38">
                  <c:v>38000</c:v>
                </c:pt>
                <c:pt idx="39">
                  <c:v>39000</c:v>
                </c:pt>
                <c:pt idx="40">
                  <c:v>40000</c:v>
                </c:pt>
                <c:pt idx="41">
                  <c:v>41000</c:v>
                </c:pt>
                <c:pt idx="42">
                  <c:v>42000</c:v>
                </c:pt>
                <c:pt idx="43">
                  <c:v>43000</c:v>
                </c:pt>
                <c:pt idx="44">
                  <c:v>44000</c:v>
                </c:pt>
                <c:pt idx="45">
                  <c:v>45000</c:v>
                </c:pt>
                <c:pt idx="46">
                  <c:v>46000</c:v>
                </c:pt>
                <c:pt idx="47">
                  <c:v>47000</c:v>
                </c:pt>
                <c:pt idx="48">
                  <c:v>48000</c:v>
                </c:pt>
                <c:pt idx="49">
                  <c:v>49000</c:v>
                </c:pt>
                <c:pt idx="50">
                  <c:v>50000</c:v>
                </c:pt>
                <c:pt idx="51">
                  <c:v>51000</c:v>
                </c:pt>
                <c:pt idx="52">
                  <c:v>52000</c:v>
                </c:pt>
                <c:pt idx="53">
                  <c:v>53000</c:v>
                </c:pt>
                <c:pt idx="54">
                  <c:v>54000</c:v>
                </c:pt>
                <c:pt idx="55">
                  <c:v>55000</c:v>
                </c:pt>
                <c:pt idx="56">
                  <c:v>56000</c:v>
                </c:pt>
                <c:pt idx="57">
                  <c:v>57000</c:v>
                </c:pt>
                <c:pt idx="58">
                  <c:v>58000</c:v>
                </c:pt>
                <c:pt idx="59">
                  <c:v>59000</c:v>
                </c:pt>
                <c:pt idx="60">
                  <c:v>60000</c:v>
                </c:pt>
                <c:pt idx="61">
                  <c:v>61000</c:v>
                </c:pt>
                <c:pt idx="62">
                  <c:v>62000</c:v>
                </c:pt>
                <c:pt idx="63">
                  <c:v>63000</c:v>
                </c:pt>
                <c:pt idx="64">
                  <c:v>64000</c:v>
                </c:pt>
                <c:pt idx="65">
                  <c:v>65000</c:v>
                </c:pt>
                <c:pt idx="66">
                  <c:v>66000</c:v>
                </c:pt>
                <c:pt idx="67">
                  <c:v>67000</c:v>
                </c:pt>
                <c:pt idx="68">
                  <c:v>68000</c:v>
                </c:pt>
                <c:pt idx="69">
                  <c:v>69000</c:v>
                </c:pt>
                <c:pt idx="70">
                  <c:v>70000</c:v>
                </c:pt>
                <c:pt idx="71">
                  <c:v>71000</c:v>
                </c:pt>
                <c:pt idx="72">
                  <c:v>72000</c:v>
                </c:pt>
                <c:pt idx="73">
                  <c:v>73000</c:v>
                </c:pt>
                <c:pt idx="74">
                  <c:v>74000</c:v>
                </c:pt>
                <c:pt idx="75">
                  <c:v>75000</c:v>
                </c:pt>
                <c:pt idx="76">
                  <c:v>76000</c:v>
                </c:pt>
                <c:pt idx="77">
                  <c:v>77000</c:v>
                </c:pt>
                <c:pt idx="78">
                  <c:v>78000</c:v>
                </c:pt>
                <c:pt idx="79">
                  <c:v>79000</c:v>
                </c:pt>
                <c:pt idx="80">
                  <c:v>80000</c:v>
                </c:pt>
                <c:pt idx="81">
                  <c:v>81000</c:v>
                </c:pt>
                <c:pt idx="82">
                  <c:v>82000</c:v>
                </c:pt>
                <c:pt idx="83">
                  <c:v>83000</c:v>
                </c:pt>
                <c:pt idx="84">
                  <c:v>84000</c:v>
                </c:pt>
                <c:pt idx="85">
                  <c:v>85000</c:v>
                </c:pt>
                <c:pt idx="86">
                  <c:v>86000</c:v>
                </c:pt>
                <c:pt idx="87">
                  <c:v>87000</c:v>
                </c:pt>
                <c:pt idx="88">
                  <c:v>88000</c:v>
                </c:pt>
                <c:pt idx="89">
                  <c:v>89000</c:v>
                </c:pt>
                <c:pt idx="90">
                  <c:v>90000</c:v>
                </c:pt>
                <c:pt idx="91">
                  <c:v>91000</c:v>
                </c:pt>
                <c:pt idx="92">
                  <c:v>92000</c:v>
                </c:pt>
                <c:pt idx="93">
                  <c:v>93000</c:v>
                </c:pt>
                <c:pt idx="94">
                  <c:v>94000</c:v>
                </c:pt>
                <c:pt idx="95">
                  <c:v>95000</c:v>
                </c:pt>
                <c:pt idx="96">
                  <c:v>96000</c:v>
                </c:pt>
                <c:pt idx="97">
                  <c:v>97000</c:v>
                </c:pt>
                <c:pt idx="98">
                  <c:v>98000</c:v>
                </c:pt>
                <c:pt idx="99">
                  <c:v>99000</c:v>
                </c:pt>
                <c:pt idx="100">
                  <c:v>100000</c:v>
                </c:pt>
                <c:pt idx="101">
                  <c:v>101000</c:v>
                </c:pt>
                <c:pt idx="102">
                  <c:v>102000</c:v>
                </c:pt>
                <c:pt idx="103">
                  <c:v>103000</c:v>
                </c:pt>
                <c:pt idx="104">
                  <c:v>104000</c:v>
                </c:pt>
                <c:pt idx="105">
                  <c:v>105000</c:v>
                </c:pt>
                <c:pt idx="106">
                  <c:v>106000</c:v>
                </c:pt>
                <c:pt idx="107">
                  <c:v>107000</c:v>
                </c:pt>
                <c:pt idx="108">
                  <c:v>108000</c:v>
                </c:pt>
                <c:pt idx="109">
                  <c:v>109000</c:v>
                </c:pt>
                <c:pt idx="110">
                  <c:v>110000</c:v>
                </c:pt>
                <c:pt idx="111">
                  <c:v>111000</c:v>
                </c:pt>
                <c:pt idx="112">
                  <c:v>112000</c:v>
                </c:pt>
                <c:pt idx="113">
                  <c:v>113000</c:v>
                </c:pt>
                <c:pt idx="114">
                  <c:v>114000</c:v>
                </c:pt>
                <c:pt idx="115">
                  <c:v>115000</c:v>
                </c:pt>
                <c:pt idx="116">
                  <c:v>116000</c:v>
                </c:pt>
                <c:pt idx="117">
                  <c:v>117000</c:v>
                </c:pt>
                <c:pt idx="118">
                  <c:v>118000</c:v>
                </c:pt>
                <c:pt idx="119">
                  <c:v>119000</c:v>
                </c:pt>
                <c:pt idx="120">
                  <c:v>120000</c:v>
                </c:pt>
                <c:pt idx="121">
                  <c:v>121000</c:v>
                </c:pt>
                <c:pt idx="122">
                  <c:v>122000</c:v>
                </c:pt>
                <c:pt idx="123">
                  <c:v>123000</c:v>
                </c:pt>
                <c:pt idx="124">
                  <c:v>124000</c:v>
                </c:pt>
                <c:pt idx="125">
                  <c:v>125000</c:v>
                </c:pt>
                <c:pt idx="126">
                  <c:v>126000</c:v>
                </c:pt>
                <c:pt idx="127">
                  <c:v>127000</c:v>
                </c:pt>
                <c:pt idx="128">
                  <c:v>128000</c:v>
                </c:pt>
                <c:pt idx="129">
                  <c:v>129000</c:v>
                </c:pt>
                <c:pt idx="130">
                  <c:v>130000</c:v>
                </c:pt>
                <c:pt idx="131">
                  <c:v>131000</c:v>
                </c:pt>
                <c:pt idx="132">
                  <c:v>132000</c:v>
                </c:pt>
                <c:pt idx="133">
                  <c:v>133000</c:v>
                </c:pt>
                <c:pt idx="134">
                  <c:v>134000</c:v>
                </c:pt>
                <c:pt idx="135">
                  <c:v>135000</c:v>
                </c:pt>
                <c:pt idx="136">
                  <c:v>136000</c:v>
                </c:pt>
                <c:pt idx="137">
                  <c:v>137000</c:v>
                </c:pt>
                <c:pt idx="138">
                  <c:v>138000</c:v>
                </c:pt>
                <c:pt idx="139">
                  <c:v>139000</c:v>
                </c:pt>
                <c:pt idx="140">
                  <c:v>140000</c:v>
                </c:pt>
                <c:pt idx="141">
                  <c:v>141000</c:v>
                </c:pt>
                <c:pt idx="142">
                  <c:v>142000</c:v>
                </c:pt>
                <c:pt idx="143">
                  <c:v>143000</c:v>
                </c:pt>
                <c:pt idx="144">
                  <c:v>144000</c:v>
                </c:pt>
                <c:pt idx="145">
                  <c:v>145000</c:v>
                </c:pt>
                <c:pt idx="146">
                  <c:v>146000</c:v>
                </c:pt>
                <c:pt idx="147">
                  <c:v>147000</c:v>
                </c:pt>
                <c:pt idx="148">
                  <c:v>148000</c:v>
                </c:pt>
                <c:pt idx="149">
                  <c:v>149000</c:v>
                </c:pt>
                <c:pt idx="150">
                  <c:v>150000</c:v>
                </c:pt>
                <c:pt idx="151">
                  <c:v>151000</c:v>
                </c:pt>
                <c:pt idx="152">
                  <c:v>152000</c:v>
                </c:pt>
                <c:pt idx="153">
                  <c:v>153000</c:v>
                </c:pt>
                <c:pt idx="154">
                  <c:v>154000</c:v>
                </c:pt>
                <c:pt idx="155">
                  <c:v>155000</c:v>
                </c:pt>
                <c:pt idx="156">
                  <c:v>156000</c:v>
                </c:pt>
                <c:pt idx="157">
                  <c:v>157000</c:v>
                </c:pt>
                <c:pt idx="158">
                  <c:v>158000</c:v>
                </c:pt>
                <c:pt idx="159">
                  <c:v>159000</c:v>
                </c:pt>
                <c:pt idx="160">
                  <c:v>160000</c:v>
                </c:pt>
                <c:pt idx="161">
                  <c:v>161000</c:v>
                </c:pt>
                <c:pt idx="162">
                  <c:v>162000</c:v>
                </c:pt>
                <c:pt idx="163">
                  <c:v>163000</c:v>
                </c:pt>
                <c:pt idx="164">
                  <c:v>164000</c:v>
                </c:pt>
                <c:pt idx="165">
                  <c:v>165000</c:v>
                </c:pt>
                <c:pt idx="166">
                  <c:v>166000</c:v>
                </c:pt>
                <c:pt idx="167">
                  <c:v>167000</c:v>
                </c:pt>
                <c:pt idx="168">
                  <c:v>168000</c:v>
                </c:pt>
                <c:pt idx="169">
                  <c:v>169000</c:v>
                </c:pt>
                <c:pt idx="170">
                  <c:v>170000</c:v>
                </c:pt>
                <c:pt idx="171">
                  <c:v>171000</c:v>
                </c:pt>
                <c:pt idx="172">
                  <c:v>172000</c:v>
                </c:pt>
                <c:pt idx="173">
                  <c:v>173000</c:v>
                </c:pt>
                <c:pt idx="174">
                  <c:v>174000</c:v>
                </c:pt>
                <c:pt idx="175">
                  <c:v>175000</c:v>
                </c:pt>
                <c:pt idx="176">
                  <c:v>176000</c:v>
                </c:pt>
                <c:pt idx="177">
                  <c:v>177000</c:v>
                </c:pt>
                <c:pt idx="178">
                  <c:v>178000</c:v>
                </c:pt>
                <c:pt idx="179">
                  <c:v>179000</c:v>
                </c:pt>
                <c:pt idx="180">
                  <c:v>180000</c:v>
                </c:pt>
                <c:pt idx="181">
                  <c:v>181000</c:v>
                </c:pt>
                <c:pt idx="182">
                  <c:v>182000</c:v>
                </c:pt>
                <c:pt idx="183">
                  <c:v>183000</c:v>
                </c:pt>
                <c:pt idx="184">
                  <c:v>184000</c:v>
                </c:pt>
                <c:pt idx="185">
                  <c:v>185000</c:v>
                </c:pt>
                <c:pt idx="186">
                  <c:v>186000</c:v>
                </c:pt>
                <c:pt idx="187">
                  <c:v>187000</c:v>
                </c:pt>
                <c:pt idx="188">
                  <c:v>188000</c:v>
                </c:pt>
                <c:pt idx="189">
                  <c:v>189000</c:v>
                </c:pt>
                <c:pt idx="190">
                  <c:v>190000</c:v>
                </c:pt>
                <c:pt idx="191">
                  <c:v>191000</c:v>
                </c:pt>
                <c:pt idx="192">
                  <c:v>192000</c:v>
                </c:pt>
                <c:pt idx="193">
                  <c:v>193000</c:v>
                </c:pt>
                <c:pt idx="194">
                  <c:v>194000</c:v>
                </c:pt>
                <c:pt idx="195">
                  <c:v>195000</c:v>
                </c:pt>
                <c:pt idx="196">
                  <c:v>196000</c:v>
                </c:pt>
                <c:pt idx="197">
                  <c:v>197000</c:v>
                </c:pt>
                <c:pt idx="198">
                  <c:v>198000</c:v>
                </c:pt>
                <c:pt idx="199">
                  <c:v>199000</c:v>
                </c:pt>
                <c:pt idx="200">
                  <c:v>200000</c:v>
                </c:pt>
                <c:pt idx="201">
                  <c:v>201000</c:v>
                </c:pt>
                <c:pt idx="202">
                  <c:v>202000</c:v>
                </c:pt>
                <c:pt idx="203">
                  <c:v>203000</c:v>
                </c:pt>
                <c:pt idx="204">
                  <c:v>204000</c:v>
                </c:pt>
                <c:pt idx="205">
                  <c:v>205000</c:v>
                </c:pt>
                <c:pt idx="206">
                  <c:v>206000</c:v>
                </c:pt>
                <c:pt idx="207">
                  <c:v>207000</c:v>
                </c:pt>
                <c:pt idx="208">
                  <c:v>208000</c:v>
                </c:pt>
                <c:pt idx="209">
                  <c:v>209000</c:v>
                </c:pt>
                <c:pt idx="210">
                  <c:v>210000</c:v>
                </c:pt>
                <c:pt idx="211">
                  <c:v>211000</c:v>
                </c:pt>
                <c:pt idx="212">
                  <c:v>212000</c:v>
                </c:pt>
                <c:pt idx="213">
                  <c:v>213000</c:v>
                </c:pt>
                <c:pt idx="214">
                  <c:v>214000</c:v>
                </c:pt>
                <c:pt idx="215">
                  <c:v>215000</c:v>
                </c:pt>
                <c:pt idx="216">
                  <c:v>216000</c:v>
                </c:pt>
                <c:pt idx="217">
                  <c:v>217000</c:v>
                </c:pt>
                <c:pt idx="218">
                  <c:v>218000</c:v>
                </c:pt>
                <c:pt idx="219">
                  <c:v>219000</c:v>
                </c:pt>
                <c:pt idx="220">
                  <c:v>220000</c:v>
                </c:pt>
                <c:pt idx="221">
                  <c:v>221000</c:v>
                </c:pt>
                <c:pt idx="222">
                  <c:v>222000</c:v>
                </c:pt>
                <c:pt idx="223">
                  <c:v>223000</c:v>
                </c:pt>
                <c:pt idx="224">
                  <c:v>224000</c:v>
                </c:pt>
                <c:pt idx="225">
                  <c:v>225000</c:v>
                </c:pt>
                <c:pt idx="226">
                  <c:v>226000</c:v>
                </c:pt>
                <c:pt idx="227">
                  <c:v>227000</c:v>
                </c:pt>
                <c:pt idx="228">
                  <c:v>228000</c:v>
                </c:pt>
                <c:pt idx="229">
                  <c:v>229000</c:v>
                </c:pt>
                <c:pt idx="230">
                  <c:v>230000</c:v>
                </c:pt>
                <c:pt idx="231">
                  <c:v>231000</c:v>
                </c:pt>
                <c:pt idx="232">
                  <c:v>232000</c:v>
                </c:pt>
                <c:pt idx="233">
                  <c:v>233000</c:v>
                </c:pt>
                <c:pt idx="234">
                  <c:v>234000</c:v>
                </c:pt>
                <c:pt idx="235">
                  <c:v>235000</c:v>
                </c:pt>
                <c:pt idx="236">
                  <c:v>236000</c:v>
                </c:pt>
                <c:pt idx="237">
                  <c:v>237000</c:v>
                </c:pt>
                <c:pt idx="238">
                  <c:v>238000</c:v>
                </c:pt>
                <c:pt idx="239">
                  <c:v>239000</c:v>
                </c:pt>
                <c:pt idx="240">
                  <c:v>240000</c:v>
                </c:pt>
                <c:pt idx="241">
                  <c:v>241000</c:v>
                </c:pt>
                <c:pt idx="242">
                  <c:v>242000</c:v>
                </c:pt>
                <c:pt idx="243">
                  <c:v>243000</c:v>
                </c:pt>
                <c:pt idx="244">
                  <c:v>244000</c:v>
                </c:pt>
                <c:pt idx="245">
                  <c:v>245000</c:v>
                </c:pt>
                <c:pt idx="246">
                  <c:v>246000</c:v>
                </c:pt>
                <c:pt idx="247">
                  <c:v>247000</c:v>
                </c:pt>
                <c:pt idx="248">
                  <c:v>248000</c:v>
                </c:pt>
                <c:pt idx="249">
                  <c:v>249000</c:v>
                </c:pt>
                <c:pt idx="250">
                  <c:v>250000</c:v>
                </c:pt>
                <c:pt idx="251">
                  <c:v>251000</c:v>
                </c:pt>
                <c:pt idx="252">
                  <c:v>252000</c:v>
                </c:pt>
                <c:pt idx="253">
                  <c:v>253000</c:v>
                </c:pt>
                <c:pt idx="254">
                  <c:v>254000</c:v>
                </c:pt>
                <c:pt idx="255">
                  <c:v>255000</c:v>
                </c:pt>
                <c:pt idx="256">
                  <c:v>256000</c:v>
                </c:pt>
                <c:pt idx="257">
                  <c:v>257000</c:v>
                </c:pt>
                <c:pt idx="258">
                  <c:v>258000</c:v>
                </c:pt>
                <c:pt idx="259">
                  <c:v>259000</c:v>
                </c:pt>
                <c:pt idx="260">
                  <c:v>260000</c:v>
                </c:pt>
                <c:pt idx="261">
                  <c:v>261000</c:v>
                </c:pt>
                <c:pt idx="262">
                  <c:v>262000</c:v>
                </c:pt>
                <c:pt idx="263">
                  <c:v>263000</c:v>
                </c:pt>
                <c:pt idx="264">
                  <c:v>264000</c:v>
                </c:pt>
                <c:pt idx="265">
                  <c:v>265000</c:v>
                </c:pt>
                <c:pt idx="266">
                  <c:v>266000</c:v>
                </c:pt>
                <c:pt idx="267">
                  <c:v>267000</c:v>
                </c:pt>
                <c:pt idx="268">
                  <c:v>268000</c:v>
                </c:pt>
                <c:pt idx="269">
                  <c:v>269000</c:v>
                </c:pt>
                <c:pt idx="270">
                  <c:v>270000</c:v>
                </c:pt>
                <c:pt idx="271">
                  <c:v>271000</c:v>
                </c:pt>
                <c:pt idx="272">
                  <c:v>272000</c:v>
                </c:pt>
                <c:pt idx="273">
                  <c:v>273000</c:v>
                </c:pt>
                <c:pt idx="274">
                  <c:v>274000</c:v>
                </c:pt>
                <c:pt idx="275">
                  <c:v>275000</c:v>
                </c:pt>
                <c:pt idx="276">
                  <c:v>276000</c:v>
                </c:pt>
                <c:pt idx="277">
                  <c:v>277000</c:v>
                </c:pt>
                <c:pt idx="278">
                  <c:v>278000</c:v>
                </c:pt>
                <c:pt idx="279">
                  <c:v>279000</c:v>
                </c:pt>
                <c:pt idx="280">
                  <c:v>280000</c:v>
                </c:pt>
                <c:pt idx="281">
                  <c:v>281000</c:v>
                </c:pt>
                <c:pt idx="282">
                  <c:v>282000</c:v>
                </c:pt>
                <c:pt idx="283">
                  <c:v>283000</c:v>
                </c:pt>
                <c:pt idx="284">
                  <c:v>284000</c:v>
                </c:pt>
                <c:pt idx="285">
                  <c:v>285000</c:v>
                </c:pt>
                <c:pt idx="286">
                  <c:v>286000</c:v>
                </c:pt>
                <c:pt idx="287">
                  <c:v>287000</c:v>
                </c:pt>
                <c:pt idx="288">
                  <c:v>288000</c:v>
                </c:pt>
                <c:pt idx="289">
                  <c:v>289000</c:v>
                </c:pt>
                <c:pt idx="290">
                  <c:v>290000</c:v>
                </c:pt>
                <c:pt idx="291">
                  <c:v>291000</c:v>
                </c:pt>
                <c:pt idx="292">
                  <c:v>292000</c:v>
                </c:pt>
                <c:pt idx="293">
                  <c:v>293000</c:v>
                </c:pt>
                <c:pt idx="294">
                  <c:v>294000</c:v>
                </c:pt>
                <c:pt idx="295">
                  <c:v>295000</c:v>
                </c:pt>
                <c:pt idx="296">
                  <c:v>296000</c:v>
                </c:pt>
                <c:pt idx="297">
                  <c:v>297000</c:v>
                </c:pt>
                <c:pt idx="298">
                  <c:v>298000</c:v>
                </c:pt>
                <c:pt idx="299">
                  <c:v>299000</c:v>
                </c:pt>
                <c:pt idx="300">
                  <c:v>300000</c:v>
                </c:pt>
                <c:pt idx="301">
                  <c:v>301000</c:v>
                </c:pt>
                <c:pt idx="302">
                  <c:v>302000</c:v>
                </c:pt>
                <c:pt idx="303">
                  <c:v>303000</c:v>
                </c:pt>
                <c:pt idx="304">
                  <c:v>304000</c:v>
                </c:pt>
                <c:pt idx="305">
                  <c:v>305000</c:v>
                </c:pt>
                <c:pt idx="306">
                  <c:v>306000</c:v>
                </c:pt>
                <c:pt idx="307">
                  <c:v>307000</c:v>
                </c:pt>
                <c:pt idx="308">
                  <c:v>308000</c:v>
                </c:pt>
                <c:pt idx="309">
                  <c:v>309000</c:v>
                </c:pt>
                <c:pt idx="310">
                  <c:v>310000</c:v>
                </c:pt>
                <c:pt idx="311">
                  <c:v>311000</c:v>
                </c:pt>
                <c:pt idx="312">
                  <c:v>312000</c:v>
                </c:pt>
                <c:pt idx="313">
                  <c:v>313000</c:v>
                </c:pt>
                <c:pt idx="314">
                  <c:v>314000</c:v>
                </c:pt>
                <c:pt idx="315">
                  <c:v>315000</c:v>
                </c:pt>
                <c:pt idx="316">
                  <c:v>316000</c:v>
                </c:pt>
                <c:pt idx="317">
                  <c:v>317000</c:v>
                </c:pt>
                <c:pt idx="318">
                  <c:v>318000</c:v>
                </c:pt>
                <c:pt idx="319">
                  <c:v>319000</c:v>
                </c:pt>
                <c:pt idx="320">
                  <c:v>320000</c:v>
                </c:pt>
                <c:pt idx="321">
                  <c:v>321000</c:v>
                </c:pt>
                <c:pt idx="322">
                  <c:v>322000</c:v>
                </c:pt>
                <c:pt idx="323">
                  <c:v>323000</c:v>
                </c:pt>
                <c:pt idx="324">
                  <c:v>324000</c:v>
                </c:pt>
                <c:pt idx="325">
                  <c:v>325000</c:v>
                </c:pt>
                <c:pt idx="326">
                  <c:v>326000</c:v>
                </c:pt>
                <c:pt idx="327">
                  <c:v>327000</c:v>
                </c:pt>
                <c:pt idx="328">
                  <c:v>328000</c:v>
                </c:pt>
                <c:pt idx="329">
                  <c:v>329000</c:v>
                </c:pt>
                <c:pt idx="330">
                  <c:v>330000</c:v>
                </c:pt>
                <c:pt idx="331">
                  <c:v>331000</c:v>
                </c:pt>
                <c:pt idx="332">
                  <c:v>332000</c:v>
                </c:pt>
                <c:pt idx="333">
                  <c:v>333000</c:v>
                </c:pt>
                <c:pt idx="334">
                  <c:v>334000</c:v>
                </c:pt>
                <c:pt idx="335">
                  <c:v>335000</c:v>
                </c:pt>
                <c:pt idx="336">
                  <c:v>336000</c:v>
                </c:pt>
                <c:pt idx="337">
                  <c:v>337000</c:v>
                </c:pt>
                <c:pt idx="338">
                  <c:v>338000</c:v>
                </c:pt>
                <c:pt idx="339">
                  <c:v>339000</c:v>
                </c:pt>
                <c:pt idx="340">
                  <c:v>340000</c:v>
                </c:pt>
                <c:pt idx="341">
                  <c:v>341000</c:v>
                </c:pt>
                <c:pt idx="342">
                  <c:v>342000</c:v>
                </c:pt>
                <c:pt idx="343">
                  <c:v>343000</c:v>
                </c:pt>
                <c:pt idx="344">
                  <c:v>344000</c:v>
                </c:pt>
                <c:pt idx="345">
                  <c:v>345000</c:v>
                </c:pt>
                <c:pt idx="346">
                  <c:v>346000</c:v>
                </c:pt>
                <c:pt idx="347">
                  <c:v>347000</c:v>
                </c:pt>
                <c:pt idx="348">
                  <c:v>348000</c:v>
                </c:pt>
                <c:pt idx="349">
                  <c:v>349000</c:v>
                </c:pt>
                <c:pt idx="350">
                  <c:v>350000</c:v>
                </c:pt>
                <c:pt idx="351">
                  <c:v>351000</c:v>
                </c:pt>
                <c:pt idx="352">
                  <c:v>352000</c:v>
                </c:pt>
                <c:pt idx="353">
                  <c:v>353000</c:v>
                </c:pt>
                <c:pt idx="354">
                  <c:v>354000</c:v>
                </c:pt>
                <c:pt idx="355">
                  <c:v>355000</c:v>
                </c:pt>
                <c:pt idx="356">
                  <c:v>356000</c:v>
                </c:pt>
                <c:pt idx="357">
                  <c:v>357000</c:v>
                </c:pt>
                <c:pt idx="358">
                  <c:v>358000</c:v>
                </c:pt>
                <c:pt idx="359">
                  <c:v>359000</c:v>
                </c:pt>
                <c:pt idx="360">
                  <c:v>360000</c:v>
                </c:pt>
                <c:pt idx="361">
                  <c:v>360000</c:v>
                </c:pt>
                <c:pt idx="362">
                  <c:v>361000</c:v>
                </c:pt>
                <c:pt idx="363">
                  <c:v>362000</c:v>
                </c:pt>
                <c:pt idx="364">
                  <c:v>363000</c:v>
                </c:pt>
                <c:pt idx="365">
                  <c:v>364000</c:v>
                </c:pt>
                <c:pt idx="366">
                  <c:v>365000</c:v>
                </c:pt>
                <c:pt idx="367">
                  <c:v>366000</c:v>
                </c:pt>
                <c:pt idx="368">
                  <c:v>367000</c:v>
                </c:pt>
                <c:pt idx="369">
                  <c:v>368000</c:v>
                </c:pt>
                <c:pt idx="370">
                  <c:v>369000</c:v>
                </c:pt>
                <c:pt idx="371">
                  <c:v>370000</c:v>
                </c:pt>
                <c:pt idx="372">
                  <c:v>371000</c:v>
                </c:pt>
                <c:pt idx="373">
                  <c:v>372000</c:v>
                </c:pt>
                <c:pt idx="374">
                  <c:v>373000</c:v>
                </c:pt>
                <c:pt idx="375">
                  <c:v>374000</c:v>
                </c:pt>
                <c:pt idx="376">
                  <c:v>375000</c:v>
                </c:pt>
                <c:pt idx="377">
                  <c:v>376000</c:v>
                </c:pt>
                <c:pt idx="378">
                  <c:v>377000</c:v>
                </c:pt>
                <c:pt idx="379">
                  <c:v>378000</c:v>
                </c:pt>
                <c:pt idx="380">
                  <c:v>379000</c:v>
                </c:pt>
                <c:pt idx="381">
                  <c:v>380000</c:v>
                </c:pt>
                <c:pt idx="382">
                  <c:v>381000</c:v>
                </c:pt>
                <c:pt idx="383">
                  <c:v>382000</c:v>
                </c:pt>
                <c:pt idx="384">
                  <c:v>383000</c:v>
                </c:pt>
                <c:pt idx="385">
                  <c:v>384000</c:v>
                </c:pt>
                <c:pt idx="386">
                  <c:v>385000</c:v>
                </c:pt>
                <c:pt idx="387">
                  <c:v>386000</c:v>
                </c:pt>
                <c:pt idx="388">
                  <c:v>387000</c:v>
                </c:pt>
                <c:pt idx="389">
                  <c:v>388000</c:v>
                </c:pt>
                <c:pt idx="390">
                  <c:v>389000</c:v>
                </c:pt>
                <c:pt idx="391">
                  <c:v>390000</c:v>
                </c:pt>
                <c:pt idx="392">
                  <c:v>391000</c:v>
                </c:pt>
                <c:pt idx="393">
                  <c:v>392000</c:v>
                </c:pt>
                <c:pt idx="394">
                  <c:v>393000</c:v>
                </c:pt>
                <c:pt idx="395">
                  <c:v>394000</c:v>
                </c:pt>
                <c:pt idx="396">
                  <c:v>395000</c:v>
                </c:pt>
                <c:pt idx="397">
                  <c:v>396000</c:v>
                </c:pt>
                <c:pt idx="398">
                  <c:v>397000</c:v>
                </c:pt>
                <c:pt idx="399">
                  <c:v>398000</c:v>
                </c:pt>
                <c:pt idx="400">
                  <c:v>399000</c:v>
                </c:pt>
                <c:pt idx="401">
                  <c:v>400000</c:v>
                </c:pt>
                <c:pt idx="402">
                  <c:v>401000</c:v>
                </c:pt>
                <c:pt idx="403">
                  <c:v>402000</c:v>
                </c:pt>
                <c:pt idx="404">
                  <c:v>403000</c:v>
                </c:pt>
                <c:pt idx="405">
                  <c:v>404000</c:v>
                </c:pt>
                <c:pt idx="406">
                  <c:v>405000</c:v>
                </c:pt>
                <c:pt idx="407">
                  <c:v>406000</c:v>
                </c:pt>
                <c:pt idx="408">
                  <c:v>407000</c:v>
                </c:pt>
                <c:pt idx="409">
                  <c:v>408000</c:v>
                </c:pt>
                <c:pt idx="410">
                  <c:v>409000</c:v>
                </c:pt>
                <c:pt idx="411">
                  <c:v>410000</c:v>
                </c:pt>
                <c:pt idx="412">
                  <c:v>411000</c:v>
                </c:pt>
                <c:pt idx="413">
                  <c:v>412000</c:v>
                </c:pt>
                <c:pt idx="414">
                  <c:v>413000</c:v>
                </c:pt>
                <c:pt idx="415">
                  <c:v>414000</c:v>
                </c:pt>
                <c:pt idx="416">
                  <c:v>415000</c:v>
                </c:pt>
                <c:pt idx="417">
                  <c:v>416000</c:v>
                </c:pt>
                <c:pt idx="418">
                  <c:v>417000</c:v>
                </c:pt>
                <c:pt idx="419">
                  <c:v>418000</c:v>
                </c:pt>
                <c:pt idx="420">
                  <c:v>419000</c:v>
                </c:pt>
                <c:pt idx="421">
                  <c:v>420000</c:v>
                </c:pt>
                <c:pt idx="422">
                  <c:v>421000</c:v>
                </c:pt>
                <c:pt idx="423">
                  <c:v>422000</c:v>
                </c:pt>
                <c:pt idx="424">
                  <c:v>423000</c:v>
                </c:pt>
                <c:pt idx="425">
                  <c:v>424000</c:v>
                </c:pt>
                <c:pt idx="426">
                  <c:v>425000</c:v>
                </c:pt>
                <c:pt idx="427">
                  <c:v>426000</c:v>
                </c:pt>
                <c:pt idx="428">
                  <c:v>427000</c:v>
                </c:pt>
                <c:pt idx="429">
                  <c:v>428000</c:v>
                </c:pt>
                <c:pt idx="430">
                  <c:v>429000</c:v>
                </c:pt>
                <c:pt idx="431">
                  <c:v>430000</c:v>
                </c:pt>
                <c:pt idx="432">
                  <c:v>431000</c:v>
                </c:pt>
                <c:pt idx="433">
                  <c:v>432000</c:v>
                </c:pt>
                <c:pt idx="434">
                  <c:v>433000</c:v>
                </c:pt>
                <c:pt idx="435">
                  <c:v>434000</c:v>
                </c:pt>
                <c:pt idx="436">
                  <c:v>435000</c:v>
                </c:pt>
                <c:pt idx="437">
                  <c:v>436000</c:v>
                </c:pt>
                <c:pt idx="438">
                  <c:v>437000</c:v>
                </c:pt>
                <c:pt idx="439">
                  <c:v>438000</c:v>
                </c:pt>
                <c:pt idx="440">
                  <c:v>439000</c:v>
                </c:pt>
                <c:pt idx="441">
                  <c:v>440000</c:v>
                </c:pt>
                <c:pt idx="442">
                  <c:v>441000</c:v>
                </c:pt>
                <c:pt idx="443">
                  <c:v>442000</c:v>
                </c:pt>
                <c:pt idx="444">
                  <c:v>443000</c:v>
                </c:pt>
                <c:pt idx="445">
                  <c:v>444000</c:v>
                </c:pt>
                <c:pt idx="446">
                  <c:v>445000</c:v>
                </c:pt>
                <c:pt idx="447">
                  <c:v>446000</c:v>
                </c:pt>
                <c:pt idx="448">
                  <c:v>447000</c:v>
                </c:pt>
                <c:pt idx="449">
                  <c:v>448000</c:v>
                </c:pt>
                <c:pt idx="450">
                  <c:v>449000</c:v>
                </c:pt>
                <c:pt idx="451">
                  <c:v>450000</c:v>
                </c:pt>
                <c:pt idx="452">
                  <c:v>450000</c:v>
                </c:pt>
                <c:pt idx="453">
                  <c:v>451000</c:v>
                </c:pt>
                <c:pt idx="454">
                  <c:v>452000</c:v>
                </c:pt>
                <c:pt idx="455">
                  <c:v>453000</c:v>
                </c:pt>
                <c:pt idx="456">
                  <c:v>454000</c:v>
                </c:pt>
                <c:pt idx="457">
                  <c:v>455000</c:v>
                </c:pt>
                <c:pt idx="458">
                  <c:v>456000</c:v>
                </c:pt>
                <c:pt idx="459">
                  <c:v>457000</c:v>
                </c:pt>
                <c:pt idx="460">
                  <c:v>458000</c:v>
                </c:pt>
                <c:pt idx="461">
                  <c:v>459000</c:v>
                </c:pt>
                <c:pt idx="462">
                  <c:v>460000</c:v>
                </c:pt>
                <c:pt idx="463">
                  <c:v>461000</c:v>
                </c:pt>
                <c:pt idx="464">
                  <c:v>462000</c:v>
                </c:pt>
                <c:pt idx="465">
                  <c:v>463000</c:v>
                </c:pt>
                <c:pt idx="466">
                  <c:v>464000</c:v>
                </c:pt>
                <c:pt idx="467">
                  <c:v>465000</c:v>
                </c:pt>
                <c:pt idx="468">
                  <c:v>466000</c:v>
                </c:pt>
                <c:pt idx="469">
                  <c:v>467000</c:v>
                </c:pt>
                <c:pt idx="470">
                  <c:v>468000</c:v>
                </c:pt>
                <c:pt idx="471">
                  <c:v>469000</c:v>
                </c:pt>
                <c:pt idx="472">
                  <c:v>470000</c:v>
                </c:pt>
                <c:pt idx="473">
                  <c:v>471000</c:v>
                </c:pt>
                <c:pt idx="474">
                  <c:v>472000</c:v>
                </c:pt>
                <c:pt idx="475">
                  <c:v>473000</c:v>
                </c:pt>
                <c:pt idx="476">
                  <c:v>474000</c:v>
                </c:pt>
                <c:pt idx="477">
                  <c:v>475000</c:v>
                </c:pt>
                <c:pt idx="478">
                  <c:v>476000</c:v>
                </c:pt>
                <c:pt idx="479">
                  <c:v>477000</c:v>
                </c:pt>
                <c:pt idx="480">
                  <c:v>478000</c:v>
                </c:pt>
                <c:pt idx="481">
                  <c:v>479000</c:v>
                </c:pt>
                <c:pt idx="482">
                  <c:v>480000</c:v>
                </c:pt>
                <c:pt idx="483">
                  <c:v>481000</c:v>
                </c:pt>
                <c:pt idx="484">
                  <c:v>482000</c:v>
                </c:pt>
                <c:pt idx="485">
                  <c:v>483000</c:v>
                </c:pt>
                <c:pt idx="486">
                  <c:v>484000</c:v>
                </c:pt>
                <c:pt idx="487">
                  <c:v>485000</c:v>
                </c:pt>
                <c:pt idx="488">
                  <c:v>486000</c:v>
                </c:pt>
                <c:pt idx="489">
                  <c:v>487000</c:v>
                </c:pt>
                <c:pt idx="490">
                  <c:v>488000</c:v>
                </c:pt>
                <c:pt idx="491">
                  <c:v>489000</c:v>
                </c:pt>
                <c:pt idx="492">
                  <c:v>490000</c:v>
                </c:pt>
                <c:pt idx="493">
                  <c:v>491000</c:v>
                </c:pt>
                <c:pt idx="494">
                  <c:v>492000</c:v>
                </c:pt>
                <c:pt idx="495">
                  <c:v>493000</c:v>
                </c:pt>
                <c:pt idx="496">
                  <c:v>494000</c:v>
                </c:pt>
                <c:pt idx="497">
                  <c:v>495000</c:v>
                </c:pt>
                <c:pt idx="498">
                  <c:v>496000</c:v>
                </c:pt>
                <c:pt idx="499">
                  <c:v>497000</c:v>
                </c:pt>
                <c:pt idx="500">
                  <c:v>498000</c:v>
                </c:pt>
                <c:pt idx="501">
                  <c:v>499000</c:v>
                </c:pt>
                <c:pt idx="502">
                  <c:v>500000</c:v>
                </c:pt>
                <c:pt idx="503">
                  <c:v>501000</c:v>
                </c:pt>
                <c:pt idx="504">
                  <c:v>502000</c:v>
                </c:pt>
                <c:pt idx="505">
                  <c:v>503000</c:v>
                </c:pt>
                <c:pt idx="506">
                  <c:v>504000</c:v>
                </c:pt>
                <c:pt idx="507">
                  <c:v>505000</c:v>
                </c:pt>
                <c:pt idx="508">
                  <c:v>506000</c:v>
                </c:pt>
                <c:pt idx="509">
                  <c:v>507000</c:v>
                </c:pt>
                <c:pt idx="510">
                  <c:v>508000</c:v>
                </c:pt>
                <c:pt idx="511">
                  <c:v>509000</c:v>
                </c:pt>
                <c:pt idx="512">
                  <c:v>510000</c:v>
                </c:pt>
                <c:pt idx="513">
                  <c:v>511000</c:v>
                </c:pt>
                <c:pt idx="514">
                  <c:v>512000</c:v>
                </c:pt>
                <c:pt idx="515">
                  <c:v>513000</c:v>
                </c:pt>
                <c:pt idx="516">
                  <c:v>514000</c:v>
                </c:pt>
                <c:pt idx="517">
                  <c:v>515000</c:v>
                </c:pt>
                <c:pt idx="518">
                  <c:v>516000</c:v>
                </c:pt>
                <c:pt idx="519">
                  <c:v>517000</c:v>
                </c:pt>
                <c:pt idx="520">
                  <c:v>518000</c:v>
                </c:pt>
                <c:pt idx="521">
                  <c:v>519000</c:v>
                </c:pt>
                <c:pt idx="522">
                  <c:v>520000</c:v>
                </c:pt>
                <c:pt idx="523">
                  <c:v>521000</c:v>
                </c:pt>
                <c:pt idx="524">
                  <c:v>522000</c:v>
                </c:pt>
                <c:pt idx="525">
                  <c:v>523000</c:v>
                </c:pt>
                <c:pt idx="526">
                  <c:v>524000</c:v>
                </c:pt>
                <c:pt idx="527">
                  <c:v>525000</c:v>
                </c:pt>
                <c:pt idx="528">
                  <c:v>526000</c:v>
                </c:pt>
                <c:pt idx="529">
                  <c:v>527000</c:v>
                </c:pt>
                <c:pt idx="530">
                  <c:v>528000</c:v>
                </c:pt>
                <c:pt idx="531">
                  <c:v>529000</c:v>
                </c:pt>
                <c:pt idx="532">
                  <c:v>530000</c:v>
                </c:pt>
              </c:numCache>
            </c:numRef>
          </c:xVal>
          <c:yVal>
            <c:numRef>
              <c:f>N50000_VV_TEMPS_oc5l2_50000!$CA$2:$CA$536</c:f>
              <c:numCache>
                <c:formatCode>General</c:formatCode>
                <c:ptCount val="533"/>
                <c:pt idx="0">
                  <c:v>0</c:v>
                </c:pt>
                <c:pt idx="1">
                  <c:v>-0.6407000000000096</c:v>
                </c:pt>
                <c:pt idx="2">
                  <c:v>-2.7000000000015234E-2</c:v>
                </c:pt>
                <c:pt idx="3">
                  <c:v>0.85810000000000741</c:v>
                </c:pt>
                <c:pt idx="4">
                  <c:v>1.3754999999999882</c:v>
                </c:pt>
                <c:pt idx="5">
                  <c:v>1.6256999999999948</c:v>
                </c:pt>
                <c:pt idx="6">
                  <c:v>1.7462999999999909</c:v>
                </c:pt>
                <c:pt idx="7">
                  <c:v>1.8035999999999888</c:v>
                </c:pt>
                <c:pt idx="8">
                  <c:v>1.8291999999999859</c:v>
                </c:pt>
                <c:pt idx="9">
                  <c:v>1.8393000000000086</c:v>
                </c:pt>
                <c:pt idx="10">
                  <c:v>1.8423999999999978</c:v>
                </c:pt>
                <c:pt idx="11">
                  <c:v>1.8446999999999889</c:v>
                </c:pt>
                <c:pt idx="12">
                  <c:v>1.8479999999999848</c:v>
                </c:pt>
                <c:pt idx="13">
                  <c:v>1.851300000000009</c:v>
                </c:pt>
                <c:pt idx="14">
                  <c:v>1.8530999999999835</c:v>
                </c:pt>
                <c:pt idx="15">
                  <c:v>1.852499999999992</c:v>
                </c:pt>
                <c:pt idx="16">
                  <c:v>1.8503000000000043</c:v>
                </c:pt>
                <c:pt idx="17">
                  <c:v>1.8475999999999999</c:v>
                </c:pt>
                <c:pt idx="18">
                  <c:v>1.8470999999999833</c:v>
                </c:pt>
                <c:pt idx="19">
                  <c:v>1.8490999999999929</c:v>
                </c:pt>
                <c:pt idx="20">
                  <c:v>1.8517999999999972</c:v>
                </c:pt>
                <c:pt idx="21">
                  <c:v>1.8533999999999935</c:v>
                </c:pt>
                <c:pt idx="22">
                  <c:v>1.8525999999999954</c:v>
                </c:pt>
                <c:pt idx="23">
                  <c:v>1.8503000000000043</c:v>
                </c:pt>
                <c:pt idx="24">
                  <c:v>1.8474999999999966</c:v>
                </c:pt>
                <c:pt idx="25">
                  <c:v>1.8470999999999833</c:v>
                </c:pt>
                <c:pt idx="26">
                  <c:v>1.8491999999999962</c:v>
                </c:pt>
                <c:pt idx="27">
                  <c:v>1.8522999999999854</c:v>
                </c:pt>
                <c:pt idx="28">
                  <c:v>1.8541999999999916</c:v>
                </c:pt>
                <c:pt idx="29">
                  <c:v>1.8538000000000068</c:v>
                </c:pt>
                <c:pt idx="30">
                  <c:v>1.8516999999999939</c:v>
                </c:pt>
                <c:pt idx="31">
                  <c:v>1.8490999999999929</c:v>
                </c:pt>
                <c:pt idx="32">
                  <c:v>1.8488000000000113</c:v>
                </c:pt>
                <c:pt idx="33">
                  <c:v>1.8509999999999991</c:v>
                </c:pt>
                <c:pt idx="34">
                  <c:v>1.8539000000000101</c:v>
                </c:pt>
                <c:pt idx="35">
                  <c:v>1.8556999999999846</c:v>
                </c:pt>
                <c:pt idx="36">
                  <c:v>1.8549999999999898</c:v>
                </c:pt>
                <c:pt idx="37">
                  <c:v>1.852800000000002</c:v>
                </c:pt>
                <c:pt idx="38">
                  <c:v>1.8500999999999976</c:v>
                </c:pt>
                <c:pt idx="39">
                  <c:v>1.849899999999991</c:v>
                </c:pt>
                <c:pt idx="40">
                  <c:v>1.8519000000000005</c:v>
                </c:pt>
                <c:pt idx="41">
                  <c:v>1.8548000000000116</c:v>
                </c:pt>
                <c:pt idx="42">
                  <c:v>1.8565000000000111</c:v>
                </c:pt>
                <c:pt idx="43">
                  <c:v>1.8557999999999879</c:v>
                </c:pt>
                <c:pt idx="44">
                  <c:v>1.8534999999999968</c:v>
                </c:pt>
                <c:pt idx="45">
                  <c:v>1.8507999999999925</c:v>
                </c:pt>
                <c:pt idx="46">
                  <c:v>1.8504000000000076</c:v>
                </c:pt>
                <c:pt idx="47">
                  <c:v>1.8525999999999954</c:v>
                </c:pt>
                <c:pt idx="48">
                  <c:v>1.8552999999999997</c:v>
                </c:pt>
                <c:pt idx="49">
                  <c:v>1.8569999999999993</c:v>
                </c:pt>
                <c:pt idx="50">
                  <c:v>1.8563000000000045</c:v>
                </c:pt>
                <c:pt idx="51">
                  <c:v>1.853999999999985</c:v>
                </c:pt>
                <c:pt idx="52">
                  <c:v>1.8512000000000057</c:v>
                </c:pt>
                <c:pt idx="53">
                  <c:v>1.8508999999999958</c:v>
                </c:pt>
                <c:pt idx="54">
                  <c:v>1.852800000000002</c:v>
                </c:pt>
                <c:pt idx="55">
                  <c:v>1.8556999999999846</c:v>
                </c:pt>
                <c:pt idx="56">
                  <c:v>1.8573000000000093</c:v>
                </c:pt>
                <c:pt idx="57">
                  <c:v>1.8562000000000012</c:v>
                </c:pt>
                <c:pt idx="58">
                  <c:v>1.8534999999999968</c:v>
                </c:pt>
                <c:pt idx="59">
                  <c:v>1.8505000000000109</c:v>
                </c:pt>
                <c:pt idx="60">
                  <c:v>1.8497999999999877</c:v>
                </c:pt>
                <c:pt idx="61">
                  <c:v>1.8516999999999939</c:v>
                </c:pt>
                <c:pt idx="62">
                  <c:v>1.854299999999995</c:v>
                </c:pt>
                <c:pt idx="63">
                  <c:v>1.8557999999999879</c:v>
                </c:pt>
                <c:pt idx="64">
                  <c:v>1.8548999999999864</c:v>
                </c:pt>
                <c:pt idx="65">
                  <c:v>1.852499999999992</c:v>
                </c:pt>
                <c:pt idx="66">
                  <c:v>1.8496000000000095</c:v>
                </c:pt>
                <c:pt idx="67">
                  <c:v>1.8490999999999929</c:v>
                </c:pt>
                <c:pt idx="68">
                  <c:v>1.8509999999999991</c:v>
                </c:pt>
                <c:pt idx="69">
                  <c:v>1.8537000000000035</c:v>
                </c:pt>
                <c:pt idx="70">
                  <c:v>1.8550999999999931</c:v>
                </c:pt>
                <c:pt idx="71">
                  <c:v>1.8543999999999983</c:v>
                </c:pt>
                <c:pt idx="72">
                  <c:v>1.8519000000000005</c:v>
                </c:pt>
                <c:pt idx="73">
                  <c:v>1.8490999999999929</c:v>
                </c:pt>
                <c:pt idx="74">
                  <c:v>1.8486000000000047</c:v>
                </c:pt>
                <c:pt idx="75">
                  <c:v>1.8505999999999858</c:v>
                </c:pt>
                <c:pt idx="76">
                  <c:v>1.8531999999999869</c:v>
                </c:pt>
                <c:pt idx="77">
                  <c:v>1.8548000000000116</c:v>
                </c:pt>
                <c:pt idx="78">
                  <c:v>1.853999999999985</c:v>
                </c:pt>
                <c:pt idx="79">
                  <c:v>1.8516999999999939</c:v>
                </c:pt>
                <c:pt idx="80">
                  <c:v>1.8488000000000113</c:v>
                </c:pt>
                <c:pt idx="81">
                  <c:v>1.848399999999998</c:v>
                </c:pt>
                <c:pt idx="82">
                  <c:v>1.8503000000000043</c:v>
                </c:pt>
                <c:pt idx="83">
                  <c:v>1.8530999999999835</c:v>
                </c:pt>
                <c:pt idx="84">
                  <c:v>1.8546000000000049</c:v>
                </c:pt>
                <c:pt idx="85">
                  <c:v>1.8539000000000101</c:v>
                </c:pt>
                <c:pt idx="86">
                  <c:v>1.8513999999999839</c:v>
                </c:pt>
                <c:pt idx="87">
                  <c:v>1.848700000000008</c:v>
                </c:pt>
                <c:pt idx="88">
                  <c:v>1.8481999999999914</c:v>
                </c:pt>
                <c:pt idx="89">
                  <c:v>1.850200000000001</c:v>
                </c:pt>
                <c:pt idx="90">
                  <c:v>1.8529000000000053</c:v>
                </c:pt>
                <c:pt idx="91">
                  <c:v>1.8545000000000016</c:v>
                </c:pt>
                <c:pt idx="92">
                  <c:v>1.8537000000000035</c:v>
                </c:pt>
                <c:pt idx="93">
                  <c:v>1.8513999999999839</c:v>
                </c:pt>
                <c:pt idx="94">
                  <c:v>1.8485000000000014</c:v>
                </c:pt>
                <c:pt idx="95">
                  <c:v>1.8481999999999914</c:v>
                </c:pt>
                <c:pt idx="96">
                  <c:v>1.8500999999999976</c:v>
                </c:pt>
                <c:pt idx="97">
                  <c:v>1.8529000000000053</c:v>
                </c:pt>
                <c:pt idx="98">
                  <c:v>1.8543999999999983</c:v>
                </c:pt>
                <c:pt idx="99">
                  <c:v>1.8537000000000035</c:v>
                </c:pt>
                <c:pt idx="100">
                  <c:v>1.851300000000009</c:v>
                </c:pt>
                <c:pt idx="101">
                  <c:v>1.8486000000000047</c:v>
                </c:pt>
                <c:pt idx="102">
                  <c:v>1.8480999999999881</c:v>
                </c:pt>
                <c:pt idx="103">
                  <c:v>1.8500999999999976</c:v>
                </c:pt>
                <c:pt idx="104">
                  <c:v>1.852800000000002</c:v>
                </c:pt>
                <c:pt idx="105">
                  <c:v>1.8543999999999983</c:v>
                </c:pt>
                <c:pt idx="106">
                  <c:v>1.8536000000000001</c:v>
                </c:pt>
                <c:pt idx="107">
                  <c:v>1.8521000000000072</c:v>
                </c:pt>
                <c:pt idx="108">
                  <c:v>1.8555000000000064</c:v>
                </c:pt>
                <c:pt idx="109">
                  <c:v>1.8605000000000018</c:v>
                </c:pt>
                <c:pt idx="110">
                  <c:v>1.8656000000000006</c:v>
                </c:pt>
                <c:pt idx="111">
                  <c:v>1.8703999999999894</c:v>
                </c:pt>
                <c:pt idx="112">
                  <c:v>1.8729999999999905</c:v>
                </c:pt>
                <c:pt idx="113">
                  <c:v>1.8726000000000056</c:v>
                </c:pt>
                <c:pt idx="114">
                  <c:v>1.8701000000000079</c:v>
                </c:pt>
                <c:pt idx="115">
                  <c:v>1.8671999999999969</c:v>
                </c:pt>
                <c:pt idx="116">
                  <c:v>1.8667999999999836</c:v>
                </c:pt>
                <c:pt idx="117">
                  <c:v>1.8692000000000064</c:v>
                </c:pt>
                <c:pt idx="118">
                  <c:v>1.872399999999999</c:v>
                </c:pt>
                <c:pt idx="119">
                  <c:v>1.8743000000000052</c:v>
                </c:pt>
                <c:pt idx="120">
                  <c:v>1.873500000000007</c:v>
                </c:pt>
                <c:pt idx="121">
                  <c:v>1.8710000000000093</c:v>
                </c:pt>
                <c:pt idx="122">
                  <c:v>1.8677999999999884</c:v>
                </c:pt>
                <c:pt idx="123">
                  <c:v>1.8675000000000068</c:v>
                </c:pt>
                <c:pt idx="124">
                  <c:v>1.8696999999999946</c:v>
                </c:pt>
                <c:pt idx="125">
                  <c:v>1.8729999999999905</c:v>
                </c:pt>
                <c:pt idx="126">
                  <c:v>1.8747999999999934</c:v>
                </c:pt>
                <c:pt idx="127">
                  <c:v>1.8740999999999985</c:v>
                </c:pt>
                <c:pt idx="128">
                  <c:v>1.8713999999999942</c:v>
                </c:pt>
                <c:pt idx="129">
                  <c:v>1.868300000000005</c:v>
                </c:pt>
                <c:pt idx="130">
                  <c:v>1.8678999999999917</c:v>
                </c:pt>
                <c:pt idx="131">
                  <c:v>1.8702999999999861</c:v>
                </c:pt>
                <c:pt idx="132">
                  <c:v>1.8734000000000037</c:v>
                </c:pt>
                <c:pt idx="133">
                  <c:v>1.87530000000001</c:v>
                </c:pt>
                <c:pt idx="134">
                  <c:v>1.8744000000000085</c:v>
                </c:pt>
                <c:pt idx="135">
                  <c:v>1.8719000000000108</c:v>
                </c:pt>
                <c:pt idx="136">
                  <c:v>1.8685999999999865</c:v>
                </c:pt>
                <c:pt idx="137">
                  <c:v>1.8684000000000083</c:v>
                </c:pt>
                <c:pt idx="138">
                  <c:v>1.8704999999999927</c:v>
                </c:pt>
                <c:pt idx="139">
                  <c:v>1.8738999999999919</c:v>
                </c:pt>
                <c:pt idx="140">
                  <c:v>1.8755999999999915</c:v>
                </c:pt>
                <c:pt idx="141">
                  <c:v>1.875</c:v>
                </c:pt>
                <c:pt idx="142">
                  <c:v>1.872099999999989</c:v>
                </c:pt>
                <c:pt idx="143">
                  <c:v>1.8692000000000064</c:v>
                </c:pt>
                <c:pt idx="144">
                  <c:v>1.8685999999999865</c:v>
                </c:pt>
                <c:pt idx="145">
                  <c:v>1.8710000000000093</c:v>
                </c:pt>
                <c:pt idx="146">
                  <c:v>1.8740999999999985</c:v>
                </c:pt>
                <c:pt idx="147">
                  <c:v>1.8761000000000081</c:v>
                </c:pt>
                <c:pt idx="148">
                  <c:v>1.8751000000000033</c:v>
                </c:pt>
                <c:pt idx="149">
                  <c:v>1.8726000000000056</c:v>
                </c:pt>
                <c:pt idx="150">
                  <c:v>1.8693000000000097</c:v>
                </c:pt>
                <c:pt idx="151">
                  <c:v>1.8689999999999998</c:v>
                </c:pt>
                <c:pt idx="152">
                  <c:v>1.8711999999999875</c:v>
                </c:pt>
                <c:pt idx="153">
                  <c:v>1.8745999999999867</c:v>
                </c:pt>
                <c:pt idx="154">
                  <c:v>1.8762999999999863</c:v>
                </c:pt>
                <c:pt idx="155">
                  <c:v>1.8755999999999915</c:v>
                </c:pt>
                <c:pt idx="156">
                  <c:v>1.8727999999999838</c:v>
                </c:pt>
                <c:pt idx="157">
                  <c:v>1.8693000000000097</c:v>
                </c:pt>
                <c:pt idx="158">
                  <c:v>1.8616999999999848</c:v>
                </c:pt>
                <c:pt idx="159">
                  <c:v>1.8581000000000074</c:v>
                </c:pt>
                <c:pt idx="160">
                  <c:v>1.8583999999999889</c:v>
                </c:pt>
                <c:pt idx="161">
                  <c:v>1.8551999999999964</c:v>
                </c:pt>
                <c:pt idx="162">
                  <c:v>1.8522999999999854</c:v>
                </c:pt>
                <c:pt idx="163">
                  <c:v>1.8492999999999995</c:v>
                </c:pt>
                <c:pt idx="164">
                  <c:v>1.848700000000008</c:v>
                </c:pt>
                <c:pt idx="165">
                  <c:v>1.8505999999999858</c:v>
                </c:pt>
                <c:pt idx="166">
                  <c:v>1.8530999999999835</c:v>
                </c:pt>
                <c:pt idx="167">
                  <c:v>1.8546000000000049</c:v>
                </c:pt>
                <c:pt idx="168">
                  <c:v>1.8537000000000035</c:v>
                </c:pt>
                <c:pt idx="169">
                  <c:v>1.851300000000009</c:v>
                </c:pt>
                <c:pt idx="170">
                  <c:v>1.8485000000000014</c:v>
                </c:pt>
                <c:pt idx="171">
                  <c:v>1.8479999999999848</c:v>
                </c:pt>
                <c:pt idx="172">
                  <c:v>1.849899999999991</c:v>
                </c:pt>
                <c:pt idx="173">
                  <c:v>1.8525999999999954</c:v>
                </c:pt>
                <c:pt idx="174">
                  <c:v>1.8540999999999883</c:v>
                </c:pt>
                <c:pt idx="175">
                  <c:v>1.8532999999999902</c:v>
                </c:pt>
                <c:pt idx="176">
                  <c:v>1.8507999999999925</c:v>
                </c:pt>
                <c:pt idx="177">
                  <c:v>1.8480999999999881</c:v>
                </c:pt>
                <c:pt idx="178">
                  <c:v>1.8475999999999999</c:v>
                </c:pt>
                <c:pt idx="179">
                  <c:v>1.8495000000000061</c:v>
                </c:pt>
                <c:pt idx="180">
                  <c:v>1.8521000000000072</c:v>
                </c:pt>
                <c:pt idx="181">
                  <c:v>1.8537000000000035</c:v>
                </c:pt>
                <c:pt idx="182">
                  <c:v>1.8529000000000053</c:v>
                </c:pt>
                <c:pt idx="183">
                  <c:v>1.8507999999999925</c:v>
                </c:pt>
                <c:pt idx="184">
                  <c:v>1.848399999999998</c:v>
                </c:pt>
                <c:pt idx="185">
                  <c:v>1.848399999999998</c:v>
                </c:pt>
                <c:pt idx="186">
                  <c:v>1.8505000000000109</c:v>
                </c:pt>
                <c:pt idx="187">
                  <c:v>1.8534999999999968</c:v>
                </c:pt>
                <c:pt idx="188">
                  <c:v>1.8551999999999964</c:v>
                </c:pt>
                <c:pt idx="189">
                  <c:v>1.8546000000000049</c:v>
                </c:pt>
                <c:pt idx="190">
                  <c:v>1.8523999999999887</c:v>
                </c:pt>
                <c:pt idx="191">
                  <c:v>1.8497999999999877</c:v>
                </c:pt>
                <c:pt idx="192">
                  <c:v>1.8495000000000061</c:v>
                </c:pt>
                <c:pt idx="193">
                  <c:v>1.8515999999999906</c:v>
                </c:pt>
                <c:pt idx="194">
                  <c:v>1.8545000000000016</c:v>
                </c:pt>
                <c:pt idx="195">
                  <c:v>1.8562000000000012</c:v>
                </c:pt>
                <c:pt idx="196">
                  <c:v>1.8555000000000064</c:v>
                </c:pt>
                <c:pt idx="197">
                  <c:v>1.8532999999999902</c:v>
                </c:pt>
                <c:pt idx="198">
                  <c:v>1.8505999999999858</c:v>
                </c:pt>
                <c:pt idx="199">
                  <c:v>1.8503000000000043</c:v>
                </c:pt>
                <c:pt idx="200">
                  <c:v>1.8522999999999854</c:v>
                </c:pt>
                <c:pt idx="201">
                  <c:v>1.8551999999999964</c:v>
                </c:pt>
                <c:pt idx="202">
                  <c:v>1.8567999999999927</c:v>
                </c:pt>
                <c:pt idx="203">
                  <c:v>1.8562000000000012</c:v>
                </c:pt>
                <c:pt idx="204">
                  <c:v>1.8538000000000068</c:v>
                </c:pt>
                <c:pt idx="205">
                  <c:v>1.8511000000000024</c:v>
                </c:pt>
                <c:pt idx="206">
                  <c:v>1.8506999999999891</c:v>
                </c:pt>
                <c:pt idx="207">
                  <c:v>1.852800000000002</c:v>
                </c:pt>
                <c:pt idx="208">
                  <c:v>1.8555000000000064</c:v>
                </c:pt>
                <c:pt idx="209">
                  <c:v>1.8573000000000093</c:v>
                </c:pt>
                <c:pt idx="210">
                  <c:v>1.8565000000000111</c:v>
                </c:pt>
                <c:pt idx="211">
                  <c:v>1.8541999999999916</c:v>
                </c:pt>
                <c:pt idx="212">
                  <c:v>1.851300000000009</c:v>
                </c:pt>
                <c:pt idx="213">
                  <c:v>1.8509999999999991</c:v>
                </c:pt>
                <c:pt idx="214">
                  <c:v>1.8525999999999954</c:v>
                </c:pt>
                <c:pt idx="215">
                  <c:v>1.8549999999999898</c:v>
                </c:pt>
                <c:pt idx="216">
                  <c:v>1.8563000000000045</c:v>
                </c:pt>
                <c:pt idx="217">
                  <c:v>1.855400000000003</c:v>
                </c:pt>
                <c:pt idx="218">
                  <c:v>1.8529000000000053</c:v>
                </c:pt>
                <c:pt idx="219">
                  <c:v>1.8500999999999976</c:v>
                </c:pt>
                <c:pt idx="220">
                  <c:v>1.8494000000000028</c:v>
                </c:pt>
                <c:pt idx="221">
                  <c:v>1.8513999999999839</c:v>
                </c:pt>
                <c:pt idx="222">
                  <c:v>1.853999999999985</c:v>
                </c:pt>
                <c:pt idx="223">
                  <c:v>1.8555000000000064</c:v>
                </c:pt>
                <c:pt idx="224">
                  <c:v>1.8546000000000049</c:v>
                </c:pt>
                <c:pt idx="225">
                  <c:v>1.8522000000000105</c:v>
                </c:pt>
                <c:pt idx="226">
                  <c:v>1.8492999999999995</c:v>
                </c:pt>
                <c:pt idx="227">
                  <c:v>1.8488999999999862</c:v>
                </c:pt>
                <c:pt idx="228">
                  <c:v>1.8506999999999891</c:v>
                </c:pt>
                <c:pt idx="229">
                  <c:v>1.8534999999999968</c:v>
                </c:pt>
                <c:pt idx="230">
                  <c:v>1.8548999999999864</c:v>
                </c:pt>
                <c:pt idx="231">
                  <c:v>1.8541999999999916</c:v>
                </c:pt>
                <c:pt idx="232">
                  <c:v>1.8516999999999939</c:v>
                </c:pt>
                <c:pt idx="233">
                  <c:v>1.8489999999999895</c:v>
                </c:pt>
                <c:pt idx="234">
                  <c:v>1.8485000000000014</c:v>
                </c:pt>
                <c:pt idx="235">
                  <c:v>1.8505000000000109</c:v>
                </c:pt>
                <c:pt idx="236">
                  <c:v>1.8530999999999835</c:v>
                </c:pt>
                <c:pt idx="237">
                  <c:v>1.8547000000000082</c:v>
                </c:pt>
                <c:pt idx="238">
                  <c:v>1.8539000000000101</c:v>
                </c:pt>
                <c:pt idx="239">
                  <c:v>1.8515999999999906</c:v>
                </c:pt>
                <c:pt idx="240">
                  <c:v>1.848700000000008</c:v>
                </c:pt>
                <c:pt idx="241">
                  <c:v>1.8482999999999947</c:v>
                </c:pt>
                <c:pt idx="242">
                  <c:v>1.850200000000001</c:v>
                </c:pt>
                <c:pt idx="243">
                  <c:v>1.8530000000000086</c:v>
                </c:pt>
                <c:pt idx="244">
                  <c:v>1.8545000000000016</c:v>
                </c:pt>
                <c:pt idx="245">
                  <c:v>1.8538000000000068</c:v>
                </c:pt>
                <c:pt idx="246">
                  <c:v>1.8513999999999839</c:v>
                </c:pt>
                <c:pt idx="247">
                  <c:v>1.848700000000008</c:v>
                </c:pt>
                <c:pt idx="248">
                  <c:v>1.8481999999999914</c:v>
                </c:pt>
                <c:pt idx="249">
                  <c:v>1.850200000000001</c:v>
                </c:pt>
                <c:pt idx="250">
                  <c:v>1.852800000000002</c:v>
                </c:pt>
                <c:pt idx="251">
                  <c:v>1.8545000000000016</c:v>
                </c:pt>
                <c:pt idx="252">
                  <c:v>1.8536000000000001</c:v>
                </c:pt>
                <c:pt idx="253">
                  <c:v>1.8513999999999839</c:v>
                </c:pt>
                <c:pt idx="254">
                  <c:v>1.8485000000000014</c:v>
                </c:pt>
                <c:pt idx="255">
                  <c:v>1.8481999999999914</c:v>
                </c:pt>
                <c:pt idx="256">
                  <c:v>1.8500999999999976</c:v>
                </c:pt>
                <c:pt idx="257">
                  <c:v>1.8529000000000053</c:v>
                </c:pt>
                <c:pt idx="258">
                  <c:v>1.8543999999999983</c:v>
                </c:pt>
                <c:pt idx="259">
                  <c:v>1.8537000000000035</c:v>
                </c:pt>
                <c:pt idx="260">
                  <c:v>1.851300000000009</c:v>
                </c:pt>
                <c:pt idx="261">
                  <c:v>1.8486000000000047</c:v>
                </c:pt>
                <c:pt idx="262">
                  <c:v>1.8480999999999881</c:v>
                </c:pt>
                <c:pt idx="263">
                  <c:v>1.8500999999999976</c:v>
                </c:pt>
                <c:pt idx="264">
                  <c:v>1.853999999999985</c:v>
                </c:pt>
                <c:pt idx="265">
                  <c:v>1.8628999999999962</c:v>
                </c:pt>
                <c:pt idx="266">
                  <c:v>1.8668999999999869</c:v>
                </c:pt>
                <c:pt idx="267">
                  <c:v>1.8673000000000002</c:v>
                </c:pt>
                <c:pt idx="268">
                  <c:v>1.8654999999999973</c:v>
                </c:pt>
                <c:pt idx="269">
                  <c:v>1.8659000000000106</c:v>
                </c:pt>
                <c:pt idx="270">
                  <c:v>1.8685000000000116</c:v>
                </c:pt>
                <c:pt idx="271">
                  <c:v>1.8719999999999857</c:v>
                </c:pt>
                <c:pt idx="272">
                  <c:v>1.8738999999999919</c:v>
                </c:pt>
                <c:pt idx="273">
                  <c:v>1.8731999999999971</c:v>
                </c:pt>
                <c:pt idx="274">
                  <c:v>1.870599999999996</c:v>
                </c:pt>
                <c:pt idx="275">
                  <c:v>1.8676000000000101</c:v>
                </c:pt>
                <c:pt idx="276">
                  <c:v>1.8670999999999935</c:v>
                </c:pt>
                <c:pt idx="277">
                  <c:v>1.8694999999999879</c:v>
                </c:pt>
                <c:pt idx="278">
                  <c:v>1.8726000000000056</c:v>
                </c:pt>
                <c:pt idx="279">
                  <c:v>1.8745999999999867</c:v>
                </c:pt>
                <c:pt idx="280">
                  <c:v>1.8736999999999853</c:v>
                </c:pt>
                <c:pt idx="281">
                  <c:v>1.8711999999999875</c:v>
                </c:pt>
                <c:pt idx="282">
                  <c:v>1.867999999999995</c:v>
                </c:pt>
                <c:pt idx="283">
                  <c:v>1.867699999999985</c:v>
                </c:pt>
                <c:pt idx="284">
                  <c:v>1.8699000000000012</c:v>
                </c:pt>
                <c:pt idx="285">
                  <c:v>1.8731999999999971</c:v>
                </c:pt>
                <c:pt idx="286">
                  <c:v>1.875</c:v>
                </c:pt>
                <c:pt idx="287">
                  <c:v>1.8743000000000052</c:v>
                </c:pt>
                <c:pt idx="288">
                  <c:v>1.8716000000000008</c:v>
                </c:pt>
                <c:pt idx="289">
                  <c:v>1.8685000000000116</c:v>
                </c:pt>
                <c:pt idx="290">
                  <c:v>1.867999999999995</c:v>
                </c:pt>
                <c:pt idx="291">
                  <c:v>1.8704999999999927</c:v>
                </c:pt>
                <c:pt idx="292">
                  <c:v>1.873500000000007</c:v>
                </c:pt>
                <c:pt idx="293">
                  <c:v>1.8754999999999882</c:v>
                </c:pt>
                <c:pt idx="294">
                  <c:v>1.8745999999999867</c:v>
                </c:pt>
                <c:pt idx="295">
                  <c:v>1.872099999999989</c:v>
                </c:pt>
                <c:pt idx="296">
                  <c:v>1.8687999999999931</c:v>
                </c:pt>
                <c:pt idx="297">
                  <c:v>1.8685000000000116</c:v>
                </c:pt>
                <c:pt idx="298">
                  <c:v>1.8706999999999994</c:v>
                </c:pt>
                <c:pt idx="299">
                  <c:v>1.8739999999999952</c:v>
                </c:pt>
                <c:pt idx="300">
                  <c:v>1.8757999999999981</c:v>
                </c:pt>
                <c:pt idx="301">
                  <c:v>1.8751000000000033</c:v>
                </c:pt>
                <c:pt idx="302">
                  <c:v>1.8722999999999956</c:v>
                </c:pt>
                <c:pt idx="303">
                  <c:v>1.8693000000000097</c:v>
                </c:pt>
                <c:pt idx="304">
                  <c:v>1.8686999999999898</c:v>
                </c:pt>
                <c:pt idx="305">
                  <c:v>1.8711999999999875</c:v>
                </c:pt>
                <c:pt idx="306">
                  <c:v>1.8743000000000052</c:v>
                </c:pt>
                <c:pt idx="307">
                  <c:v>1.8762999999999863</c:v>
                </c:pt>
                <c:pt idx="308">
                  <c:v>1.87530000000001</c:v>
                </c:pt>
                <c:pt idx="309">
                  <c:v>1.8727999999999838</c:v>
                </c:pt>
                <c:pt idx="310">
                  <c:v>1.8694999999999879</c:v>
                </c:pt>
                <c:pt idx="311">
                  <c:v>1.8692000000000064</c:v>
                </c:pt>
                <c:pt idx="312">
                  <c:v>1.8713999999999942</c:v>
                </c:pt>
                <c:pt idx="313">
                  <c:v>1.87469999999999</c:v>
                </c:pt>
                <c:pt idx="314">
                  <c:v>1.8752000000000066</c:v>
                </c:pt>
                <c:pt idx="315">
                  <c:v>1.8667000000000087</c:v>
                </c:pt>
                <c:pt idx="316">
                  <c:v>1.8583999999999889</c:v>
                </c:pt>
                <c:pt idx="317">
                  <c:v>1.852499999999992</c:v>
                </c:pt>
                <c:pt idx="318">
                  <c:v>1.8503000000000043</c:v>
                </c:pt>
                <c:pt idx="319">
                  <c:v>1.8514999999999873</c:v>
                </c:pt>
                <c:pt idx="320">
                  <c:v>1.8537000000000035</c:v>
                </c:pt>
                <c:pt idx="321">
                  <c:v>1.8550999999999931</c:v>
                </c:pt>
                <c:pt idx="322">
                  <c:v>1.8540999999999883</c:v>
                </c:pt>
                <c:pt idx="323">
                  <c:v>1.8516999999999939</c:v>
                </c:pt>
                <c:pt idx="324">
                  <c:v>1.848700000000008</c:v>
                </c:pt>
                <c:pt idx="325">
                  <c:v>1.8482999999999947</c:v>
                </c:pt>
                <c:pt idx="326">
                  <c:v>1.8500999999999976</c:v>
                </c:pt>
                <c:pt idx="327">
                  <c:v>1.852800000000002</c:v>
                </c:pt>
                <c:pt idx="328">
                  <c:v>1.8541999999999916</c:v>
                </c:pt>
                <c:pt idx="329">
                  <c:v>1.8533999999999935</c:v>
                </c:pt>
                <c:pt idx="330">
                  <c:v>1.8509999999999991</c:v>
                </c:pt>
                <c:pt idx="331">
                  <c:v>1.8481999999999914</c:v>
                </c:pt>
                <c:pt idx="332">
                  <c:v>1.8477000000000032</c:v>
                </c:pt>
                <c:pt idx="333">
                  <c:v>1.8496999999999844</c:v>
                </c:pt>
                <c:pt idx="334">
                  <c:v>1.8522999999999854</c:v>
                </c:pt>
                <c:pt idx="335">
                  <c:v>1.8539000000000101</c:v>
                </c:pt>
                <c:pt idx="336">
                  <c:v>1.8530000000000086</c:v>
                </c:pt>
                <c:pt idx="337">
                  <c:v>1.8506999999999891</c:v>
                </c:pt>
                <c:pt idx="338">
                  <c:v>1.8478000000000065</c:v>
                </c:pt>
                <c:pt idx="339">
                  <c:v>1.8473999999999933</c:v>
                </c:pt>
                <c:pt idx="340">
                  <c:v>1.8496000000000095</c:v>
                </c:pt>
                <c:pt idx="341">
                  <c:v>1.8526999999999987</c:v>
                </c:pt>
                <c:pt idx="342">
                  <c:v>1.8546000000000049</c:v>
                </c:pt>
                <c:pt idx="343">
                  <c:v>1.8541999999999916</c:v>
                </c:pt>
                <c:pt idx="344">
                  <c:v>1.8520000000000039</c:v>
                </c:pt>
                <c:pt idx="345">
                  <c:v>1.8494000000000028</c:v>
                </c:pt>
                <c:pt idx="346">
                  <c:v>1.8490999999999929</c:v>
                </c:pt>
                <c:pt idx="347">
                  <c:v>1.8512000000000057</c:v>
                </c:pt>
                <c:pt idx="348">
                  <c:v>1.8540999999999883</c:v>
                </c:pt>
                <c:pt idx="349">
                  <c:v>1.8558999999999912</c:v>
                </c:pt>
                <c:pt idx="350">
                  <c:v>1.8551999999999964</c:v>
                </c:pt>
                <c:pt idx="351">
                  <c:v>1.8530000000000086</c:v>
                </c:pt>
                <c:pt idx="352">
                  <c:v>1.8503000000000043</c:v>
                </c:pt>
                <c:pt idx="353">
                  <c:v>1.8499999999999943</c:v>
                </c:pt>
                <c:pt idx="354">
                  <c:v>1.8520000000000039</c:v>
                </c:pt>
                <c:pt idx="355">
                  <c:v>1.8548999999999864</c:v>
                </c:pt>
                <c:pt idx="356">
                  <c:v>1.856599999999986</c:v>
                </c:pt>
                <c:pt idx="357">
                  <c:v>1.8558999999999912</c:v>
                </c:pt>
                <c:pt idx="358">
                  <c:v>1.8536000000000001</c:v>
                </c:pt>
                <c:pt idx="359">
                  <c:v>1.8508999999999958</c:v>
                </c:pt>
                <c:pt idx="360">
                  <c:v>1.8505000000000109</c:v>
                </c:pt>
                <c:pt idx="361">
                  <c:v>1.8505000000000109</c:v>
                </c:pt>
                <c:pt idx="362">
                  <c:v>1.8525999999999954</c:v>
                </c:pt>
                <c:pt idx="363">
                  <c:v>1.855400000000003</c:v>
                </c:pt>
                <c:pt idx="364">
                  <c:v>1.8571000000000026</c:v>
                </c:pt>
                <c:pt idx="365">
                  <c:v>1.8563000000000045</c:v>
                </c:pt>
                <c:pt idx="366">
                  <c:v>1.8540999999999883</c:v>
                </c:pt>
                <c:pt idx="367">
                  <c:v>1.8512000000000057</c:v>
                </c:pt>
                <c:pt idx="368">
                  <c:v>1.8508999999999958</c:v>
                </c:pt>
                <c:pt idx="369">
                  <c:v>1.8529000000000053</c:v>
                </c:pt>
                <c:pt idx="370">
                  <c:v>1.8557999999999879</c:v>
                </c:pt>
                <c:pt idx="371">
                  <c:v>1.857200000000006</c:v>
                </c:pt>
                <c:pt idx="372">
                  <c:v>1.8560999999999979</c:v>
                </c:pt>
                <c:pt idx="373">
                  <c:v>1.8533999999999935</c:v>
                </c:pt>
                <c:pt idx="374">
                  <c:v>1.8504000000000076</c:v>
                </c:pt>
                <c:pt idx="375">
                  <c:v>1.8497999999999877</c:v>
                </c:pt>
                <c:pt idx="376">
                  <c:v>1.8516999999999939</c:v>
                </c:pt>
                <c:pt idx="377">
                  <c:v>1.8541999999999916</c:v>
                </c:pt>
                <c:pt idx="378">
                  <c:v>1.8556999999999846</c:v>
                </c:pt>
                <c:pt idx="379">
                  <c:v>1.8548000000000116</c:v>
                </c:pt>
                <c:pt idx="380">
                  <c:v>1.852499999999992</c:v>
                </c:pt>
                <c:pt idx="381">
                  <c:v>1.8495000000000061</c:v>
                </c:pt>
                <c:pt idx="382">
                  <c:v>1.8490999999999929</c:v>
                </c:pt>
                <c:pt idx="383">
                  <c:v>1.8508999999999958</c:v>
                </c:pt>
                <c:pt idx="384">
                  <c:v>1.8536000000000001</c:v>
                </c:pt>
                <c:pt idx="385">
                  <c:v>1.8550999999999931</c:v>
                </c:pt>
                <c:pt idx="386">
                  <c:v>1.8543999999999983</c:v>
                </c:pt>
                <c:pt idx="387">
                  <c:v>1.8519000000000005</c:v>
                </c:pt>
                <c:pt idx="388">
                  <c:v>1.8490999999999929</c:v>
                </c:pt>
                <c:pt idx="389">
                  <c:v>1.8486000000000047</c:v>
                </c:pt>
                <c:pt idx="390">
                  <c:v>1.8505999999999858</c:v>
                </c:pt>
                <c:pt idx="391">
                  <c:v>1.8531999999999869</c:v>
                </c:pt>
                <c:pt idx="392">
                  <c:v>1.8548000000000116</c:v>
                </c:pt>
                <c:pt idx="393">
                  <c:v>1.853999999999985</c:v>
                </c:pt>
                <c:pt idx="394">
                  <c:v>1.8516999999999939</c:v>
                </c:pt>
                <c:pt idx="395">
                  <c:v>1.8488000000000113</c:v>
                </c:pt>
                <c:pt idx="396">
                  <c:v>1.848399999999998</c:v>
                </c:pt>
                <c:pt idx="397">
                  <c:v>1.8503000000000043</c:v>
                </c:pt>
                <c:pt idx="398">
                  <c:v>1.8530999999999835</c:v>
                </c:pt>
                <c:pt idx="399">
                  <c:v>1.8546000000000049</c:v>
                </c:pt>
                <c:pt idx="400">
                  <c:v>1.8538000000000068</c:v>
                </c:pt>
                <c:pt idx="401">
                  <c:v>1.8513999999999839</c:v>
                </c:pt>
                <c:pt idx="402">
                  <c:v>1.848700000000008</c:v>
                </c:pt>
                <c:pt idx="403">
                  <c:v>1.8481999999999914</c:v>
                </c:pt>
                <c:pt idx="404">
                  <c:v>1.850200000000001</c:v>
                </c:pt>
                <c:pt idx="405">
                  <c:v>1.8529000000000053</c:v>
                </c:pt>
                <c:pt idx="406">
                  <c:v>1.8545000000000016</c:v>
                </c:pt>
                <c:pt idx="407">
                  <c:v>1.8537000000000035</c:v>
                </c:pt>
                <c:pt idx="408">
                  <c:v>1.8513999999999839</c:v>
                </c:pt>
                <c:pt idx="409">
                  <c:v>1.8485000000000014</c:v>
                </c:pt>
                <c:pt idx="410">
                  <c:v>1.8481999999999914</c:v>
                </c:pt>
                <c:pt idx="411">
                  <c:v>1.8500999999999976</c:v>
                </c:pt>
                <c:pt idx="412">
                  <c:v>1.8529000000000053</c:v>
                </c:pt>
                <c:pt idx="413">
                  <c:v>1.8543999999999983</c:v>
                </c:pt>
                <c:pt idx="414">
                  <c:v>1.8537000000000035</c:v>
                </c:pt>
                <c:pt idx="415">
                  <c:v>1.851300000000009</c:v>
                </c:pt>
                <c:pt idx="416">
                  <c:v>1.8486000000000047</c:v>
                </c:pt>
                <c:pt idx="417">
                  <c:v>1.8480999999999881</c:v>
                </c:pt>
                <c:pt idx="418">
                  <c:v>1.8500999999999976</c:v>
                </c:pt>
                <c:pt idx="419">
                  <c:v>1.852800000000002</c:v>
                </c:pt>
                <c:pt idx="420">
                  <c:v>1.8543999999999983</c:v>
                </c:pt>
                <c:pt idx="421">
                  <c:v>1.8536000000000001</c:v>
                </c:pt>
                <c:pt idx="422">
                  <c:v>1.8540999999999883</c:v>
                </c:pt>
                <c:pt idx="423">
                  <c:v>1.8573000000000093</c:v>
                </c:pt>
                <c:pt idx="424">
                  <c:v>1.8616000000000099</c:v>
                </c:pt>
                <c:pt idx="425">
                  <c:v>1.8661999999999921</c:v>
                </c:pt>
                <c:pt idx="426">
                  <c:v>1.8706999999999994</c:v>
                </c:pt>
                <c:pt idx="427">
                  <c:v>1.8730999999999938</c:v>
                </c:pt>
                <c:pt idx="428">
                  <c:v>1.8727000000000089</c:v>
                </c:pt>
                <c:pt idx="429">
                  <c:v>1.8702000000000112</c:v>
                </c:pt>
                <c:pt idx="430">
                  <c:v>1.8673000000000002</c:v>
                </c:pt>
                <c:pt idx="431">
                  <c:v>1.8667999999999836</c:v>
                </c:pt>
                <c:pt idx="432">
                  <c:v>1.8693000000000097</c:v>
                </c:pt>
                <c:pt idx="433">
                  <c:v>1.872399999999999</c:v>
                </c:pt>
                <c:pt idx="434">
                  <c:v>1.8744000000000085</c:v>
                </c:pt>
                <c:pt idx="435">
                  <c:v>1.873500000000007</c:v>
                </c:pt>
                <c:pt idx="436">
                  <c:v>1.8710000000000093</c:v>
                </c:pt>
                <c:pt idx="437">
                  <c:v>1.8677999999999884</c:v>
                </c:pt>
                <c:pt idx="438">
                  <c:v>1.8675000000000068</c:v>
                </c:pt>
                <c:pt idx="439">
                  <c:v>1.8697999999999979</c:v>
                </c:pt>
                <c:pt idx="440">
                  <c:v>1.8729999999999905</c:v>
                </c:pt>
                <c:pt idx="441">
                  <c:v>1.8747999999999934</c:v>
                </c:pt>
                <c:pt idx="442">
                  <c:v>1.8740999999999985</c:v>
                </c:pt>
                <c:pt idx="443">
                  <c:v>1.8713999999999942</c:v>
                </c:pt>
                <c:pt idx="444">
                  <c:v>1.8684000000000083</c:v>
                </c:pt>
                <c:pt idx="445">
                  <c:v>1.8678999999999917</c:v>
                </c:pt>
                <c:pt idx="446">
                  <c:v>1.8702999999999861</c:v>
                </c:pt>
                <c:pt idx="447">
                  <c:v>1.8734000000000037</c:v>
                </c:pt>
                <c:pt idx="448">
                  <c:v>1.8753999999999849</c:v>
                </c:pt>
                <c:pt idx="449">
                  <c:v>1.8744000000000085</c:v>
                </c:pt>
                <c:pt idx="450">
                  <c:v>1.8719000000000108</c:v>
                </c:pt>
                <c:pt idx="451">
                  <c:v>1.8686999999999898</c:v>
                </c:pt>
                <c:pt idx="452">
                  <c:v>1.8686999999999898</c:v>
                </c:pt>
                <c:pt idx="453">
                  <c:v>1.8684000000000083</c:v>
                </c:pt>
                <c:pt idx="454">
                  <c:v>1.870599999999996</c:v>
                </c:pt>
                <c:pt idx="455">
                  <c:v>1.8738999999999919</c:v>
                </c:pt>
                <c:pt idx="456">
                  <c:v>1.8755999999999915</c:v>
                </c:pt>
                <c:pt idx="457">
                  <c:v>1.875</c:v>
                </c:pt>
                <c:pt idx="458">
                  <c:v>1.8721999999999923</c:v>
                </c:pt>
                <c:pt idx="459">
                  <c:v>1.8692000000000064</c:v>
                </c:pt>
                <c:pt idx="460">
                  <c:v>1.8685999999999865</c:v>
                </c:pt>
                <c:pt idx="461">
                  <c:v>1.8710999999999842</c:v>
                </c:pt>
                <c:pt idx="462">
                  <c:v>1.8740999999999985</c:v>
                </c:pt>
                <c:pt idx="463">
                  <c:v>1.8761000000000081</c:v>
                </c:pt>
                <c:pt idx="464">
                  <c:v>1.8752000000000066</c:v>
                </c:pt>
                <c:pt idx="465">
                  <c:v>1.8726000000000056</c:v>
                </c:pt>
                <c:pt idx="466">
                  <c:v>1.8693999999999846</c:v>
                </c:pt>
                <c:pt idx="467">
                  <c:v>1.8691000000000031</c:v>
                </c:pt>
                <c:pt idx="468">
                  <c:v>1.8711999999999875</c:v>
                </c:pt>
                <c:pt idx="469">
                  <c:v>1.8745999999999867</c:v>
                </c:pt>
                <c:pt idx="470">
                  <c:v>1.8762999999999863</c:v>
                </c:pt>
                <c:pt idx="471">
                  <c:v>1.8755999999999915</c:v>
                </c:pt>
                <c:pt idx="472">
                  <c:v>1.8727999999999838</c:v>
                </c:pt>
                <c:pt idx="473">
                  <c:v>1.8675000000000068</c:v>
                </c:pt>
                <c:pt idx="474">
                  <c:v>1.859499999999997</c:v>
                </c:pt>
                <c:pt idx="475">
                  <c:v>1.8567999999999927</c:v>
                </c:pt>
                <c:pt idx="476">
                  <c:v>1.8574999999999875</c:v>
                </c:pt>
                <c:pt idx="477">
                  <c:v>1.8556999999999846</c:v>
                </c:pt>
                <c:pt idx="478">
                  <c:v>1.8532999999999902</c:v>
                </c:pt>
                <c:pt idx="479">
                  <c:v>1.8488000000000113</c:v>
                </c:pt>
                <c:pt idx="480">
                  <c:v>1.848399999999998</c:v>
                </c:pt>
                <c:pt idx="481">
                  <c:v>1.8504000000000076</c:v>
                </c:pt>
                <c:pt idx="482">
                  <c:v>1.8530000000000086</c:v>
                </c:pt>
                <c:pt idx="483">
                  <c:v>1.8546000000000049</c:v>
                </c:pt>
                <c:pt idx="484">
                  <c:v>1.8537000000000035</c:v>
                </c:pt>
                <c:pt idx="485">
                  <c:v>1.8513999999999839</c:v>
                </c:pt>
                <c:pt idx="486">
                  <c:v>1.8485000000000014</c:v>
                </c:pt>
                <c:pt idx="487">
                  <c:v>1.8479999999999848</c:v>
                </c:pt>
                <c:pt idx="488">
                  <c:v>1.849899999999991</c:v>
                </c:pt>
                <c:pt idx="489">
                  <c:v>1.852499999999992</c:v>
                </c:pt>
                <c:pt idx="490">
                  <c:v>1.853999999999985</c:v>
                </c:pt>
                <c:pt idx="491">
                  <c:v>1.8531999999999869</c:v>
                </c:pt>
                <c:pt idx="492">
                  <c:v>1.8507999999999925</c:v>
                </c:pt>
                <c:pt idx="493">
                  <c:v>1.8479999999999848</c:v>
                </c:pt>
                <c:pt idx="494">
                  <c:v>1.8474999999999966</c:v>
                </c:pt>
                <c:pt idx="495">
                  <c:v>1.8495000000000061</c:v>
                </c:pt>
                <c:pt idx="496">
                  <c:v>1.8521000000000072</c:v>
                </c:pt>
                <c:pt idx="497">
                  <c:v>1.8537000000000035</c:v>
                </c:pt>
                <c:pt idx="498">
                  <c:v>1.8529000000000053</c:v>
                </c:pt>
                <c:pt idx="499">
                  <c:v>1.8508999999999958</c:v>
                </c:pt>
                <c:pt idx="500">
                  <c:v>1.8485000000000014</c:v>
                </c:pt>
                <c:pt idx="501">
                  <c:v>1.848399999999998</c:v>
                </c:pt>
                <c:pt idx="502">
                  <c:v>1.8505999999999858</c:v>
                </c:pt>
                <c:pt idx="503">
                  <c:v>1.8534999999999968</c:v>
                </c:pt>
                <c:pt idx="504">
                  <c:v>1.8552999999999997</c:v>
                </c:pt>
                <c:pt idx="505">
                  <c:v>1.8547000000000082</c:v>
                </c:pt>
                <c:pt idx="506">
                  <c:v>1.852499999999992</c:v>
                </c:pt>
                <c:pt idx="507">
                  <c:v>1.8497999999999877</c:v>
                </c:pt>
                <c:pt idx="508">
                  <c:v>1.8496000000000095</c:v>
                </c:pt>
                <c:pt idx="509">
                  <c:v>1.8516999999999939</c:v>
                </c:pt>
                <c:pt idx="510">
                  <c:v>1.8545000000000016</c:v>
                </c:pt>
                <c:pt idx="511">
                  <c:v>1.8563000000000045</c:v>
                </c:pt>
                <c:pt idx="512">
                  <c:v>1.8555000000000064</c:v>
                </c:pt>
                <c:pt idx="513">
                  <c:v>1.8532999999999902</c:v>
                </c:pt>
                <c:pt idx="514">
                  <c:v>1.8505999999999858</c:v>
                </c:pt>
                <c:pt idx="515">
                  <c:v>1.8503000000000043</c:v>
                </c:pt>
                <c:pt idx="516">
                  <c:v>1.8522999999999854</c:v>
                </c:pt>
                <c:pt idx="517">
                  <c:v>1.8551999999999964</c:v>
                </c:pt>
                <c:pt idx="518">
                  <c:v>1.8567999999999927</c:v>
                </c:pt>
                <c:pt idx="519">
                  <c:v>1.8562000000000012</c:v>
                </c:pt>
                <c:pt idx="520">
                  <c:v>1.8538000000000068</c:v>
                </c:pt>
                <c:pt idx="521">
                  <c:v>1.8511000000000024</c:v>
                </c:pt>
                <c:pt idx="522">
                  <c:v>1.8506999999999891</c:v>
                </c:pt>
                <c:pt idx="523">
                  <c:v>1.852800000000002</c:v>
                </c:pt>
                <c:pt idx="524">
                  <c:v>1.8555000000000064</c:v>
                </c:pt>
                <c:pt idx="525">
                  <c:v>1.8573000000000093</c:v>
                </c:pt>
                <c:pt idx="526">
                  <c:v>1.8565000000000111</c:v>
                </c:pt>
                <c:pt idx="527">
                  <c:v>1.8541999999999916</c:v>
                </c:pt>
                <c:pt idx="528">
                  <c:v>1.851300000000009</c:v>
                </c:pt>
                <c:pt idx="529">
                  <c:v>1.8507999999999925</c:v>
                </c:pt>
                <c:pt idx="530">
                  <c:v>1.8523999999999887</c:v>
                </c:pt>
                <c:pt idx="531">
                  <c:v>1.8548999999999864</c:v>
                </c:pt>
                <c:pt idx="532">
                  <c:v>1.8563000000000045</c:v>
                </c:pt>
              </c:numCache>
            </c:numRef>
          </c:yVal>
          <c:smooth val="1"/>
          <c:extLst>
            <c:ext xmlns:c16="http://schemas.microsoft.com/office/drawing/2014/chart" uri="{C3380CC4-5D6E-409C-BE32-E72D297353CC}">
              <c16:uniqueId val="{00000009-6C3C-446B-A6D3-7B3EBAB7A07E}"/>
            </c:ext>
          </c:extLst>
        </c:ser>
        <c:dLbls>
          <c:showLegendKey val="0"/>
          <c:showVal val="0"/>
          <c:showCatName val="0"/>
          <c:showSerName val="0"/>
          <c:showPercent val="0"/>
          <c:showBubbleSize val="0"/>
        </c:dLbls>
        <c:axId val="386011424"/>
        <c:axId val="386011032"/>
      </c:scatterChart>
      <c:valAx>
        <c:axId val="386011424"/>
        <c:scaling>
          <c:orientation val="minMax"/>
          <c:max val="530000"/>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t (sec)</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86011032"/>
        <c:crossesAt val="-1"/>
        <c:crossBetween val="midCat"/>
      </c:valAx>
      <c:valAx>
        <c:axId val="38601103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T (K)</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86011424"/>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a:pPr>
            <a:r>
              <a:rPr lang="en-US" sz="1600" baseline="0" dirty="0"/>
              <a:t>Error vs Runtime: </a:t>
            </a:r>
            <a:r>
              <a:rPr lang="en-US" sz="1600" dirty="0"/>
              <a:t>Collimator &amp; Coronagraph Model</a:t>
            </a:r>
          </a:p>
        </c:rich>
      </c:tx>
      <c:overlay val="0"/>
    </c:title>
    <c:autoTitleDeleted val="0"/>
    <c:plotArea>
      <c:layout/>
      <c:scatterChart>
        <c:scatterStyle val="lineMarker"/>
        <c:varyColors val="0"/>
        <c:ser>
          <c:idx val="0"/>
          <c:order val="0"/>
          <c:tx>
            <c:v>Error %</c:v>
          </c:tx>
          <c:spPr>
            <a:ln>
              <a:noFill/>
            </a:ln>
          </c:spPr>
          <c:marker>
            <c:symbol val="circle"/>
            <c:size val="5"/>
          </c:marker>
          <c:trendline>
            <c:spPr>
              <a:ln w="25400">
                <a:solidFill>
                  <a:schemeClr val="tx2">
                    <a:lumMod val="60000"/>
                    <a:lumOff val="40000"/>
                  </a:schemeClr>
                </a:solidFill>
              </a:ln>
            </c:spPr>
            <c:trendlineType val="power"/>
            <c:dispRSqr val="0"/>
            <c:dispEq val="0"/>
          </c:trendline>
          <c:xVal>
            <c:numRef>
              <c:f>Sheet1!$C$2:$S$2</c:f>
              <c:numCache>
                <c:formatCode>General</c:formatCode>
                <c:ptCount val="17"/>
                <c:pt idx="0" formatCode="#,##0">
                  <c:v>1000</c:v>
                </c:pt>
                <c:pt idx="2" formatCode="#,##0">
                  <c:v>10000</c:v>
                </c:pt>
                <c:pt idx="4" formatCode="#,##0">
                  <c:v>20000</c:v>
                </c:pt>
                <c:pt idx="6" formatCode="#,##0">
                  <c:v>30000</c:v>
                </c:pt>
                <c:pt idx="8" formatCode="#,##0">
                  <c:v>50000</c:v>
                </c:pt>
                <c:pt idx="10" formatCode="#,##0">
                  <c:v>75000</c:v>
                </c:pt>
                <c:pt idx="12" formatCode="#,##0">
                  <c:v>100000</c:v>
                </c:pt>
                <c:pt idx="14" formatCode="#,##0">
                  <c:v>150000</c:v>
                </c:pt>
                <c:pt idx="16" formatCode="#,##0">
                  <c:v>300000</c:v>
                </c:pt>
              </c:numCache>
            </c:numRef>
          </c:xVal>
          <c:yVal>
            <c:numRef>
              <c:f>Sheet1!$C$10:$S$10</c:f>
              <c:numCache>
                <c:formatCode>General</c:formatCode>
                <c:ptCount val="17"/>
                <c:pt idx="0" formatCode="0.0">
                  <c:v>59.4</c:v>
                </c:pt>
                <c:pt idx="2" formatCode="0.0">
                  <c:v>20.5</c:v>
                </c:pt>
                <c:pt idx="4" formatCode="0.0">
                  <c:v>14.7</c:v>
                </c:pt>
                <c:pt idx="6" formatCode="0.0">
                  <c:v>12.8</c:v>
                </c:pt>
                <c:pt idx="8" formatCode="0.0">
                  <c:v>9.6</c:v>
                </c:pt>
                <c:pt idx="10" formatCode="0.0">
                  <c:v>9</c:v>
                </c:pt>
                <c:pt idx="12" formatCode="0.0">
                  <c:v>6.9</c:v>
                </c:pt>
                <c:pt idx="14" formatCode="0.0">
                  <c:v>5.7</c:v>
                </c:pt>
                <c:pt idx="16" formatCode="0.0">
                  <c:v>4.7</c:v>
                </c:pt>
              </c:numCache>
            </c:numRef>
          </c:yVal>
          <c:smooth val="0"/>
          <c:extLst>
            <c:ext xmlns:c16="http://schemas.microsoft.com/office/drawing/2014/chart" uri="{C3380CC4-5D6E-409C-BE32-E72D297353CC}">
              <c16:uniqueId val="{00000000-9864-4513-856D-EB3ACBD55778}"/>
            </c:ext>
          </c:extLst>
        </c:ser>
        <c:dLbls>
          <c:showLegendKey val="0"/>
          <c:showVal val="0"/>
          <c:showCatName val="0"/>
          <c:showSerName val="0"/>
          <c:showPercent val="0"/>
          <c:showBubbleSize val="0"/>
        </c:dLbls>
        <c:axId val="386013776"/>
        <c:axId val="386011816"/>
      </c:scatterChart>
      <c:scatterChart>
        <c:scatterStyle val="lineMarker"/>
        <c:varyColors val="0"/>
        <c:ser>
          <c:idx val="1"/>
          <c:order val="1"/>
          <c:tx>
            <c:v>Run-Time</c:v>
          </c:tx>
          <c:spPr>
            <a:ln>
              <a:noFill/>
            </a:ln>
          </c:spPr>
          <c:marker>
            <c:symbol val="triangle"/>
            <c:size val="5"/>
          </c:marker>
          <c:trendline>
            <c:spPr>
              <a:ln w="15875">
                <a:solidFill>
                  <a:srgbClr val="C00000"/>
                </a:solidFill>
              </a:ln>
            </c:spPr>
            <c:trendlineType val="linear"/>
            <c:dispRSqr val="0"/>
            <c:dispEq val="0"/>
          </c:trendline>
          <c:xVal>
            <c:numRef>
              <c:f>Sheet1!$C$2:$S$2</c:f>
              <c:numCache>
                <c:formatCode>General</c:formatCode>
                <c:ptCount val="17"/>
                <c:pt idx="0" formatCode="#,##0">
                  <c:v>1000</c:v>
                </c:pt>
                <c:pt idx="2" formatCode="#,##0">
                  <c:v>10000</c:v>
                </c:pt>
                <c:pt idx="4" formatCode="#,##0">
                  <c:v>20000</c:v>
                </c:pt>
                <c:pt idx="6" formatCode="#,##0">
                  <c:v>30000</c:v>
                </c:pt>
                <c:pt idx="8" formatCode="#,##0">
                  <c:v>50000</c:v>
                </c:pt>
                <c:pt idx="10" formatCode="#,##0">
                  <c:v>75000</c:v>
                </c:pt>
                <c:pt idx="12" formatCode="#,##0">
                  <c:v>100000</c:v>
                </c:pt>
                <c:pt idx="14" formatCode="#,##0">
                  <c:v>150000</c:v>
                </c:pt>
                <c:pt idx="16" formatCode="#,##0">
                  <c:v>300000</c:v>
                </c:pt>
              </c:numCache>
            </c:numRef>
          </c:xVal>
          <c:yVal>
            <c:numRef>
              <c:f>Sheet1!$C$6:$S$6</c:f>
              <c:numCache>
                <c:formatCode>General</c:formatCode>
                <c:ptCount val="17"/>
                <c:pt idx="0" formatCode="0.0">
                  <c:v>1.99</c:v>
                </c:pt>
                <c:pt idx="2" formatCode="0.0">
                  <c:v>13.88</c:v>
                </c:pt>
                <c:pt idx="4" formatCode="0.0">
                  <c:v>26.94</c:v>
                </c:pt>
                <c:pt idx="6" formatCode="0.0">
                  <c:v>39.9</c:v>
                </c:pt>
                <c:pt idx="8" formatCode="0.0">
                  <c:v>66.2</c:v>
                </c:pt>
                <c:pt idx="10" formatCode="0.0">
                  <c:v>98.9</c:v>
                </c:pt>
                <c:pt idx="12" formatCode="0.0">
                  <c:v>131.76</c:v>
                </c:pt>
                <c:pt idx="14" formatCode="0.0">
                  <c:v>196.53</c:v>
                </c:pt>
                <c:pt idx="16" formatCode="0.0">
                  <c:v>399.22</c:v>
                </c:pt>
              </c:numCache>
            </c:numRef>
          </c:yVal>
          <c:smooth val="0"/>
          <c:extLst>
            <c:ext xmlns:c16="http://schemas.microsoft.com/office/drawing/2014/chart" uri="{C3380CC4-5D6E-409C-BE32-E72D297353CC}">
              <c16:uniqueId val="{00000001-9864-4513-856D-EB3ACBD55778}"/>
            </c:ext>
          </c:extLst>
        </c:ser>
        <c:dLbls>
          <c:showLegendKey val="0"/>
          <c:showVal val="0"/>
          <c:showCatName val="0"/>
          <c:showSerName val="0"/>
          <c:showPercent val="0"/>
          <c:showBubbleSize val="0"/>
        </c:dLbls>
        <c:axId val="386013384"/>
        <c:axId val="386012208"/>
      </c:scatterChart>
      <c:valAx>
        <c:axId val="386013776"/>
        <c:scaling>
          <c:orientation val="minMax"/>
          <c:max val="300000"/>
        </c:scaling>
        <c:delete val="0"/>
        <c:axPos val="b"/>
        <c:title>
          <c:tx>
            <c:rich>
              <a:bodyPr/>
              <a:lstStyle/>
              <a:p>
                <a:pPr>
                  <a:defRPr sz="1400"/>
                </a:pPr>
                <a:r>
                  <a:rPr lang="en-US" sz="1400" dirty="0"/>
                  <a:t>Rays per Node</a:t>
                </a:r>
              </a:p>
            </c:rich>
          </c:tx>
          <c:overlay val="0"/>
        </c:title>
        <c:numFmt formatCode="#,##0" sourceLinked="1"/>
        <c:majorTickMark val="out"/>
        <c:minorTickMark val="none"/>
        <c:tickLblPos val="nextTo"/>
        <c:txPr>
          <a:bodyPr rot="-2700000" vert="horz"/>
          <a:lstStyle/>
          <a:p>
            <a:pPr>
              <a:defRPr sz="1050"/>
            </a:pPr>
            <a:endParaRPr lang="en-US"/>
          </a:p>
        </c:txPr>
        <c:crossAx val="386011816"/>
        <c:crosses val="autoZero"/>
        <c:crossBetween val="midCat"/>
      </c:valAx>
      <c:valAx>
        <c:axId val="386011816"/>
        <c:scaling>
          <c:orientation val="minMax"/>
        </c:scaling>
        <c:delete val="0"/>
        <c:axPos val="l"/>
        <c:majorGridlines/>
        <c:title>
          <c:tx>
            <c:rich>
              <a:bodyPr rot="-5400000" vert="horz"/>
              <a:lstStyle/>
              <a:p>
                <a:pPr>
                  <a:defRPr sz="1400">
                    <a:solidFill>
                      <a:srgbClr val="0070C0"/>
                    </a:solidFill>
                  </a:defRPr>
                </a:pPr>
                <a:r>
                  <a:rPr lang="en-US" sz="1400" dirty="0">
                    <a:solidFill>
                      <a:srgbClr val="0070C0"/>
                    </a:solidFill>
                  </a:rPr>
                  <a:t>Error (%)</a:t>
                </a:r>
              </a:p>
            </c:rich>
          </c:tx>
          <c:overlay val="0"/>
        </c:title>
        <c:numFmt formatCode="0.0" sourceLinked="1"/>
        <c:majorTickMark val="out"/>
        <c:minorTickMark val="none"/>
        <c:tickLblPos val="nextTo"/>
        <c:txPr>
          <a:bodyPr/>
          <a:lstStyle/>
          <a:p>
            <a:pPr>
              <a:defRPr sz="1100"/>
            </a:pPr>
            <a:endParaRPr lang="en-US"/>
          </a:p>
        </c:txPr>
        <c:crossAx val="386013776"/>
        <c:crosses val="autoZero"/>
        <c:crossBetween val="midCat"/>
      </c:valAx>
      <c:valAx>
        <c:axId val="386012208"/>
        <c:scaling>
          <c:orientation val="minMax"/>
        </c:scaling>
        <c:delete val="0"/>
        <c:axPos val="r"/>
        <c:title>
          <c:tx>
            <c:rich>
              <a:bodyPr rot="-5400000" vert="horz"/>
              <a:lstStyle/>
              <a:p>
                <a:pPr>
                  <a:defRPr sz="1400">
                    <a:solidFill>
                      <a:srgbClr val="C00000"/>
                    </a:solidFill>
                  </a:defRPr>
                </a:pPr>
                <a:r>
                  <a:rPr lang="en-US" sz="1400" dirty="0">
                    <a:solidFill>
                      <a:srgbClr val="C00000"/>
                    </a:solidFill>
                  </a:rPr>
                  <a:t>Radk</a:t>
                </a:r>
                <a:r>
                  <a:rPr lang="en-US" sz="1400" baseline="0" dirty="0">
                    <a:solidFill>
                      <a:srgbClr val="C00000"/>
                    </a:solidFill>
                  </a:rPr>
                  <a:t> </a:t>
                </a:r>
                <a:r>
                  <a:rPr lang="en-US" sz="1400" dirty="0">
                    <a:solidFill>
                      <a:srgbClr val="C00000"/>
                    </a:solidFill>
                  </a:rPr>
                  <a:t>Run-Time (sec)</a:t>
                </a:r>
              </a:p>
            </c:rich>
          </c:tx>
          <c:overlay val="0"/>
        </c:title>
        <c:numFmt formatCode="0.0" sourceLinked="1"/>
        <c:majorTickMark val="out"/>
        <c:minorTickMark val="none"/>
        <c:tickLblPos val="nextTo"/>
        <c:txPr>
          <a:bodyPr/>
          <a:lstStyle/>
          <a:p>
            <a:pPr>
              <a:defRPr sz="1100"/>
            </a:pPr>
            <a:endParaRPr lang="en-US"/>
          </a:p>
        </c:txPr>
        <c:crossAx val="386013384"/>
        <c:crosses val="max"/>
        <c:crossBetween val="midCat"/>
      </c:valAx>
      <c:valAx>
        <c:axId val="386013384"/>
        <c:scaling>
          <c:orientation val="minMax"/>
        </c:scaling>
        <c:delete val="1"/>
        <c:axPos val="b"/>
        <c:numFmt formatCode="#,##0" sourceLinked="1"/>
        <c:majorTickMark val="out"/>
        <c:minorTickMark val="none"/>
        <c:tickLblPos val="nextTo"/>
        <c:crossAx val="386012208"/>
        <c:crosses val="autoZero"/>
        <c:crossBetween val="midCat"/>
      </c:valAx>
    </c:plotArea>
    <c:legend>
      <c:legendPos val="t"/>
      <c:legendEntry>
        <c:idx val="2"/>
        <c:delete val="1"/>
      </c:legendEntry>
      <c:legendEntry>
        <c:idx val="3"/>
        <c:delete val="1"/>
      </c:legendEntry>
      <c:overlay val="0"/>
      <c:txPr>
        <a:bodyPr/>
        <a:lstStyle/>
        <a:p>
          <a:pPr>
            <a:defRPr sz="1200"/>
          </a:pPr>
          <a:endParaRPr lang="en-US"/>
        </a:p>
      </c:txPr>
    </c:legend>
    <c:plotVisOnly val="1"/>
    <c:dispBlanksAs val="gap"/>
    <c:showDLblsOverMax val="0"/>
  </c:chart>
  <c:spPr>
    <a:ln>
      <a:solidFill>
        <a:schemeClr val="tx1"/>
      </a:solidFill>
    </a:ln>
  </c:sp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1E08BA-112C-428E-8219-F914C2ED7507}" type="doc">
      <dgm:prSet loTypeId="urn:microsoft.com/office/officeart/2005/8/layout/cycle5" loCatId="cycle" qsTypeId="urn:microsoft.com/office/officeart/2005/8/quickstyle/simple1" qsCatId="simple" csTypeId="urn:microsoft.com/office/officeart/2005/8/colors/colorful1" csCatId="colorful" phldr="1"/>
      <dgm:spPr/>
      <dgm:t>
        <a:bodyPr/>
        <a:lstStyle/>
        <a:p>
          <a:endParaRPr lang="en-US"/>
        </a:p>
      </dgm:t>
    </dgm:pt>
    <dgm:pt modelId="{E43254D9-4F9B-4352-84CD-30DBFDFD4954}">
      <dgm:prSet phldrT="[Text]"/>
      <dgm:spPr/>
      <dgm:t>
        <a:bodyPr/>
        <a:lstStyle/>
        <a:p>
          <a:r>
            <a:rPr lang="en-US" dirty="0"/>
            <a:t>Thermal Model</a:t>
          </a:r>
        </a:p>
      </dgm:t>
    </dgm:pt>
    <dgm:pt modelId="{D08E67D2-DF39-403A-894D-0FDDCFACA149}" type="parTrans" cxnId="{CBBBDEA2-A20A-43B4-887A-8C9E6E8BD304}">
      <dgm:prSet/>
      <dgm:spPr/>
      <dgm:t>
        <a:bodyPr/>
        <a:lstStyle/>
        <a:p>
          <a:endParaRPr lang="en-US"/>
        </a:p>
      </dgm:t>
    </dgm:pt>
    <dgm:pt modelId="{F00F4750-4A04-4708-BA7F-6281C1DC9018}" type="sibTrans" cxnId="{CBBBDEA2-A20A-43B4-887A-8C9E6E8BD304}">
      <dgm:prSet/>
      <dgm:spPr/>
      <dgm:t>
        <a:bodyPr/>
        <a:lstStyle/>
        <a:p>
          <a:endParaRPr lang="en-US"/>
        </a:p>
      </dgm:t>
    </dgm:pt>
    <dgm:pt modelId="{DE9A2899-004D-4011-A9E2-DA7391B44430}">
      <dgm:prSet phldrT="[Text]"/>
      <dgm:spPr/>
      <dgm:t>
        <a:bodyPr/>
        <a:lstStyle/>
        <a:p>
          <a:r>
            <a:rPr lang="en-US" dirty="0"/>
            <a:t>Structural Model</a:t>
          </a:r>
        </a:p>
      </dgm:t>
    </dgm:pt>
    <dgm:pt modelId="{160A3717-DEEA-4BD9-8A41-0C379FB50B8E}" type="parTrans" cxnId="{7ADB125D-DEB1-46A3-A541-A643CA05018E}">
      <dgm:prSet/>
      <dgm:spPr/>
      <dgm:t>
        <a:bodyPr/>
        <a:lstStyle/>
        <a:p>
          <a:endParaRPr lang="en-US"/>
        </a:p>
      </dgm:t>
    </dgm:pt>
    <dgm:pt modelId="{49715CEE-52EB-40C0-B74A-B41178B36CCF}" type="sibTrans" cxnId="{7ADB125D-DEB1-46A3-A541-A643CA05018E}">
      <dgm:prSet/>
      <dgm:spPr/>
      <dgm:t>
        <a:bodyPr/>
        <a:lstStyle/>
        <a:p>
          <a:endParaRPr lang="en-US"/>
        </a:p>
      </dgm:t>
    </dgm:pt>
    <dgm:pt modelId="{C7DAC3D7-1F4D-4EE0-BD6E-3D38AE052CF2}">
      <dgm:prSet phldrT="[Text]"/>
      <dgm:spPr/>
      <dgm:t>
        <a:bodyPr/>
        <a:lstStyle/>
        <a:p>
          <a:r>
            <a:rPr lang="en-US" dirty="0"/>
            <a:t>Optical Model</a:t>
          </a:r>
        </a:p>
      </dgm:t>
    </dgm:pt>
    <dgm:pt modelId="{F2A1F0BA-0012-4C9A-B97B-DAF45B160E5E}" type="parTrans" cxnId="{346FFF09-CEB5-4B29-AAC6-DD2E1EACAFF1}">
      <dgm:prSet/>
      <dgm:spPr/>
      <dgm:t>
        <a:bodyPr/>
        <a:lstStyle/>
        <a:p>
          <a:endParaRPr lang="en-US"/>
        </a:p>
      </dgm:t>
    </dgm:pt>
    <dgm:pt modelId="{93E14D93-A820-47BF-B98A-66696CC6870D}" type="sibTrans" cxnId="{346FFF09-CEB5-4B29-AAC6-DD2E1EACAFF1}">
      <dgm:prSet/>
      <dgm:spPr/>
      <dgm:t>
        <a:bodyPr/>
        <a:lstStyle/>
        <a:p>
          <a:endParaRPr lang="en-US"/>
        </a:p>
      </dgm:t>
    </dgm:pt>
    <dgm:pt modelId="{FAE402CB-E987-4D1F-9C5A-7715F050F7EE}" type="pres">
      <dgm:prSet presAssocID="{261E08BA-112C-428E-8219-F914C2ED7507}" presName="cycle" presStyleCnt="0">
        <dgm:presLayoutVars>
          <dgm:dir/>
          <dgm:resizeHandles val="exact"/>
        </dgm:presLayoutVars>
      </dgm:prSet>
      <dgm:spPr/>
    </dgm:pt>
    <dgm:pt modelId="{ED259FB4-CB88-42D2-9837-5E18C464334B}" type="pres">
      <dgm:prSet presAssocID="{E43254D9-4F9B-4352-84CD-30DBFDFD4954}" presName="node" presStyleLbl="node1" presStyleIdx="0" presStyleCnt="3" custRadScaleRad="92244">
        <dgm:presLayoutVars>
          <dgm:bulletEnabled val="1"/>
        </dgm:presLayoutVars>
      </dgm:prSet>
      <dgm:spPr/>
    </dgm:pt>
    <dgm:pt modelId="{7D527619-4164-40E7-8574-AF6985B025E2}" type="pres">
      <dgm:prSet presAssocID="{E43254D9-4F9B-4352-84CD-30DBFDFD4954}" presName="spNode" presStyleCnt="0"/>
      <dgm:spPr/>
    </dgm:pt>
    <dgm:pt modelId="{2FEE2A33-473B-41F9-9D09-E92AAB1EFFDB}" type="pres">
      <dgm:prSet presAssocID="{F00F4750-4A04-4708-BA7F-6281C1DC9018}" presName="sibTrans" presStyleLbl="sibTrans1D1" presStyleIdx="0" presStyleCnt="3"/>
      <dgm:spPr/>
    </dgm:pt>
    <dgm:pt modelId="{CFA1A389-8029-4FBA-A952-86E475C26378}" type="pres">
      <dgm:prSet presAssocID="{DE9A2899-004D-4011-A9E2-DA7391B44430}" presName="node" presStyleLbl="node1" presStyleIdx="1" presStyleCnt="3">
        <dgm:presLayoutVars>
          <dgm:bulletEnabled val="1"/>
        </dgm:presLayoutVars>
      </dgm:prSet>
      <dgm:spPr/>
    </dgm:pt>
    <dgm:pt modelId="{32EBF7B5-C88C-43D2-84E9-AC6702A96C3E}" type="pres">
      <dgm:prSet presAssocID="{DE9A2899-004D-4011-A9E2-DA7391B44430}" presName="spNode" presStyleCnt="0"/>
      <dgm:spPr/>
    </dgm:pt>
    <dgm:pt modelId="{482A1F66-6879-4D11-B813-2FA6F9BD4430}" type="pres">
      <dgm:prSet presAssocID="{49715CEE-52EB-40C0-B74A-B41178B36CCF}" presName="sibTrans" presStyleLbl="sibTrans1D1" presStyleIdx="1" presStyleCnt="3"/>
      <dgm:spPr/>
    </dgm:pt>
    <dgm:pt modelId="{1F13A8AA-9672-410A-8210-DC8579AD63E0}" type="pres">
      <dgm:prSet presAssocID="{C7DAC3D7-1F4D-4EE0-BD6E-3D38AE052CF2}" presName="node" presStyleLbl="node1" presStyleIdx="2" presStyleCnt="3">
        <dgm:presLayoutVars>
          <dgm:bulletEnabled val="1"/>
        </dgm:presLayoutVars>
      </dgm:prSet>
      <dgm:spPr/>
    </dgm:pt>
    <dgm:pt modelId="{D089307F-DE2A-4A52-AC5B-BD91603F9D25}" type="pres">
      <dgm:prSet presAssocID="{C7DAC3D7-1F4D-4EE0-BD6E-3D38AE052CF2}" presName="spNode" presStyleCnt="0"/>
      <dgm:spPr/>
    </dgm:pt>
    <dgm:pt modelId="{FD594D3F-D903-4135-A21E-1D1953D036DC}" type="pres">
      <dgm:prSet presAssocID="{93E14D93-A820-47BF-B98A-66696CC6870D}" presName="sibTrans" presStyleLbl="sibTrans1D1" presStyleIdx="2" presStyleCnt="3"/>
      <dgm:spPr/>
    </dgm:pt>
  </dgm:ptLst>
  <dgm:cxnLst>
    <dgm:cxn modelId="{346FFF09-CEB5-4B29-AAC6-DD2E1EACAFF1}" srcId="{261E08BA-112C-428E-8219-F914C2ED7507}" destId="{C7DAC3D7-1F4D-4EE0-BD6E-3D38AE052CF2}" srcOrd="2" destOrd="0" parTransId="{F2A1F0BA-0012-4C9A-B97B-DAF45B160E5E}" sibTransId="{93E14D93-A820-47BF-B98A-66696CC6870D}"/>
    <dgm:cxn modelId="{269BCE26-25A1-407B-AFEE-C44D874F0FB0}" type="presOf" srcId="{93E14D93-A820-47BF-B98A-66696CC6870D}" destId="{FD594D3F-D903-4135-A21E-1D1953D036DC}" srcOrd="0" destOrd="0" presId="urn:microsoft.com/office/officeart/2005/8/layout/cycle5"/>
    <dgm:cxn modelId="{A990A632-2F43-4974-970B-4FA018C2F2A3}" type="presOf" srcId="{E43254D9-4F9B-4352-84CD-30DBFDFD4954}" destId="{ED259FB4-CB88-42D2-9837-5E18C464334B}" srcOrd="0" destOrd="0" presId="urn:microsoft.com/office/officeart/2005/8/layout/cycle5"/>
    <dgm:cxn modelId="{7ADB125D-DEB1-46A3-A541-A643CA05018E}" srcId="{261E08BA-112C-428E-8219-F914C2ED7507}" destId="{DE9A2899-004D-4011-A9E2-DA7391B44430}" srcOrd="1" destOrd="0" parTransId="{160A3717-DEEA-4BD9-8A41-0C379FB50B8E}" sibTransId="{49715CEE-52EB-40C0-B74A-B41178B36CCF}"/>
    <dgm:cxn modelId="{5D8E6D49-1869-4176-864E-F02344947477}" type="presOf" srcId="{261E08BA-112C-428E-8219-F914C2ED7507}" destId="{FAE402CB-E987-4D1F-9C5A-7715F050F7EE}" srcOrd="0" destOrd="0" presId="urn:microsoft.com/office/officeart/2005/8/layout/cycle5"/>
    <dgm:cxn modelId="{7D652E4A-286C-4751-B99D-23F41164D37F}" type="presOf" srcId="{C7DAC3D7-1F4D-4EE0-BD6E-3D38AE052CF2}" destId="{1F13A8AA-9672-410A-8210-DC8579AD63E0}" srcOrd="0" destOrd="0" presId="urn:microsoft.com/office/officeart/2005/8/layout/cycle5"/>
    <dgm:cxn modelId="{0847C74C-4CA9-4EBC-8452-62081087C631}" type="presOf" srcId="{F00F4750-4A04-4708-BA7F-6281C1DC9018}" destId="{2FEE2A33-473B-41F9-9D09-E92AAB1EFFDB}" srcOrd="0" destOrd="0" presId="urn:microsoft.com/office/officeart/2005/8/layout/cycle5"/>
    <dgm:cxn modelId="{CBBBDEA2-A20A-43B4-887A-8C9E6E8BD304}" srcId="{261E08BA-112C-428E-8219-F914C2ED7507}" destId="{E43254D9-4F9B-4352-84CD-30DBFDFD4954}" srcOrd="0" destOrd="0" parTransId="{D08E67D2-DF39-403A-894D-0FDDCFACA149}" sibTransId="{F00F4750-4A04-4708-BA7F-6281C1DC9018}"/>
    <dgm:cxn modelId="{8A8FFAC4-4770-4491-B3A9-DB4CFFF162CC}" type="presOf" srcId="{DE9A2899-004D-4011-A9E2-DA7391B44430}" destId="{CFA1A389-8029-4FBA-A952-86E475C26378}" srcOrd="0" destOrd="0" presId="urn:microsoft.com/office/officeart/2005/8/layout/cycle5"/>
    <dgm:cxn modelId="{4834B4F6-4A2B-4807-9416-6E326F89AD54}" type="presOf" srcId="{49715CEE-52EB-40C0-B74A-B41178B36CCF}" destId="{482A1F66-6879-4D11-B813-2FA6F9BD4430}" srcOrd="0" destOrd="0" presId="urn:microsoft.com/office/officeart/2005/8/layout/cycle5"/>
    <dgm:cxn modelId="{83503128-A5F0-4894-9ECC-5D37591AE010}" type="presParOf" srcId="{FAE402CB-E987-4D1F-9C5A-7715F050F7EE}" destId="{ED259FB4-CB88-42D2-9837-5E18C464334B}" srcOrd="0" destOrd="0" presId="urn:microsoft.com/office/officeart/2005/8/layout/cycle5"/>
    <dgm:cxn modelId="{E76DA1BF-72B0-4ACE-A2CF-0773488C59F1}" type="presParOf" srcId="{FAE402CB-E987-4D1F-9C5A-7715F050F7EE}" destId="{7D527619-4164-40E7-8574-AF6985B025E2}" srcOrd="1" destOrd="0" presId="urn:microsoft.com/office/officeart/2005/8/layout/cycle5"/>
    <dgm:cxn modelId="{8AEB3B07-77A3-4AD2-84A0-A8CB8A94599A}" type="presParOf" srcId="{FAE402CB-E987-4D1F-9C5A-7715F050F7EE}" destId="{2FEE2A33-473B-41F9-9D09-E92AAB1EFFDB}" srcOrd="2" destOrd="0" presId="urn:microsoft.com/office/officeart/2005/8/layout/cycle5"/>
    <dgm:cxn modelId="{0236F34A-8377-48A9-A18B-51F7E735A3B4}" type="presParOf" srcId="{FAE402CB-E987-4D1F-9C5A-7715F050F7EE}" destId="{CFA1A389-8029-4FBA-A952-86E475C26378}" srcOrd="3" destOrd="0" presId="urn:microsoft.com/office/officeart/2005/8/layout/cycle5"/>
    <dgm:cxn modelId="{447F0133-F3EC-49CF-8C8F-BF856333A126}" type="presParOf" srcId="{FAE402CB-E987-4D1F-9C5A-7715F050F7EE}" destId="{32EBF7B5-C88C-43D2-84E9-AC6702A96C3E}" srcOrd="4" destOrd="0" presId="urn:microsoft.com/office/officeart/2005/8/layout/cycle5"/>
    <dgm:cxn modelId="{CE2834A5-A3D9-408A-A699-7E469629DC17}" type="presParOf" srcId="{FAE402CB-E987-4D1F-9C5A-7715F050F7EE}" destId="{482A1F66-6879-4D11-B813-2FA6F9BD4430}" srcOrd="5" destOrd="0" presId="urn:microsoft.com/office/officeart/2005/8/layout/cycle5"/>
    <dgm:cxn modelId="{CFBBCAF8-B519-42F1-83B2-5F3F217BC2C6}" type="presParOf" srcId="{FAE402CB-E987-4D1F-9C5A-7715F050F7EE}" destId="{1F13A8AA-9672-410A-8210-DC8579AD63E0}" srcOrd="6" destOrd="0" presId="urn:microsoft.com/office/officeart/2005/8/layout/cycle5"/>
    <dgm:cxn modelId="{55CAC3FF-A3CA-436F-9631-E6A1542ED520}" type="presParOf" srcId="{FAE402CB-E987-4D1F-9C5A-7715F050F7EE}" destId="{D089307F-DE2A-4A52-AC5B-BD91603F9D25}" srcOrd="7" destOrd="0" presId="urn:microsoft.com/office/officeart/2005/8/layout/cycle5"/>
    <dgm:cxn modelId="{6B093E8F-54D5-42DD-876C-001B3C0C5118}" type="presParOf" srcId="{FAE402CB-E987-4D1F-9C5A-7715F050F7EE}" destId="{FD594D3F-D903-4135-A21E-1D1953D036DC}" srcOrd="8" destOrd="0" presId="urn:microsoft.com/office/officeart/2005/8/layout/cycle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D640126-EAA4-4DB7-A3D5-396000C7E21C}" type="doc">
      <dgm:prSet loTypeId="urn:microsoft.com/office/officeart/2005/8/layout/process2" loCatId="process" qsTypeId="urn:microsoft.com/office/officeart/2005/8/quickstyle/simple1" qsCatId="simple" csTypeId="urn:microsoft.com/office/officeart/2005/8/colors/accent1_2" csCatId="accent1" phldr="1"/>
      <dgm:spPr/>
    </dgm:pt>
    <dgm:pt modelId="{E9B50D28-2591-48EA-9E3C-595BB63354EE}">
      <dgm:prSet phldrT="[Text]"/>
      <dgm:spPr/>
      <dgm:t>
        <a:bodyPr/>
        <a:lstStyle/>
        <a:p>
          <a:r>
            <a:rPr lang="en-US" dirty="0"/>
            <a:t>Observing Scenario</a:t>
          </a:r>
        </a:p>
      </dgm:t>
    </dgm:pt>
    <dgm:pt modelId="{656E536F-946C-4721-B96C-4A2FD3881A45}" type="parTrans" cxnId="{05D602F9-2F2C-42A6-8FC5-640FD1C10A69}">
      <dgm:prSet/>
      <dgm:spPr/>
      <dgm:t>
        <a:bodyPr/>
        <a:lstStyle/>
        <a:p>
          <a:endParaRPr lang="en-US"/>
        </a:p>
      </dgm:t>
    </dgm:pt>
    <dgm:pt modelId="{60F1B926-8684-4C44-919B-698600A4D6F1}" type="sibTrans" cxnId="{05D602F9-2F2C-42A6-8FC5-640FD1C10A69}">
      <dgm:prSet/>
      <dgm:spPr/>
      <dgm:t>
        <a:bodyPr/>
        <a:lstStyle/>
        <a:p>
          <a:endParaRPr lang="en-US"/>
        </a:p>
      </dgm:t>
    </dgm:pt>
    <dgm:pt modelId="{A3E58608-DB7F-4A52-82E0-388714F7CFE1}" type="pres">
      <dgm:prSet presAssocID="{1D640126-EAA4-4DB7-A3D5-396000C7E21C}" presName="linearFlow" presStyleCnt="0">
        <dgm:presLayoutVars>
          <dgm:resizeHandles val="exact"/>
        </dgm:presLayoutVars>
      </dgm:prSet>
      <dgm:spPr/>
    </dgm:pt>
    <dgm:pt modelId="{B4B782F7-BA3D-46A2-A67B-654451656A46}" type="pres">
      <dgm:prSet presAssocID="{E9B50D28-2591-48EA-9E3C-595BB63354EE}" presName="node" presStyleLbl="node1" presStyleIdx="0" presStyleCnt="1" custLinFactNeighborX="489" custLinFactNeighborY="-1541">
        <dgm:presLayoutVars>
          <dgm:bulletEnabled val="1"/>
        </dgm:presLayoutVars>
      </dgm:prSet>
      <dgm:spPr/>
    </dgm:pt>
  </dgm:ptLst>
  <dgm:cxnLst>
    <dgm:cxn modelId="{2C45F793-F48A-4E3F-BCAE-78D6355D28B0}" type="presOf" srcId="{E9B50D28-2591-48EA-9E3C-595BB63354EE}" destId="{B4B782F7-BA3D-46A2-A67B-654451656A46}" srcOrd="0" destOrd="0" presId="urn:microsoft.com/office/officeart/2005/8/layout/process2"/>
    <dgm:cxn modelId="{E93ABC9D-F9C7-4D86-9D71-4A9285D71B7E}" type="presOf" srcId="{1D640126-EAA4-4DB7-A3D5-396000C7E21C}" destId="{A3E58608-DB7F-4A52-82E0-388714F7CFE1}" srcOrd="0" destOrd="0" presId="urn:microsoft.com/office/officeart/2005/8/layout/process2"/>
    <dgm:cxn modelId="{05D602F9-2F2C-42A6-8FC5-640FD1C10A69}" srcId="{1D640126-EAA4-4DB7-A3D5-396000C7E21C}" destId="{E9B50D28-2591-48EA-9E3C-595BB63354EE}" srcOrd="0" destOrd="0" parTransId="{656E536F-946C-4721-B96C-4A2FD3881A45}" sibTransId="{60F1B926-8684-4C44-919B-698600A4D6F1}"/>
    <dgm:cxn modelId="{0E9989F3-A53E-4567-9733-E4A4371FF261}" type="presParOf" srcId="{A3E58608-DB7F-4A52-82E0-388714F7CFE1}" destId="{B4B782F7-BA3D-46A2-A67B-654451656A46}" srcOrd="0" destOrd="0" presId="urn:microsoft.com/office/officeart/2005/8/layout/process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D32334A-C8D8-44A5-A560-D800D96D10C5}" type="doc">
      <dgm:prSet loTypeId="urn:microsoft.com/office/officeart/2005/8/layout/process1" loCatId="process" qsTypeId="urn:microsoft.com/office/officeart/2005/8/quickstyle/simple1" qsCatId="simple" csTypeId="urn:microsoft.com/office/officeart/2005/8/colors/accent1_2" csCatId="accent1" phldr="1"/>
      <dgm:spPr/>
    </dgm:pt>
    <dgm:pt modelId="{681BE99F-153F-4980-8F01-25BF5244E017}">
      <dgm:prSet phldrT="[Text]"/>
      <dgm:spPr/>
      <dgm:t>
        <a:bodyPr/>
        <a:lstStyle/>
        <a:p>
          <a:r>
            <a:rPr lang="en-US" dirty="0"/>
            <a:t>Optical Wavefront Errors</a:t>
          </a:r>
        </a:p>
      </dgm:t>
    </dgm:pt>
    <dgm:pt modelId="{E8D47DF9-D629-431E-AA1E-FCCB46B5D7E3}" type="parTrans" cxnId="{5108757A-3E97-4342-9681-F45763EB5E54}">
      <dgm:prSet/>
      <dgm:spPr/>
      <dgm:t>
        <a:bodyPr/>
        <a:lstStyle/>
        <a:p>
          <a:endParaRPr lang="en-US"/>
        </a:p>
      </dgm:t>
    </dgm:pt>
    <dgm:pt modelId="{1DAA85CA-8EA6-4C1A-B4E3-76E670D80363}" type="sibTrans" cxnId="{5108757A-3E97-4342-9681-F45763EB5E54}">
      <dgm:prSet/>
      <dgm:spPr/>
      <dgm:t>
        <a:bodyPr/>
        <a:lstStyle/>
        <a:p>
          <a:endParaRPr lang="en-US"/>
        </a:p>
      </dgm:t>
    </dgm:pt>
    <dgm:pt modelId="{3160DBE4-629F-4EAD-9F23-9DA3F3033A9F}" type="pres">
      <dgm:prSet presAssocID="{2D32334A-C8D8-44A5-A560-D800D96D10C5}" presName="Name0" presStyleCnt="0">
        <dgm:presLayoutVars>
          <dgm:dir/>
          <dgm:resizeHandles val="exact"/>
        </dgm:presLayoutVars>
      </dgm:prSet>
      <dgm:spPr/>
    </dgm:pt>
    <dgm:pt modelId="{A161C040-4C40-4BF6-85BF-1D06F7401DE8}" type="pres">
      <dgm:prSet presAssocID="{681BE99F-153F-4980-8F01-25BF5244E017}" presName="node" presStyleLbl="node1" presStyleIdx="0" presStyleCnt="1" custLinFactY="100000" custLinFactNeighborX="-32864" custLinFactNeighborY="194639">
        <dgm:presLayoutVars>
          <dgm:bulletEnabled val="1"/>
        </dgm:presLayoutVars>
      </dgm:prSet>
      <dgm:spPr/>
    </dgm:pt>
  </dgm:ptLst>
  <dgm:cxnLst>
    <dgm:cxn modelId="{5108757A-3E97-4342-9681-F45763EB5E54}" srcId="{2D32334A-C8D8-44A5-A560-D800D96D10C5}" destId="{681BE99F-153F-4980-8F01-25BF5244E017}" srcOrd="0" destOrd="0" parTransId="{E8D47DF9-D629-431E-AA1E-FCCB46B5D7E3}" sibTransId="{1DAA85CA-8EA6-4C1A-B4E3-76E670D80363}"/>
    <dgm:cxn modelId="{22E590A8-09A1-419A-B9E1-D625E0D307E1}" type="presOf" srcId="{681BE99F-153F-4980-8F01-25BF5244E017}" destId="{A161C040-4C40-4BF6-85BF-1D06F7401DE8}" srcOrd="0" destOrd="0" presId="urn:microsoft.com/office/officeart/2005/8/layout/process1"/>
    <dgm:cxn modelId="{C1AF10B4-9904-4D94-8F35-D3F44BC0E589}" type="presOf" srcId="{2D32334A-C8D8-44A5-A560-D800D96D10C5}" destId="{3160DBE4-629F-4EAD-9F23-9DA3F3033A9F}" srcOrd="0" destOrd="0" presId="urn:microsoft.com/office/officeart/2005/8/layout/process1"/>
    <dgm:cxn modelId="{B44F9070-6590-4D3C-B19F-2F7E962BEDB4}" type="presParOf" srcId="{3160DBE4-629F-4EAD-9F23-9DA3F3033A9F}" destId="{A161C040-4C40-4BF6-85BF-1D06F7401DE8}" srcOrd="0" destOrd="0" presId="urn:microsoft.com/office/officeart/2005/8/layout/process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259FB4-CB88-42D2-9837-5E18C464334B}">
      <dsp:nvSpPr>
        <dsp:cNvPr id="0" name=""/>
        <dsp:cNvSpPr/>
      </dsp:nvSpPr>
      <dsp:spPr>
        <a:xfrm>
          <a:off x="1878764" y="121793"/>
          <a:ext cx="1794721" cy="1166568"/>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Thermal Model</a:t>
          </a:r>
        </a:p>
      </dsp:txBody>
      <dsp:txXfrm>
        <a:off x="1935711" y="178740"/>
        <a:ext cx="1680827" cy="1052674"/>
      </dsp:txXfrm>
    </dsp:sp>
    <dsp:sp modelId="{2FEE2A33-473B-41F9-9D09-E92AAB1EFFDB}">
      <dsp:nvSpPr>
        <dsp:cNvPr id="0" name=""/>
        <dsp:cNvSpPr/>
      </dsp:nvSpPr>
      <dsp:spPr>
        <a:xfrm>
          <a:off x="1208933" y="727262"/>
          <a:ext cx="3111663" cy="3111663"/>
        </a:xfrm>
        <a:custGeom>
          <a:avLst/>
          <a:gdLst/>
          <a:ahLst/>
          <a:cxnLst/>
          <a:rect l="0" t="0" r="0" b="0"/>
          <a:pathLst>
            <a:path>
              <a:moveTo>
                <a:pt x="2684897" y="485400"/>
              </a:moveTo>
              <a:arcTo wR="1555831" hR="1555831" stAng="18991621" swAng="2075440"/>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CFA1A389-8029-4FBA-A952-86E475C26378}">
      <dsp:nvSpPr>
        <dsp:cNvPr id="0" name=""/>
        <dsp:cNvSpPr/>
      </dsp:nvSpPr>
      <dsp:spPr>
        <a:xfrm>
          <a:off x="3226154" y="2334870"/>
          <a:ext cx="1794721" cy="1166568"/>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Structural Model</a:t>
          </a:r>
        </a:p>
      </dsp:txBody>
      <dsp:txXfrm>
        <a:off x="3283101" y="2391817"/>
        <a:ext cx="1680827" cy="1052674"/>
      </dsp:txXfrm>
    </dsp:sp>
    <dsp:sp modelId="{482A1F66-6879-4D11-B813-2FA6F9BD4430}">
      <dsp:nvSpPr>
        <dsp:cNvPr id="0" name=""/>
        <dsp:cNvSpPr/>
      </dsp:nvSpPr>
      <dsp:spPr>
        <a:xfrm>
          <a:off x="1220293" y="584407"/>
          <a:ext cx="3111663" cy="3111663"/>
        </a:xfrm>
        <a:custGeom>
          <a:avLst/>
          <a:gdLst/>
          <a:ahLst/>
          <a:cxnLst/>
          <a:rect l="0" t="0" r="0" b="0"/>
          <a:pathLst>
            <a:path>
              <a:moveTo>
                <a:pt x="2033181" y="3036625"/>
              </a:moveTo>
              <a:arcTo wR="1555831" hR="1555831" stAng="4327963" swAng="2144074"/>
            </a:path>
          </a:pathLst>
        </a:custGeom>
        <a:noFill/>
        <a:ln w="9525"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1F13A8AA-9672-410A-8210-DC8579AD63E0}">
      <dsp:nvSpPr>
        <dsp:cNvPr id="0" name=""/>
        <dsp:cNvSpPr/>
      </dsp:nvSpPr>
      <dsp:spPr>
        <a:xfrm>
          <a:off x="531374" y="2334870"/>
          <a:ext cx="1794721" cy="1166568"/>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Optical Model</a:t>
          </a:r>
        </a:p>
      </dsp:txBody>
      <dsp:txXfrm>
        <a:off x="588321" y="2391817"/>
        <a:ext cx="1680827" cy="1052674"/>
      </dsp:txXfrm>
    </dsp:sp>
    <dsp:sp modelId="{FD594D3F-D903-4135-A21E-1D1953D036DC}">
      <dsp:nvSpPr>
        <dsp:cNvPr id="0" name=""/>
        <dsp:cNvSpPr/>
      </dsp:nvSpPr>
      <dsp:spPr>
        <a:xfrm>
          <a:off x="1231653" y="727262"/>
          <a:ext cx="3111663" cy="3111663"/>
        </a:xfrm>
        <a:custGeom>
          <a:avLst/>
          <a:gdLst/>
          <a:ahLst/>
          <a:cxnLst/>
          <a:rect l="0" t="0" r="0" b="0"/>
          <a:pathLst>
            <a:path>
              <a:moveTo>
                <a:pt x="18658" y="1315602"/>
              </a:moveTo>
              <a:arcTo wR="1555831" hR="1555831" stAng="11332939" swAng="2075440"/>
            </a:path>
          </a:pathLst>
        </a:custGeom>
        <a:noFill/>
        <a:ln w="9525" cap="flat" cmpd="sng" algn="ctr">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B782F7-BA3D-46A2-A67B-654451656A46}">
      <dsp:nvSpPr>
        <dsp:cNvPr id="0" name=""/>
        <dsp:cNvSpPr/>
      </dsp:nvSpPr>
      <dsp:spPr>
        <a:xfrm>
          <a:off x="0" y="0"/>
          <a:ext cx="1762665" cy="115543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Observing Scenario</a:t>
          </a:r>
        </a:p>
      </dsp:txBody>
      <dsp:txXfrm>
        <a:off x="33841" y="33841"/>
        <a:ext cx="1694983" cy="108775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61C040-4C40-4BF6-85BF-1D06F7401DE8}">
      <dsp:nvSpPr>
        <dsp:cNvPr id="0" name=""/>
        <dsp:cNvSpPr/>
      </dsp:nvSpPr>
      <dsp:spPr>
        <a:xfrm>
          <a:off x="0" y="125992"/>
          <a:ext cx="1889905" cy="113394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Optical Wavefront Errors</a:t>
          </a:r>
        </a:p>
      </dsp:txBody>
      <dsp:txXfrm>
        <a:off x="33212" y="159204"/>
        <a:ext cx="1823481" cy="1067519"/>
      </dsp:txXfrm>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FABEC0C-3E1C-433C-85B9-DACA6F291884}"/>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8503E1C-7DFC-45BD-9D85-7C4CE350FA95}"/>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565CD3D3-AFBD-41EB-8C0D-9425843154B0}" type="datetimeFigureOut">
              <a:rPr lang="en-US" smtClean="0"/>
              <a:t>2/7/2018</a:t>
            </a:fld>
            <a:endParaRPr lang="en-US"/>
          </a:p>
        </p:txBody>
      </p:sp>
      <p:sp>
        <p:nvSpPr>
          <p:cNvPr id="4" name="Footer Placeholder 3">
            <a:extLst>
              <a:ext uri="{FF2B5EF4-FFF2-40B4-BE49-F238E27FC236}">
                <a16:creationId xmlns:a16="http://schemas.microsoft.com/office/drawing/2014/main" id="{FA8D0498-5A49-42D1-91E6-F57D4A462B9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2AF6842-5513-4478-AB7D-81777B34280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D59C5A5-FA7E-463A-B1E3-FFB524CFA877}" type="slidenum">
              <a:rPr lang="en-US" smtClean="0"/>
              <a:t>‹#›</a:t>
            </a:fld>
            <a:endParaRPr lang="en-US"/>
          </a:p>
        </p:txBody>
      </p:sp>
    </p:spTree>
    <p:extLst>
      <p:ext uri="{BB962C8B-B14F-4D97-AF65-F5344CB8AC3E}">
        <p14:creationId xmlns:p14="http://schemas.microsoft.com/office/powerpoint/2010/main" val="37860882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C9D74B4E-0CF0-440E-97D2-F8E555E22C1E}" type="datetimeFigureOut">
              <a:rPr lang="en-US" smtClean="0"/>
              <a:t>2/7/2018</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418E80-7D1F-4567-93C3-B0F975492518}" type="slidenum">
              <a:rPr lang="en-US" smtClean="0"/>
              <a:t>‹#›</a:t>
            </a:fld>
            <a:endParaRPr lang="en-US" dirty="0"/>
          </a:p>
        </p:txBody>
      </p:sp>
    </p:spTree>
    <p:extLst>
      <p:ext uri="{BB962C8B-B14F-4D97-AF65-F5344CB8AC3E}">
        <p14:creationId xmlns:p14="http://schemas.microsoft.com/office/powerpoint/2010/main" val="3965900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F418E80-7D1F-4567-93C3-B0F975492518}" type="slidenum">
              <a:rPr lang="en-US" smtClean="0"/>
              <a:t>1</a:t>
            </a:fld>
            <a:endParaRPr lang="en-US" dirty="0"/>
          </a:p>
        </p:txBody>
      </p:sp>
    </p:spTree>
    <p:extLst>
      <p:ext uri="{BB962C8B-B14F-4D97-AF65-F5344CB8AC3E}">
        <p14:creationId xmlns:p14="http://schemas.microsoft.com/office/powerpoint/2010/main" val="16456372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F418E80-7D1F-4567-93C3-B0F975492518}" type="slidenum">
              <a:rPr lang="en-US" smtClean="0"/>
              <a:t>2</a:t>
            </a:fld>
            <a:endParaRPr lang="en-US" dirty="0"/>
          </a:p>
        </p:txBody>
      </p:sp>
    </p:spTree>
    <p:extLst>
      <p:ext uri="{BB962C8B-B14F-4D97-AF65-F5344CB8AC3E}">
        <p14:creationId xmlns:p14="http://schemas.microsoft.com/office/powerpoint/2010/main" val="30446604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F418E80-7D1F-4567-93C3-B0F975492518}" type="slidenum">
              <a:rPr lang="en-US" smtClean="0"/>
              <a:t>3</a:t>
            </a:fld>
            <a:endParaRPr lang="en-US" dirty="0"/>
          </a:p>
        </p:txBody>
      </p:sp>
    </p:spTree>
    <p:extLst>
      <p:ext uri="{BB962C8B-B14F-4D97-AF65-F5344CB8AC3E}">
        <p14:creationId xmlns:p14="http://schemas.microsoft.com/office/powerpoint/2010/main" val="8836805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F418E80-7D1F-4567-93C3-B0F975492518}" type="slidenum">
              <a:rPr lang="en-US" smtClean="0"/>
              <a:t>4</a:t>
            </a:fld>
            <a:endParaRPr lang="en-US" dirty="0"/>
          </a:p>
        </p:txBody>
      </p:sp>
    </p:spTree>
    <p:extLst>
      <p:ext uri="{BB962C8B-B14F-4D97-AF65-F5344CB8AC3E}">
        <p14:creationId xmlns:p14="http://schemas.microsoft.com/office/powerpoint/2010/main" val="28783188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F418E80-7D1F-4567-93C3-B0F975492518}" type="slidenum">
              <a:rPr lang="en-US" smtClean="0"/>
              <a:t>5</a:t>
            </a:fld>
            <a:endParaRPr lang="en-US" dirty="0"/>
          </a:p>
        </p:txBody>
      </p:sp>
    </p:spTree>
    <p:extLst>
      <p:ext uri="{BB962C8B-B14F-4D97-AF65-F5344CB8AC3E}">
        <p14:creationId xmlns:p14="http://schemas.microsoft.com/office/powerpoint/2010/main" val="36170815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F418E80-7D1F-4567-93C3-B0F975492518}" type="slidenum">
              <a:rPr lang="en-US" smtClean="0"/>
              <a:t>6</a:t>
            </a:fld>
            <a:endParaRPr lang="en-US" dirty="0"/>
          </a:p>
        </p:txBody>
      </p:sp>
    </p:spTree>
    <p:extLst>
      <p:ext uri="{BB962C8B-B14F-4D97-AF65-F5344CB8AC3E}">
        <p14:creationId xmlns:p14="http://schemas.microsoft.com/office/powerpoint/2010/main" val="37936187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F418E80-7D1F-4567-93C3-B0F975492518}" type="slidenum">
              <a:rPr lang="en-US" smtClean="0"/>
              <a:t>7</a:t>
            </a:fld>
            <a:endParaRPr lang="en-US" dirty="0"/>
          </a:p>
        </p:txBody>
      </p:sp>
    </p:spTree>
    <p:extLst>
      <p:ext uri="{BB962C8B-B14F-4D97-AF65-F5344CB8AC3E}">
        <p14:creationId xmlns:p14="http://schemas.microsoft.com/office/powerpoint/2010/main" val="32724315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F418E80-7D1F-4567-93C3-B0F975492518}" type="slidenum">
              <a:rPr lang="en-US" smtClean="0"/>
              <a:t>8</a:t>
            </a:fld>
            <a:endParaRPr lang="en-US" dirty="0"/>
          </a:p>
        </p:txBody>
      </p:sp>
    </p:spTree>
    <p:extLst>
      <p:ext uri="{BB962C8B-B14F-4D97-AF65-F5344CB8AC3E}">
        <p14:creationId xmlns:p14="http://schemas.microsoft.com/office/powerpoint/2010/main" val="28570790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6BDE80E-3DFF-42FB-BFC6-0CDBA68582D0}" type="slidenum">
              <a:rPr lang="en-US" smtClean="0"/>
              <a:t>9</a:t>
            </a:fld>
            <a:endParaRPr lang="en-US" dirty="0"/>
          </a:p>
        </p:txBody>
      </p:sp>
    </p:spTree>
    <p:extLst>
      <p:ext uri="{BB962C8B-B14F-4D97-AF65-F5344CB8AC3E}">
        <p14:creationId xmlns:p14="http://schemas.microsoft.com/office/powerpoint/2010/main" val="17302288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6BDE80E-3DFF-42FB-BFC6-0CDBA68582D0}" type="slidenum">
              <a:rPr lang="en-US" smtClean="0"/>
              <a:t>10</a:t>
            </a:fld>
            <a:endParaRPr lang="en-US" dirty="0"/>
          </a:p>
        </p:txBody>
      </p:sp>
    </p:spTree>
    <p:extLst>
      <p:ext uri="{BB962C8B-B14F-4D97-AF65-F5344CB8AC3E}">
        <p14:creationId xmlns:p14="http://schemas.microsoft.com/office/powerpoint/2010/main" val="42561999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6BDE80E-3DFF-42FB-BFC6-0CDBA68582D0}" type="slidenum">
              <a:rPr lang="en-US" smtClean="0"/>
              <a:t>11</a:t>
            </a:fld>
            <a:endParaRPr lang="en-US" dirty="0"/>
          </a:p>
        </p:txBody>
      </p:sp>
    </p:spTree>
    <p:extLst>
      <p:ext uri="{BB962C8B-B14F-4D97-AF65-F5344CB8AC3E}">
        <p14:creationId xmlns:p14="http://schemas.microsoft.com/office/powerpoint/2010/main" val="7853256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F418E80-7D1F-4567-93C3-B0F975492518}" type="slidenum">
              <a:rPr lang="en-US" smtClean="0"/>
              <a:t>12</a:t>
            </a:fld>
            <a:endParaRPr lang="en-US" dirty="0"/>
          </a:p>
        </p:txBody>
      </p:sp>
    </p:spTree>
    <p:extLst>
      <p:ext uri="{BB962C8B-B14F-4D97-AF65-F5344CB8AC3E}">
        <p14:creationId xmlns:p14="http://schemas.microsoft.com/office/powerpoint/2010/main" val="26527930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F418E80-7D1F-4567-93C3-B0F975492518}" type="slidenum">
              <a:rPr lang="en-US" smtClean="0"/>
              <a:t>13</a:t>
            </a:fld>
            <a:endParaRPr lang="en-US" dirty="0"/>
          </a:p>
        </p:txBody>
      </p:sp>
    </p:spTree>
    <p:extLst>
      <p:ext uri="{BB962C8B-B14F-4D97-AF65-F5344CB8AC3E}">
        <p14:creationId xmlns:p14="http://schemas.microsoft.com/office/powerpoint/2010/main" val="6226352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F418E80-7D1F-4567-93C3-B0F975492518}" type="slidenum">
              <a:rPr lang="en-US" smtClean="0"/>
              <a:t>14</a:t>
            </a:fld>
            <a:endParaRPr lang="en-US" dirty="0"/>
          </a:p>
        </p:txBody>
      </p:sp>
    </p:spTree>
    <p:extLst>
      <p:ext uri="{BB962C8B-B14F-4D97-AF65-F5344CB8AC3E}">
        <p14:creationId xmlns:p14="http://schemas.microsoft.com/office/powerpoint/2010/main" val="26629587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F418E80-7D1F-4567-93C3-B0F975492518}" type="slidenum">
              <a:rPr lang="en-US" smtClean="0"/>
              <a:t>15</a:t>
            </a:fld>
            <a:endParaRPr lang="en-US" dirty="0"/>
          </a:p>
        </p:txBody>
      </p:sp>
    </p:spTree>
    <p:extLst>
      <p:ext uri="{BB962C8B-B14F-4D97-AF65-F5344CB8AC3E}">
        <p14:creationId xmlns:p14="http://schemas.microsoft.com/office/powerpoint/2010/main" val="34388684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F418E80-7D1F-4567-93C3-B0F975492518}" type="slidenum">
              <a:rPr lang="en-US" smtClean="0"/>
              <a:t>16</a:t>
            </a:fld>
            <a:endParaRPr lang="en-US" dirty="0"/>
          </a:p>
        </p:txBody>
      </p:sp>
    </p:spTree>
    <p:extLst>
      <p:ext uri="{BB962C8B-B14F-4D97-AF65-F5344CB8AC3E}">
        <p14:creationId xmlns:p14="http://schemas.microsoft.com/office/powerpoint/2010/main" val="31517912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F418E80-7D1F-4567-93C3-B0F975492518}" type="slidenum">
              <a:rPr lang="en-US" smtClean="0"/>
              <a:t>17</a:t>
            </a:fld>
            <a:endParaRPr lang="en-US" dirty="0"/>
          </a:p>
        </p:txBody>
      </p:sp>
    </p:spTree>
    <p:extLst>
      <p:ext uri="{BB962C8B-B14F-4D97-AF65-F5344CB8AC3E}">
        <p14:creationId xmlns:p14="http://schemas.microsoft.com/office/powerpoint/2010/main" val="38921976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F418E80-7D1F-4567-93C3-B0F975492518}" type="slidenum">
              <a:rPr lang="en-US" smtClean="0"/>
              <a:t>18</a:t>
            </a:fld>
            <a:endParaRPr lang="en-US" dirty="0"/>
          </a:p>
        </p:txBody>
      </p:sp>
    </p:spTree>
    <p:extLst>
      <p:ext uri="{BB962C8B-B14F-4D97-AF65-F5344CB8AC3E}">
        <p14:creationId xmlns:p14="http://schemas.microsoft.com/office/powerpoint/2010/main" val="31181713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F418E80-7D1F-4567-93C3-B0F975492518}" type="slidenum">
              <a:rPr lang="en-US" smtClean="0"/>
              <a:t>19</a:t>
            </a:fld>
            <a:endParaRPr lang="en-US" dirty="0"/>
          </a:p>
        </p:txBody>
      </p:sp>
    </p:spTree>
    <p:extLst>
      <p:ext uri="{BB962C8B-B14F-4D97-AF65-F5344CB8AC3E}">
        <p14:creationId xmlns:p14="http://schemas.microsoft.com/office/powerpoint/2010/main" val="39445650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F418E80-7D1F-4567-93C3-B0F975492518}" type="slidenum">
              <a:rPr lang="en-US" smtClean="0"/>
              <a:t>20</a:t>
            </a:fld>
            <a:endParaRPr lang="en-US" dirty="0"/>
          </a:p>
        </p:txBody>
      </p:sp>
    </p:spTree>
    <p:extLst>
      <p:ext uri="{BB962C8B-B14F-4D97-AF65-F5344CB8AC3E}">
        <p14:creationId xmlns:p14="http://schemas.microsoft.com/office/powerpoint/2010/main" val="30705348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F418E80-7D1F-4567-93C3-B0F975492518}" type="slidenum">
              <a:rPr lang="en-US" smtClean="0"/>
              <a:t>21</a:t>
            </a:fld>
            <a:endParaRPr lang="en-US" dirty="0"/>
          </a:p>
        </p:txBody>
      </p:sp>
    </p:spTree>
    <p:extLst>
      <p:ext uri="{BB962C8B-B14F-4D97-AF65-F5344CB8AC3E}">
        <p14:creationId xmlns:p14="http://schemas.microsoft.com/office/powerpoint/2010/main" val="27532996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F418E80-7D1F-4567-93C3-B0F975492518}" type="slidenum">
              <a:rPr lang="en-US" smtClean="0"/>
              <a:t>22</a:t>
            </a:fld>
            <a:endParaRPr lang="en-US" dirty="0"/>
          </a:p>
        </p:txBody>
      </p:sp>
    </p:spTree>
    <p:extLst>
      <p:ext uri="{BB962C8B-B14F-4D97-AF65-F5344CB8AC3E}">
        <p14:creationId xmlns:p14="http://schemas.microsoft.com/office/powerpoint/2010/main" val="38793907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F418E80-7D1F-4567-93C3-B0F975492518}" type="slidenum">
              <a:rPr lang="en-US" smtClean="0"/>
              <a:t>23</a:t>
            </a:fld>
            <a:endParaRPr lang="en-US" dirty="0"/>
          </a:p>
        </p:txBody>
      </p:sp>
    </p:spTree>
    <p:extLst>
      <p:ext uri="{BB962C8B-B14F-4D97-AF65-F5344CB8AC3E}">
        <p14:creationId xmlns:p14="http://schemas.microsoft.com/office/powerpoint/2010/main" val="27434864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6BDE80E-3DFF-42FB-BFC6-0CDBA68582D0}" type="slidenum">
              <a:rPr lang="en-US" smtClean="0"/>
              <a:t>24</a:t>
            </a:fld>
            <a:endParaRPr lang="en-US" dirty="0"/>
          </a:p>
        </p:txBody>
      </p:sp>
    </p:spTree>
    <p:extLst>
      <p:ext uri="{BB962C8B-B14F-4D97-AF65-F5344CB8AC3E}">
        <p14:creationId xmlns:p14="http://schemas.microsoft.com/office/powerpoint/2010/main" val="33941379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6BDE80E-3DFF-42FB-BFC6-0CDBA68582D0}" type="slidenum">
              <a:rPr lang="en-US" smtClean="0"/>
              <a:t>25</a:t>
            </a:fld>
            <a:endParaRPr lang="en-US" dirty="0"/>
          </a:p>
        </p:txBody>
      </p:sp>
    </p:spTree>
    <p:extLst>
      <p:ext uri="{BB962C8B-B14F-4D97-AF65-F5344CB8AC3E}">
        <p14:creationId xmlns:p14="http://schemas.microsoft.com/office/powerpoint/2010/main" val="22778330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lvl1pPr>
              <a:defRPr sz="4000"/>
            </a:lvl1p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FA6955F8-2980-40E2-BDFB-B9C5BFA4624B}" type="datetimeFigureOut">
              <a:rPr lang="en-US" smtClean="0"/>
              <a:t>2/7/2018</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A2E78A49-FD3D-48A8-916F-2E54D1A4EA31}" type="slidenum">
              <a:rPr lang="en-US" smtClean="0"/>
              <a:t>‹#›</a:t>
            </a:fld>
            <a:endParaRPr lang="en-US" dirty="0"/>
          </a:p>
        </p:txBody>
      </p:sp>
    </p:spTree>
    <p:extLst>
      <p:ext uri="{BB962C8B-B14F-4D97-AF65-F5344CB8AC3E}">
        <p14:creationId xmlns:p14="http://schemas.microsoft.com/office/powerpoint/2010/main" val="131560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FA6955F8-2980-40E2-BDFB-B9C5BFA4624B}" type="datetimeFigureOut">
              <a:rPr lang="en-US" smtClean="0"/>
              <a:t>2/7/2018</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A2E78A49-FD3D-48A8-916F-2E54D1A4EA31}" type="slidenum">
              <a:rPr lang="en-US" smtClean="0"/>
              <a:t>‹#›</a:t>
            </a:fld>
            <a:endParaRPr lang="en-US" dirty="0"/>
          </a:p>
        </p:txBody>
      </p:sp>
    </p:spTree>
    <p:extLst>
      <p:ext uri="{BB962C8B-B14F-4D97-AF65-F5344CB8AC3E}">
        <p14:creationId xmlns:p14="http://schemas.microsoft.com/office/powerpoint/2010/main" val="29460722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FA6955F8-2980-40E2-BDFB-B9C5BFA4624B}" type="datetimeFigureOut">
              <a:rPr lang="en-US" smtClean="0"/>
              <a:t>2/7/2018</a:t>
            </a:fld>
            <a:endParaRPr lang="en-US" dirty="0"/>
          </a:p>
        </p:txBody>
      </p:sp>
      <p:sp>
        <p:nvSpPr>
          <p:cNvPr id="4" name="Footer Placeholder 4"/>
          <p:cNvSpPr>
            <a:spLocks noGrp="1"/>
          </p:cNvSpPr>
          <p:nvPr>
            <p:ph type="ftr" sz="quarter" idx="11"/>
          </p:nvPr>
        </p:nvSpPr>
        <p:spPr/>
        <p:txBody>
          <a:bodyPr/>
          <a:lstStyle>
            <a:lvl1pPr>
              <a:defRPr/>
            </a:lvl1pPr>
          </a:lstStyle>
          <a:p>
            <a:endParaRPr lang="en-US" dirty="0"/>
          </a:p>
        </p:txBody>
      </p:sp>
      <p:sp>
        <p:nvSpPr>
          <p:cNvPr id="5" name="Slide Number Placeholder 5"/>
          <p:cNvSpPr>
            <a:spLocks noGrp="1"/>
          </p:cNvSpPr>
          <p:nvPr>
            <p:ph type="sldNum" sz="quarter" idx="12"/>
          </p:nvPr>
        </p:nvSpPr>
        <p:spPr/>
        <p:txBody>
          <a:bodyPr/>
          <a:lstStyle>
            <a:lvl1pPr>
              <a:defRPr/>
            </a:lvl1pPr>
          </a:lstStyle>
          <a:p>
            <a:fld id="{A2E78A49-FD3D-48A8-916F-2E54D1A4EA31}" type="slidenum">
              <a:rPr lang="en-US" smtClean="0"/>
              <a:t>‹#›</a:t>
            </a:fld>
            <a:endParaRPr lang="en-US" dirty="0"/>
          </a:p>
        </p:txBody>
      </p:sp>
    </p:spTree>
    <p:extLst>
      <p:ext uri="{BB962C8B-B14F-4D97-AF65-F5344CB8AC3E}">
        <p14:creationId xmlns:p14="http://schemas.microsoft.com/office/powerpoint/2010/main" val="33070666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699248"/>
            <a:ext cx="4038600" cy="54269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FA6955F8-2980-40E2-BDFB-B9C5BFA4624B}" type="datetimeFigureOut">
              <a:rPr lang="en-US" smtClean="0"/>
              <a:t>2/7/2018</a:t>
            </a:fld>
            <a:endParaRPr lang="en-US" dirty="0"/>
          </a:p>
        </p:txBody>
      </p:sp>
      <p:sp>
        <p:nvSpPr>
          <p:cNvPr id="6" name="Footer Placeholder 4"/>
          <p:cNvSpPr>
            <a:spLocks noGrp="1"/>
          </p:cNvSpPr>
          <p:nvPr>
            <p:ph type="ftr" sz="quarter" idx="11"/>
          </p:nvPr>
        </p:nvSpPr>
        <p:spPr/>
        <p:txBody>
          <a:bodyPr/>
          <a:lstStyle>
            <a:lvl1pPr>
              <a:defRPr/>
            </a:lvl1pPr>
          </a:lstStyle>
          <a:p>
            <a:endParaRPr lang="en-US" dirty="0"/>
          </a:p>
        </p:txBody>
      </p:sp>
      <p:sp>
        <p:nvSpPr>
          <p:cNvPr id="7" name="Slide Number Placeholder 5"/>
          <p:cNvSpPr>
            <a:spLocks noGrp="1"/>
          </p:cNvSpPr>
          <p:nvPr>
            <p:ph type="sldNum" sz="quarter" idx="12"/>
          </p:nvPr>
        </p:nvSpPr>
        <p:spPr/>
        <p:txBody>
          <a:bodyPr/>
          <a:lstStyle>
            <a:lvl1pPr>
              <a:defRPr/>
            </a:lvl1pPr>
          </a:lstStyle>
          <a:p>
            <a:fld id="{A2E78A49-FD3D-48A8-916F-2E54D1A4EA31}" type="slidenum">
              <a:rPr lang="en-US" smtClean="0"/>
              <a:t>‹#›</a:t>
            </a:fld>
            <a:endParaRPr lang="en-US" dirty="0"/>
          </a:p>
        </p:txBody>
      </p:sp>
    </p:spTree>
    <p:extLst>
      <p:ext uri="{BB962C8B-B14F-4D97-AF65-F5344CB8AC3E}">
        <p14:creationId xmlns:p14="http://schemas.microsoft.com/office/powerpoint/2010/main" val="1298275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981327"/>
            <a:ext cx="7772400" cy="1362075"/>
          </a:xfrm>
        </p:spPr>
        <p:txBody>
          <a:bodyPr anchor="t"/>
          <a:lstStyle>
            <a:lvl1pPr algn="l">
              <a:defRPr sz="4000" b="1" cap="all"/>
            </a:lvl1pPr>
          </a:lstStyle>
          <a:p>
            <a:r>
              <a:rPr lang="en-US"/>
              <a:t>Click to edit Master title style</a:t>
            </a:r>
          </a:p>
        </p:txBody>
      </p:sp>
      <p:sp>
        <p:nvSpPr>
          <p:cNvPr id="4" name="Date Placeholder 3"/>
          <p:cNvSpPr>
            <a:spLocks noGrp="1"/>
          </p:cNvSpPr>
          <p:nvPr>
            <p:ph type="dt" sz="half" idx="10"/>
          </p:nvPr>
        </p:nvSpPr>
        <p:spPr/>
        <p:txBody>
          <a:bodyPr/>
          <a:lstStyle>
            <a:lvl1pPr>
              <a:defRPr/>
            </a:lvl1pPr>
          </a:lstStyle>
          <a:p>
            <a:fld id="{FA6955F8-2980-40E2-BDFB-B9C5BFA4624B}" type="datetimeFigureOut">
              <a:rPr lang="en-US" smtClean="0"/>
              <a:t>2/7/2018</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A2E78A49-FD3D-48A8-916F-2E54D1A4EA31}" type="slidenum">
              <a:rPr lang="en-US" smtClean="0"/>
              <a:t>‹#›</a:t>
            </a:fld>
            <a:endParaRPr lang="en-US" dirty="0"/>
          </a:p>
        </p:txBody>
      </p:sp>
    </p:spTree>
    <p:extLst>
      <p:ext uri="{BB962C8B-B14F-4D97-AF65-F5344CB8AC3E}">
        <p14:creationId xmlns:p14="http://schemas.microsoft.com/office/powerpoint/2010/main" val="653294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FA6955F8-2980-40E2-BDFB-B9C5BFA4624B}" type="datetimeFigureOut">
              <a:rPr lang="en-US" smtClean="0"/>
              <a:t>2/7/2018</a:t>
            </a:fld>
            <a:endParaRPr lang="en-US" dirty="0"/>
          </a:p>
        </p:txBody>
      </p:sp>
      <p:sp>
        <p:nvSpPr>
          <p:cNvPr id="3" name="Footer Placeholder 4"/>
          <p:cNvSpPr>
            <a:spLocks noGrp="1"/>
          </p:cNvSpPr>
          <p:nvPr>
            <p:ph type="ftr" sz="quarter" idx="11"/>
          </p:nvPr>
        </p:nvSpPr>
        <p:spPr/>
        <p:txBody>
          <a:bodyPr/>
          <a:lstStyle>
            <a:lvl1pPr>
              <a:defRPr/>
            </a:lvl1pPr>
          </a:lstStyle>
          <a:p>
            <a:endParaRPr lang="en-US" dirty="0"/>
          </a:p>
        </p:txBody>
      </p:sp>
      <p:sp>
        <p:nvSpPr>
          <p:cNvPr id="4" name="Slide Number Placeholder 5"/>
          <p:cNvSpPr>
            <a:spLocks noGrp="1"/>
          </p:cNvSpPr>
          <p:nvPr>
            <p:ph type="sldNum" sz="quarter" idx="12"/>
          </p:nvPr>
        </p:nvSpPr>
        <p:spPr/>
        <p:txBody>
          <a:bodyPr/>
          <a:lstStyle>
            <a:lvl1pPr>
              <a:defRPr/>
            </a:lvl1pPr>
          </a:lstStyle>
          <a:p>
            <a:fld id="{A2E78A49-FD3D-48A8-916F-2E54D1A4EA31}" type="slidenum">
              <a:rPr lang="en-US" smtClean="0"/>
              <a:t>‹#›</a:t>
            </a:fld>
            <a:endParaRPr lang="en-US" dirty="0"/>
          </a:p>
        </p:txBody>
      </p:sp>
    </p:spTree>
    <p:extLst>
      <p:ext uri="{BB962C8B-B14F-4D97-AF65-F5344CB8AC3E}">
        <p14:creationId xmlns:p14="http://schemas.microsoft.com/office/powerpoint/2010/main" val="718917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92134"/>
            <a:ext cx="4038600" cy="45340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FA6955F8-2980-40E2-BDFB-B9C5BFA4624B}" type="datetimeFigureOut">
              <a:rPr lang="en-US" smtClean="0"/>
              <a:t>2/7/2018</a:t>
            </a:fld>
            <a:endParaRPr lang="en-US" dirty="0"/>
          </a:p>
        </p:txBody>
      </p:sp>
      <p:sp>
        <p:nvSpPr>
          <p:cNvPr id="6" name="Footer Placeholder 4"/>
          <p:cNvSpPr>
            <a:spLocks noGrp="1"/>
          </p:cNvSpPr>
          <p:nvPr>
            <p:ph type="ftr" sz="quarter" idx="11"/>
          </p:nvPr>
        </p:nvSpPr>
        <p:spPr/>
        <p:txBody>
          <a:bodyPr/>
          <a:lstStyle>
            <a:lvl1pPr>
              <a:defRPr/>
            </a:lvl1pPr>
          </a:lstStyle>
          <a:p>
            <a:endParaRPr lang="en-US" dirty="0"/>
          </a:p>
        </p:txBody>
      </p:sp>
      <p:sp>
        <p:nvSpPr>
          <p:cNvPr id="7" name="Slide Number Placeholder 5"/>
          <p:cNvSpPr>
            <a:spLocks noGrp="1"/>
          </p:cNvSpPr>
          <p:nvPr>
            <p:ph type="sldNum" sz="quarter" idx="12"/>
          </p:nvPr>
        </p:nvSpPr>
        <p:spPr/>
        <p:txBody>
          <a:bodyPr/>
          <a:lstStyle>
            <a:lvl1pPr>
              <a:defRPr/>
            </a:lvl1pPr>
          </a:lstStyle>
          <a:p>
            <a:fld id="{A2E78A49-FD3D-48A8-916F-2E54D1A4EA31}" type="slidenum">
              <a:rPr lang="en-US" smtClean="0"/>
              <a:t>‹#›</a:t>
            </a:fld>
            <a:endParaRPr lang="en-US" dirty="0"/>
          </a:p>
        </p:txBody>
      </p:sp>
    </p:spTree>
    <p:extLst>
      <p:ext uri="{BB962C8B-B14F-4D97-AF65-F5344CB8AC3E}">
        <p14:creationId xmlns:p14="http://schemas.microsoft.com/office/powerpoint/2010/main" val="3804698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FA6955F8-2980-40E2-BDFB-B9C5BFA4624B}" type="datetimeFigureOut">
              <a:rPr lang="en-US" smtClean="0"/>
              <a:t>2/7/2018</a:t>
            </a:fld>
            <a:endParaRPr lang="en-US" dirty="0"/>
          </a:p>
        </p:txBody>
      </p:sp>
      <p:sp>
        <p:nvSpPr>
          <p:cNvPr id="8" name="Footer Placeholder 4"/>
          <p:cNvSpPr>
            <a:spLocks noGrp="1"/>
          </p:cNvSpPr>
          <p:nvPr>
            <p:ph type="ftr" sz="quarter" idx="11"/>
          </p:nvPr>
        </p:nvSpPr>
        <p:spPr/>
        <p:txBody>
          <a:bodyPr/>
          <a:lstStyle>
            <a:lvl1pPr>
              <a:defRPr/>
            </a:lvl1pPr>
          </a:lstStyle>
          <a:p>
            <a:endParaRPr lang="en-US" dirty="0"/>
          </a:p>
        </p:txBody>
      </p:sp>
      <p:sp>
        <p:nvSpPr>
          <p:cNvPr id="9" name="Slide Number Placeholder 5"/>
          <p:cNvSpPr>
            <a:spLocks noGrp="1"/>
          </p:cNvSpPr>
          <p:nvPr>
            <p:ph type="sldNum" sz="quarter" idx="12"/>
          </p:nvPr>
        </p:nvSpPr>
        <p:spPr/>
        <p:txBody>
          <a:bodyPr/>
          <a:lstStyle>
            <a:lvl1pPr>
              <a:defRPr/>
            </a:lvl1pPr>
          </a:lstStyle>
          <a:p>
            <a:fld id="{A2E78A49-FD3D-48A8-916F-2E54D1A4EA31}" type="slidenum">
              <a:rPr lang="en-US" smtClean="0"/>
              <a:t>‹#›</a:t>
            </a:fld>
            <a:endParaRPr lang="en-US" dirty="0"/>
          </a:p>
        </p:txBody>
      </p:sp>
    </p:spTree>
    <p:extLst>
      <p:ext uri="{BB962C8B-B14F-4D97-AF65-F5344CB8AC3E}">
        <p14:creationId xmlns:p14="http://schemas.microsoft.com/office/powerpoint/2010/main" val="3621740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fld id="{FA6955F8-2980-40E2-BDFB-B9C5BFA4624B}" type="datetimeFigureOut">
              <a:rPr lang="en-US" smtClean="0"/>
              <a:t>2/7/2018</a:t>
            </a:fld>
            <a:endParaRPr lang="en-US" dirty="0"/>
          </a:p>
        </p:txBody>
      </p:sp>
      <p:sp>
        <p:nvSpPr>
          <p:cNvPr id="6" name="Footer Placeholder 4"/>
          <p:cNvSpPr>
            <a:spLocks noGrp="1"/>
          </p:cNvSpPr>
          <p:nvPr>
            <p:ph type="ftr" sz="quarter" idx="11"/>
          </p:nvPr>
        </p:nvSpPr>
        <p:spPr/>
        <p:txBody>
          <a:bodyPr/>
          <a:lstStyle>
            <a:lvl1pPr>
              <a:defRPr/>
            </a:lvl1pPr>
          </a:lstStyle>
          <a:p>
            <a:endParaRPr lang="en-US" dirty="0"/>
          </a:p>
        </p:txBody>
      </p:sp>
      <p:sp>
        <p:nvSpPr>
          <p:cNvPr id="7" name="Slide Number Placeholder 5"/>
          <p:cNvSpPr>
            <a:spLocks noGrp="1"/>
          </p:cNvSpPr>
          <p:nvPr>
            <p:ph type="sldNum" sz="quarter" idx="12"/>
          </p:nvPr>
        </p:nvSpPr>
        <p:spPr/>
        <p:txBody>
          <a:bodyPr/>
          <a:lstStyle>
            <a:lvl1pPr>
              <a:defRPr/>
            </a:lvl1pPr>
          </a:lstStyle>
          <a:p>
            <a:fld id="{A2E78A49-FD3D-48A8-916F-2E54D1A4EA31}" type="slidenum">
              <a:rPr lang="en-US" smtClean="0"/>
              <a:t>‹#›</a:t>
            </a:fld>
            <a:endParaRPr lang="en-US" dirty="0"/>
          </a:p>
        </p:txBody>
      </p:sp>
    </p:spTree>
    <p:extLst>
      <p:ext uri="{BB962C8B-B14F-4D97-AF65-F5344CB8AC3E}">
        <p14:creationId xmlns:p14="http://schemas.microsoft.com/office/powerpoint/2010/main" val="26480571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fld id="{FA6955F8-2980-40E2-BDFB-B9C5BFA4624B}" type="datetimeFigureOut">
              <a:rPr lang="en-US" smtClean="0"/>
              <a:t>2/7/2018</a:t>
            </a:fld>
            <a:endParaRPr lang="en-US" dirty="0"/>
          </a:p>
        </p:txBody>
      </p:sp>
      <p:sp>
        <p:nvSpPr>
          <p:cNvPr id="6" name="Footer Placeholder 4"/>
          <p:cNvSpPr>
            <a:spLocks noGrp="1"/>
          </p:cNvSpPr>
          <p:nvPr>
            <p:ph type="ftr" sz="quarter" idx="11"/>
          </p:nvPr>
        </p:nvSpPr>
        <p:spPr/>
        <p:txBody>
          <a:bodyPr/>
          <a:lstStyle>
            <a:lvl1pPr>
              <a:defRPr/>
            </a:lvl1pPr>
          </a:lstStyle>
          <a:p>
            <a:endParaRPr lang="en-US" dirty="0"/>
          </a:p>
        </p:txBody>
      </p:sp>
      <p:sp>
        <p:nvSpPr>
          <p:cNvPr id="7" name="Slide Number Placeholder 5"/>
          <p:cNvSpPr>
            <a:spLocks noGrp="1"/>
          </p:cNvSpPr>
          <p:nvPr>
            <p:ph type="sldNum" sz="quarter" idx="12"/>
          </p:nvPr>
        </p:nvSpPr>
        <p:spPr/>
        <p:txBody>
          <a:bodyPr/>
          <a:lstStyle>
            <a:lvl1pPr>
              <a:defRPr/>
            </a:lvl1pPr>
          </a:lstStyle>
          <a:p>
            <a:fld id="{A2E78A49-FD3D-48A8-916F-2E54D1A4EA31}" type="slidenum">
              <a:rPr lang="en-US" smtClean="0"/>
              <a:t>‹#›</a:t>
            </a:fld>
            <a:endParaRPr lang="en-US" dirty="0"/>
          </a:p>
        </p:txBody>
      </p:sp>
    </p:spTree>
    <p:extLst>
      <p:ext uri="{BB962C8B-B14F-4D97-AF65-F5344CB8AC3E}">
        <p14:creationId xmlns:p14="http://schemas.microsoft.com/office/powerpoint/2010/main" val="1457293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FA6955F8-2980-40E2-BDFB-B9C5BFA4624B}" type="datetimeFigureOut">
              <a:rPr lang="en-US" smtClean="0"/>
              <a:t>2/7/2018</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A2E78A49-FD3D-48A8-916F-2E54D1A4EA31}" type="slidenum">
              <a:rPr lang="en-US" smtClean="0"/>
              <a:t>‹#›</a:t>
            </a:fld>
            <a:endParaRPr lang="en-US" dirty="0"/>
          </a:p>
        </p:txBody>
      </p:sp>
    </p:spTree>
    <p:extLst>
      <p:ext uri="{BB962C8B-B14F-4D97-AF65-F5344CB8AC3E}">
        <p14:creationId xmlns:p14="http://schemas.microsoft.com/office/powerpoint/2010/main" val="28474515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FA6955F8-2980-40E2-BDFB-B9C5BFA4624B}" type="datetimeFigureOut">
              <a:rPr lang="en-US" smtClean="0"/>
              <a:t>2/7/2018</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A2E78A49-FD3D-48A8-916F-2E54D1A4EA31}" type="slidenum">
              <a:rPr lang="en-US" smtClean="0"/>
              <a:t>‹#›</a:t>
            </a:fld>
            <a:endParaRPr lang="en-US" dirty="0"/>
          </a:p>
        </p:txBody>
      </p:sp>
    </p:spTree>
    <p:extLst>
      <p:ext uri="{BB962C8B-B14F-4D97-AF65-F5344CB8AC3E}">
        <p14:creationId xmlns:p14="http://schemas.microsoft.com/office/powerpoint/2010/main" val="36582643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4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699248"/>
            <a:ext cx="4038600" cy="54269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FA6955F8-2980-40E2-BDFB-B9C5BFA4624B}" type="datetimeFigureOut">
              <a:rPr lang="en-US" smtClean="0"/>
              <a:t>2/7/2018</a:t>
            </a:fld>
            <a:endParaRPr lang="en-US" dirty="0"/>
          </a:p>
        </p:txBody>
      </p:sp>
      <p:sp>
        <p:nvSpPr>
          <p:cNvPr id="6" name="Footer Placeholder 4"/>
          <p:cNvSpPr>
            <a:spLocks noGrp="1"/>
          </p:cNvSpPr>
          <p:nvPr>
            <p:ph type="ftr" sz="quarter" idx="11"/>
          </p:nvPr>
        </p:nvSpPr>
        <p:spPr/>
        <p:txBody>
          <a:bodyPr/>
          <a:lstStyle>
            <a:lvl1pPr>
              <a:defRPr/>
            </a:lvl1pPr>
          </a:lstStyle>
          <a:p>
            <a:endParaRPr lang="en-US" dirty="0"/>
          </a:p>
        </p:txBody>
      </p:sp>
      <p:sp>
        <p:nvSpPr>
          <p:cNvPr id="7" name="Slide Number Placeholder 5"/>
          <p:cNvSpPr>
            <a:spLocks noGrp="1"/>
          </p:cNvSpPr>
          <p:nvPr>
            <p:ph type="sldNum" sz="quarter" idx="12"/>
          </p:nvPr>
        </p:nvSpPr>
        <p:spPr/>
        <p:txBody>
          <a:bodyPr/>
          <a:lstStyle>
            <a:lvl1pPr>
              <a:defRPr/>
            </a:lvl1pPr>
          </a:lstStyle>
          <a:p>
            <a:fld id="{A2E78A49-FD3D-48A8-916F-2E54D1A4EA31}" type="slidenum">
              <a:rPr lang="en-US" smtClean="0"/>
              <a:t>‹#›</a:t>
            </a:fld>
            <a:endParaRPr lang="en-US" dirty="0"/>
          </a:p>
        </p:txBody>
      </p:sp>
    </p:spTree>
    <p:extLst>
      <p:ext uri="{BB962C8B-B14F-4D97-AF65-F5344CB8AC3E}">
        <p14:creationId xmlns:p14="http://schemas.microsoft.com/office/powerpoint/2010/main" val="2619954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3" name="Group 2"/>
          <p:cNvGrpSpPr/>
          <p:nvPr/>
        </p:nvGrpSpPr>
        <p:grpSpPr>
          <a:xfrm>
            <a:off x="-1415" y="494112"/>
            <a:ext cx="423908" cy="6228583"/>
            <a:chOff x="-1416" y="494110"/>
            <a:chExt cx="423908" cy="6228583"/>
          </a:xfrm>
        </p:grpSpPr>
        <p:sp>
          <p:nvSpPr>
            <p:cNvPr id="10" name="TextBox 9"/>
            <p:cNvSpPr txBox="1"/>
            <p:nvPr/>
          </p:nvSpPr>
          <p:spPr>
            <a:xfrm rot="16200000">
              <a:off x="-2931042" y="3423736"/>
              <a:ext cx="6228583" cy="369332"/>
            </a:xfrm>
            <a:prstGeom prst="rect">
              <a:avLst/>
            </a:prstGeom>
            <a:noFill/>
          </p:spPr>
          <p:txBody>
            <a:bodyPr wrap="square" lIns="0" tIns="0" rIns="0" bIns="0" rtlCol="0">
              <a:spAutoFit/>
            </a:bodyPr>
            <a:lstStyle/>
            <a:p>
              <a:r>
                <a:rPr lang="en-US" sz="2400" b="1" dirty="0">
                  <a:solidFill>
                    <a:schemeClr val="bg2"/>
                  </a:solidFill>
                  <a:latin typeface="Verdana" panose="020B0604030504040204" pitchFamily="34" charset="0"/>
                  <a:ea typeface="Verdana" panose="020B0604030504040204" pitchFamily="34" charset="0"/>
                  <a:cs typeface="Verdana" panose="020B0604030504040204" pitchFamily="34" charset="0"/>
                </a:rPr>
                <a:t>WFIRST                     Coronagraph</a:t>
              </a:r>
            </a:p>
          </p:txBody>
        </p:sp>
        <p:pic>
          <p:nvPicPr>
            <p:cNvPr id="12" name="Picture 11"/>
            <p:cNvPicPr>
              <a:picLocks noChangeAspect="1"/>
            </p:cNvPicPr>
            <p:nvPr/>
          </p:nvPicPr>
          <p:blipFill>
            <a:blip r:embed="rId15"/>
            <a:stretch>
              <a:fillRect/>
            </a:stretch>
          </p:blipFill>
          <p:spPr>
            <a:xfrm>
              <a:off x="0" y="3246978"/>
              <a:ext cx="398062" cy="1065085"/>
            </a:xfrm>
            <a:prstGeom prst="rect">
              <a:avLst/>
            </a:prstGeom>
          </p:spPr>
        </p:pic>
        <p:pic>
          <p:nvPicPr>
            <p:cNvPr id="14" name="Picture 2"/>
            <p:cNvPicPr>
              <a:picLocks noChangeAspect="1" noChangeArrowheads="1"/>
            </p:cNvPicPr>
            <p:nvPr/>
          </p:nvPicPr>
          <p:blipFill>
            <a:blip r:embed="rId1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16200000">
              <a:off x="-229619" y="4591981"/>
              <a:ext cx="862599" cy="40336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3" name="Rectangle 12"/>
            <p:cNvSpPr/>
            <p:nvPr/>
          </p:nvSpPr>
          <p:spPr>
            <a:xfrm>
              <a:off x="24430" y="3192779"/>
              <a:ext cx="398062" cy="2032181"/>
            </a:xfrm>
            <a:prstGeom prst="rect">
              <a:avLst/>
            </a:prstGeom>
            <a:solidFill>
              <a:srgbClr val="FFFFF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chemeClr val="tx1">
                    <a:lumMod val="65000"/>
                    <a:lumOff val="35000"/>
                  </a:schemeClr>
                </a:solidFill>
              </a:endParaRPr>
            </a:p>
          </p:txBody>
        </p:sp>
      </p:grpSp>
      <p:sp>
        <p:nvSpPr>
          <p:cNvPr id="1026" name="Title Placeholder 1"/>
          <p:cNvSpPr>
            <a:spLocks noGrp="1"/>
          </p:cNvSpPr>
          <p:nvPr>
            <p:ph type="title"/>
          </p:nvPr>
        </p:nvSpPr>
        <p:spPr bwMode="auto">
          <a:xfrm>
            <a:off x="617222" y="53340"/>
            <a:ext cx="8298178"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en-US" dirty="0"/>
          </a:p>
        </p:txBody>
      </p:sp>
      <p:sp>
        <p:nvSpPr>
          <p:cNvPr id="1027" name="Text Placeholder 2"/>
          <p:cNvSpPr>
            <a:spLocks noGrp="1"/>
          </p:cNvSpPr>
          <p:nvPr>
            <p:ph type="body" idx="1"/>
          </p:nvPr>
        </p:nvSpPr>
        <p:spPr bwMode="auto">
          <a:xfrm>
            <a:off x="392347" y="762000"/>
            <a:ext cx="8523053"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945914" y="6593152"/>
            <a:ext cx="873055" cy="219078"/>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fld id="{FA6955F8-2980-40E2-BDFB-B9C5BFA4624B}" type="datetimeFigureOut">
              <a:rPr lang="en-US" smtClean="0"/>
              <a:t>2/7/2018</a:t>
            </a:fld>
            <a:endParaRPr lang="en-US" dirty="0"/>
          </a:p>
        </p:txBody>
      </p:sp>
      <p:sp>
        <p:nvSpPr>
          <p:cNvPr id="5" name="Footer Placeholder 4"/>
          <p:cNvSpPr>
            <a:spLocks noGrp="1"/>
          </p:cNvSpPr>
          <p:nvPr>
            <p:ph type="ftr" sz="quarter" idx="3"/>
          </p:nvPr>
        </p:nvSpPr>
        <p:spPr>
          <a:xfrm>
            <a:off x="1879600" y="6593152"/>
            <a:ext cx="6187326" cy="219078"/>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endParaRPr lang="en-US" dirty="0"/>
          </a:p>
        </p:txBody>
      </p:sp>
      <p:sp>
        <p:nvSpPr>
          <p:cNvPr id="6" name="Slide Number Placeholder 5"/>
          <p:cNvSpPr>
            <a:spLocks noGrp="1"/>
          </p:cNvSpPr>
          <p:nvPr>
            <p:ph type="sldNum" sz="quarter" idx="4"/>
          </p:nvPr>
        </p:nvSpPr>
        <p:spPr>
          <a:xfrm>
            <a:off x="8153400" y="6593152"/>
            <a:ext cx="762000" cy="219078"/>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fld id="{A2E78A49-FD3D-48A8-916F-2E54D1A4EA31}" type="slidenum">
              <a:rPr lang="en-US" smtClean="0"/>
              <a:t>‹#›</a:t>
            </a:fld>
            <a:endParaRPr lang="en-US" dirty="0"/>
          </a:p>
        </p:txBody>
      </p:sp>
      <p:pic>
        <p:nvPicPr>
          <p:cNvPr id="8" name="Picture 9" descr="NASA log w-out background"/>
          <p:cNvPicPr>
            <a:picLocks noChangeAspect="1" noChangeArrowheads="1"/>
          </p:cNvPicPr>
          <p:nvPr/>
        </p:nvPicPr>
        <p:blipFill>
          <a:blip r:embed="rId17" cstate="print"/>
          <a:srcRect/>
          <a:stretch>
            <a:fillRect/>
          </a:stretch>
        </p:blipFill>
        <p:spPr bwMode="auto">
          <a:xfrm>
            <a:off x="-21539" y="241151"/>
            <a:ext cx="618637" cy="504254"/>
          </a:xfrm>
          <a:prstGeom prst="rect">
            <a:avLst/>
          </a:prstGeom>
          <a:noFill/>
          <a:ln w="9525">
            <a:noFill/>
            <a:miter lim="800000"/>
            <a:headEnd/>
            <a:tailEnd/>
          </a:ln>
        </p:spPr>
      </p:pic>
      <p:sp>
        <p:nvSpPr>
          <p:cNvPr id="2" name="TextBox 1"/>
          <p:cNvSpPr txBox="1"/>
          <p:nvPr/>
        </p:nvSpPr>
        <p:spPr>
          <a:xfrm>
            <a:off x="27841" y="187"/>
            <a:ext cx="1088439" cy="215444"/>
          </a:xfrm>
          <a:prstGeom prst="rect">
            <a:avLst/>
          </a:prstGeom>
          <a:noFill/>
        </p:spPr>
        <p:txBody>
          <a:bodyPr wrap="none" lIns="0" tIns="0" rIns="0" bIns="0" rtlCol="0">
            <a:spAutoFit/>
          </a:bodyPr>
          <a:lstStyle/>
          <a:p>
            <a:r>
              <a:rPr lang="en-US" sz="800" b="1" dirty="0">
                <a:solidFill>
                  <a:schemeClr val="tx1">
                    <a:lumMod val="65000"/>
                    <a:lumOff val="35000"/>
                  </a:schemeClr>
                </a:solidFill>
                <a:latin typeface="+mj-lt"/>
              </a:rPr>
              <a:t>Jet Propulsion Laboratory</a:t>
            </a:r>
          </a:p>
          <a:p>
            <a:r>
              <a:rPr lang="en-US" sz="600" b="0" dirty="0">
                <a:solidFill>
                  <a:schemeClr val="tx1">
                    <a:lumMod val="65000"/>
                    <a:lumOff val="35000"/>
                  </a:schemeClr>
                </a:solidFill>
                <a:latin typeface="+mj-lt"/>
              </a:rPr>
              <a:t>California</a:t>
            </a:r>
            <a:r>
              <a:rPr lang="en-US" sz="600" b="0" baseline="0" dirty="0">
                <a:solidFill>
                  <a:schemeClr val="tx1">
                    <a:lumMod val="65000"/>
                    <a:lumOff val="35000"/>
                  </a:schemeClr>
                </a:solidFill>
                <a:latin typeface="+mj-lt"/>
              </a:rPr>
              <a:t> Institute of Technology</a:t>
            </a:r>
            <a:endParaRPr lang="en-US" sz="600" b="0" dirty="0">
              <a:solidFill>
                <a:schemeClr val="tx1">
                  <a:lumMod val="65000"/>
                  <a:lumOff val="35000"/>
                </a:schemeClr>
              </a:solidFill>
              <a:latin typeface="+mj-lt"/>
            </a:endParaRPr>
          </a:p>
        </p:txBody>
      </p:sp>
    </p:spTree>
    <p:extLst>
      <p:ext uri="{BB962C8B-B14F-4D97-AF65-F5344CB8AC3E}">
        <p14:creationId xmlns:p14="http://schemas.microsoft.com/office/powerpoint/2010/main" val="18148072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ctr" rtl="0" eaLnBrk="1" fontAlgn="base" hangingPunct="1">
        <a:spcBef>
          <a:spcPct val="0"/>
        </a:spcBef>
        <a:spcAft>
          <a:spcPct val="0"/>
        </a:spcAft>
        <a:defRPr kumimoji="0" lang="en-US" sz="3600" b="1" i="0" u="none" strike="noStrike" kern="1200" cap="none" spc="0" normalizeH="0" baseline="0" noProof="0" smtClean="0">
          <a:ln>
            <a:noFill/>
          </a:ln>
          <a:solidFill>
            <a:srgbClr val="526DB0">
              <a:lumMod val="75000"/>
            </a:srgbClr>
          </a:solidFill>
          <a:effectLst/>
          <a:uLnTx/>
          <a:uFillTx/>
          <a:latin typeface="+mj-lt"/>
          <a:ea typeface="+mj-ea"/>
          <a:cs typeface="+mj-cs"/>
        </a:defRPr>
      </a:lvl1pPr>
      <a:lvl2pPr algn="ctr" rtl="0" eaLnBrk="1" fontAlgn="base" hangingPunct="1">
        <a:spcBef>
          <a:spcPct val="0"/>
        </a:spcBef>
        <a:spcAft>
          <a:spcPct val="0"/>
        </a:spcAft>
        <a:defRPr sz="3200">
          <a:solidFill>
            <a:srgbClr val="FF0000"/>
          </a:solidFill>
          <a:latin typeface="Calibri" pitchFamily="34" charset="0"/>
        </a:defRPr>
      </a:lvl2pPr>
      <a:lvl3pPr algn="ctr" rtl="0" eaLnBrk="1" fontAlgn="base" hangingPunct="1">
        <a:spcBef>
          <a:spcPct val="0"/>
        </a:spcBef>
        <a:spcAft>
          <a:spcPct val="0"/>
        </a:spcAft>
        <a:defRPr sz="3200">
          <a:solidFill>
            <a:srgbClr val="FF0000"/>
          </a:solidFill>
          <a:latin typeface="Calibri" pitchFamily="34" charset="0"/>
        </a:defRPr>
      </a:lvl3pPr>
      <a:lvl4pPr algn="ctr" rtl="0" eaLnBrk="1" fontAlgn="base" hangingPunct="1">
        <a:spcBef>
          <a:spcPct val="0"/>
        </a:spcBef>
        <a:spcAft>
          <a:spcPct val="0"/>
        </a:spcAft>
        <a:defRPr sz="3200">
          <a:solidFill>
            <a:srgbClr val="FF0000"/>
          </a:solidFill>
          <a:latin typeface="Calibri" pitchFamily="34" charset="0"/>
        </a:defRPr>
      </a:lvl4pPr>
      <a:lvl5pPr algn="ctr" rtl="0" eaLnBrk="1" fontAlgn="base" hangingPunct="1">
        <a:spcBef>
          <a:spcPct val="0"/>
        </a:spcBef>
        <a:spcAft>
          <a:spcPct val="0"/>
        </a:spcAft>
        <a:defRPr sz="3200">
          <a:solidFill>
            <a:srgbClr val="FF0000"/>
          </a:solidFill>
          <a:latin typeface="Calibri" pitchFamily="34" charset="0"/>
        </a:defRPr>
      </a:lvl5pPr>
      <a:lvl6pPr marL="457200" algn="ctr" rtl="0" eaLnBrk="1" fontAlgn="base" hangingPunct="1">
        <a:spcBef>
          <a:spcPct val="0"/>
        </a:spcBef>
        <a:spcAft>
          <a:spcPct val="0"/>
        </a:spcAft>
        <a:defRPr sz="3200">
          <a:solidFill>
            <a:srgbClr val="FF0000"/>
          </a:solidFill>
          <a:latin typeface="Calibri" pitchFamily="34" charset="0"/>
        </a:defRPr>
      </a:lvl6pPr>
      <a:lvl7pPr marL="914400" algn="ctr" rtl="0" eaLnBrk="1" fontAlgn="base" hangingPunct="1">
        <a:spcBef>
          <a:spcPct val="0"/>
        </a:spcBef>
        <a:spcAft>
          <a:spcPct val="0"/>
        </a:spcAft>
        <a:defRPr sz="3200">
          <a:solidFill>
            <a:srgbClr val="FF0000"/>
          </a:solidFill>
          <a:latin typeface="Calibri" pitchFamily="34" charset="0"/>
        </a:defRPr>
      </a:lvl7pPr>
      <a:lvl8pPr marL="1371600" algn="ctr" rtl="0" eaLnBrk="1" fontAlgn="base" hangingPunct="1">
        <a:spcBef>
          <a:spcPct val="0"/>
        </a:spcBef>
        <a:spcAft>
          <a:spcPct val="0"/>
        </a:spcAft>
        <a:defRPr sz="3200">
          <a:solidFill>
            <a:srgbClr val="FF0000"/>
          </a:solidFill>
          <a:latin typeface="Calibri" pitchFamily="34" charset="0"/>
        </a:defRPr>
      </a:lvl8pPr>
      <a:lvl9pPr marL="1828800" algn="ctr" rtl="0" eaLnBrk="1" fontAlgn="base" hangingPunct="1">
        <a:spcBef>
          <a:spcPct val="0"/>
        </a:spcBef>
        <a:spcAft>
          <a:spcPct val="0"/>
        </a:spcAft>
        <a:defRPr sz="3200">
          <a:solidFill>
            <a:srgbClr val="FF0000"/>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2400" kern="1200">
          <a:solidFill>
            <a:schemeClr val="tx1">
              <a:lumMod val="85000"/>
              <a:lumOff val="15000"/>
            </a:schemeClr>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000" kern="1200">
          <a:solidFill>
            <a:schemeClr val="tx1">
              <a:lumMod val="85000"/>
              <a:lumOff val="15000"/>
            </a:schemeClr>
          </a:solidFill>
          <a:latin typeface="+mn-lt"/>
          <a:ea typeface="+mn-ea"/>
          <a:cs typeface="+mn-cs"/>
        </a:defRPr>
      </a:lvl2pPr>
      <a:lvl3pPr marL="1143000" indent="-228600" algn="l" rtl="0" eaLnBrk="1" fontAlgn="base" hangingPunct="1">
        <a:spcBef>
          <a:spcPct val="20000"/>
        </a:spcBef>
        <a:spcAft>
          <a:spcPct val="0"/>
        </a:spcAft>
        <a:buFont typeface="Arial" charset="0"/>
        <a:buChar char="•"/>
        <a:defRPr kern="1200">
          <a:solidFill>
            <a:schemeClr val="tx1">
              <a:lumMod val="85000"/>
              <a:lumOff val="15000"/>
            </a:schemeClr>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1600" kern="1200">
          <a:solidFill>
            <a:schemeClr val="tx1">
              <a:lumMod val="85000"/>
              <a:lumOff val="15000"/>
            </a:schemeClr>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16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 Type="http://schemas.openxmlformats.org/officeDocument/2006/relationships/notesSlide" Target="../notesSlides/notesSlide6.xml"/><Relationship Id="rId16" Type="http://schemas.openxmlformats.org/officeDocument/2006/relationships/diagramColors" Target="../diagrams/colors3.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5" Type="http://schemas.openxmlformats.org/officeDocument/2006/relationships/diagramQuickStyle" Target="../diagrams/quickStyle3.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1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2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2329" y="2132594"/>
            <a:ext cx="7442699" cy="4186518"/>
          </a:xfrm>
          <a:prstGeom prst="rect">
            <a:avLst/>
          </a:prstGeom>
        </p:spPr>
      </p:pic>
      <p:sp>
        <p:nvSpPr>
          <p:cNvPr id="14" name="Title 13"/>
          <p:cNvSpPr>
            <a:spLocks noGrp="1"/>
          </p:cNvSpPr>
          <p:nvPr>
            <p:ph type="title"/>
          </p:nvPr>
        </p:nvSpPr>
        <p:spPr>
          <a:xfrm>
            <a:off x="614590" y="1034669"/>
            <a:ext cx="8298178" cy="533400"/>
          </a:xfrm>
        </p:spPr>
        <p:txBody>
          <a:bodyPr/>
          <a:lstStyle/>
          <a:p>
            <a:r>
              <a:rPr lang="en-US" dirty="0">
                <a:solidFill>
                  <a:srgbClr val="0070C0"/>
                </a:solidFill>
              </a:rPr>
              <a:t>IMPipeline: An Integrated STOP modeling pipeline for the WFIRST coronagraph</a:t>
            </a:r>
          </a:p>
        </p:txBody>
      </p:sp>
      <p:sp>
        <p:nvSpPr>
          <p:cNvPr id="15" name="TextBox 14"/>
          <p:cNvSpPr txBox="1"/>
          <p:nvPr/>
        </p:nvSpPr>
        <p:spPr>
          <a:xfrm>
            <a:off x="1170774" y="5842058"/>
            <a:ext cx="6944264" cy="984885"/>
          </a:xfrm>
          <a:prstGeom prst="rect">
            <a:avLst/>
          </a:prstGeom>
          <a:noFill/>
        </p:spPr>
        <p:txBody>
          <a:bodyPr wrap="square" lIns="0" rIns="0" rtlCol="0">
            <a:spAutoFit/>
          </a:bodyPr>
          <a:lstStyle/>
          <a:p>
            <a:pPr algn="ctr"/>
            <a:r>
              <a:rPr lang="en-US" sz="1600" b="1" dirty="0"/>
              <a:t>Navtej Saini, Kevin Anderson, Zensheu Chang, Gary Gutt, Bijan Nemati</a:t>
            </a:r>
          </a:p>
          <a:p>
            <a:pPr algn="ctr"/>
            <a:r>
              <a:rPr lang="en-US" sz="1400" i="1" dirty="0"/>
              <a:t>NASA JPL, California Institute of Technology, Pasadena, California</a:t>
            </a:r>
          </a:p>
          <a:p>
            <a:pPr algn="ctr"/>
            <a:endParaRPr lang="en-US" sz="1400" i="1" dirty="0"/>
          </a:p>
          <a:p>
            <a:pPr algn="ctr"/>
            <a:r>
              <a:rPr lang="en-US" sz="1400" dirty="0"/>
              <a:t>© 2017 California Institute of Technology. Government sponsorship acknowledged.</a:t>
            </a:r>
          </a:p>
        </p:txBody>
      </p:sp>
      <p:sp>
        <p:nvSpPr>
          <p:cNvPr id="7" name="TextBox 6"/>
          <p:cNvSpPr txBox="1"/>
          <p:nvPr/>
        </p:nvSpPr>
        <p:spPr>
          <a:xfrm>
            <a:off x="2005614" y="2149841"/>
            <a:ext cx="5274585" cy="769441"/>
          </a:xfrm>
          <a:prstGeom prst="rect">
            <a:avLst/>
          </a:prstGeom>
          <a:noFill/>
        </p:spPr>
        <p:txBody>
          <a:bodyPr wrap="none" lIns="0" rIns="0" rtlCol="0">
            <a:spAutoFit/>
          </a:bodyPr>
          <a:lstStyle/>
          <a:p>
            <a:r>
              <a:rPr lang="en-US" sz="2200" b="1" dirty="0">
                <a:solidFill>
                  <a:schemeClr val="accent3">
                    <a:lumMod val="50000"/>
                  </a:schemeClr>
                </a:solidFill>
              </a:rPr>
              <a:t>ASME Verification and Validation Symposium</a:t>
            </a:r>
          </a:p>
          <a:p>
            <a:pPr algn="ctr"/>
            <a:r>
              <a:rPr lang="en-US" sz="2200" b="1" dirty="0">
                <a:solidFill>
                  <a:schemeClr val="accent3">
                    <a:lumMod val="50000"/>
                  </a:schemeClr>
                </a:solidFill>
              </a:rPr>
              <a:t>May 4 2017</a:t>
            </a:r>
          </a:p>
        </p:txBody>
      </p:sp>
    </p:spTree>
    <p:extLst>
      <p:ext uri="{BB962C8B-B14F-4D97-AF65-F5344CB8AC3E}">
        <p14:creationId xmlns:p14="http://schemas.microsoft.com/office/powerpoint/2010/main" val="3251647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Talk Outline</a:t>
            </a:r>
          </a:p>
        </p:txBody>
      </p:sp>
      <p:sp>
        <p:nvSpPr>
          <p:cNvPr id="3" name="TextBox 2"/>
          <p:cNvSpPr txBox="1"/>
          <p:nvPr/>
        </p:nvSpPr>
        <p:spPr>
          <a:xfrm>
            <a:off x="1086929" y="862642"/>
            <a:ext cx="7628948" cy="5509200"/>
          </a:xfrm>
          <a:prstGeom prst="rect">
            <a:avLst/>
          </a:prstGeom>
          <a:noFill/>
        </p:spPr>
        <p:txBody>
          <a:bodyPr wrap="none" lIns="0" rIns="0" rtlCol="0">
            <a:spAutoFit/>
          </a:bodyPr>
          <a:lstStyle/>
          <a:p>
            <a:pPr marL="514350" indent="-514350">
              <a:buFont typeface="+mj-lt"/>
              <a:buAutoNum type="arabicPeriod"/>
            </a:pPr>
            <a:r>
              <a:rPr lang="en-US" sz="3200" dirty="0">
                <a:solidFill>
                  <a:srgbClr val="002060"/>
                </a:solidFill>
              </a:rPr>
              <a:t>Introduction and Motivation</a:t>
            </a:r>
          </a:p>
          <a:p>
            <a:endParaRPr lang="en-US" sz="3200" dirty="0">
              <a:solidFill>
                <a:srgbClr val="002060"/>
              </a:solidFill>
            </a:endParaRPr>
          </a:p>
          <a:p>
            <a:pPr marL="514350" indent="-514350">
              <a:buFont typeface="+mj-lt"/>
              <a:buAutoNum type="arabicPeriod" startAt="2"/>
            </a:pPr>
            <a:r>
              <a:rPr lang="en-US" sz="3200" dirty="0">
                <a:solidFill>
                  <a:srgbClr val="002060"/>
                </a:solidFill>
              </a:rPr>
              <a:t>Fundamentals of STOP Analysis</a:t>
            </a:r>
          </a:p>
          <a:p>
            <a:endParaRPr lang="en-US" sz="3200" dirty="0">
              <a:solidFill>
                <a:srgbClr val="002060"/>
              </a:solidFill>
            </a:endParaRPr>
          </a:p>
          <a:p>
            <a:pPr marL="514350" indent="-514350">
              <a:buFont typeface="+mj-lt"/>
              <a:buAutoNum type="arabicPeriod" startAt="3"/>
            </a:pPr>
            <a:r>
              <a:rPr lang="en-US" sz="3200" dirty="0">
                <a:solidFill>
                  <a:srgbClr val="002060"/>
                </a:solidFill>
              </a:rPr>
              <a:t>WFIRST Integrated Modeling Pipeline</a:t>
            </a:r>
          </a:p>
          <a:p>
            <a:endParaRPr lang="en-US" sz="3200" dirty="0">
              <a:solidFill>
                <a:srgbClr val="002060"/>
              </a:solidFill>
            </a:endParaRPr>
          </a:p>
          <a:p>
            <a:pPr marL="514350" indent="-514350">
              <a:buFont typeface="+mj-lt"/>
              <a:buAutoNum type="arabicPeriod" startAt="4"/>
            </a:pPr>
            <a:r>
              <a:rPr lang="en-US" sz="3200" dirty="0">
                <a:solidFill>
                  <a:srgbClr val="002060"/>
                </a:solidFill>
              </a:rPr>
              <a:t>Verification and Validation of STOP Model</a:t>
            </a:r>
          </a:p>
          <a:p>
            <a:endParaRPr lang="en-US" sz="3200" dirty="0">
              <a:solidFill>
                <a:srgbClr val="002060"/>
              </a:solidFill>
            </a:endParaRPr>
          </a:p>
          <a:p>
            <a:pPr marL="514350" indent="-514350">
              <a:buFont typeface="+mj-lt"/>
              <a:buAutoNum type="arabicPeriod" startAt="5"/>
            </a:pPr>
            <a:r>
              <a:rPr lang="en-US" sz="3200" dirty="0">
                <a:solidFill>
                  <a:srgbClr val="002060"/>
                </a:solidFill>
              </a:rPr>
              <a:t>Preliminary Results</a:t>
            </a:r>
          </a:p>
          <a:p>
            <a:endParaRPr lang="en-US" sz="3200" dirty="0">
              <a:solidFill>
                <a:srgbClr val="002060"/>
              </a:solidFill>
            </a:endParaRPr>
          </a:p>
          <a:p>
            <a:pPr marL="514350" indent="-514350">
              <a:buFont typeface="+mj-lt"/>
              <a:buAutoNum type="arabicPeriod" startAt="6"/>
            </a:pPr>
            <a:r>
              <a:rPr lang="en-US" sz="3200" dirty="0">
                <a:solidFill>
                  <a:srgbClr val="002060"/>
                </a:solidFill>
              </a:rPr>
              <a:t>Future Work</a:t>
            </a:r>
          </a:p>
        </p:txBody>
      </p:sp>
    </p:spTree>
    <p:extLst>
      <p:ext uri="{BB962C8B-B14F-4D97-AF65-F5344CB8AC3E}">
        <p14:creationId xmlns:p14="http://schemas.microsoft.com/office/powerpoint/2010/main" val="3828327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17222" y="935097"/>
            <a:ext cx="8216227" cy="5324535"/>
          </a:xfrm>
          <a:prstGeom prst="rect">
            <a:avLst/>
          </a:prstGeom>
          <a:noFill/>
        </p:spPr>
        <p:txBody>
          <a:bodyPr wrap="square" lIns="0" rIns="0" rtlCol="0">
            <a:spAutoFit/>
          </a:bodyPr>
          <a:lstStyle/>
          <a:p>
            <a:pPr algn="just"/>
            <a:r>
              <a:rPr lang="en-US" sz="2000" dirty="0"/>
              <a:t>WFIRST, the</a:t>
            </a:r>
            <a:r>
              <a:rPr lang="en-US" sz="2000" b="1" dirty="0"/>
              <a:t> W</a:t>
            </a:r>
            <a:r>
              <a:rPr lang="en-US" sz="2000" dirty="0"/>
              <a:t>ide </a:t>
            </a:r>
            <a:r>
              <a:rPr lang="en-US" sz="2000" b="1" dirty="0"/>
              <a:t>F</a:t>
            </a:r>
            <a:r>
              <a:rPr lang="en-US" sz="2000" dirty="0"/>
              <a:t>ield </a:t>
            </a:r>
            <a:r>
              <a:rPr lang="en-US" sz="2000" b="1" dirty="0"/>
              <a:t>I</a:t>
            </a:r>
            <a:r>
              <a:rPr lang="en-US" sz="2000" dirty="0"/>
              <a:t>nfra</a:t>
            </a:r>
            <a:r>
              <a:rPr lang="en-US" sz="2000" b="1" dirty="0"/>
              <a:t>R</a:t>
            </a:r>
            <a:r>
              <a:rPr lang="en-US" sz="2000" dirty="0"/>
              <a:t>ed Survey </a:t>
            </a:r>
            <a:r>
              <a:rPr lang="en-US" sz="2000" b="1" dirty="0"/>
              <a:t>T</a:t>
            </a:r>
            <a:r>
              <a:rPr lang="en-US" sz="2000" dirty="0"/>
              <a:t>elescope, is a future NASA telescope </a:t>
            </a:r>
          </a:p>
          <a:p>
            <a:pPr algn="just"/>
            <a:r>
              <a:rPr lang="en-US" sz="2000" dirty="0"/>
              <a:t>to explore exoplanets and answer essential questions in the field of dark</a:t>
            </a:r>
          </a:p>
          <a:p>
            <a:pPr algn="just"/>
            <a:r>
              <a:rPr lang="en-US" sz="2000" dirty="0"/>
              <a:t>Energy and infrared astrophysics.</a:t>
            </a:r>
          </a:p>
          <a:p>
            <a:pPr algn="just"/>
            <a:endParaRPr lang="en-US" sz="2000" dirty="0"/>
          </a:p>
          <a:p>
            <a:pPr marL="342900" indent="-342900" algn="just">
              <a:buFont typeface="Wingdings" panose="05000000000000000000" pitchFamily="2" charset="2"/>
              <a:buChar char="Ø"/>
            </a:pPr>
            <a:r>
              <a:rPr lang="en-US" sz="2000" dirty="0"/>
              <a:t>2.4 meter diameter primary mirror</a:t>
            </a:r>
          </a:p>
          <a:p>
            <a:pPr algn="just"/>
            <a:endParaRPr lang="en-US" sz="2000" dirty="0"/>
          </a:p>
          <a:p>
            <a:pPr marL="342900" indent="-342900" algn="just">
              <a:buFont typeface="Wingdings" panose="05000000000000000000" pitchFamily="2" charset="2"/>
              <a:buChar char="Ø"/>
            </a:pPr>
            <a:r>
              <a:rPr lang="en-US" sz="2000" dirty="0"/>
              <a:t>Designed for 6 year mission</a:t>
            </a:r>
          </a:p>
          <a:p>
            <a:pPr marL="342900" indent="-342900" algn="just">
              <a:buFont typeface="Wingdings" panose="05000000000000000000" pitchFamily="2" charset="2"/>
              <a:buChar char="Ø"/>
            </a:pPr>
            <a:endParaRPr lang="en-US" sz="2000" dirty="0"/>
          </a:p>
          <a:p>
            <a:pPr marL="342900" indent="-342900" algn="just">
              <a:buFont typeface="Wingdings" panose="05000000000000000000" pitchFamily="2" charset="2"/>
              <a:buChar char="Ø"/>
            </a:pPr>
            <a:r>
              <a:rPr lang="en-US" sz="2000" dirty="0"/>
              <a:t>Will be located at the Earth-Sun Lagrange Point 2</a:t>
            </a:r>
          </a:p>
          <a:p>
            <a:pPr marL="342900" indent="-342900" algn="just">
              <a:buFont typeface="Wingdings" panose="05000000000000000000" pitchFamily="2" charset="2"/>
              <a:buChar char="Ø"/>
            </a:pPr>
            <a:endParaRPr lang="en-US" sz="2000" dirty="0"/>
          </a:p>
          <a:p>
            <a:pPr marL="342900" indent="-342900" algn="just">
              <a:buFont typeface="Wingdings" panose="05000000000000000000" pitchFamily="2" charset="2"/>
              <a:buChar char="Ø"/>
            </a:pPr>
            <a:r>
              <a:rPr lang="en-US" sz="2000" dirty="0"/>
              <a:t>Two instruments onboard – Wide Field imager (WFI) and a Coronagraph (CGI)</a:t>
            </a:r>
          </a:p>
          <a:p>
            <a:pPr marL="342900" indent="-342900" algn="just">
              <a:buFont typeface="Wingdings" panose="05000000000000000000" pitchFamily="2" charset="2"/>
              <a:buChar char="Ø"/>
            </a:pPr>
            <a:endParaRPr lang="en-US" sz="2000" dirty="0"/>
          </a:p>
          <a:p>
            <a:pPr marL="342900" indent="-342900" algn="just">
              <a:buFont typeface="Wingdings" panose="05000000000000000000" pitchFamily="2" charset="2"/>
              <a:buChar char="Ø"/>
            </a:pPr>
            <a:r>
              <a:rPr lang="en-US" sz="2000" dirty="0"/>
              <a:t>WFI will provide capabilities to perform the  Dark Energy, Exoplanet microlensing, and NIR surveys</a:t>
            </a:r>
          </a:p>
          <a:p>
            <a:pPr marL="342900" indent="-342900" algn="just">
              <a:buFont typeface="Wingdings" panose="05000000000000000000" pitchFamily="2" charset="2"/>
              <a:buChar char="Ø"/>
            </a:pPr>
            <a:endParaRPr lang="en-US" sz="2000" dirty="0"/>
          </a:p>
          <a:p>
            <a:pPr marL="342900" indent="-342900" algn="just">
              <a:buFont typeface="Wingdings" panose="05000000000000000000" pitchFamily="2" charset="2"/>
              <a:buChar char="Ø"/>
            </a:pPr>
            <a:r>
              <a:rPr lang="en-US" sz="2000" dirty="0"/>
              <a:t>CGI supports the Exoplanet high contrast imaging and spectroscopy science</a:t>
            </a:r>
            <a:endParaRPr lang="en-US" dirty="0"/>
          </a:p>
        </p:txBody>
      </p:sp>
      <p:sp>
        <p:nvSpPr>
          <p:cNvPr id="2" name="Title 1"/>
          <p:cNvSpPr>
            <a:spLocks noGrp="1"/>
          </p:cNvSpPr>
          <p:nvPr>
            <p:ph type="title"/>
          </p:nvPr>
        </p:nvSpPr>
        <p:spPr/>
        <p:txBody>
          <a:bodyPr/>
          <a:lstStyle/>
          <a:p>
            <a:r>
              <a:rPr lang="en-US" dirty="0"/>
              <a:t>Introduction</a:t>
            </a:r>
          </a:p>
        </p:txBody>
      </p:sp>
      <p:sp>
        <p:nvSpPr>
          <p:cNvPr id="10" name="TextBox 9"/>
          <p:cNvSpPr txBox="1"/>
          <p:nvPr/>
        </p:nvSpPr>
        <p:spPr>
          <a:xfrm>
            <a:off x="5286895" y="6561308"/>
            <a:ext cx="3706143" cy="261610"/>
          </a:xfrm>
          <a:prstGeom prst="rect">
            <a:avLst/>
          </a:prstGeom>
          <a:noFill/>
        </p:spPr>
        <p:txBody>
          <a:bodyPr wrap="none" lIns="0" rIns="0" rtlCol="0">
            <a:spAutoFit/>
          </a:bodyPr>
          <a:lstStyle/>
          <a:p>
            <a:r>
              <a:rPr lang="en-US" sz="1100" dirty="0"/>
              <a:t>Credit: NASA GSFC (https://wfirst.gsfc.nasa.gov/gallery-full.html)</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21501" y="1266996"/>
            <a:ext cx="6243624" cy="3512038"/>
          </a:xfrm>
          <a:prstGeom prst="rect">
            <a:avLst/>
          </a:prstGeom>
        </p:spPr>
      </p:pic>
    </p:spTree>
    <p:extLst>
      <p:ext uri="{BB962C8B-B14F-4D97-AF65-F5344CB8AC3E}">
        <p14:creationId xmlns:p14="http://schemas.microsoft.com/office/powerpoint/2010/main" val="2985280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WFIRST Coronagraph</a:t>
            </a:r>
          </a:p>
        </p:txBody>
      </p:sp>
      <p:sp>
        <p:nvSpPr>
          <p:cNvPr id="10" name="TextBox 9"/>
          <p:cNvSpPr txBox="1"/>
          <p:nvPr/>
        </p:nvSpPr>
        <p:spPr>
          <a:xfrm>
            <a:off x="4842169" y="6549091"/>
            <a:ext cx="4154984" cy="261610"/>
          </a:xfrm>
          <a:prstGeom prst="rect">
            <a:avLst/>
          </a:prstGeom>
          <a:noFill/>
        </p:spPr>
        <p:txBody>
          <a:bodyPr wrap="none" lIns="0" rIns="0" rtlCol="0">
            <a:spAutoFit/>
          </a:bodyPr>
          <a:lstStyle/>
          <a:p>
            <a:r>
              <a:rPr lang="en-US" sz="1100" dirty="0"/>
              <a:t>Image credit: NASA GSFC (https://wfirst.gsfc.nasa.gov/observatory.html)</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4673" y="711923"/>
            <a:ext cx="5810591" cy="4098198"/>
          </a:xfrm>
          <a:prstGeom prst="rect">
            <a:avLst/>
          </a:prstGeom>
        </p:spPr>
      </p:pic>
      <p:sp>
        <p:nvSpPr>
          <p:cNvPr id="3" name="TextBox 2"/>
          <p:cNvSpPr txBox="1"/>
          <p:nvPr/>
        </p:nvSpPr>
        <p:spPr>
          <a:xfrm>
            <a:off x="962439" y="4979431"/>
            <a:ext cx="7759460" cy="1569660"/>
          </a:xfrm>
          <a:prstGeom prst="rect">
            <a:avLst/>
          </a:prstGeom>
          <a:noFill/>
        </p:spPr>
        <p:txBody>
          <a:bodyPr wrap="square" lIns="0" rIns="0" rtlCol="0">
            <a:spAutoFit/>
          </a:bodyPr>
          <a:lstStyle/>
          <a:p>
            <a:pPr marL="171450" indent="-171450">
              <a:buFont typeface="Wingdings" panose="05000000000000000000" pitchFamily="2" charset="2"/>
              <a:buChar char="Ø"/>
            </a:pPr>
            <a:r>
              <a:rPr lang="en-US" sz="1600" dirty="0"/>
              <a:t>  Coronagraph imager covers spectral range of 0.43 – 0.98 µm,</a:t>
            </a:r>
          </a:p>
          <a:p>
            <a:pPr marL="171450" indent="-171450">
              <a:buFont typeface="Wingdings" panose="05000000000000000000" pitchFamily="2" charset="2"/>
              <a:buChar char="Ø"/>
            </a:pPr>
            <a:endParaRPr lang="en-US" sz="1600" dirty="0"/>
          </a:p>
          <a:p>
            <a:pPr marL="171450" indent="-171450">
              <a:buFont typeface="Wingdings" panose="05000000000000000000" pitchFamily="2" charset="2"/>
              <a:buChar char="Ø"/>
            </a:pPr>
            <a:r>
              <a:rPr lang="en-US" sz="1600" dirty="0"/>
              <a:t>  Two deformable mirrors form a sequential wavefront control system (WFCS) that   </a:t>
            </a:r>
          </a:p>
          <a:p>
            <a:r>
              <a:rPr lang="en-US" sz="1600" dirty="0"/>
              <a:t>      compensates for both phase and amplitude errors in the telescope and coronagraph optics</a:t>
            </a:r>
          </a:p>
          <a:p>
            <a:pPr marL="171450" indent="-171450">
              <a:buFont typeface="Wingdings" panose="05000000000000000000" pitchFamily="2" charset="2"/>
              <a:buChar char="Ø"/>
            </a:pPr>
            <a:endParaRPr lang="en-US" sz="1600" dirty="0"/>
          </a:p>
          <a:p>
            <a:pPr marL="171450" indent="-171450">
              <a:buFont typeface="Wingdings" panose="05000000000000000000" pitchFamily="2" charset="2"/>
              <a:buChar char="Ø"/>
            </a:pPr>
            <a:r>
              <a:rPr lang="en-US" sz="1600" dirty="0"/>
              <a:t>  The spectroscopy mode uses and integral field spectrograph (IFS)</a:t>
            </a:r>
          </a:p>
        </p:txBody>
      </p:sp>
    </p:spTree>
    <p:extLst>
      <p:ext uri="{BB962C8B-B14F-4D97-AF65-F5344CB8AC3E}">
        <p14:creationId xmlns:p14="http://schemas.microsoft.com/office/powerpoint/2010/main" val="3384215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Fundamentals of STOP Analysis</a:t>
            </a:r>
          </a:p>
        </p:txBody>
      </p:sp>
      <p:sp>
        <p:nvSpPr>
          <p:cNvPr id="3" name="Rectangle 2"/>
          <p:cNvSpPr/>
          <p:nvPr/>
        </p:nvSpPr>
        <p:spPr>
          <a:xfrm>
            <a:off x="904211" y="858238"/>
            <a:ext cx="7927675" cy="5632311"/>
          </a:xfrm>
          <a:prstGeom prst="rect">
            <a:avLst/>
          </a:prstGeom>
        </p:spPr>
        <p:txBody>
          <a:bodyPr wrap="square">
            <a:spAutoFit/>
          </a:bodyPr>
          <a:lstStyle/>
          <a:p>
            <a:pPr marL="342900" indent="-342900">
              <a:buFont typeface="Wingdings" panose="05000000000000000000" pitchFamily="2" charset="2"/>
              <a:buChar char="Ø"/>
            </a:pPr>
            <a:r>
              <a:rPr lang="en-US" sz="1500" dirty="0"/>
              <a:t>Thermal deformation is one of the major sources that can degrade the performance of a space telescope or antenna.</a:t>
            </a:r>
          </a:p>
          <a:p>
            <a:endParaRPr lang="en-US" sz="1500" dirty="0"/>
          </a:p>
          <a:p>
            <a:pPr marL="342900" indent="-342900">
              <a:buFont typeface="Wingdings" panose="05000000000000000000" pitchFamily="2" charset="2"/>
              <a:buChar char="Ø"/>
            </a:pPr>
            <a:r>
              <a:rPr lang="en-US" sz="1500" dirty="0"/>
              <a:t>Structural Thermal Optical Performance (STOP) analysis is the tool to assess the performance of a space instrument under thermal loads.</a:t>
            </a:r>
          </a:p>
          <a:p>
            <a:endParaRPr lang="en-US" sz="1500" dirty="0"/>
          </a:p>
          <a:p>
            <a:pPr marL="342900" indent="-342900">
              <a:buFont typeface="Wingdings" panose="05000000000000000000" pitchFamily="2" charset="2"/>
              <a:buChar char="Ø"/>
            </a:pPr>
            <a:r>
              <a:rPr lang="en-US" sz="1500" dirty="0"/>
              <a:t>STOP analysis includes</a:t>
            </a:r>
          </a:p>
          <a:p>
            <a:pPr marL="800100" lvl="1" indent="-342900">
              <a:buFont typeface="Wingdings" panose="05000000000000000000" pitchFamily="2" charset="2"/>
              <a:buChar char="ü"/>
            </a:pPr>
            <a:r>
              <a:rPr lang="en-US" sz="1500" dirty="0"/>
              <a:t>Thermal analysis</a:t>
            </a:r>
          </a:p>
          <a:p>
            <a:pPr marL="800100" lvl="1" indent="-342900">
              <a:buFont typeface="Wingdings" panose="05000000000000000000" pitchFamily="2" charset="2"/>
              <a:buChar char="ü"/>
            </a:pPr>
            <a:r>
              <a:rPr lang="en-US" sz="1500" dirty="0"/>
              <a:t>Structural (thermo-elastic) analysis</a:t>
            </a:r>
          </a:p>
          <a:p>
            <a:pPr marL="800100" lvl="1" indent="-342900">
              <a:buFont typeface="Wingdings" panose="05000000000000000000" pitchFamily="2" charset="2"/>
              <a:buChar char="ü"/>
            </a:pPr>
            <a:r>
              <a:rPr lang="en-US" sz="1500" dirty="0"/>
              <a:t>Optical analysis</a:t>
            </a:r>
          </a:p>
          <a:p>
            <a:pPr marL="800100" lvl="1" indent="-342900">
              <a:buFont typeface="Wingdings" panose="05000000000000000000" pitchFamily="2" charset="2"/>
              <a:buChar char="ü"/>
            </a:pPr>
            <a:endParaRPr lang="en-US" sz="1500" dirty="0"/>
          </a:p>
          <a:p>
            <a:pPr marL="342900" indent="-342900">
              <a:buFont typeface="Wingdings" panose="05000000000000000000" pitchFamily="2" charset="2"/>
              <a:buChar char="Ø"/>
            </a:pPr>
            <a:r>
              <a:rPr lang="en-US" sz="1500" dirty="0"/>
              <a:t>Structural model for STOP analysis</a:t>
            </a:r>
          </a:p>
          <a:p>
            <a:pPr marL="800100" lvl="1" indent="-342900">
              <a:buFont typeface="Wingdings" panose="05000000000000000000" pitchFamily="2" charset="2"/>
              <a:buChar char="ü"/>
            </a:pPr>
            <a:r>
              <a:rPr lang="en-US" sz="1500" dirty="0"/>
              <a:t>Output request: displacements only.  Requires relatively coarse mesh, compared to models used for stress analysis.</a:t>
            </a:r>
          </a:p>
          <a:p>
            <a:pPr marL="800100" lvl="1" indent="-342900">
              <a:buFont typeface="Wingdings" panose="05000000000000000000" pitchFamily="2" charset="2"/>
              <a:buChar char="ü"/>
            </a:pPr>
            <a:r>
              <a:rPr lang="en-US" sz="1500" dirty="0"/>
              <a:t>A lot of analysis to perform.</a:t>
            </a:r>
          </a:p>
          <a:p>
            <a:pPr marL="800100" lvl="1" indent="-342900">
              <a:buFont typeface="Wingdings" panose="05000000000000000000" pitchFamily="2" charset="2"/>
              <a:buChar char="ü"/>
            </a:pPr>
            <a:r>
              <a:rPr lang="en-US" sz="1500" dirty="0"/>
              <a:t>Try to minimize the size of the STOP model</a:t>
            </a:r>
          </a:p>
          <a:p>
            <a:pPr marL="800100" lvl="1" indent="-342900">
              <a:buFont typeface="Wingdings" panose="05000000000000000000" pitchFamily="2" charset="2"/>
              <a:buChar char="ü"/>
            </a:pPr>
            <a:r>
              <a:rPr lang="en-US" sz="1500" dirty="0"/>
              <a:t>Can be used for other analysis, i.e., modal analysis, jitter analysis, random vibe analysis</a:t>
            </a:r>
          </a:p>
          <a:p>
            <a:endParaRPr lang="en-US" sz="1500" dirty="0"/>
          </a:p>
          <a:p>
            <a:pPr marL="342900" indent="-342900" algn="just">
              <a:buFont typeface="Wingdings" panose="05000000000000000000" pitchFamily="2" charset="2"/>
              <a:buChar char="Ø"/>
            </a:pPr>
            <a:r>
              <a:rPr lang="en-US" sz="1500" dirty="0"/>
              <a:t>Due to the requirement for high accuracy, temperature dependent CTE is used for calculating thermal loads</a:t>
            </a:r>
          </a:p>
          <a:p>
            <a:pPr marL="342900" indent="-342900">
              <a:buFontTx/>
              <a:buChar char="-"/>
            </a:pPr>
            <a:endParaRPr lang="en-US" sz="1500" dirty="0"/>
          </a:p>
          <a:p>
            <a:pPr marL="342900" indent="-342900" algn="just">
              <a:buFont typeface="Wingdings" panose="05000000000000000000" pitchFamily="2" charset="2"/>
              <a:buChar char="Ø"/>
            </a:pPr>
            <a:r>
              <a:rPr lang="en-US" sz="1500" dirty="0"/>
              <a:t>Thermal loads are driven by environmental (orbital mechanics) conditions, the thermal control system must ensure that the componentry such as the Coronagraph Instrument (CGI) hold requirements on set-point with ample stability</a:t>
            </a:r>
          </a:p>
        </p:txBody>
      </p:sp>
    </p:spTree>
    <p:extLst>
      <p:ext uri="{BB962C8B-B14F-4D97-AF65-F5344CB8AC3E}">
        <p14:creationId xmlns:p14="http://schemas.microsoft.com/office/powerpoint/2010/main" val="2253734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Motivation</a:t>
            </a:r>
          </a:p>
        </p:txBody>
      </p:sp>
      <p:graphicFrame>
        <p:nvGraphicFramePr>
          <p:cNvPr id="15" name="Diagram 14"/>
          <p:cNvGraphicFramePr/>
          <p:nvPr>
            <p:extLst>
              <p:ext uri="{D42A27DB-BD31-4B8C-83A1-F6EECF244321}">
                <p14:modId xmlns:p14="http://schemas.microsoft.com/office/powerpoint/2010/main" val="3892155487"/>
              </p:ext>
            </p:extLst>
          </p:nvPr>
        </p:nvGraphicFramePr>
        <p:xfrm>
          <a:off x="3169043" y="2535550"/>
          <a:ext cx="5552250" cy="39125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6" name="Diagram 15"/>
          <p:cNvGraphicFramePr/>
          <p:nvPr>
            <p:extLst>
              <p:ext uri="{D42A27DB-BD31-4B8C-83A1-F6EECF244321}">
                <p14:modId xmlns:p14="http://schemas.microsoft.com/office/powerpoint/2010/main" val="1904297537"/>
              </p:ext>
            </p:extLst>
          </p:nvPr>
        </p:nvGraphicFramePr>
        <p:xfrm>
          <a:off x="5063835" y="905229"/>
          <a:ext cx="1762665" cy="115656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cxnSp>
        <p:nvCxnSpPr>
          <p:cNvPr id="18" name="Straight Arrow Connector 17"/>
          <p:cNvCxnSpPr/>
          <p:nvPr/>
        </p:nvCxnSpPr>
        <p:spPr>
          <a:xfrm>
            <a:off x="5919292" y="2061792"/>
            <a:ext cx="0" cy="5951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5" name="Diagram 24"/>
          <p:cNvGraphicFramePr/>
          <p:nvPr>
            <p:extLst>
              <p:ext uri="{D42A27DB-BD31-4B8C-83A1-F6EECF244321}">
                <p14:modId xmlns:p14="http://schemas.microsoft.com/office/powerpoint/2010/main" val="4046519546"/>
              </p:ext>
            </p:extLst>
          </p:nvPr>
        </p:nvGraphicFramePr>
        <p:xfrm>
          <a:off x="989162" y="4830313"/>
          <a:ext cx="1889905" cy="1259936"/>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cxnSp>
        <p:nvCxnSpPr>
          <p:cNvPr id="27" name="Straight Arrow Connector 26"/>
          <p:cNvCxnSpPr>
            <a:endCxn id="25" idx="3"/>
          </p:cNvCxnSpPr>
          <p:nvPr/>
        </p:nvCxnSpPr>
        <p:spPr>
          <a:xfrm flipH="1" flipV="1">
            <a:off x="2879067" y="5460281"/>
            <a:ext cx="856171" cy="88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3303917" y="2398138"/>
            <a:ext cx="5279366" cy="4162110"/>
          </a:xfrm>
          <a:prstGeom prst="rect">
            <a:avLst/>
          </a:prstGeom>
          <a:noFill/>
          <a:ln w="254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lumMod val="65000"/>
                  <a:lumOff val="35000"/>
                </a:schemeClr>
              </a:solidFill>
            </a:endParaRPr>
          </a:p>
        </p:txBody>
      </p:sp>
    </p:spTree>
    <p:extLst>
      <p:ext uri="{BB962C8B-B14F-4D97-AF65-F5344CB8AC3E}">
        <p14:creationId xmlns:p14="http://schemas.microsoft.com/office/powerpoint/2010/main" val="1219274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IMPipeline Block Diagram</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475" y="733382"/>
            <a:ext cx="8639295" cy="5977964"/>
          </a:xfrm>
          <a:prstGeom prst="rect">
            <a:avLst/>
          </a:prstGeom>
        </p:spPr>
      </p:pic>
    </p:spTree>
    <p:extLst>
      <p:ext uri="{BB962C8B-B14F-4D97-AF65-F5344CB8AC3E}">
        <p14:creationId xmlns:p14="http://schemas.microsoft.com/office/powerpoint/2010/main" val="3864935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Luigi Pipeline Framework</a:t>
            </a:r>
          </a:p>
        </p:txBody>
      </p:sp>
      <p:pic>
        <p:nvPicPr>
          <p:cNvPr id="4" name="Content Placeholder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728872" y="1171055"/>
            <a:ext cx="2288220" cy="1222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00957" y="790643"/>
            <a:ext cx="5614443" cy="4215234"/>
          </a:xfrm>
          <a:prstGeom prst="rect">
            <a:avLst/>
          </a:prstGeom>
        </p:spPr>
      </p:pic>
      <p:sp>
        <p:nvSpPr>
          <p:cNvPr id="12" name="TextBox 11"/>
          <p:cNvSpPr txBox="1"/>
          <p:nvPr/>
        </p:nvSpPr>
        <p:spPr>
          <a:xfrm>
            <a:off x="728872" y="4864282"/>
            <a:ext cx="8234240" cy="1938992"/>
          </a:xfrm>
          <a:prstGeom prst="rect">
            <a:avLst/>
          </a:prstGeom>
          <a:noFill/>
        </p:spPr>
        <p:txBody>
          <a:bodyPr wrap="square" lIns="0" rIns="0" rtlCol="0">
            <a:spAutoFit/>
          </a:bodyPr>
          <a:lstStyle/>
          <a:p>
            <a:pPr marL="342900" indent="-342900">
              <a:buFont typeface="Wingdings" panose="05000000000000000000" pitchFamily="2" charset="2"/>
              <a:buChar char="Ø"/>
            </a:pPr>
            <a:r>
              <a:rPr lang="en-US" dirty="0"/>
              <a:t>Python framework to build complex pipelines of batch jobs</a:t>
            </a:r>
          </a:p>
          <a:p>
            <a:endParaRPr lang="en-US" sz="1000" dirty="0"/>
          </a:p>
          <a:p>
            <a:pPr marL="342900" indent="-342900">
              <a:buFont typeface="Wingdings" panose="05000000000000000000" pitchFamily="2" charset="2"/>
              <a:buChar char="Ø"/>
            </a:pPr>
            <a:r>
              <a:rPr lang="en-US" dirty="0"/>
              <a:t>Developed by engineers at Spotify and made open source for wider community</a:t>
            </a:r>
          </a:p>
          <a:p>
            <a:endParaRPr lang="en-US" sz="1000" dirty="0"/>
          </a:p>
          <a:p>
            <a:pPr marL="342900" indent="-342900">
              <a:buFont typeface="Wingdings" panose="05000000000000000000" pitchFamily="2" charset="2"/>
              <a:buChar char="Ø"/>
            </a:pPr>
            <a:r>
              <a:rPr lang="en-US" dirty="0"/>
              <a:t>Luigi server comes with a web interface to visualize, search and filter tasks</a:t>
            </a:r>
          </a:p>
          <a:p>
            <a:pPr marL="342900" indent="-342900">
              <a:buFont typeface="Wingdings" panose="05000000000000000000" pitchFamily="2" charset="2"/>
              <a:buChar char="Ø"/>
            </a:pPr>
            <a:endParaRPr lang="en-US" sz="1000" dirty="0"/>
          </a:p>
          <a:p>
            <a:pPr marL="342900" indent="-342900">
              <a:buFont typeface="Wingdings" panose="05000000000000000000" pitchFamily="2" charset="2"/>
              <a:buChar char="Ø"/>
            </a:pPr>
            <a:r>
              <a:rPr lang="en-US" dirty="0"/>
              <a:t>Luigi is customizable, and handles dependency resolution, workflow management, visualization etc.</a:t>
            </a:r>
          </a:p>
        </p:txBody>
      </p:sp>
      <p:sp>
        <p:nvSpPr>
          <p:cNvPr id="13" name="Rectangle 12"/>
          <p:cNvSpPr/>
          <p:nvPr/>
        </p:nvSpPr>
        <p:spPr>
          <a:xfrm>
            <a:off x="728872" y="2429278"/>
            <a:ext cx="2511521" cy="276999"/>
          </a:xfrm>
          <a:prstGeom prst="rect">
            <a:avLst/>
          </a:prstGeom>
        </p:spPr>
        <p:txBody>
          <a:bodyPr wrap="none">
            <a:spAutoFit/>
          </a:bodyPr>
          <a:lstStyle/>
          <a:p>
            <a:r>
              <a:rPr lang="en-US" sz="1200" i="1" dirty="0"/>
              <a:t>World’s second most famous plumber</a:t>
            </a:r>
          </a:p>
        </p:txBody>
      </p:sp>
      <p:sp>
        <p:nvSpPr>
          <p:cNvPr id="3" name="Rectangle 2"/>
          <p:cNvSpPr/>
          <p:nvPr/>
        </p:nvSpPr>
        <p:spPr>
          <a:xfrm>
            <a:off x="617222" y="3548467"/>
            <a:ext cx="3486595" cy="307777"/>
          </a:xfrm>
          <a:prstGeom prst="rect">
            <a:avLst/>
          </a:prstGeom>
        </p:spPr>
        <p:txBody>
          <a:bodyPr wrap="none">
            <a:spAutoFit/>
          </a:bodyPr>
          <a:lstStyle/>
          <a:p>
            <a:r>
              <a:rPr lang="en-US" sz="1400" dirty="0"/>
              <a:t>Source code: https://github.com/spotify/luigi</a:t>
            </a:r>
          </a:p>
        </p:txBody>
      </p:sp>
    </p:spTree>
    <p:extLst>
      <p:ext uri="{BB962C8B-B14F-4D97-AF65-F5344CB8AC3E}">
        <p14:creationId xmlns:p14="http://schemas.microsoft.com/office/powerpoint/2010/main" val="12295815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Observing Scenario</a:t>
            </a:r>
          </a:p>
        </p:txBody>
      </p:sp>
      <p:sp>
        <p:nvSpPr>
          <p:cNvPr id="8" name="Rectangle 7"/>
          <p:cNvSpPr/>
          <p:nvPr/>
        </p:nvSpPr>
        <p:spPr>
          <a:xfrm>
            <a:off x="464101" y="1096744"/>
            <a:ext cx="8468551" cy="5170646"/>
          </a:xfrm>
          <a:prstGeom prst="rect">
            <a:avLst/>
          </a:prstGeom>
        </p:spPr>
        <p:txBody>
          <a:bodyPr wrap="square">
            <a:spAutoFit/>
          </a:bodyPr>
          <a:lstStyle/>
          <a:p>
            <a:pPr marL="342900" indent="-342900">
              <a:buFont typeface="Wingdings" panose="05000000000000000000" pitchFamily="2" charset="2"/>
              <a:buChar char="Ø"/>
            </a:pPr>
            <a:r>
              <a:rPr lang="en-US" sz="2200" dirty="0"/>
              <a:t>Solar heating is a major input to WFIRST coronagraph thermal model</a:t>
            </a:r>
          </a:p>
          <a:p>
            <a:pPr marL="285750" indent="-285750">
              <a:buFont typeface="Arial" panose="020B0604020202020204" pitchFamily="34" charset="0"/>
              <a:buChar char="•"/>
            </a:pPr>
            <a:endParaRPr lang="en-US" sz="2200" dirty="0"/>
          </a:p>
          <a:p>
            <a:pPr marL="342900" indent="-342900">
              <a:buFont typeface="Wingdings" panose="05000000000000000000" pitchFamily="2" charset="2"/>
              <a:buChar char="Ø"/>
            </a:pPr>
            <a:r>
              <a:rPr lang="en-US" sz="2200" dirty="0"/>
              <a:t>The thermal model treats Solar radiation as plane wave incident on the spacecraft. We have to determine direction of the plane wave and the intensity of the flux</a:t>
            </a:r>
          </a:p>
          <a:p>
            <a:endParaRPr lang="en-US" sz="2200" dirty="0"/>
          </a:p>
          <a:p>
            <a:pPr marL="342900" indent="-342900">
              <a:buFont typeface="Wingdings" panose="05000000000000000000" pitchFamily="2" charset="2"/>
              <a:buChar char="Ø"/>
            </a:pPr>
            <a:r>
              <a:rPr lang="en-US" sz="2200" dirty="0"/>
              <a:t>During operations, the spacecraft attitude will be a function of the stars WFIRST will be observing, and the time of year during which they are observed.</a:t>
            </a:r>
          </a:p>
          <a:p>
            <a:pPr marL="285750" indent="-285750">
              <a:buFont typeface="Arial" panose="020B0604020202020204" pitchFamily="34" charset="0"/>
              <a:buChar char="•"/>
            </a:pPr>
            <a:endParaRPr lang="en-US" sz="2200" dirty="0"/>
          </a:p>
          <a:p>
            <a:pPr marL="342900" indent="-342900">
              <a:buFont typeface="Wingdings" panose="05000000000000000000" pitchFamily="2" charset="2"/>
              <a:buChar char="Ø"/>
            </a:pPr>
            <a:r>
              <a:rPr lang="en-US" sz="2200" dirty="0"/>
              <a:t>To simulate thermal effects of an observing scenario, we need to specify relation between the WFIRST spacecraft and the Sun.</a:t>
            </a:r>
          </a:p>
          <a:p>
            <a:pPr marL="285750" indent="-285750">
              <a:buFont typeface="Arial" panose="020B0604020202020204" pitchFamily="34" charset="0"/>
              <a:buChar char="•"/>
            </a:pPr>
            <a:endParaRPr lang="en-US" sz="2200" dirty="0"/>
          </a:p>
          <a:p>
            <a:pPr marL="342900" indent="-342900">
              <a:buFont typeface="Wingdings" panose="05000000000000000000" pitchFamily="2" charset="2"/>
              <a:buChar char="Ø"/>
            </a:pPr>
            <a:r>
              <a:rPr lang="en-US" sz="2200" dirty="0"/>
              <a:t>As WFIRST is expected to be at the Sun-Earth Lagrange point, Earth’s infrared radiation is neglected.</a:t>
            </a:r>
          </a:p>
        </p:txBody>
      </p:sp>
    </p:spTree>
    <p:extLst>
      <p:ext uri="{BB962C8B-B14F-4D97-AF65-F5344CB8AC3E}">
        <p14:creationId xmlns:p14="http://schemas.microsoft.com/office/powerpoint/2010/main" val="2173830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Thermal Desktop</a:t>
            </a:r>
          </a:p>
        </p:txBody>
      </p:sp>
      <p:sp>
        <p:nvSpPr>
          <p:cNvPr id="3" name="Content Placeholder 2"/>
          <p:cNvSpPr>
            <a:spLocks noGrp="1"/>
          </p:cNvSpPr>
          <p:nvPr>
            <p:ph idx="1"/>
          </p:nvPr>
        </p:nvSpPr>
        <p:spPr>
          <a:xfrm>
            <a:off x="617222" y="969030"/>
            <a:ext cx="8298178" cy="5414516"/>
          </a:xfrm>
        </p:spPr>
        <p:txBody>
          <a:bodyPr/>
          <a:lstStyle/>
          <a:p>
            <a:pPr>
              <a:buFont typeface="Wingdings" panose="05000000000000000000" pitchFamily="2" charset="2"/>
              <a:buChar char="Ø"/>
            </a:pPr>
            <a:r>
              <a:rPr lang="en-US" sz="2200" dirty="0"/>
              <a:t>Thermal Desktop is a PC CAD-based thermal model builder.</a:t>
            </a:r>
          </a:p>
          <a:p>
            <a:endParaRPr lang="en-US" sz="1800" dirty="0"/>
          </a:p>
          <a:p>
            <a:pPr>
              <a:buFont typeface="Wingdings" panose="05000000000000000000" pitchFamily="2" charset="2"/>
              <a:buChar char="Ø"/>
            </a:pPr>
            <a:r>
              <a:rPr lang="en-US" sz="2200" dirty="0"/>
              <a:t>Only runs on Windows OS and is integrated with AutoCAD.</a:t>
            </a:r>
          </a:p>
          <a:p>
            <a:endParaRPr lang="en-US" sz="1800" dirty="0"/>
          </a:p>
          <a:p>
            <a:pPr algn="just">
              <a:buFont typeface="Wingdings" panose="05000000000000000000" pitchFamily="2" charset="2"/>
              <a:buChar char="Ø"/>
            </a:pPr>
            <a:r>
              <a:rPr lang="en-US" sz="2200" dirty="0"/>
              <a:t>It creates the node and conduction network, launches SINDA/FLUINT for the solution, and provides post processing results.</a:t>
            </a:r>
          </a:p>
          <a:p>
            <a:pPr algn="just"/>
            <a:endParaRPr lang="en-US" sz="1800" dirty="0"/>
          </a:p>
          <a:p>
            <a:pPr algn="just">
              <a:buFont typeface="Wingdings" panose="05000000000000000000" pitchFamily="2" charset="2"/>
              <a:buChar char="Ø"/>
            </a:pPr>
            <a:r>
              <a:rPr lang="en-US" sz="2200" dirty="0"/>
              <a:t>It interfaces with high level programming language using Component Object Model (COM). Component Object Model (COM) is a binary interface standard for software components. It is used to enable inter-process communication.</a:t>
            </a:r>
          </a:p>
          <a:p>
            <a:pPr algn="just"/>
            <a:endParaRPr lang="en-US" sz="1800" dirty="0"/>
          </a:p>
          <a:p>
            <a:pPr algn="just">
              <a:buFont typeface="Wingdings" panose="05000000000000000000" pitchFamily="2" charset="2"/>
              <a:buChar char="Ø"/>
            </a:pPr>
            <a:r>
              <a:rPr lang="en-US" sz="2200" dirty="0"/>
              <a:t>We have used python pywin32 package to interface with Thermal Desktop.</a:t>
            </a:r>
          </a:p>
        </p:txBody>
      </p:sp>
    </p:spTree>
    <p:extLst>
      <p:ext uri="{BB962C8B-B14F-4D97-AF65-F5344CB8AC3E}">
        <p14:creationId xmlns:p14="http://schemas.microsoft.com/office/powerpoint/2010/main" val="1362968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NASTRAN, SigFit and Code V</a:t>
            </a:r>
          </a:p>
        </p:txBody>
      </p:sp>
      <p:sp>
        <p:nvSpPr>
          <p:cNvPr id="3" name="Content Placeholder 2"/>
          <p:cNvSpPr>
            <a:spLocks noGrp="1"/>
          </p:cNvSpPr>
          <p:nvPr>
            <p:ph idx="1"/>
          </p:nvPr>
        </p:nvSpPr>
        <p:spPr>
          <a:xfrm>
            <a:off x="715992" y="856890"/>
            <a:ext cx="8199408" cy="5715000"/>
          </a:xfrm>
        </p:spPr>
        <p:txBody>
          <a:bodyPr/>
          <a:lstStyle/>
          <a:p>
            <a:pPr algn="just">
              <a:buFont typeface="Wingdings" panose="05000000000000000000" pitchFamily="2" charset="2"/>
              <a:buChar char="Ø"/>
            </a:pPr>
            <a:r>
              <a:rPr lang="en-US" sz="2000" dirty="0"/>
              <a:t>NX NASTRAN is a Finite Element solver for stress, vibration, buckling, structural failure, heat transfer, acoustic and aeroelasticity analyses.</a:t>
            </a:r>
          </a:p>
          <a:p>
            <a:pPr marL="0" indent="0" algn="just">
              <a:buNone/>
            </a:pPr>
            <a:endParaRPr lang="en-US" sz="2000" dirty="0"/>
          </a:p>
          <a:p>
            <a:pPr algn="just">
              <a:buFont typeface="Wingdings" panose="05000000000000000000" pitchFamily="2" charset="2"/>
              <a:buChar char="Ø"/>
            </a:pPr>
            <a:r>
              <a:rPr lang="en-US" sz="2000" dirty="0"/>
              <a:t>Command line interface available to run in batch mode. Support for utilizing multiple processors/cores.</a:t>
            </a:r>
          </a:p>
          <a:p>
            <a:pPr marL="914400" lvl="2" indent="0" algn="just">
              <a:buNone/>
            </a:pPr>
            <a:endParaRPr lang="en-US" sz="2000" dirty="0"/>
          </a:p>
          <a:p>
            <a:pPr algn="just">
              <a:buFont typeface="Wingdings" panose="05000000000000000000" pitchFamily="2" charset="2"/>
              <a:buChar char="Ø"/>
            </a:pPr>
            <a:r>
              <a:rPr lang="en-US" sz="2000" dirty="0"/>
              <a:t>SigFit allows optomechanical engineers to integrate mechanical analysis with optical analysis.</a:t>
            </a:r>
          </a:p>
          <a:p>
            <a:pPr marL="0" indent="0" algn="just">
              <a:buNone/>
            </a:pPr>
            <a:endParaRPr lang="en-US" sz="2000" dirty="0"/>
          </a:p>
          <a:p>
            <a:pPr algn="just">
              <a:buFont typeface="Wingdings" panose="05000000000000000000" pitchFamily="2" charset="2"/>
              <a:buChar char="Ø"/>
            </a:pPr>
            <a:r>
              <a:rPr lang="en-US" sz="2000" dirty="0"/>
              <a:t>It has a command line interface to run in batch mode</a:t>
            </a:r>
          </a:p>
          <a:p>
            <a:pPr algn="just">
              <a:buFont typeface="Wingdings" panose="05000000000000000000" pitchFamily="2" charset="2"/>
              <a:buChar char="Ø"/>
            </a:pPr>
            <a:endParaRPr lang="en-US" sz="2000" dirty="0"/>
          </a:p>
          <a:p>
            <a:pPr algn="just">
              <a:buFont typeface="Wingdings" panose="05000000000000000000" pitchFamily="2" charset="2"/>
              <a:buChar char="Ø"/>
            </a:pPr>
            <a:r>
              <a:rPr lang="en-US" sz="2000" dirty="0"/>
              <a:t>Code V optical design software is used to model, analyze, and provide fabrication support for the development of optical systems.</a:t>
            </a:r>
          </a:p>
          <a:p>
            <a:pPr algn="just">
              <a:buFont typeface="Wingdings" panose="05000000000000000000" pitchFamily="2" charset="2"/>
              <a:buChar char="Ø"/>
            </a:pPr>
            <a:endParaRPr lang="en-US" sz="2000" dirty="0"/>
          </a:p>
          <a:p>
            <a:pPr algn="just">
              <a:buFont typeface="Wingdings" panose="05000000000000000000" pitchFamily="2" charset="2"/>
              <a:buChar char="Ø"/>
            </a:pPr>
            <a:r>
              <a:rPr lang="en-US" sz="2000" dirty="0"/>
              <a:t>Code V can be run in both graphical command line interface</a:t>
            </a:r>
          </a:p>
          <a:p>
            <a:pPr marL="400050">
              <a:buFont typeface="Wingdings" panose="05000000000000000000" pitchFamily="2" charset="2"/>
              <a:buChar char="§"/>
            </a:pPr>
            <a:endParaRPr lang="en-US" sz="1600" dirty="0"/>
          </a:p>
        </p:txBody>
      </p:sp>
    </p:spTree>
    <p:extLst>
      <p:ext uri="{BB962C8B-B14F-4D97-AF65-F5344CB8AC3E}">
        <p14:creationId xmlns:p14="http://schemas.microsoft.com/office/powerpoint/2010/main" val="44596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Pipeline Execution</a:t>
            </a:r>
          </a:p>
        </p:txBody>
      </p:sp>
      <p:sp>
        <p:nvSpPr>
          <p:cNvPr id="5" name="TextBox 4"/>
          <p:cNvSpPr txBox="1"/>
          <p:nvPr/>
        </p:nvSpPr>
        <p:spPr>
          <a:xfrm>
            <a:off x="757401" y="760376"/>
            <a:ext cx="7966061" cy="5965736"/>
          </a:xfrm>
          <a:prstGeom prst="rect">
            <a:avLst/>
          </a:prstGeom>
          <a:noFill/>
        </p:spPr>
        <p:txBody>
          <a:bodyPr wrap="square" lIns="0" rIns="0" rtlCol="0">
            <a:spAutoFit/>
          </a:bodyPr>
          <a:lstStyle/>
          <a:p>
            <a:pPr marL="342900" indent="-342900">
              <a:spcAft>
                <a:spcPts val="1000"/>
              </a:spcAft>
              <a:buFont typeface="Arial" panose="020B0604020202020204" pitchFamily="34" charset="0"/>
              <a:buChar char="•"/>
            </a:pPr>
            <a:r>
              <a:rPr lang="en-US" dirty="0"/>
              <a:t>Pipeline is executed from command line as a python script</a:t>
            </a:r>
          </a:p>
          <a:p>
            <a:r>
              <a:rPr lang="en-US" b="1" dirty="0"/>
              <a:t>                &gt;  python impipeline.py RunCodeV --obsdate YYYYMMDD </a:t>
            </a:r>
          </a:p>
          <a:p>
            <a:r>
              <a:rPr lang="en-US" b="1" dirty="0"/>
              <a:t>                    --ref-ra XXX.XXX --ref-dec XX.XXX  --target-ra XXX.XXX </a:t>
            </a:r>
          </a:p>
          <a:p>
            <a:r>
              <a:rPr lang="en-US" b="1" dirty="0"/>
              <a:t>                    --target-dec XX.XXX --initial-ra XXX.XXX --initial-dec XX.XXX</a:t>
            </a:r>
          </a:p>
          <a:p>
            <a:r>
              <a:rPr lang="en-US" b="1" dirty="0"/>
              <a:t>                    --outpath XXXXXXXXX </a:t>
            </a:r>
          </a:p>
          <a:p>
            <a:endParaRPr lang="en-US" dirty="0"/>
          </a:p>
          <a:p>
            <a:pPr marL="342900" indent="-342900">
              <a:spcAft>
                <a:spcPts val="1000"/>
              </a:spcAft>
              <a:buFont typeface="Arial" panose="020B0604020202020204" pitchFamily="34" charset="0"/>
              <a:buChar char="•"/>
            </a:pPr>
            <a:r>
              <a:rPr lang="en-US" dirty="0"/>
              <a:t>Command line input parameters:</a:t>
            </a:r>
          </a:p>
          <a:p>
            <a:pPr marL="800100" lvl="1" indent="-342900">
              <a:spcAft>
                <a:spcPts val="1000"/>
              </a:spcAft>
              <a:buFont typeface="Arial" panose="020B0604020202020204" pitchFamily="34" charset="0"/>
              <a:buChar char="•"/>
            </a:pPr>
            <a:r>
              <a:rPr lang="en-US" dirty="0"/>
              <a:t>Mandatory</a:t>
            </a:r>
          </a:p>
          <a:p>
            <a:pPr marL="1714500" lvl="3" indent="-342900">
              <a:spcAft>
                <a:spcPts val="1000"/>
              </a:spcAft>
              <a:buFont typeface="Arial" panose="020B0604020202020204" pitchFamily="34" charset="0"/>
              <a:buChar char="•"/>
            </a:pPr>
            <a:r>
              <a:rPr lang="en-US" sz="1600" dirty="0"/>
              <a:t>--obsdate : observing date in YYYYMMDD format</a:t>
            </a:r>
          </a:p>
          <a:p>
            <a:pPr marL="1714500" lvl="3" indent="-342900">
              <a:spcAft>
                <a:spcPts val="1000"/>
              </a:spcAft>
              <a:buFont typeface="Arial" panose="020B0604020202020204" pitchFamily="34" charset="0"/>
              <a:buChar char="•"/>
            </a:pPr>
            <a:r>
              <a:rPr lang="en-US" sz="1600" dirty="0"/>
              <a:t>--ref-ra : RA of the reference star</a:t>
            </a:r>
          </a:p>
          <a:p>
            <a:pPr marL="1714500" lvl="3" indent="-342900">
              <a:spcAft>
                <a:spcPts val="1000"/>
              </a:spcAft>
              <a:buFont typeface="Arial" panose="020B0604020202020204" pitchFamily="34" charset="0"/>
              <a:buChar char="•"/>
            </a:pPr>
            <a:r>
              <a:rPr lang="en-US" sz="1600" dirty="0"/>
              <a:t>--ref-dec : DEC of the reference star</a:t>
            </a:r>
          </a:p>
          <a:p>
            <a:pPr marL="1714500" lvl="3" indent="-342900">
              <a:spcAft>
                <a:spcPts val="1000"/>
              </a:spcAft>
              <a:buFont typeface="Arial" panose="020B0604020202020204" pitchFamily="34" charset="0"/>
              <a:buChar char="•"/>
            </a:pPr>
            <a:r>
              <a:rPr lang="en-US" sz="1600" dirty="0"/>
              <a:t>--target-ra : RA of the target</a:t>
            </a:r>
          </a:p>
          <a:p>
            <a:pPr marL="1714500" lvl="3" indent="-342900">
              <a:spcAft>
                <a:spcPts val="1000"/>
              </a:spcAft>
              <a:buFont typeface="Arial" panose="020B0604020202020204" pitchFamily="34" charset="0"/>
              <a:buChar char="•"/>
            </a:pPr>
            <a:r>
              <a:rPr lang="en-US" sz="1600" dirty="0"/>
              <a:t>--target-dec : DEC of the target</a:t>
            </a:r>
          </a:p>
          <a:p>
            <a:pPr marL="800100" lvl="1" indent="-342900">
              <a:spcAft>
                <a:spcPts val="1000"/>
              </a:spcAft>
              <a:buFont typeface="Arial" panose="020B0604020202020204" pitchFamily="34" charset="0"/>
              <a:buChar char="•"/>
            </a:pPr>
            <a:r>
              <a:rPr lang="en-US" dirty="0"/>
              <a:t>Optional</a:t>
            </a:r>
          </a:p>
          <a:p>
            <a:pPr marL="1714500" lvl="3" indent="-342900">
              <a:spcAft>
                <a:spcPts val="1000"/>
              </a:spcAft>
              <a:buFont typeface="Arial" panose="020B0604020202020204" pitchFamily="34" charset="0"/>
              <a:buChar char="•"/>
            </a:pPr>
            <a:r>
              <a:rPr lang="en-US" sz="1600" dirty="0"/>
              <a:t>--initial-ra : RA of initial pointing</a:t>
            </a:r>
          </a:p>
          <a:p>
            <a:pPr marL="1714500" lvl="3" indent="-342900">
              <a:spcAft>
                <a:spcPts val="1000"/>
              </a:spcAft>
              <a:buFont typeface="Arial" panose="020B0604020202020204" pitchFamily="34" charset="0"/>
              <a:buChar char="•"/>
            </a:pPr>
            <a:r>
              <a:rPr lang="en-US" sz="1600" dirty="0"/>
              <a:t>--initial-dec : DEC of initial pointing</a:t>
            </a:r>
          </a:p>
          <a:p>
            <a:pPr marL="1714500" lvl="3" indent="-342900">
              <a:spcAft>
                <a:spcPts val="1000"/>
              </a:spcAft>
              <a:buFont typeface="Arial" panose="020B0604020202020204" pitchFamily="34" charset="0"/>
              <a:buChar char="•"/>
            </a:pPr>
            <a:r>
              <a:rPr lang="en-US" sz="1600" dirty="0"/>
              <a:t>--outpath : Output directory where outputs are written to</a:t>
            </a:r>
          </a:p>
        </p:txBody>
      </p:sp>
    </p:spTree>
    <p:extLst>
      <p:ext uri="{BB962C8B-B14F-4D97-AF65-F5344CB8AC3E}">
        <p14:creationId xmlns:p14="http://schemas.microsoft.com/office/powerpoint/2010/main" val="18037694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Pipeline Visualization</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9196" y="2659302"/>
            <a:ext cx="4008335" cy="3215288"/>
          </a:xfrm>
          <a:prstGeom prst="rect">
            <a:avLst/>
          </a:prstGeom>
        </p:spPr>
      </p:pic>
      <p:pic>
        <p:nvPicPr>
          <p:cNvPr id="13" name="Pictur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66311" y="2573036"/>
            <a:ext cx="4247894" cy="3137649"/>
          </a:xfrm>
          <a:prstGeom prst="rect">
            <a:avLst/>
          </a:prstGeom>
        </p:spPr>
      </p:pic>
      <p:sp>
        <p:nvSpPr>
          <p:cNvPr id="3" name="TextBox 2"/>
          <p:cNvSpPr txBox="1"/>
          <p:nvPr/>
        </p:nvSpPr>
        <p:spPr>
          <a:xfrm>
            <a:off x="617222" y="868968"/>
            <a:ext cx="8298177" cy="1508105"/>
          </a:xfrm>
          <a:prstGeom prst="rect">
            <a:avLst/>
          </a:prstGeom>
          <a:noFill/>
        </p:spPr>
        <p:txBody>
          <a:bodyPr wrap="square" lIns="0" rIns="0" rtlCol="0">
            <a:spAutoFit/>
          </a:bodyPr>
          <a:lstStyle/>
          <a:p>
            <a:pPr marL="171450" indent="-171450">
              <a:buFont typeface="Arial" panose="020B0604020202020204" pitchFamily="34" charset="0"/>
              <a:buChar char="•"/>
            </a:pPr>
            <a:r>
              <a:rPr lang="en-US" dirty="0"/>
              <a:t>Pipeline execution status can be checked using Luigi’s web interface. Luigi runs a web server (Tornado) in the backend and displays task status in the web interface.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Web interface can be accessed by going to following URL in web browser:</a:t>
            </a:r>
          </a:p>
          <a:p>
            <a:r>
              <a:rPr lang="en-US" dirty="0"/>
              <a:t>	       </a:t>
            </a:r>
            <a:r>
              <a:rPr lang="en-US" sz="2000" b="1" dirty="0"/>
              <a:t>http://localhost:8082/static/visualiser/index.html</a:t>
            </a:r>
          </a:p>
        </p:txBody>
      </p:sp>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25005" y="3885239"/>
            <a:ext cx="6470420" cy="2871467"/>
          </a:xfrm>
          <a:prstGeom prst="rect">
            <a:avLst/>
          </a:prstGeom>
        </p:spPr>
      </p:pic>
    </p:spTree>
    <p:extLst>
      <p:ext uri="{BB962C8B-B14F-4D97-AF65-F5344CB8AC3E}">
        <p14:creationId xmlns:p14="http://schemas.microsoft.com/office/powerpoint/2010/main" val="6792108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Pipeline Output &amp; Diagnostics</a:t>
            </a:r>
          </a:p>
        </p:txBody>
      </p:sp>
      <p:sp>
        <p:nvSpPr>
          <p:cNvPr id="3" name="TextBox 2"/>
          <p:cNvSpPr txBox="1"/>
          <p:nvPr/>
        </p:nvSpPr>
        <p:spPr>
          <a:xfrm>
            <a:off x="617222" y="1214107"/>
            <a:ext cx="8233480" cy="5016758"/>
          </a:xfrm>
          <a:prstGeom prst="rect">
            <a:avLst/>
          </a:prstGeom>
          <a:noFill/>
        </p:spPr>
        <p:txBody>
          <a:bodyPr wrap="square" lIns="0" rIns="0" rtlCol="0">
            <a:spAutoFit/>
          </a:bodyPr>
          <a:lstStyle/>
          <a:p>
            <a:pPr marL="342900" indent="-342900">
              <a:buFont typeface="Wingdings" panose="05000000000000000000" pitchFamily="2" charset="2"/>
              <a:buChar char="Ø"/>
            </a:pPr>
            <a:r>
              <a:rPr lang="en-US" sz="2000" dirty="0"/>
              <a:t>If user does not define an output directory, current timestamp is used as directory name</a:t>
            </a:r>
          </a:p>
          <a:p>
            <a:pPr marL="342900" indent="-342900">
              <a:buFont typeface="Wingdings" panose="05000000000000000000" pitchFamily="2" charset="2"/>
              <a:buChar char="Ø"/>
            </a:pPr>
            <a:endParaRPr lang="en-US" sz="2000" dirty="0"/>
          </a:p>
          <a:p>
            <a:pPr marL="342900" indent="-342900">
              <a:buFont typeface="Wingdings" panose="05000000000000000000" pitchFamily="2" charset="2"/>
              <a:buChar char="Ø"/>
            </a:pPr>
            <a:r>
              <a:rPr lang="en-US" sz="2000" dirty="0"/>
              <a:t>Although we are interested in wavefront errors, output files from Thermal Desktop, and NASTRAN are also saved for diagnostic purposes </a:t>
            </a:r>
          </a:p>
          <a:p>
            <a:endParaRPr lang="en-US" sz="2000" b="1" dirty="0"/>
          </a:p>
          <a:p>
            <a:pPr marL="342900" indent="-342900">
              <a:buFont typeface="Wingdings" panose="05000000000000000000" pitchFamily="2" charset="2"/>
              <a:buChar char="Ø"/>
            </a:pPr>
            <a:r>
              <a:rPr lang="en-US" sz="2000" dirty="0"/>
              <a:t>A consolidated log file (impipeline.log) is generated for each run. It includes messages from all the tasks, along with timestamps. It can be used to track down errors</a:t>
            </a:r>
          </a:p>
          <a:p>
            <a:pPr marL="171450" indent="-171450">
              <a:buFont typeface="Arial" panose="020B0604020202020204" pitchFamily="34" charset="0"/>
              <a:buChar char="•"/>
            </a:pPr>
            <a:endParaRPr lang="en-US" sz="2000" dirty="0"/>
          </a:p>
          <a:p>
            <a:pPr marL="342900" indent="-342900" algn="just">
              <a:buFont typeface="Wingdings" panose="05000000000000000000" pitchFamily="2" charset="2"/>
              <a:buChar char="Ø"/>
            </a:pPr>
            <a:r>
              <a:rPr lang="en-US" sz="2000" dirty="0"/>
              <a:t>Creation of dummy file for each task signifies completion of that task to Luigi. So, the next time if you try to run the pipeline in the same directory where the pipeline ran successfully previously, Luigi will skip the execution</a:t>
            </a:r>
          </a:p>
          <a:p>
            <a:pPr marL="342900" indent="-342900" algn="just">
              <a:buFont typeface="Wingdings" panose="05000000000000000000" pitchFamily="2" charset="2"/>
              <a:buChar char="Ø"/>
            </a:pPr>
            <a:endParaRPr lang="en-US" sz="2000" dirty="0"/>
          </a:p>
          <a:p>
            <a:pPr marL="342900" indent="-342900" algn="just">
              <a:buFont typeface="Wingdings" panose="05000000000000000000" pitchFamily="2" charset="2"/>
              <a:buChar char="Ø"/>
            </a:pPr>
            <a:r>
              <a:rPr lang="en-US" sz="2000" dirty="0"/>
              <a:t>Using Luigi check pointing, it is easy to re-run the pipeline from any intermediate task</a:t>
            </a:r>
          </a:p>
        </p:txBody>
      </p:sp>
    </p:spTree>
    <p:extLst>
      <p:ext uri="{BB962C8B-B14F-4D97-AF65-F5344CB8AC3E}">
        <p14:creationId xmlns:p14="http://schemas.microsoft.com/office/powerpoint/2010/main" val="2536878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Customizing Pipeline</a:t>
            </a:r>
          </a:p>
        </p:txBody>
      </p:sp>
      <p:sp>
        <p:nvSpPr>
          <p:cNvPr id="3" name="Content Placeholder 2"/>
          <p:cNvSpPr>
            <a:spLocks noGrp="1"/>
          </p:cNvSpPr>
          <p:nvPr>
            <p:ph idx="1"/>
          </p:nvPr>
        </p:nvSpPr>
        <p:spPr>
          <a:xfrm>
            <a:off x="690113" y="1003539"/>
            <a:ext cx="8160589" cy="5466272"/>
          </a:xfrm>
        </p:spPr>
        <p:txBody>
          <a:bodyPr/>
          <a:lstStyle/>
          <a:p>
            <a:pPr>
              <a:buFont typeface="Wingdings" panose="05000000000000000000" pitchFamily="2" charset="2"/>
              <a:buChar char="Ø"/>
            </a:pPr>
            <a:r>
              <a:rPr lang="en-US" sz="2200" dirty="0"/>
              <a:t>IMPipeline can be easily customized using configuration files</a:t>
            </a:r>
          </a:p>
          <a:p>
            <a:pPr marL="0" indent="0">
              <a:buNone/>
            </a:pPr>
            <a:endParaRPr lang="en-US" sz="2200" dirty="0"/>
          </a:p>
          <a:p>
            <a:pPr>
              <a:buFont typeface="Wingdings" panose="05000000000000000000" pitchFamily="2" charset="2"/>
              <a:buChar char="Ø"/>
            </a:pPr>
            <a:r>
              <a:rPr lang="en-US" sz="2200" dirty="0"/>
              <a:t>Three configuration files –</a:t>
            </a:r>
          </a:p>
          <a:p>
            <a:pPr lvl="1"/>
            <a:r>
              <a:rPr lang="en-US" sz="2200" dirty="0"/>
              <a:t>impipeline.cfg : configure various tasks in the pipeline</a:t>
            </a:r>
          </a:p>
          <a:p>
            <a:pPr lvl="1"/>
            <a:r>
              <a:rPr lang="en-US" sz="2200" dirty="0"/>
              <a:t>luigi.cfg : configure Luigi framework itself</a:t>
            </a:r>
          </a:p>
          <a:p>
            <a:pPr lvl="1"/>
            <a:r>
              <a:rPr lang="en-US" sz="2200" dirty="0"/>
              <a:t>logger.cfg : configure logging capability of the pipeline</a:t>
            </a:r>
          </a:p>
          <a:p>
            <a:pPr marL="457200" lvl="1" indent="0">
              <a:buNone/>
            </a:pPr>
            <a:endParaRPr lang="en-US" sz="2200" dirty="0"/>
          </a:p>
          <a:p>
            <a:pPr>
              <a:buFont typeface="Wingdings" panose="05000000000000000000" pitchFamily="2" charset="2"/>
              <a:buChar char="Ø"/>
            </a:pPr>
            <a:r>
              <a:rPr lang="en-US" sz="2200" dirty="0"/>
              <a:t>Email notification. Sends out an automated email notification if the pipeline fails with an error. </a:t>
            </a:r>
          </a:p>
          <a:p>
            <a:pPr>
              <a:buFont typeface="Wingdings" panose="05000000000000000000" pitchFamily="2" charset="2"/>
              <a:buChar char="Ø"/>
            </a:pPr>
            <a:endParaRPr lang="en-US" sz="2200" dirty="0"/>
          </a:p>
          <a:p>
            <a:pPr algn="just">
              <a:buFont typeface="Wingdings" panose="05000000000000000000" pitchFamily="2" charset="2"/>
              <a:buChar char="Ø"/>
            </a:pPr>
            <a:r>
              <a:rPr lang="en-US" sz="2200" dirty="0"/>
              <a:t>User level customization. Pipeline is developed to be run by multiple people involved in the project. The configuration files allows users to customize the pipeline run based on their individual requirements.</a:t>
            </a:r>
          </a:p>
        </p:txBody>
      </p:sp>
    </p:spTree>
    <p:extLst>
      <p:ext uri="{BB962C8B-B14F-4D97-AF65-F5344CB8AC3E}">
        <p14:creationId xmlns:p14="http://schemas.microsoft.com/office/powerpoint/2010/main" val="2188196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100" y="182732"/>
            <a:ext cx="8298178" cy="533400"/>
          </a:xfrm>
        </p:spPr>
        <p:txBody>
          <a:bodyPr/>
          <a:lstStyle/>
          <a:p>
            <a:r>
              <a:rPr lang="en-US" dirty="0"/>
              <a:t>Verification and Validation of STOP Model</a:t>
            </a:r>
          </a:p>
        </p:txBody>
      </p:sp>
      <p:sp>
        <p:nvSpPr>
          <p:cNvPr id="3" name="Content Placeholder 2"/>
          <p:cNvSpPr>
            <a:spLocks noGrp="1"/>
          </p:cNvSpPr>
          <p:nvPr>
            <p:ph idx="1"/>
          </p:nvPr>
        </p:nvSpPr>
        <p:spPr>
          <a:xfrm>
            <a:off x="586881" y="900023"/>
            <a:ext cx="8410616" cy="5673306"/>
          </a:xfrm>
        </p:spPr>
        <p:txBody>
          <a:bodyPr/>
          <a:lstStyle/>
          <a:p>
            <a:pPr marL="0" indent="0" algn="just">
              <a:buNone/>
            </a:pPr>
            <a:r>
              <a:rPr lang="en-US" sz="1800" dirty="0"/>
              <a:t>The recent study “Thermal system verification and model validation for NASA's cyro-genic passively cooled James Webb Space Telescope,“ by P. Cleveland and K. Parrish, 05ICES-236, SAE Aerospace, 2005 suggest the following three aspects be key ingredients in a thermal verification and model validation plan:</a:t>
            </a:r>
          </a:p>
          <a:p>
            <a:pPr marL="457200" indent="-457200">
              <a:buAutoNum type="arabicPeriod"/>
            </a:pPr>
            <a:r>
              <a:rPr lang="en-US" sz="1800" dirty="0"/>
              <a:t>Margin requirements and tracking</a:t>
            </a:r>
          </a:p>
          <a:p>
            <a:pPr marL="457200" indent="-457200">
              <a:buAutoNum type="arabicPeriod"/>
            </a:pPr>
            <a:r>
              <a:rPr lang="en-US" sz="1800" dirty="0"/>
              <a:t>Independent thermal modeling </a:t>
            </a:r>
          </a:p>
          <a:p>
            <a:pPr marL="457200" indent="-457200">
              <a:buFont typeface="Arial" charset="0"/>
              <a:buAutoNum type="arabicPeriod"/>
            </a:pPr>
            <a:r>
              <a:rPr lang="en-US" sz="1800" dirty="0"/>
              <a:t>Comprehensive thermal test program</a:t>
            </a:r>
          </a:p>
          <a:p>
            <a:pPr marL="0" indent="0">
              <a:buNone/>
            </a:pPr>
            <a:endParaRPr lang="en-US" sz="1400" dirty="0"/>
          </a:p>
          <a:p>
            <a:pPr marL="0" indent="0" algn="just">
              <a:buNone/>
            </a:pPr>
            <a:r>
              <a:rPr lang="en-US" sz="1800" dirty="0"/>
              <a:t>To date, the following are how the above have and continued to be addressed in the V&amp;V effort of the IMPipeline:</a:t>
            </a:r>
          </a:p>
          <a:p>
            <a:pPr marL="457200" indent="-457200" algn="just">
              <a:buAutoNum type="arabicPeriod"/>
            </a:pPr>
            <a:r>
              <a:rPr lang="en-US" sz="1800" dirty="0"/>
              <a:t>Flow down of top level requirements to the Coronagraph (CGI) modeling team from the WFIRST Observatory / TELESCOPE is communicated weekly via Integrated Modeling meetings to coordinate the workflow and design amongst JPL and GSFC  engineering teams</a:t>
            </a:r>
          </a:p>
          <a:p>
            <a:pPr marL="457200" indent="-457200" algn="just">
              <a:buAutoNum type="arabicPeriod"/>
            </a:pPr>
            <a:r>
              <a:rPr lang="en-US" sz="1800" dirty="0"/>
              <a:t>JPL has developed its own internal model of the WFIRST Observatory / TELESCOPE /Collimator/ Coronagraph (CGI) independent of that created by GFSC</a:t>
            </a:r>
          </a:p>
          <a:p>
            <a:pPr marL="457200" indent="-457200" algn="just">
              <a:buFont typeface="Arial" charset="0"/>
              <a:buAutoNum type="arabicPeriod"/>
            </a:pPr>
            <a:r>
              <a:rPr lang="en-US" sz="1800" dirty="0"/>
              <a:t>TVAC (</a:t>
            </a:r>
            <a:r>
              <a:rPr lang="en-US" sz="1800"/>
              <a:t>thermal vacuum) </a:t>
            </a:r>
            <a:r>
              <a:rPr lang="en-US" sz="1800" dirty="0"/>
              <a:t>of the WFIRST TELESECOPE and sub-components such as CGI and Collimator are future work</a:t>
            </a:r>
          </a:p>
        </p:txBody>
      </p:sp>
    </p:spTree>
    <p:extLst>
      <p:ext uri="{BB962C8B-B14F-4D97-AF65-F5344CB8AC3E}">
        <p14:creationId xmlns:p14="http://schemas.microsoft.com/office/powerpoint/2010/main" val="3405976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8172" y="156853"/>
            <a:ext cx="8298178" cy="533400"/>
          </a:xfrm>
        </p:spPr>
        <p:txBody>
          <a:bodyPr/>
          <a:lstStyle/>
          <a:p>
            <a:r>
              <a:rPr lang="en-US" dirty="0"/>
              <a:t>Verification and Validation of Models</a:t>
            </a:r>
          </a:p>
        </p:txBody>
      </p:sp>
      <p:sp>
        <p:nvSpPr>
          <p:cNvPr id="3" name="Content Placeholder 2"/>
          <p:cNvSpPr>
            <a:spLocks noGrp="1"/>
          </p:cNvSpPr>
          <p:nvPr>
            <p:ph idx="1"/>
          </p:nvPr>
        </p:nvSpPr>
        <p:spPr>
          <a:xfrm>
            <a:off x="688172" y="900022"/>
            <a:ext cx="8208033" cy="5785449"/>
          </a:xfrm>
        </p:spPr>
        <p:txBody>
          <a:bodyPr/>
          <a:lstStyle/>
          <a:p>
            <a:pPr algn="just">
              <a:buFont typeface="Wingdings" panose="05000000000000000000" pitchFamily="2" charset="2"/>
              <a:buChar char="Ø"/>
            </a:pPr>
            <a:r>
              <a:rPr lang="en-US" sz="1400" dirty="0"/>
              <a:t>Per "Verification and validation of simulation models," by J. Kleijnen, European Journal of Operational Research, Vol. 82, pp. 145-162, 1995</a:t>
            </a:r>
          </a:p>
          <a:p>
            <a:pPr marL="0" indent="0" algn="just">
              <a:buNone/>
            </a:pPr>
            <a:endParaRPr lang="en-US" sz="1400" dirty="0"/>
          </a:p>
          <a:p>
            <a:pPr algn="just">
              <a:buFont typeface="Wingdings" panose="05000000000000000000" pitchFamily="2" charset="2"/>
              <a:buChar char="Ø"/>
            </a:pPr>
            <a:r>
              <a:rPr lang="en-US" sz="1400" dirty="0"/>
              <a:t>The verification and validation of simulation models such as those used within the IMPipeline discussed herein involves the following activities:</a:t>
            </a:r>
          </a:p>
          <a:p>
            <a:pPr lvl="1" algn="just">
              <a:buFont typeface="Arial" panose="020B0604020202020204" pitchFamily="34" charset="0"/>
              <a:buChar char="•"/>
            </a:pPr>
            <a:r>
              <a:rPr lang="en-US" sz="1400" dirty="0"/>
              <a:t>Verification</a:t>
            </a:r>
          </a:p>
          <a:p>
            <a:pPr lvl="2" algn="just">
              <a:buFontTx/>
              <a:buChar char="-"/>
            </a:pPr>
            <a:r>
              <a:rPr lang="en-US" sz="1400" b="1" dirty="0"/>
              <a:t>“Includes good programming practice (such as modular programming)”  </a:t>
            </a:r>
            <a:r>
              <a:rPr lang="en-US" sz="1400" dirty="0"/>
              <a:t>such as that detailed in the Python script for the IMPipeline</a:t>
            </a:r>
          </a:p>
          <a:p>
            <a:pPr marL="914400" lvl="2" indent="0" algn="just">
              <a:buNone/>
            </a:pPr>
            <a:endParaRPr lang="en-US" sz="1400" dirty="0"/>
          </a:p>
          <a:p>
            <a:pPr lvl="2" algn="just">
              <a:buFontTx/>
              <a:buChar char="-"/>
            </a:pPr>
            <a:r>
              <a:rPr lang="en-US" sz="1400" b="1" dirty="0"/>
              <a:t>“Checking intermediate simulation outputs</a:t>
            </a:r>
            <a:r>
              <a:rPr lang="en-US" sz="1400" dirty="0"/>
              <a:t>” this has been and continues to be the standard daily work flow practice when dealing with the results of the IMPipeline</a:t>
            </a:r>
          </a:p>
          <a:p>
            <a:pPr marL="914400" lvl="2" indent="0" algn="just">
              <a:buNone/>
            </a:pPr>
            <a:endParaRPr lang="en-US" sz="1400" dirty="0"/>
          </a:p>
          <a:p>
            <a:pPr marL="800100" lvl="1" algn="just">
              <a:buFont typeface="Arial" panose="020B0604020202020204" pitchFamily="34" charset="0"/>
              <a:buChar char="•"/>
            </a:pPr>
            <a:r>
              <a:rPr lang="en-US" sz="1400" dirty="0"/>
              <a:t>Validation</a:t>
            </a:r>
          </a:p>
          <a:p>
            <a:pPr marL="1200150" lvl="2" algn="just">
              <a:buFontTx/>
              <a:buChar char="-"/>
            </a:pPr>
            <a:r>
              <a:rPr lang="en-US" sz="1400" b="1" dirty="0"/>
              <a:t>“Comparing simulated and real data through simple tests such as graphical tests” </a:t>
            </a:r>
            <a:r>
              <a:rPr lang="en-US" sz="1400" dirty="0"/>
              <a:t>this is documented in the daily workflow of the IMPipeline activities by formulating and construction various in-situ, turn-key “Operational Scenario” which involve a series of yaw, pitch, roll and pointing maneuvers of the TELESCOPE / OBSERVATORY simulation model framework , data from each OS is viewed and post-processes via graphical results</a:t>
            </a:r>
            <a:endParaRPr lang="en-US" sz="1400" b="1" dirty="0"/>
          </a:p>
          <a:p>
            <a:pPr marL="1200150" lvl="2" algn="just">
              <a:buFontTx/>
              <a:buChar char="-"/>
            </a:pPr>
            <a:endParaRPr lang="en-US" sz="1400" dirty="0"/>
          </a:p>
          <a:p>
            <a:pPr marL="1200150" lvl="2" algn="just">
              <a:buFontTx/>
              <a:buChar char="-"/>
            </a:pPr>
            <a:r>
              <a:rPr lang="en-US" sz="1400" b="1" dirty="0"/>
              <a:t>“Obtaining real world data” </a:t>
            </a:r>
            <a:r>
              <a:rPr lang="en-US" sz="1400" dirty="0"/>
              <a:t>(this will be future work)</a:t>
            </a:r>
            <a:endParaRPr lang="en-US" sz="1400" b="1" dirty="0"/>
          </a:p>
          <a:p>
            <a:pPr marL="1200150" lvl="2" algn="just">
              <a:buFontTx/>
              <a:buChar char="-"/>
            </a:pPr>
            <a:endParaRPr lang="en-US" sz="1400" dirty="0"/>
          </a:p>
          <a:p>
            <a:pPr marL="1200150" lvl="2" algn="just">
              <a:buFontTx/>
              <a:buChar char="-"/>
            </a:pPr>
            <a:r>
              <a:rPr lang="en-US" sz="1400" b="1" dirty="0"/>
              <a:t>“Perform sensitivity analysis based on Monte Carlo sampling” </a:t>
            </a:r>
            <a:r>
              <a:rPr lang="en-US" sz="1400" dirty="0"/>
              <a:t>an example of this is shown on the next chart, whereby the number of Monte Carlo rays is varied to ascertain the impact on the RADK (Radiation Conductors) and model simulation run time</a:t>
            </a:r>
          </a:p>
        </p:txBody>
      </p:sp>
    </p:spTree>
    <p:extLst>
      <p:ext uri="{BB962C8B-B14F-4D97-AF65-F5344CB8AC3E}">
        <p14:creationId xmlns:p14="http://schemas.microsoft.com/office/powerpoint/2010/main" val="38105565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Preliminary Results - I</a:t>
            </a:r>
          </a:p>
        </p:txBody>
      </p:sp>
      <p:sp>
        <p:nvSpPr>
          <p:cNvPr id="3" name="Content Placeholder 2"/>
          <p:cNvSpPr>
            <a:spLocks noGrp="1"/>
          </p:cNvSpPr>
          <p:nvPr>
            <p:ph idx="1"/>
          </p:nvPr>
        </p:nvSpPr>
        <p:spPr>
          <a:xfrm>
            <a:off x="731862" y="718867"/>
            <a:ext cx="7810786" cy="350808"/>
          </a:xfrm>
        </p:spPr>
        <p:txBody>
          <a:bodyPr/>
          <a:lstStyle/>
          <a:p>
            <a:pPr marL="0" indent="0">
              <a:buNone/>
            </a:pPr>
            <a:r>
              <a:rPr lang="en-US" sz="1800" dirty="0"/>
              <a:t>Exercise pipeline to investigate thermal stability of the instrument</a:t>
            </a:r>
          </a:p>
        </p:txBody>
      </p:sp>
      <p:graphicFrame>
        <p:nvGraphicFramePr>
          <p:cNvPr id="6" name="Chart 5"/>
          <p:cNvGraphicFramePr>
            <a:graphicFrameLocks noGrp="1"/>
          </p:cNvGraphicFramePr>
          <p:nvPr>
            <p:extLst>
              <p:ext uri="{D42A27DB-BD31-4B8C-83A1-F6EECF244321}">
                <p14:modId xmlns:p14="http://schemas.microsoft.com/office/powerpoint/2010/main" val="97314623"/>
              </p:ext>
            </p:extLst>
          </p:nvPr>
        </p:nvGraphicFramePr>
        <p:xfrm>
          <a:off x="731862" y="1160251"/>
          <a:ext cx="8052659" cy="247146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p:cNvGraphicFramePr>
            <a:graphicFrameLocks noGrp="1"/>
          </p:cNvGraphicFramePr>
          <p:nvPr>
            <p:extLst>
              <p:ext uri="{D42A27DB-BD31-4B8C-83A1-F6EECF244321}">
                <p14:modId xmlns:p14="http://schemas.microsoft.com/office/powerpoint/2010/main" val="3948960782"/>
              </p:ext>
            </p:extLst>
          </p:nvPr>
        </p:nvGraphicFramePr>
        <p:xfrm>
          <a:off x="766982" y="3631718"/>
          <a:ext cx="7919818" cy="316589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087176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Preliminary Results - II</a:t>
            </a:r>
          </a:p>
        </p:txBody>
      </p:sp>
      <p:graphicFrame>
        <p:nvGraphicFramePr>
          <p:cNvPr id="6" name="Chart 5"/>
          <p:cNvGraphicFramePr>
            <a:graphicFrameLocks noGrp="1"/>
          </p:cNvGraphicFramePr>
          <p:nvPr>
            <p:extLst>
              <p:ext uri="{D42A27DB-BD31-4B8C-83A1-F6EECF244321}">
                <p14:modId xmlns:p14="http://schemas.microsoft.com/office/powerpoint/2010/main" val="815108782"/>
              </p:ext>
            </p:extLst>
          </p:nvPr>
        </p:nvGraphicFramePr>
        <p:xfrm>
          <a:off x="826538" y="698501"/>
          <a:ext cx="7912019" cy="279519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p:cNvGraphicFramePr>
            <a:graphicFrameLocks noGrp="1"/>
          </p:cNvGraphicFramePr>
          <p:nvPr>
            <p:extLst>
              <p:ext uri="{D42A27DB-BD31-4B8C-83A1-F6EECF244321}">
                <p14:modId xmlns:p14="http://schemas.microsoft.com/office/powerpoint/2010/main" val="3590288425"/>
              </p:ext>
            </p:extLst>
          </p:nvPr>
        </p:nvGraphicFramePr>
        <p:xfrm>
          <a:off x="905774" y="3493698"/>
          <a:ext cx="7832783" cy="327827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2998472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Monte Carlo Ray Tracing Trade Study</a:t>
            </a:r>
          </a:p>
        </p:txBody>
      </p:sp>
      <p:graphicFrame>
        <p:nvGraphicFramePr>
          <p:cNvPr id="5" name="Chart 4"/>
          <p:cNvGraphicFramePr>
            <a:graphicFrameLocks/>
          </p:cNvGraphicFramePr>
          <p:nvPr>
            <p:extLst>
              <p:ext uri="{D42A27DB-BD31-4B8C-83A1-F6EECF244321}">
                <p14:modId xmlns:p14="http://schemas.microsoft.com/office/powerpoint/2010/main" val="2921097329"/>
              </p:ext>
            </p:extLst>
          </p:nvPr>
        </p:nvGraphicFramePr>
        <p:xfrm>
          <a:off x="906709" y="1544129"/>
          <a:ext cx="7719203" cy="5089584"/>
        </p:xfrm>
        <a:graphic>
          <a:graphicData uri="http://schemas.openxmlformats.org/drawingml/2006/chart">
            <c:chart xmlns:c="http://schemas.openxmlformats.org/drawingml/2006/chart" xmlns:r="http://schemas.openxmlformats.org/officeDocument/2006/relationships" r:id="rId3"/>
          </a:graphicData>
        </a:graphic>
      </p:graphicFrame>
      <p:sp>
        <p:nvSpPr>
          <p:cNvPr id="3" name="Rectangle 2"/>
          <p:cNvSpPr/>
          <p:nvPr/>
        </p:nvSpPr>
        <p:spPr>
          <a:xfrm>
            <a:off x="906708" y="742269"/>
            <a:ext cx="7719203" cy="646331"/>
          </a:xfrm>
          <a:prstGeom prst="rect">
            <a:avLst/>
          </a:prstGeom>
        </p:spPr>
        <p:txBody>
          <a:bodyPr wrap="square">
            <a:spAutoFit/>
          </a:bodyPr>
          <a:lstStyle/>
          <a:p>
            <a:r>
              <a:rPr lang="en-US" dirty="0"/>
              <a:t>A trade study was performed to determine the optimal # of rays per node versus error and the associated runtime</a:t>
            </a:r>
          </a:p>
        </p:txBody>
      </p:sp>
    </p:spTree>
    <p:extLst>
      <p:ext uri="{BB962C8B-B14F-4D97-AF65-F5344CB8AC3E}">
        <p14:creationId xmlns:p14="http://schemas.microsoft.com/office/powerpoint/2010/main" val="20516187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Future Work</a:t>
            </a:r>
          </a:p>
        </p:txBody>
      </p:sp>
      <p:sp>
        <p:nvSpPr>
          <p:cNvPr id="5" name="Content Placeholder 4"/>
          <p:cNvSpPr>
            <a:spLocks noGrp="1"/>
          </p:cNvSpPr>
          <p:nvPr>
            <p:ph idx="1"/>
          </p:nvPr>
        </p:nvSpPr>
        <p:spPr>
          <a:xfrm>
            <a:off x="617222" y="1201946"/>
            <a:ext cx="8224853" cy="3723737"/>
          </a:xfrm>
        </p:spPr>
        <p:txBody>
          <a:bodyPr/>
          <a:lstStyle/>
          <a:p>
            <a:pPr algn="just">
              <a:buFont typeface="Wingdings" panose="05000000000000000000" pitchFamily="2" charset="2"/>
              <a:buChar char="Ø"/>
            </a:pPr>
            <a:r>
              <a:rPr lang="en-US" dirty="0"/>
              <a:t>Create a library of wavefront errors for various “Operational Scenarios” </a:t>
            </a:r>
          </a:p>
          <a:p>
            <a:pPr algn="just">
              <a:buFont typeface="Wingdings" panose="05000000000000000000" pitchFamily="2" charset="2"/>
              <a:buChar char="Ø"/>
            </a:pPr>
            <a:endParaRPr lang="en-US" dirty="0"/>
          </a:p>
          <a:p>
            <a:pPr algn="just">
              <a:buFont typeface="Wingdings" panose="05000000000000000000" pitchFamily="2" charset="2"/>
              <a:buChar char="Ø"/>
            </a:pPr>
            <a:r>
              <a:rPr lang="en-US" dirty="0"/>
              <a:t>Validation of CGI performance using updated observatory STOP model</a:t>
            </a:r>
          </a:p>
          <a:p>
            <a:endParaRPr lang="en-US" dirty="0"/>
          </a:p>
          <a:p>
            <a:pPr algn="just">
              <a:buFont typeface="Wingdings" panose="05000000000000000000" pitchFamily="2" charset="2"/>
              <a:buChar char="Ø"/>
            </a:pPr>
            <a:r>
              <a:rPr lang="en-US" dirty="0"/>
              <a:t>Extend the IMPipeline beyond STOP analysis by Integrating the CGI wavefront propagation code in the pipeline to generate realistic speckle patterns.</a:t>
            </a:r>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a:buFont typeface="Wingdings" panose="05000000000000000000" pitchFamily="2" charset="2"/>
              <a:buChar char="Ø"/>
            </a:pPr>
            <a:endParaRPr lang="en-US" dirty="0"/>
          </a:p>
          <a:p>
            <a:endParaRPr lang="en-US" dirty="0"/>
          </a:p>
          <a:p>
            <a:endParaRPr lang="en-US" dirty="0"/>
          </a:p>
          <a:p>
            <a:endParaRPr lang="en-US" dirty="0"/>
          </a:p>
        </p:txBody>
      </p:sp>
    </p:spTree>
    <p:extLst>
      <p:ext uri="{BB962C8B-B14F-4D97-AF65-F5344CB8AC3E}">
        <p14:creationId xmlns:p14="http://schemas.microsoft.com/office/powerpoint/2010/main" val="38576568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p:cNvSpPr>
            <a:spLocks noGrp="1"/>
          </p:cNvSpPr>
          <p:nvPr>
            <p:ph idx="1"/>
          </p:nvPr>
        </p:nvSpPr>
        <p:spPr/>
        <p:txBody>
          <a:bodyPr/>
          <a:lstStyle/>
          <a:p>
            <a:pPr marL="0" indent="0" algn="ctr">
              <a:buNone/>
            </a:pPr>
            <a:endParaRPr lang="en-US" sz="4800" dirty="0"/>
          </a:p>
          <a:p>
            <a:pPr marL="0" indent="0" algn="ctr">
              <a:buNone/>
            </a:pPr>
            <a:endParaRPr lang="en-US" sz="4800" dirty="0"/>
          </a:p>
          <a:p>
            <a:pPr marL="0" indent="0" algn="ctr">
              <a:buNone/>
            </a:pPr>
            <a:endParaRPr lang="en-US" sz="4800" dirty="0"/>
          </a:p>
          <a:p>
            <a:pPr marL="0" indent="0" algn="ctr">
              <a:spcBef>
                <a:spcPts val="0"/>
              </a:spcBef>
              <a:buNone/>
            </a:pPr>
            <a:r>
              <a:rPr lang="en-US" sz="4800" dirty="0"/>
              <a:t>Thank You!</a:t>
            </a:r>
          </a:p>
        </p:txBody>
      </p:sp>
    </p:spTree>
    <p:extLst>
      <p:ext uri="{BB962C8B-B14F-4D97-AF65-F5344CB8AC3E}">
        <p14:creationId xmlns:p14="http://schemas.microsoft.com/office/powerpoint/2010/main" val="30381514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p:cNvSpPr>
            <a:spLocks noGrp="1"/>
          </p:cNvSpPr>
          <p:nvPr>
            <p:ph idx="1"/>
          </p:nvPr>
        </p:nvSpPr>
        <p:spPr/>
        <p:txBody>
          <a:bodyPr/>
          <a:lstStyle/>
          <a:p>
            <a:pPr marL="0" indent="0" algn="ctr">
              <a:buNone/>
            </a:pPr>
            <a:endParaRPr lang="en-US" sz="4800" dirty="0"/>
          </a:p>
          <a:p>
            <a:pPr marL="0" indent="0" algn="ctr">
              <a:buNone/>
            </a:pPr>
            <a:endParaRPr lang="en-US" sz="4800" dirty="0"/>
          </a:p>
          <a:p>
            <a:pPr marL="0" indent="0" algn="ctr">
              <a:buNone/>
            </a:pPr>
            <a:endParaRPr lang="en-US" sz="4800" dirty="0"/>
          </a:p>
          <a:p>
            <a:pPr marL="0" indent="0" algn="ctr">
              <a:spcBef>
                <a:spcPts val="0"/>
              </a:spcBef>
              <a:buNone/>
            </a:pPr>
            <a:r>
              <a:rPr lang="en-US" sz="4800" dirty="0"/>
              <a:t>Backup Slides</a:t>
            </a:r>
          </a:p>
        </p:txBody>
      </p:sp>
    </p:spTree>
    <p:extLst>
      <p:ext uri="{BB962C8B-B14F-4D97-AF65-F5344CB8AC3E}">
        <p14:creationId xmlns:p14="http://schemas.microsoft.com/office/powerpoint/2010/main" val="14995990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Observing Scenario - I</a:t>
            </a:r>
          </a:p>
        </p:txBody>
      </p:sp>
      <p:pic>
        <p:nvPicPr>
          <p:cNvPr id="5" name="Picture 4" descr="C:\Users\wschulze\AppData\Local\Microsoft\Windows\INetCache\Content.Word\WFIRST1.png"/>
          <p:cNvPicPr/>
          <p:nvPr/>
        </p:nvPicPr>
        <p:blipFill>
          <a:blip r:embed="rId3">
            <a:extLst>
              <a:ext uri="{28A0092B-C50C-407E-A947-70E740481C1C}">
                <a14:useLocalDpi xmlns:a14="http://schemas.microsoft.com/office/drawing/2010/main" val="0"/>
              </a:ext>
            </a:extLst>
          </a:blip>
          <a:srcRect/>
          <a:stretch>
            <a:fillRect/>
          </a:stretch>
        </p:blipFill>
        <p:spPr bwMode="auto">
          <a:xfrm>
            <a:off x="703482" y="2801627"/>
            <a:ext cx="3100763" cy="3021204"/>
          </a:xfrm>
          <a:prstGeom prst="rect">
            <a:avLst/>
          </a:prstGeom>
          <a:noFill/>
          <a:ln>
            <a:noFill/>
          </a:ln>
        </p:spPr>
      </p:pic>
      <p:sp>
        <p:nvSpPr>
          <p:cNvPr id="4" name="Rectangle 3"/>
          <p:cNvSpPr/>
          <p:nvPr/>
        </p:nvSpPr>
        <p:spPr>
          <a:xfrm>
            <a:off x="4546120" y="5001262"/>
            <a:ext cx="4076375" cy="1477328"/>
          </a:xfrm>
          <a:prstGeom prst="rect">
            <a:avLst/>
          </a:prstGeom>
        </p:spPr>
        <p:txBody>
          <a:bodyPr wrap="square">
            <a:spAutoFit/>
          </a:bodyPr>
          <a:lstStyle/>
          <a:p>
            <a:pPr lvl="1"/>
            <a:r>
              <a:rPr lang="en-US" dirty="0"/>
              <a:t>Solar Vector X = sin(pitch)</a:t>
            </a:r>
          </a:p>
          <a:p>
            <a:pPr lvl="1"/>
            <a:endParaRPr lang="en-US" dirty="0"/>
          </a:p>
          <a:p>
            <a:pPr lvl="1"/>
            <a:r>
              <a:rPr lang="en-US" dirty="0"/>
              <a:t>Solar Vector Y = sin(roll)	</a:t>
            </a:r>
          </a:p>
          <a:p>
            <a:pPr lvl="1"/>
            <a:endParaRPr lang="en-US" dirty="0"/>
          </a:p>
          <a:p>
            <a:pPr lvl="1"/>
            <a:r>
              <a:rPr lang="en-US" dirty="0"/>
              <a:t>Solar Vector Z = cos(pitch) * cos(roll)</a:t>
            </a:r>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38587" y="854505"/>
            <a:ext cx="4696787" cy="3894243"/>
          </a:xfrm>
          <a:prstGeom prst="rect">
            <a:avLst/>
          </a:prstGeom>
        </p:spPr>
      </p:pic>
      <p:sp>
        <p:nvSpPr>
          <p:cNvPr id="9" name="Rectangle 8"/>
          <p:cNvSpPr/>
          <p:nvPr/>
        </p:nvSpPr>
        <p:spPr>
          <a:xfrm>
            <a:off x="414067" y="1522411"/>
            <a:ext cx="4528869" cy="923330"/>
          </a:xfrm>
          <a:prstGeom prst="rect">
            <a:avLst/>
          </a:prstGeom>
        </p:spPr>
        <p:txBody>
          <a:bodyPr wrap="square">
            <a:spAutoFit/>
          </a:bodyPr>
          <a:lstStyle/>
          <a:p>
            <a:r>
              <a:rPr lang="en-US" dirty="0"/>
              <a:t>Solar vector X, Y, and Z components comprise a unit vector pointing in spacecraft body-fixed coordinates to the center of the Sun.</a:t>
            </a:r>
          </a:p>
        </p:txBody>
      </p:sp>
      <p:sp>
        <p:nvSpPr>
          <p:cNvPr id="3" name="Rectangle 2"/>
          <p:cNvSpPr/>
          <p:nvPr/>
        </p:nvSpPr>
        <p:spPr>
          <a:xfrm>
            <a:off x="508959" y="6060497"/>
            <a:ext cx="4572000" cy="276999"/>
          </a:xfrm>
          <a:prstGeom prst="rect">
            <a:avLst/>
          </a:prstGeom>
        </p:spPr>
        <p:txBody>
          <a:bodyPr>
            <a:spAutoFit/>
          </a:bodyPr>
          <a:lstStyle/>
          <a:p>
            <a:r>
              <a:rPr lang="en-US" sz="1200" i="1" dirty="0"/>
              <a:t>Spacecraft coordinate frame and rotations (William Schulze)</a:t>
            </a:r>
            <a:endParaRPr lang="en-US" sz="1200" dirty="0"/>
          </a:p>
        </p:txBody>
      </p:sp>
    </p:spTree>
    <p:extLst>
      <p:ext uri="{BB962C8B-B14F-4D97-AF65-F5344CB8AC3E}">
        <p14:creationId xmlns:p14="http://schemas.microsoft.com/office/powerpoint/2010/main" val="39796882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Observing Scenario - II</a:t>
            </a:r>
          </a:p>
        </p:txBody>
      </p:sp>
      <p:sp>
        <p:nvSpPr>
          <p:cNvPr id="3" name="Content Placeholder 2"/>
          <p:cNvSpPr>
            <a:spLocks noGrp="1"/>
          </p:cNvSpPr>
          <p:nvPr>
            <p:ph idx="1"/>
          </p:nvPr>
        </p:nvSpPr>
        <p:spPr>
          <a:xfrm>
            <a:off x="409599" y="848260"/>
            <a:ext cx="8523053" cy="5715000"/>
          </a:xfrm>
        </p:spPr>
        <p:txBody>
          <a:bodyPr/>
          <a:lstStyle/>
          <a:p>
            <a:r>
              <a:rPr lang="en-US" sz="2000" dirty="0"/>
              <a:t>Determine position of Sun relative to Earth in ecliptic coordinate system</a:t>
            </a:r>
          </a:p>
          <a:p>
            <a:r>
              <a:rPr lang="en-US" sz="2000" dirty="0"/>
              <a:t>Check if the target is within the Sun exclusion angle</a:t>
            </a:r>
          </a:p>
          <a:p>
            <a:r>
              <a:rPr lang="en-US" sz="2000" dirty="0"/>
              <a:t>Transform position of reference star and target to ecliptic coordinate system  </a:t>
            </a:r>
          </a:p>
          <a:p>
            <a:r>
              <a:rPr lang="en-US" sz="2000" dirty="0"/>
              <a:t>Express all positions in heliocentric ecliptic coordinates</a:t>
            </a:r>
          </a:p>
          <a:p>
            <a:r>
              <a:rPr lang="en-US" sz="2000" dirty="0"/>
              <a:t>Define spacecraft body centered coordinate system (BCCS)</a:t>
            </a:r>
          </a:p>
          <a:p>
            <a:r>
              <a:rPr lang="en-US" sz="2000" dirty="0"/>
              <a:t>Determine transformation matrix between heliocentric  coordinates and BCCS</a:t>
            </a:r>
          </a:p>
          <a:p>
            <a:r>
              <a:rPr lang="en-US" sz="2000" dirty="0"/>
              <a:t>Initial orientation of spacecraft is +Z pointing towards the Sun and +X (boresight) direction pointing south out of the equatorial</a:t>
            </a:r>
          </a:p>
          <a:p>
            <a:r>
              <a:rPr lang="en-US" sz="2000" dirty="0"/>
              <a:t>Slew to reference star</a:t>
            </a:r>
          </a:p>
          <a:p>
            <a:r>
              <a:rPr lang="en-US" sz="2000" dirty="0"/>
              <a:t>Slew to target 2 and repeat steps as for target 1</a:t>
            </a:r>
          </a:p>
          <a:p>
            <a:pPr marL="400050"/>
            <a:r>
              <a:rPr lang="en-US" sz="2000" dirty="0"/>
              <a:t>Reference Star Differential Imaging (RDI) roll </a:t>
            </a:r>
          </a:p>
          <a:p>
            <a:pPr marL="800100" lvl="1"/>
            <a:r>
              <a:rPr lang="en-US" dirty="0"/>
              <a:t>Roll about X for specified angle (+13 degrees to -13 degrees)</a:t>
            </a:r>
          </a:p>
          <a:p>
            <a:r>
              <a:rPr lang="en-US" sz="2000" dirty="0"/>
              <a:t>Generate a text file with instantaneous time and Solar vector angles for telescope maneuver from initial state to target star </a:t>
            </a:r>
          </a:p>
        </p:txBody>
      </p:sp>
    </p:spTree>
    <p:extLst>
      <p:ext uri="{BB962C8B-B14F-4D97-AF65-F5344CB8AC3E}">
        <p14:creationId xmlns:p14="http://schemas.microsoft.com/office/powerpoint/2010/main" val="1260610728"/>
      </p:ext>
    </p:extLst>
  </p:cSld>
  <p:clrMapOvr>
    <a:masterClrMapping/>
  </p:clrMapOvr>
</p:sld>
</file>

<file path=ppt/theme/theme1.xml><?xml version="1.0" encoding="utf-8"?>
<a:theme xmlns:a="http://schemas.openxmlformats.org/drawingml/2006/main" name="BN_WFIRS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70C0"/>
          </a:solidFill>
        </a:ln>
      </a:spPr>
      <a:bodyPr rtlCol="0" anchor="ctr"/>
      <a:lstStyle>
        <a:defPPr algn="ctr">
          <a:defRPr sz="1400" dirty="0" smtClean="0">
            <a:solidFill>
              <a:schemeClr val="tx1">
                <a:lumMod val="65000"/>
                <a:lumOff val="35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rIns="0" rtlCol="0">
        <a:spAutoFit/>
      </a:bodyPr>
      <a:lstStyle>
        <a:defPPr>
          <a:defRPr sz="1100" dirty="0" smtClean="0"/>
        </a:defPPr>
      </a:lstStyle>
    </a:txDef>
  </a:objectDefaults>
  <a:extraClrSchemeLst/>
  <a:extLst>
    <a:ext uri="{05A4C25C-085E-4340-85A3-A5531E510DB2}">
      <thm15:themeFamily xmlns:thm15="http://schemas.microsoft.com/office/thememl/2012/main" name="BN_WFIRST" id="{CD56E60E-D10E-4F6B-AE95-3834FA0E5A8E}" vid="{375C601F-86D7-4123-BD3A-EACCC5762FF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3684</TotalTime>
  <Words>2041</Words>
  <Application>Microsoft Office PowerPoint</Application>
  <PresentationFormat>On-screen Show (4:3)</PresentationFormat>
  <Paragraphs>267</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Verdana</vt:lpstr>
      <vt:lpstr>Wingdings</vt:lpstr>
      <vt:lpstr>BN_WFIRST</vt:lpstr>
      <vt:lpstr>IMPipeline: An Integrated STOP modeling pipeline for the WFIRST coronagraph</vt:lpstr>
      <vt:lpstr>Talk Outline</vt:lpstr>
      <vt:lpstr>Introduction</vt:lpstr>
      <vt:lpstr>WFIRST Coronagraph</vt:lpstr>
      <vt:lpstr>Fundamentals of STOP Analysis</vt:lpstr>
      <vt:lpstr>Motivation</vt:lpstr>
      <vt:lpstr>IMPipeline Block Diagram</vt:lpstr>
      <vt:lpstr>Luigi Pipeline Framework</vt:lpstr>
      <vt:lpstr>Observing Scenario</vt:lpstr>
      <vt:lpstr>Thermal Desktop</vt:lpstr>
      <vt:lpstr>NASTRAN, SigFit and Code V</vt:lpstr>
      <vt:lpstr>Pipeline Execution</vt:lpstr>
      <vt:lpstr>Pipeline Visualization</vt:lpstr>
      <vt:lpstr>Pipeline Output &amp; Diagnostics</vt:lpstr>
      <vt:lpstr>Customizing Pipeline</vt:lpstr>
      <vt:lpstr>Verification and Validation of STOP Model</vt:lpstr>
      <vt:lpstr>Verification and Validation of Models</vt:lpstr>
      <vt:lpstr>Preliminary Results - I</vt:lpstr>
      <vt:lpstr>Preliminary Results - II</vt:lpstr>
      <vt:lpstr>Monte Carlo Ray Tracing Trade Study</vt:lpstr>
      <vt:lpstr>Future Work</vt:lpstr>
      <vt:lpstr>PowerPoint Presentation</vt:lpstr>
      <vt:lpstr>PowerPoint Presentation</vt:lpstr>
      <vt:lpstr>Observing Scenario - I</vt:lpstr>
      <vt:lpstr>Observing Scenario - II</vt:lpstr>
    </vt:vector>
  </TitlesOfParts>
  <Company>JPL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 Noise vs Dark Current</dc:title>
  <dc:creator>Nemati, Bijan (383B)</dc:creator>
  <cp:lastModifiedBy>Tyler Paschal</cp:lastModifiedBy>
  <cp:revision>334</cp:revision>
  <dcterms:created xsi:type="dcterms:W3CDTF">2016-06-13T17:10:01Z</dcterms:created>
  <dcterms:modified xsi:type="dcterms:W3CDTF">2018-02-07T16:45:30Z</dcterms:modified>
</cp:coreProperties>
</file>